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85b01941094421" /><Relationship Type="http://schemas.openxmlformats.org/officeDocument/2006/relationships/extended-properties" Target="/docProps/app.xml" Id="R43f7d90776b04376" /><Relationship Type="http://schemas.openxmlformats.org/officeDocument/2006/relationships/officeDocument" Target="/ppt/presentation.xml" Id="Rf35ef789d5ec4c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8aea698743431e"/>
  </p:sldMasterIdLst>
  <p:notesMasterIdLst>
    <p:notesMasterId xmlns:r="http://schemas.openxmlformats.org/officeDocument/2006/relationships" r:id="R2c9d8c2ab9f3482b"/>
  </p:notesMasterIdLst>
  <p:sldIdLst>
    <p:sldId xmlns:r="http://schemas.openxmlformats.org/officeDocument/2006/relationships" id="256" r:id="R118f2d0dacee407f"/>
  </p:sldIdLst>
  <p:sldSz cx="14344650" cy="5600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c3b5b19b764bb0" /><Relationship Type="http://schemas.openxmlformats.org/officeDocument/2006/relationships/slideMaster" Target="/ppt/slideMasters/slideMaster1.xml" Id="Ra48aea698743431e" /><Relationship Type="http://schemas.openxmlformats.org/officeDocument/2006/relationships/notesMaster" Target="/ppt/notesMasters/notesMaster1.xml" Id="R2c9d8c2ab9f3482b" /><Relationship Type="http://schemas.openxmlformats.org/officeDocument/2006/relationships/presProps" Target="/ppt/presProps.xml" Id="Rcdaefc881af240ee" /><Relationship Type="http://schemas.openxmlformats.org/officeDocument/2006/relationships/tableStyles" Target="/ppt/tableStyles.xml" Id="R9f20e1310a524091" /><Relationship Type="http://schemas.openxmlformats.org/officeDocument/2006/relationships/slide" Target="/ppt/slides/slide1.xml" Id="R118f2d0dacee40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ae7782ff8b4d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3f3acdb9384987" /><Relationship Type="http://schemas.openxmlformats.org/officeDocument/2006/relationships/notesMaster" Target="/ppt/notesMasters/notesMaster1.xml" Id="R449e815c178b45c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素材ID：SEC-021</ns1:t>
            </ns1:r>
          </ns1:p>
          <ns1:p>
            <ns1:r>
              <ns1:t>论文：Fuzzing the PHP Interpreter via Dataflow Fusion</ns1:t>
            </ns1:r>
          </ns1:p>
          <ns1:p>
            <ns1:r>
              <ns1:t>会议：USENIX Security 2025</ns1:t>
            </ns1:r>
          </ns1:p>
          <ns1:p>
            <ns1:r>
              <ns1:t>奖项：Distinguished Paper Award</ns1:t>
            </ns1:r>
          </ns1:p>
          <ns1:p>
            <ns1:r>
              <ns1:t>图号：Figure 1，PDF第6页</ns1:t>
            </ns1:r>
          </ns1:p>
          <ns1:p>
            <ns1:r>
              <ns1:t>类型：系统架构</ns1:t>
            </ns1:r>
          </ns1:p>
          <ns1:p>
            <ns1:r>
              <ns1:t>借鉴点：架构各阶段直接附输入、数据流和融合代码，底部共用验证流水线；适合把方法和运行实例结合。</ns1:t>
            </ns1:r>
          </ns1:p>
          <ns1:p>
            <ns1:r>
              <ns1:t>论文URL：https://www.usenix.org/system/files/usenixsecurity25-jiang-yuancheng.pdf</ns1:t>
            </ns1:r>
          </ns1:p>
          <ns1:p>
            <ns1:r>
              <ns1:t>官方获奖URL：https://www.usenix.org/conferences/best-papers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be5f68fae4d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8d6363dacf499e" /><Relationship Type="http://schemas.openxmlformats.org/officeDocument/2006/relationships/slideLayout" Target="/ppt/slideLayouts/slideLayout1.xml" Id="Rb20ed908911e4e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0ed908911e4e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5bae3905f438e" /><Relationship Type="http://schemas.openxmlformats.org/officeDocument/2006/relationships/image" Target="/ppt/media/image.png" Id="R9a695a4fb28a4def" /><Relationship Type="http://schemas.openxmlformats.org/officeDocument/2006/relationships/image" Target="/ppt/media/image2.png" Id="R8c60eb03d11a480f" /><Relationship Type="http://schemas.openxmlformats.org/officeDocument/2006/relationships/image" Target="/ppt/media/image3.png" Id="R5f6cc2b12eda4aca" /><Relationship Type="http://schemas.openxmlformats.org/officeDocument/2006/relationships/image" Target="/ppt/media/image4.png" Id="R147a87eccb6c4679" /><Relationship Type="http://schemas.openxmlformats.org/officeDocument/2006/relationships/image" Target="/ppt/media/image5.png" Id="Rbb8cf92c4b244255" /><Relationship Type="http://schemas.openxmlformats.org/officeDocument/2006/relationships/image" Target="/ppt/media/image6.png" Id="R3e8c5435e8274b3e" /><Relationship Type="http://schemas.openxmlformats.org/officeDocument/2006/relationships/image" Target="/ppt/media/image7.png" Id="R84bc2603ac484427" /><Relationship Type="http://schemas.openxmlformats.org/officeDocument/2006/relationships/image" Target="/ppt/media/image8.png" Id="Rb1702743e47f4a2f" /><Relationship Type="http://schemas.openxmlformats.org/officeDocument/2006/relationships/image" Target="/ppt/media/image9.png" Id="Re2281d5a90d34d43" /><Relationship Type="http://schemas.openxmlformats.org/officeDocument/2006/relationships/image" Target="/ppt/media/image10.png" Id="Rdef617b583f244b3" /><Relationship Type="http://schemas.openxmlformats.org/officeDocument/2006/relationships/image" Target="/ppt/media/image11.png" Id="R2bb1af5170234fe6" /><Relationship Type="http://schemas.openxmlformats.org/officeDocument/2006/relationships/notesSlide" Target="/ppt/notesSlides/notesSlide1.xml" Id="R0f15415f5ff241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BA78A-5440-4843-A69A-0500A80A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19"/>
            <a:ext cx="14344650" cy="5516118"/>
          </a:xfrm>
          <a:custGeom xmlns:a="http://schemas.openxmlformats.org/drawingml/2006/main">
            <a:pathLst>
              <a:path w="14344650" h="5516118">
                <a:moveTo>
                  <a:pt x="0" y="0"/>
                </a:moveTo>
                <a:lnTo>
                  <a:pt x="0" y="5516118"/>
                </a:lnTo>
                <a:lnTo>
                  <a:pt x="14344650" y="5516118"/>
                </a:lnTo>
                <a:lnTo>
                  <a:pt x="143446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E9394D-E4A5-45CB-A89D-5571443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19"/>
            <a:ext cx="14344650" cy="5516118"/>
          </a:xfrm>
          <a:custGeom xmlns:a="http://schemas.openxmlformats.org/drawingml/2006/main">
            <a:pathLst>
              <a:path w="14344650" h="5516118">
                <a:moveTo>
                  <a:pt x="14344650" y="0"/>
                </a:moveTo>
                <a:lnTo>
                  <a:pt x="0" y="0"/>
                </a:lnTo>
                <a:lnTo>
                  <a:pt x="0" y="5516118"/>
                </a:lnTo>
                <a:lnTo>
                  <a:pt x="14344650" y="5516118"/>
                </a:lnTo>
                <a:lnTo>
                  <a:pt x="1434465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49F49-0A08-4B5E-87BA-56D69557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" y="4813308"/>
            <a:ext cx="14307232" cy="702795"/>
          </a:xfrm>
          <a:custGeom xmlns:a="http://schemas.openxmlformats.org/drawingml/2006/main">
            <a:pathLst>
              <a:path w="14307232" h="702795">
                <a:moveTo>
                  <a:pt x="0" y="0"/>
                </a:moveTo>
                <a:lnTo>
                  <a:pt x="14307232" y="0"/>
                </a:lnTo>
                <a:lnTo>
                  <a:pt x="14307232" y="702795"/>
                </a:lnTo>
                <a:lnTo>
                  <a:pt x="0" y="7027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28274B-E14E-48B1-B1B4-CAD0CB4C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" y="4813308"/>
            <a:ext cx="14307231" cy="702795"/>
          </a:xfrm>
          <a:custGeom xmlns:a="http://schemas.openxmlformats.org/drawingml/2006/main">
            <a:pathLst>
              <a:path w="14307231" h="702795" fill="none">
                <a:moveTo>
                  <a:pt x="0" y="0"/>
                </a:moveTo>
                <a:lnTo>
                  <a:pt x="14307231" y="0"/>
                </a:lnTo>
                <a:lnTo>
                  <a:pt x="14307231" y="702795"/>
                </a:lnTo>
                <a:lnTo>
                  <a:pt x="0" y="7027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262626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18DDA-93F3-42F6-90B8-C0EEEDFC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9" y="69688"/>
            <a:ext cx="2783280" cy="1432549"/>
          </a:xfrm>
          <a:custGeom xmlns:a="http://schemas.openxmlformats.org/drawingml/2006/main">
            <a:pathLst>
              <a:path w="2783280" h="1432549">
                <a:moveTo>
                  <a:pt x="0" y="0"/>
                </a:moveTo>
                <a:lnTo>
                  <a:pt x="2783280" y="0"/>
                </a:lnTo>
                <a:lnTo>
                  <a:pt x="2783280" y="1432549"/>
                </a:lnTo>
                <a:lnTo>
                  <a:pt x="0" y="14325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42FE5-9BD5-4CDF-A2A9-62782317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9" y="69687"/>
            <a:ext cx="2783280" cy="1432549"/>
          </a:xfrm>
          <a:custGeom xmlns:a="http://schemas.openxmlformats.org/drawingml/2006/main">
            <a:pathLst>
              <a:path w="2783280" h="1432549" fill="none">
                <a:moveTo>
                  <a:pt x="0" y="0"/>
                </a:moveTo>
                <a:lnTo>
                  <a:pt x="2783280" y="0"/>
                </a:lnTo>
                <a:lnTo>
                  <a:pt x="2783280" y="1432549"/>
                </a:lnTo>
                <a:lnTo>
                  <a:pt x="0" y="14325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262626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42EA20-EABB-4FB6-9580-A8C7071A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" y="1765043"/>
            <a:ext cx="2793882" cy="2812312"/>
          </a:xfrm>
          <a:custGeom xmlns:a="http://schemas.openxmlformats.org/drawingml/2006/main">
            <a:pathLst>
              <a:path w="2793882" h="2812312">
                <a:moveTo>
                  <a:pt x="0" y="0"/>
                </a:moveTo>
                <a:lnTo>
                  <a:pt x="2793882" y="0"/>
                </a:lnTo>
                <a:lnTo>
                  <a:pt x="2793882" y="2812312"/>
                </a:lnTo>
                <a:lnTo>
                  <a:pt x="0" y="28123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E6DE9-4FD0-4146-AAEC-3BD1B6C5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" y="1765043"/>
            <a:ext cx="2793882" cy="2812312"/>
          </a:xfrm>
          <a:custGeom xmlns:a="http://schemas.openxmlformats.org/drawingml/2006/main">
            <a:pathLst>
              <a:path w="2793882" h="2812312" fill="none">
                <a:moveTo>
                  <a:pt x="0" y="0"/>
                </a:moveTo>
                <a:lnTo>
                  <a:pt x="2793882" y="0"/>
                </a:lnTo>
                <a:lnTo>
                  <a:pt x="2793882" y="2812312"/>
                </a:lnTo>
                <a:lnTo>
                  <a:pt x="0" y="28123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262626"/>
            </a:solidFill>
            <a:miter/>
          </a:ln>
        </p:spPr>
      </p:sp>
      <p:sp>
        <p:nvSpPr>
          <p:cNvPr id="9" name="Text TestMutation">
            <a:extLst xmlns:a="http://schemas.openxmlformats.org/drawingml/2006/main">
              <a:ext uri="{FF2B5EF4-FFF2-40B4-BE49-F238E27FC236}">
                <a16:creationId xmlns:a16="http://schemas.microsoft.com/office/drawing/2014/main" id="{F385DA7E-3F9E-46A5-8D4F-26C1C3D8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4" y="1847058"/>
            <a:ext cx="1446843" cy="175341"/>
          </a:xfrm>
          <a:custGeom xmlns:a="http://schemas.openxmlformats.org/drawingml/2006/main">
            <a:pathLst>
              <a:path w="1446843" h="175341">
                <a:moveTo>
                  <a:pt x="42761" y="172476"/>
                </a:moveTo>
                <a:lnTo>
                  <a:pt x="42761" y="46344"/>
                </a:lnTo>
                <a:lnTo>
                  <a:pt x="0" y="46344"/>
                </a:lnTo>
                <a:lnTo>
                  <a:pt x="0" y="16724"/>
                </a:lnTo>
                <a:lnTo>
                  <a:pt x="120880" y="16724"/>
                </a:lnTo>
                <a:lnTo>
                  <a:pt x="120880" y="46344"/>
                </a:lnTo>
                <a:lnTo>
                  <a:pt x="78119" y="46344"/>
                </a:lnTo>
                <a:lnTo>
                  <a:pt x="78119" y="172476"/>
                </a:lnTo>
                <a:lnTo>
                  <a:pt x="42761" y="172476"/>
                </a:lnTo>
                <a:close/>
                <a:moveTo>
                  <a:pt x="195603" y="175341"/>
                </a:moveTo>
                <a:cubicBezTo>
                  <a:pt x="187161" y="175341"/>
                  <a:pt x="179276" y="173949"/>
                  <a:pt x="171950" y="171164"/>
                </a:cubicBezTo>
                <a:cubicBezTo>
                  <a:pt x="164625" y="168377"/>
                  <a:pt x="158256" y="164316"/>
                  <a:pt x="152842" y="158982"/>
                </a:cubicBezTo>
                <a:cubicBezTo>
                  <a:pt x="147428" y="153646"/>
                  <a:pt x="143206" y="147155"/>
                  <a:pt x="140179" y="139510"/>
                </a:cubicBezTo>
                <a:cubicBezTo>
                  <a:pt x="137153" y="131865"/>
                  <a:pt x="135640" y="123106"/>
                  <a:pt x="135640" y="113232"/>
                </a:cubicBezTo>
                <a:cubicBezTo>
                  <a:pt x="135640" y="103677"/>
                  <a:pt x="137233" y="95038"/>
                  <a:pt x="140419" y="87315"/>
                </a:cubicBezTo>
                <a:cubicBezTo>
                  <a:pt x="143605" y="79590"/>
                  <a:pt x="147786" y="73060"/>
                  <a:pt x="152962" y="67726"/>
                </a:cubicBezTo>
                <a:cubicBezTo>
                  <a:pt x="158138" y="62390"/>
                  <a:pt x="164070" y="58289"/>
                  <a:pt x="170758" y="55424"/>
                </a:cubicBezTo>
                <a:cubicBezTo>
                  <a:pt x="177448" y="52557"/>
                  <a:pt x="184376" y="51123"/>
                  <a:pt x="191542" y="51123"/>
                </a:cubicBezTo>
                <a:cubicBezTo>
                  <a:pt x="199982" y="51123"/>
                  <a:pt x="207346" y="52557"/>
                  <a:pt x="213635" y="55424"/>
                </a:cubicBezTo>
                <a:cubicBezTo>
                  <a:pt x="219927" y="58289"/>
                  <a:pt x="225183" y="62270"/>
                  <a:pt x="229404" y="67366"/>
                </a:cubicBezTo>
                <a:cubicBezTo>
                  <a:pt x="233625" y="72461"/>
                  <a:pt x="236771" y="78473"/>
                  <a:pt x="238841" y="85402"/>
                </a:cubicBezTo>
                <a:cubicBezTo>
                  <a:pt x="240912" y="92330"/>
                  <a:pt x="241947" y="99855"/>
                  <a:pt x="241947" y="107976"/>
                </a:cubicBezTo>
                <a:cubicBezTo>
                  <a:pt x="241947" y="111162"/>
                  <a:pt x="241788" y="114188"/>
                  <a:pt x="241469" y="117056"/>
                </a:cubicBezTo>
                <a:cubicBezTo>
                  <a:pt x="241151" y="119921"/>
                  <a:pt x="240833" y="122070"/>
                  <a:pt x="240514" y="123504"/>
                </a:cubicBezTo>
                <a:lnTo>
                  <a:pt x="169562" y="123504"/>
                </a:lnTo>
                <a:cubicBezTo>
                  <a:pt x="171156" y="132104"/>
                  <a:pt x="174700" y="138435"/>
                  <a:pt x="180195" y="142495"/>
                </a:cubicBezTo>
                <a:cubicBezTo>
                  <a:pt x="185689" y="146556"/>
                  <a:pt x="192418" y="148586"/>
                  <a:pt x="200382" y="148586"/>
                </a:cubicBezTo>
                <a:cubicBezTo>
                  <a:pt x="208821" y="148586"/>
                  <a:pt x="217341" y="145959"/>
                  <a:pt x="225941" y="140706"/>
                </a:cubicBezTo>
                <a:lnTo>
                  <a:pt x="237646" y="161964"/>
                </a:lnTo>
                <a:cubicBezTo>
                  <a:pt x="231595" y="166105"/>
                  <a:pt x="224866" y="169370"/>
                  <a:pt x="217459" y="171758"/>
                </a:cubicBezTo>
                <a:cubicBezTo>
                  <a:pt x="210054" y="174147"/>
                  <a:pt x="202769" y="175341"/>
                  <a:pt x="195603" y="175341"/>
                </a:cubicBezTo>
                <a:moveTo>
                  <a:pt x="169325" y="100332"/>
                </a:moveTo>
                <a:lnTo>
                  <a:pt x="212086" y="100332"/>
                </a:lnTo>
                <a:cubicBezTo>
                  <a:pt x="212086" y="93644"/>
                  <a:pt x="210572" y="88230"/>
                  <a:pt x="207544" y="84089"/>
                </a:cubicBezTo>
                <a:cubicBezTo>
                  <a:pt x="204519" y="79949"/>
                  <a:pt x="199423" y="77878"/>
                  <a:pt x="192257" y="77878"/>
                </a:cubicBezTo>
                <a:cubicBezTo>
                  <a:pt x="186684" y="77878"/>
                  <a:pt x="181788" y="79709"/>
                  <a:pt x="177567" y="83371"/>
                </a:cubicBezTo>
                <a:cubicBezTo>
                  <a:pt x="173346" y="87033"/>
                  <a:pt x="170598" y="92687"/>
                  <a:pt x="169325" y="100332"/>
                </a:cubicBezTo>
                <a:close/>
                <a:moveTo>
                  <a:pt x="302336" y="175341"/>
                </a:moveTo>
                <a:cubicBezTo>
                  <a:pt x="294533" y="175341"/>
                  <a:pt x="286531" y="173829"/>
                  <a:pt x="278330" y="170803"/>
                </a:cubicBezTo>
                <a:cubicBezTo>
                  <a:pt x="270128" y="167778"/>
                  <a:pt x="263001" y="163796"/>
                  <a:pt x="256947" y="158858"/>
                </a:cubicBezTo>
                <a:lnTo>
                  <a:pt x="272716" y="136882"/>
                </a:lnTo>
                <a:cubicBezTo>
                  <a:pt x="278130" y="141023"/>
                  <a:pt x="283305" y="144128"/>
                  <a:pt x="288241" y="146199"/>
                </a:cubicBezTo>
                <a:cubicBezTo>
                  <a:pt x="293179" y="148269"/>
                  <a:pt x="298196" y="149304"/>
                  <a:pt x="303292" y="149304"/>
                </a:cubicBezTo>
                <a:cubicBezTo>
                  <a:pt x="308548" y="149304"/>
                  <a:pt x="312370" y="148428"/>
                  <a:pt x="314759" y="146676"/>
                </a:cubicBezTo>
                <a:cubicBezTo>
                  <a:pt x="317148" y="144924"/>
                  <a:pt x="318342" y="142455"/>
                  <a:pt x="318342" y="139269"/>
                </a:cubicBezTo>
                <a:cubicBezTo>
                  <a:pt x="318342" y="137359"/>
                  <a:pt x="317665" y="135648"/>
                  <a:pt x="316312" y="134137"/>
                </a:cubicBezTo>
                <a:cubicBezTo>
                  <a:pt x="314958" y="132623"/>
                  <a:pt x="313126" y="131229"/>
                  <a:pt x="310815" y="129956"/>
                </a:cubicBezTo>
                <a:cubicBezTo>
                  <a:pt x="308506" y="128680"/>
                  <a:pt x="305918" y="127525"/>
                  <a:pt x="303051" y="126490"/>
                </a:cubicBezTo>
                <a:cubicBezTo>
                  <a:pt x="300186" y="125454"/>
                  <a:pt x="297241" y="124300"/>
                  <a:pt x="294215" y="123027"/>
                </a:cubicBezTo>
                <a:cubicBezTo>
                  <a:pt x="290553" y="121593"/>
                  <a:pt x="286890" y="119921"/>
                  <a:pt x="283225" y="118011"/>
                </a:cubicBezTo>
                <a:cubicBezTo>
                  <a:pt x="279563" y="116098"/>
                  <a:pt x="276219" y="113750"/>
                  <a:pt x="273194" y="110965"/>
                </a:cubicBezTo>
                <a:cubicBezTo>
                  <a:pt x="270168" y="108178"/>
                  <a:pt x="267699" y="104913"/>
                  <a:pt x="265787" y="101170"/>
                </a:cubicBezTo>
                <a:cubicBezTo>
                  <a:pt x="263877" y="97426"/>
                  <a:pt x="262922" y="93086"/>
                  <a:pt x="262922" y="88150"/>
                </a:cubicBezTo>
                <a:cubicBezTo>
                  <a:pt x="262922" y="82736"/>
                  <a:pt x="263996" y="77719"/>
                  <a:pt x="266144" y="73099"/>
                </a:cubicBezTo>
                <a:cubicBezTo>
                  <a:pt x="268295" y="68480"/>
                  <a:pt x="271360" y="64578"/>
                  <a:pt x="275341" y="61395"/>
                </a:cubicBezTo>
                <a:cubicBezTo>
                  <a:pt x="279324" y="58209"/>
                  <a:pt x="284101" y="55701"/>
                  <a:pt x="289673" y="53871"/>
                </a:cubicBezTo>
                <a:cubicBezTo>
                  <a:pt x="295248" y="52039"/>
                  <a:pt x="301459" y="51123"/>
                  <a:pt x="308307" y="51123"/>
                </a:cubicBezTo>
                <a:cubicBezTo>
                  <a:pt x="317386" y="51123"/>
                  <a:pt x="325349" y="52676"/>
                  <a:pt x="332197" y="55781"/>
                </a:cubicBezTo>
                <a:cubicBezTo>
                  <a:pt x="339045" y="58887"/>
                  <a:pt x="345017" y="62350"/>
                  <a:pt x="350113" y="66170"/>
                </a:cubicBezTo>
                <a:lnTo>
                  <a:pt x="334348" y="87195"/>
                </a:lnTo>
                <a:cubicBezTo>
                  <a:pt x="330047" y="84009"/>
                  <a:pt x="325826" y="81540"/>
                  <a:pt x="321685" y="79788"/>
                </a:cubicBezTo>
                <a:cubicBezTo>
                  <a:pt x="317546" y="78036"/>
                  <a:pt x="313407" y="77160"/>
                  <a:pt x="309266" y="77160"/>
                </a:cubicBezTo>
                <a:cubicBezTo>
                  <a:pt x="300347" y="77160"/>
                  <a:pt x="295888" y="80266"/>
                  <a:pt x="295888" y="86477"/>
                </a:cubicBezTo>
                <a:cubicBezTo>
                  <a:pt x="295888" y="88387"/>
                  <a:pt x="296525" y="90020"/>
                  <a:pt x="297798" y="91376"/>
                </a:cubicBezTo>
                <a:cubicBezTo>
                  <a:pt x="299072" y="92730"/>
                  <a:pt x="300784" y="93964"/>
                  <a:pt x="302934" y="95079"/>
                </a:cubicBezTo>
                <a:cubicBezTo>
                  <a:pt x="305085" y="96192"/>
                  <a:pt x="307553" y="97267"/>
                  <a:pt x="310338" y="98302"/>
                </a:cubicBezTo>
                <a:cubicBezTo>
                  <a:pt x="313125" y="99337"/>
                  <a:pt x="316032" y="100412"/>
                  <a:pt x="319060" y="101528"/>
                </a:cubicBezTo>
                <a:cubicBezTo>
                  <a:pt x="322880" y="102961"/>
                  <a:pt x="326662" y="104594"/>
                  <a:pt x="330404" y="106427"/>
                </a:cubicBezTo>
                <a:cubicBezTo>
                  <a:pt x="334149" y="108257"/>
                  <a:pt x="337574" y="110525"/>
                  <a:pt x="340680" y="113232"/>
                </a:cubicBezTo>
                <a:cubicBezTo>
                  <a:pt x="343785" y="115939"/>
                  <a:pt x="346293" y="119244"/>
                  <a:pt x="348203" y="123147"/>
                </a:cubicBezTo>
                <a:cubicBezTo>
                  <a:pt x="350113" y="127047"/>
                  <a:pt x="351068" y="131706"/>
                  <a:pt x="351068" y="137122"/>
                </a:cubicBezTo>
                <a:cubicBezTo>
                  <a:pt x="351068" y="142537"/>
                  <a:pt x="350033" y="147553"/>
                  <a:pt x="347963" y="152173"/>
                </a:cubicBezTo>
                <a:cubicBezTo>
                  <a:pt x="345895" y="156790"/>
                  <a:pt x="342790" y="160811"/>
                  <a:pt x="338649" y="164235"/>
                </a:cubicBezTo>
                <a:cubicBezTo>
                  <a:pt x="334508" y="167659"/>
                  <a:pt x="329411" y="170366"/>
                  <a:pt x="323358" y="172356"/>
                </a:cubicBezTo>
                <a:cubicBezTo>
                  <a:pt x="317307" y="174346"/>
                  <a:pt x="310300" y="175341"/>
                  <a:pt x="302336" y="175341"/>
                </a:cubicBezTo>
                <a:close/>
                <a:moveTo>
                  <a:pt x="418865" y="175341"/>
                </a:moveTo>
                <a:cubicBezTo>
                  <a:pt x="411541" y="175341"/>
                  <a:pt x="405291" y="174227"/>
                  <a:pt x="400115" y="171999"/>
                </a:cubicBezTo>
                <a:cubicBezTo>
                  <a:pt x="394939" y="169768"/>
                  <a:pt x="390717" y="166662"/>
                  <a:pt x="387451" y="162682"/>
                </a:cubicBezTo>
                <a:cubicBezTo>
                  <a:pt x="384188" y="158701"/>
                  <a:pt x="381799" y="153885"/>
                  <a:pt x="380285" y="148233"/>
                </a:cubicBezTo>
                <a:cubicBezTo>
                  <a:pt x="378774" y="142578"/>
                  <a:pt x="378018" y="136326"/>
                  <a:pt x="378018" y="129479"/>
                </a:cubicBezTo>
                <a:lnTo>
                  <a:pt x="378018" y="81461"/>
                </a:lnTo>
                <a:lnTo>
                  <a:pt x="361772" y="81461"/>
                </a:lnTo>
                <a:lnTo>
                  <a:pt x="361772" y="55420"/>
                </a:lnTo>
                <a:lnTo>
                  <a:pt x="379928" y="53988"/>
                </a:lnTo>
                <a:lnTo>
                  <a:pt x="383989" y="22454"/>
                </a:lnTo>
                <a:lnTo>
                  <a:pt x="413131" y="22454"/>
                </a:lnTo>
                <a:lnTo>
                  <a:pt x="413131" y="53988"/>
                </a:lnTo>
                <a:lnTo>
                  <a:pt x="441560" y="53988"/>
                </a:lnTo>
                <a:lnTo>
                  <a:pt x="441560" y="81461"/>
                </a:lnTo>
                <a:lnTo>
                  <a:pt x="413131" y="81461"/>
                </a:lnTo>
                <a:lnTo>
                  <a:pt x="413131" y="128997"/>
                </a:lnTo>
                <a:cubicBezTo>
                  <a:pt x="413131" y="135687"/>
                  <a:pt x="414525" y="140506"/>
                  <a:pt x="417312" y="143454"/>
                </a:cubicBezTo>
                <a:cubicBezTo>
                  <a:pt x="420100" y="146399"/>
                  <a:pt x="423803" y="147872"/>
                  <a:pt x="428423" y="147872"/>
                </a:cubicBezTo>
                <a:cubicBezTo>
                  <a:pt x="430333" y="147872"/>
                  <a:pt x="432283" y="147634"/>
                  <a:pt x="434273" y="147157"/>
                </a:cubicBezTo>
                <a:cubicBezTo>
                  <a:pt x="436263" y="146679"/>
                  <a:pt x="438056" y="146120"/>
                  <a:pt x="439650" y="145481"/>
                </a:cubicBezTo>
                <a:lnTo>
                  <a:pt x="445143" y="171044"/>
                </a:lnTo>
                <a:cubicBezTo>
                  <a:pt x="441957" y="171999"/>
                  <a:pt x="438215" y="172954"/>
                  <a:pt x="433916" y="173909"/>
                </a:cubicBezTo>
                <a:cubicBezTo>
                  <a:pt x="429617" y="174864"/>
                  <a:pt x="424600" y="175341"/>
                  <a:pt x="418865" y="175341"/>
                </a:cubicBezTo>
                <a:close/>
                <a:moveTo>
                  <a:pt x="517430" y="172476"/>
                </a:moveTo>
                <a:lnTo>
                  <a:pt x="517430" y="16724"/>
                </a:lnTo>
                <a:lnTo>
                  <a:pt x="555893" y="16724"/>
                </a:lnTo>
                <a:lnTo>
                  <a:pt x="580975" y="85999"/>
                </a:lnTo>
                <a:cubicBezTo>
                  <a:pt x="582567" y="90619"/>
                  <a:pt x="584080" y="95358"/>
                  <a:pt x="585513" y="100215"/>
                </a:cubicBezTo>
                <a:cubicBezTo>
                  <a:pt x="586947" y="105071"/>
                  <a:pt x="588460" y="109887"/>
                  <a:pt x="590052" y="114665"/>
                </a:cubicBezTo>
                <a:lnTo>
                  <a:pt x="591007" y="114665"/>
                </a:lnTo>
                <a:cubicBezTo>
                  <a:pt x="592601" y="109887"/>
                  <a:pt x="594075" y="105071"/>
                  <a:pt x="595428" y="100215"/>
                </a:cubicBezTo>
                <a:cubicBezTo>
                  <a:pt x="596782" y="95358"/>
                  <a:pt x="598254" y="90619"/>
                  <a:pt x="599846" y="85999"/>
                </a:cubicBezTo>
                <a:lnTo>
                  <a:pt x="624451" y="16724"/>
                </a:lnTo>
                <a:lnTo>
                  <a:pt x="662673" y="16724"/>
                </a:lnTo>
                <a:lnTo>
                  <a:pt x="662673" y="172476"/>
                </a:lnTo>
                <a:lnTo>
                  <a:pt x="630662" y="172476"/>
                </a:lnTo>
                <a:lnTo>
                  <a:pt x="630662" y="115383"/>
                </a:lnTo>
                <a:cubicBezTo>
                  <a:pt x="630662" y="111560"/>
                  <a:pt x="630821" y="107340"/>
                  <a:pt x="631139" y="102723"/>
                </a:cubicBezTo>
                <a:cubicBezTo>
                  <a:pt x="631458" y="98104"/>
                  <a:pt x="631856" y="93445"/>
                  <a:pt x="632335" y="88748"/>
                </a:cubicBezTo>
                <a:cubicBezTo>
                  <a:pt x="632814" y="84048"/>
                  <a:pt x="633291" y="79430"/>
                  <a:pt x="633768" y="74893"/>
                </a:cubicBezTo>
                <a:cubicBezTo>
                  <a:pt x="634246" y="70353"/>
                  <a:pt x="634725" y="66172"/>
                  <a:pt x="635204" y="62350"/>
                </a:cubicBezTo>
                <a:lnTo>
                  <a:pt x="634245" y="62350"/>
                </a:lnTo>
                <a:lnTo>
                  <a:pt x="621586" y="99377"/>
                </a:lnTo>
                <a:lnTo>
                  <a:pt x="599368" y="158858"/>
                </a:lnTo>
                <a:lnTo>
                  <a:pt x="580020" y="158858"/>
                </a:lnTo>
                <a:lnTo>
                  <a:pt x="557803" y="99377"/>
                </a:lnTo>
                <a:lnTo>
                  <a:pt x="545381" y="62350"/>
                </a:lnTo>
                <a:lnTo>
                  <a:pt x="544425" y="62350"/>
                </a:lnTo>
                <a:cubicBezTo>
                  <a:pt x="544902" y="66172"/>
                  <a:pt x="545379" y="70353"/>
                  <a:pt x="545858" y="74893"/>
                </a:cubicBezTo>
                <a:cubicBezTo>
                  <a:pt x="546337" y="79430"/>
                  <a:pt x="546814" y="84048"/>
                  <a:pt x="547291" y="88748"/>
                </a:cubicBezTo>
                <a:cubicBezTo>
                  <a:pt x="547769" y="93445"/>
                  <a:pt x="548168" y="98104"/>
                  <a:pt x="548486" y="102723"/>
                </a:cubicBezTo>
                <a:cubicBezTo>
                  <a:pt x="548804" y="107340"/>
                  <a:pt x="548964" y="111560"/>
                  <a:pt x="548964" y="115383"/>
                </a:cubicBezTo>
                <a:lnTo>
                  <a:pt x="548964" y="172476"/>
                </a:lnTo>
                <a:lnTo>
                  <a:pt x="517430" y="172476"/>
                </a:lnTo>
                <a:close/>
                <a:moveTo>
                  <a:pt x="732143" y="175341"/>
                </a:moveTo>
                <a:cubicBezTo>
                  <a:pt x="719242" y="175341"/>
                  <a:pt x="709885" y="171122"/>
                  <a:pt x="704072" y="162682"/>
                </a:cubicBezTo>
                <a:cubicBezTo>
                  <a:pt x="698259" y="154242"/>
                  <a:pt x="695353" y="142537"/>
                  <a:pt x="695353" y="127565"/>
                </a:cubicBezTo>
                <a:lnTo>
                  <a:pt x="695353" y="53988"/>
                </a:lnTo>
                <a:lnTo>
                  <a:pt x="730470" y="53988"/>
                </a:lnTo>
                <a:lnTo>
                  <a:pt x="730470" y="123027"/>
                </a:lnTo>
                <a:cubicBezTo>
                  <a:pt x="730470" y="131627"/>
                  <a:pt x="731665" y="137520"/>
                  <a:pt x="734053" y="140706"/>
                </a:cubicBezTo>
                <a:cubicBezTo>
                  <a:pt x="736442" y="143889"/>
                  <a:pt x="740184" y="145481"/>
                  <a:pt x="745280" y="145481"/>
                </a:cubicBezTo>
                <a:cubicBezTo>
                  <a:pt x="749740" y="145481"/>
                  <a:pt x="753482" y="144445"/>
                  <a:pt x="756507" y="142375"/>
                </a:cubicBezTo>
                <a:cubicBezTo>
                  <a:pt x="759535" y="140305"/>
                  <a:pt x="762800" y="136961"/>
                  <a:pt x="766302" y="132344"/>
                </a:cubicBezTo>
                <a:lnTo>
                  <a:pt x="766302" y="53988"/>
                </a:lnTo>
                <a:lnTo>
                  <a:pt x="801419" y="53988"/>
                </a:lnTo>
                <a:lnTo>
                  <a:pt x="801419" y="172476"/>
                </a:lnTo>
                <a:lnTo>
                  <a:pt x="772754" y="172476"/>
                </a:lnTo>
                <a:lnTo>
                  <a:pt x="770126" y="155993"/>
                </a:lnTo>
                <a:lnTo>
                  <a:pt x="769407" y="155993"/>
                </a:lnTo>
                <a:cubicBezTo>
                  <a:pt x="764312" y="162044"/>
                  <a:pt x="758857" y="166782"/>
                  <a:pt x="753045" y="170206"/>
                </a:cubicBezTo>
                <a:cubicBezTo>
                  <a:pt x="747232" y="173629"/>
                  <a:pt x="740265" y="175341"/>
                  <a:pt x="732143" y="175341"/>
                </a:cubicBezTo>
                <a:close/>
                <a:moveTo>
                  <a:pt x="877815" y="175341"/>
                </a:moveTo>
                <a:cubicBezTo>
                  <a:pt x="870490" y="175341"/>
                  <a:pt x="864240" y="174227"/>
                  <a:pt x="859064" y="171999"/>
                </a:cubicBezTo>
                <a:cubicBezTo>
                  <a:pt x="853888" y="169768"/>
                  <a:pt x="849667" y="166662"/>
                  <a:pt x="846401" y="162682"/>
                </a:cubicBezTo>
                <a:cubicBezTo>
                  <a:pt x="843137" y="158701"/>
                  <a:pt x="840749" y="153885"/>
                  <a:pt x="839235" y="148233"/>
                </a:cubicBezTo>
                <a:cubicBezTo>
                  <a:pt x="837723" y="142578"/>
                  <a:pt x="836967" y="136326"/>
                  <a:pt x="836967" y="129479"/>
                </a:cubicBezTo>
                <a:lnTo>
                  <a:pt x="836967" y="81461"/>
                </a:lnTo>
                <a:lnTo>
                  <a:pt x="820721" y="81461"/>
                </a:lnTo>
                <a:lnTo>
                  <a:pt x="820721" y="55420"/>
                </a:lnTo>
                <a:lnTo>
                  <a:pt x="838877" y="53988"/>
                </a:lnTo>
                <a:lnTo>
                  <a:pt x="842938" y="22454"/>
                </a:lnTo>
                <a:lnTo>
                  <a:pt x="872081" y="22454"/>
                </a:lnTo>
                <a:lnTo>
                  <a:pt x="872081" y="53988"/>
                </a:lnTo>
                <a:lnTo>
                  <a:pt x="900509" y="53988"/>
                </a:lnTo>
                <a:lnTo>
                  <a:pt x="900509" y="81461"/>
                </a:lnTo>
                <a:lnTo>
                  <a:pt x="872081" y="81461"/>
                </a:lnTo>
                <a:lnTo>
                  <a:pt x="872081" y="128997"/>
                </a:lnTo>
                <a:cubicBezTo>
                  <a:pt x="872081" y="135687"/>
                  <a:pt x="873475" y="140506"/>
                  <a:pt x="876262" y="143454"/>
                </a:cubicBezTo>
                <a:cubicBezTo>
                  <a:pt x="879049" y="146399"/>
                  <a:pt x="882753" y="147872"/>
                  <a:pt x="887372" y="147872"/>
                </a:cubicBezTo>
                <a:cubicBezTo>
                  <a:pt x="889282" y="147872"/>
                  <a:pt x="891232" y="147634"/>
                  <a:pt x="893223" y="147157"/>
                </a:cubicBezTo>
                <a:cubicBezTo>
                  <a:pt x="895213" y="146679"/>
                  <a:pt x="897005" y="146120"/>
                  <a:pt x="898599" y="145481"/>
                </a:cubicBezTo>
                <a:lnTo>
                  <a:pt x="904092" y="171044"/>
                </a:lnTo>
                <a:cubicBezTo>
                  <a:pt x="900907" y="171999"/>
                  <a:pt x="897164" y="172954"/>
                  <a:pt x="892865" y="173909"/>
                </a:cubicBezTo>
                <a:cubicBezTo>
                  <a:pt x="888567" y="174864"/>
                  <a:pt x="883550" y="175341"/>
                  <a:pt x="877815" y="175341"/>
                </a:cubicBezTo>
                <a:close/>
                <a:moveTo>
                  <a:pt x="954451" y="175341"/>
                </a:moveTo>
                <a:cubicBezTo>
                  <a:pt x="949037" y="175341"/>
                  <a:pt x="944139" y="174425"/>
                  <a:pt x="939758" y="172593"/>
                </a:cubicBezTo>
                <a:cubicBezTo>
                  <a:pt x="935379" y="170763"/>
                  <a:pt x="931676" y="168216"/>
                  <a:pt x="928651" y="164953"/>
                </a:cubicBezTo>
                <a:cubicBezTo>
                  <a:pt x="925625" y="161687"/>
                  <a:pt x="923277" y="157904"/>
                  <a:pt x="921605" y="153606"/>
                </a:cubicBezTo>
                <a:cubicBezTo>
                  <a:pt x="919933" y="149304"/>
                  <a:pt x="919097" y="144606"/>
                  <a:pt x="919097" y="139510"/>
                </a:cubicBezTo>
                <a:cubicBezTo>
                  <a:pt x="919097" y="127087"/>
                  <a:pt x="924352" y="117373"/>
                  <a:pt x="934862" y="110367"/>
                </a:cubicBezTo>
                <a:cubicBezTo>
                  <a:pt x="945372" y="103359"/>
                  <a:pt x="962333" y="98660"/>
                  <a:pt x="985744" y="96271"/>
                </a:cubicBezTo>
                <a:cubicBezTo>
                  <a:pt x="985426" y="91015"/>
                  <a:pt x="983873" y="86834"/>
                  <a:pt x="981086" y="83729"/>
                </a:cubicBezTo>
                <a:cubicBezTo>
                  <a:pt x="978299" y="80623"/>
                  <a:pt x="973640" y="79070"/>
                  <a:pt x="967111" y="79070"/>
                </a:cubicBezTo>
                <a:cubicBezTo>
                  <a:pt x="962015" y="79070"/>
                  <a:pt x="956958" y="80026"/>
                  <a:pt x="951940" y="81939"/>
                </a:cubicBezTo>
                <a:cubicBezTo>
                  <a:pt x="946924" y="83849"/>
                  <a:pt x="941550" y="86477"/>
                  <a:pt x="935817" y="89823"/>
                </a:cubicBezTo>
                <a:lnTo>
                  <a:pt x="923158" y="66651"/>
                </a:lnTo>
                <a:cubicBezTo>
                  <a:pt x="930800" y="62032"/>
                  <a:pt x="938803" y="58289"/>
                  <a:pt x="947164" y="55424"/>
                </a:cubicBezTo>
                <a:cubicBezTo>
                  <a:pt x="955526" y="52557"/>
                  <a:pt x="964405" y="51123"/>
                  <a:pt x="973799" y="51123"/>
                </a:cubicBezTo>
                <a:cubicBezTo>
                  <a:pt x="989089" y="51123"/>
                  <a:pt x="1000755" y="55463"/>
                  <a:pt x="1008796" y="64143"/>
                </a:cubicBezTo>
                <a:cubicBezTo>
                  <a:pt x="1016840" y="72821"/>
                  <a:pt x="1020862" y="86318"/>
                  <a:pt x="1020862" y="104633"/>
                </a:cubicBezTo>
                <a:lnTo>
                  <a:pt x="1020862" y="172476"/>
                </a:lnTo>
                <a:lnTo>
                  <a:pt x="992196" y="172476"/>
                </a:lnTo>
                <a:lnTo>
                  <a:pt x="989805" y="160294"/>
                </a:lnTo>
                <a:lnTo>
                  <a:pt x="988850" y="160294"/>
                </a:lnTo>
                <a:cubicBezTo>
                  <a:pt x="983754" y="164754"/>
                  <a:pt x="978419" y="168377"/>
                  <a:pt x="972844" y="171164"/>
                </a:cubicBezTo>
                <a:cubicBezTo>
                  <a:pt x="967270" y="173949"/>
                  <a:pt x="961139" y="175341"/>
                  <a:pt x="954451" y="175341"/>
                </a:cubicBezTo>
                <a:moveTo>
                  <a:pt x="966396" y="148109"/>
                </a:moveTo>
                <a:cubicBezTo>
                  <a:pt x="970377" y="148109"/>
                  <a:pt x="973799" y="147234"/>
                  <a:pt x="976664" y="145484"/>
                </a:cubicBezTo>
                <a:cubicBezTo>
                  <a:pt x="979532" y="143732"/>
                  <a:pt x="982559" y="141263"/>
                  <a:pt x="985744" y="138077"/>
                </a:cubicBezTo>
                <a:lnTo>
                  <a:pt x="985744" y="117293"/>
                </a:lnTo>
                <a:cubicBezTo>
                  <a:pt x="973322" y="119045"/>
                  <a:pt x="964722" y="121594"/>
                  <a:pt x="959944" y="124940"/>
                </a:cubicBezTo>
                <a:cubicBezTo>
                  <a:pt x="955167" y="128284"/>
                  <a:pt x="952778" y="132265"/>
                  <a:pt x="952778" y="136882"/>
                </a:cubicBezTo>
                <a:cubicBezTo>
                  <a:pt x="952778" y="140704"/>
                  <a:pt x="954012" y="143532"/>
                  <a:pt x="956481" y="145364"/>
                </a:cubicBezTo>
                <a:cubicBezTo>
                  <a:pt x="958950" y="147194"/>
                  <a:pt x="962255" y="148109"/>
                  <a:pt x="966396" y="148109"/>
                </a:cubicBezTo>
                <a:close/>
                <a:moveTo>
                  <a:pt x="1095106" y="175341"/>
                </a:moveTo>
                <a:cubicBezTo>
                  <a:pt x="1087782" y="175341"/>
                  <a:pt x="1081532" y="174227"/>
                  <a:pt x="1076356" y="171999"/>
                </a:cubicBezTo>
                <a:cubicBezTo>
                  <a:pt x="1071180" y="169768"/>
                  <a:pt x="1066959" y="166662"/>
                  <a:pt x="1063693" y="162682"/>
                </a:cubicBezTo>
                <a:cubicBezTo>
                  <a:pt x="1060429" y="158701"/>
                  <a:pt x="1058040" y="153885"/>
                  <a:pt x="1056526" y="148233"/>
                </a:cubicBezTo>
                <a:cubicBezTo>
                  <a:pt x="1055015" y="142578"/>
                  <a:pt x="1054259" y="136326"/>
                  <a:pt x="1054259" y="129479"/>
                </a:cubicBezTo>
                <a:lnTo>
                  <a:pt x="1054259" y="81461"/>
                </a:lnTo>
                <a:lnTo>
                  <a:pt x="1038013" y="81461"/>
                </a:lnTo>
                <a:lnTo>
                  <a:pt x="1038013" y="55420"/>
                </a:lnTo>
                <a:lnTo>
                  <a:pt x="1056169" y="53988"/>
                </a:lnTo>
                <a:lnTo>
                  <a:pt x="1060230" y="22454"/>
                </a:lnTo>
                <a:lnTo>
                  <a:pt x="1089372" y="22454"/>
                </a:lnTo>
                <a:lnTo>
                  <a:pt x="1089372" y="53988"/>
                </a:lnTo>
                <a:lnTo>
                  <a:pt x="1117801" y="53988"/>
                </a:lnTo>
                <a:lnTo>
                  <a:pt x="1117801" y="81461"/>
                </a:lnTo>
                <a:lnTo>
                  <a:pt x="1089372" y="81461"/>
                </a:lnTo>
                <a:lnTo>
                  <a:pt x="1089372" y="128997"/>
                </a:lnTo>
                <a:cubicBezTo>
                  <a:pt x="1089372" y="135687"/>
                  <a:pt x="1090766" y="140506"/>
                  <a:pt x="1093553" y="143454"/>
                </a:cubicBezTo>
                <a:cubicBezTo>
                  <a:pt x="1096341" y="146399"/>
                  <a:pt x="1100044" y="147872"/>
                  <a:pt x="1104664" y="147872"/>
                </a:cubicBezTo>
                <a:cubicBezTo>
                  <a:pt x="1106574" y="147872"/>
                  <a:pt x="1108524" y="147634"/>
                  <a:pt x="1110514" y="147157"/>
                </a:cubicBezTo>
                <a:cubicBezTo>
                  <a:pt x="1112504" y="146679"/>
                  <a:pt x="1114297" y="146120"/>
                  <a:pt x="1115891" y="145481"/>
                </a:cubicBezTo>
                <a:lnTo>
                  <a:pt x="1121384" y="171044"/>
                </a:lnTo>
                <a:cubicBezTo>
                  <a:pt x="1118198" y="171999"/>
                  <a:pt x="1114456" y="172954"/>
                  <a:pt x="1110157" y="173909"/>
                </a:cubicBezTo>
                <a:cubicBezTo>
                  <a:pt x="1105858" y="174864"/>
                  <a:pt x="1100841" y="175341"/>
                  <a:pt x="1095106" y="175341"/>
                </a:cubicBezTo>
                <a:close/>
                <a:moveTo>
                  <a:pt x="1141882" y="172476"/>
                </a:moveTo>
                <a:lnTo>
                  <a:pt x="1141882" y="53988"/>
                </a:lnTo>
                <a:lnTo>
                  <a:pt x="1176999" y="53988"/>
                </a:lnTo>
                <a:lnTo>
                  <a:pt x="1176999" y="172476"/>
                </a:lnTo>
                <a:lnTo>
                  <a:pt x="1141882" y="172476"/>
                </a:lnTo>
                <a:moveTo>
                  <a:pt x="1159320" y="36550"/>
                </a:moveTo>
                <a:cubicBezTo>
                  <a:pt x="1153427" y="36550"/>
                  <a:pt x="1148569" y="34838"/>
                  <a:pt x="1144747" y="31414"/>
                </a:cubicBezTo>
                <a:cubicBezTo>
                  <a:pt x="1140924" y="27990"/>
                  <a:pt x="1139013" y="23571"/>
                  <a:pt x="1139013" y="18156"/>
                </a:cubicBezTo>
                <a:cubicBezTo>
                  <a:pt x="1139013" y="12742"/>
                  <a:pt x="1140924" y="8363"/>
                  <a:pt x="1144747" y="5019"/>
                </a:cubicBezTo>
                <a:cubicBezTo>
                  <a:pt x="1148569" y="1673"/>
                  <a:pt x="1153427" y="0"/>
                  <a:pt x="1159320" y="0"/>
                </a:cubicBezTo>
                <a:cubicBezTo>
                  <a:pt x="1165371" y="0"/>
                  <a:pt x="1170268" y="1673"/>
                  <a:pt x="1174010" y="5019"/>
                </a:cubicBezTo>
                <a:cubicBezTo>
                  <a:pt x="1177755" y="8363"/>
                  <a:pt x="1179627" y="12742"/>
                  <a:pt x="1179627" y="18156"/>
                </a:cubicBezTo>
                <a:cubicBezTo>
                  <a:pt x="1179627" y="23571"/>
                  <a:pt x="1177755" y="27990"/>
                  <a:pt x="1174010" y="31414"/>
                </a:cubicBezTo>
                <a:cubicBezTo>
                  <a:pt x="1170268" y="34838"/>
                  <a:pt x="1165371" y="36550"/>
                  <a:pt x="1159320" y="36550"/>
                </a:cubicBezTo>
                <a:close/>
                <a:moveTo>
                  <a:pt x="1257932" y="175341"/>
                </a:moveTo>
                <a:cubicBezTo>
                  <a:pt x="1250448" y="175341"/>
                  <a:pt x="1243201" y="173949"/>
                  <a:pt x="1236193" y="171164"/>
                </a:cubicBezTo>
                <a:cubicBezTo>
                  <a:pt x="1229187" y="168377"/>
                  <a:pt x="1223016" y="164355"/>
                  <a:pt x="1217679" y="159099"/>
                </a:cubicBezTo>
                <a:cubicBezTo>
                  <a:pt x="1212345" y="153843"/>
                  <a:pt x="1208085" y="147353"/>
                  <a:pt x="1204899" y="139630"/>
                </a:cubicBezTo>
                <a:cubicBezTo>
                  <a:pt x="1201713" y="131905"/>
                  <a:pt x="1200121" y="123106"/>
                  <a:pt x="1200121" y="113232"/>
                </a:cubicBezTo>
                <a:cubicBezTo>
                  <a:pt x="1200121" y="103359"/>
                  <a:pt x="1201713" y="94561"/>
                  <a:pt x="1204899" y="86838"/>
                </a:cubicBezTo>
                <a:cubicBezTo>
                  <a:pt x="1208085" y="79113"/>
                  <a:pt x="1212345" y="72622"/>
                  <a:pt x="1217679" y="67366"/>
                </a:cubicBezTo>
                <a:cubicBezTo>
                  <a:pt x="1223016" y="62109"/>
                  <a:pt x="1229187" y="58089"/>
                  <a:pt x="1236193" y="55304"/>
                </a:cubicBezTo>
                <a:cubicBezTo>
                  <a:pt x="1243201" y="52517"/>
                  <a:pt x="1250448" y="51123"/>
                  <a:pt x="1257932" y="51123"/>
                </a:cubicBezTo>
                <a:cubicBezTo>
                  <a:pt x="1265417" y="51123"/>
                  <a:pt x="1272623" y="52517"/>
                  <a:pt x="1279551" y="55304"/>
                </a:cubicBezTo>
                <a:cubicBezTo>
                  <a:pt x="1286480" y="58089"/>
                  <a:pt x="1292611" y="62109"/>
                  <a:pt x="1297945" y="67366"/>
                </a:cubicBezTo>
                <a:cubicBezTo>
                  <a:pt x="1303281" y="72622"/>
                  <a:pt x="1307541" y="79113"/>
                  <a:pt x="1310725" y="86838"/>
                </a:cubicBezTo>
                <a:cubicBezTo>
                  <a:pt x="1313910" y="94561"/>
                  <a:pt x="1315503" y="103359"/>
                  <a:pt x="1315503" y="113232"/>
                </a:cubicBezTo>
                <a:cubicBezTo>
                  <a:pt x="1315503" y="123106"/>
                  <a:pt x="1313910" y="131905"/>
                  <a:pt x="1310725" y="139630"/>
                </a:cubicBezTo>
                <a:cubicBezTo>
                  <a:pt x="1307541" y="147353"/>
                  <a:pt x="1303281" y="153843"/>
                  <a:pt x="1297945" y="159099"/>
                </a:cubicBezTo>
                <a:cubicBezTo>
                  <a:pt x="1292611" y="164355"/>
                  <a:pt x="1286480" y="168377"/>
                  <a:pt x="1279551" y="171164"/>
                </a:cubicBezTo>
                <a:cubicBezTo>
                  <a:pt x="1272623" y="173949"/>
                  <a:pt x="1265417" y="175341"/>
                  <a:pt x="1257932" y="175341"/>
                </a:cubicBezTo>
                <a:moveTo>
                  <a:pt x="1257932" y="146917"/>
                </a:moveTo>
                <a:cubicBezTo>
                  <a:pt x="1265099" y="146917"/>
                  <a:pt x="1270513" y="143891"/>
                  <a:pt x="1274175" y="137840"/>
                </a:cubicBezTo>
                <a:cubicBezTo>
                  <a:pt x="1277839" y="131787"/>
                  <a:pt x="1279672" y="123584"/>
                  <a:pt x="1279672" y="113232"/>
                </a:cubicBezTo>
                <a:cubicBezTo>
                  <a:pt x="1279672" y="102880"/>
                  <a:pt x="1277839" y="94678"/>
                  <a:pt x="1274175" y="88628"/>
                </a:cubicBezTo>
                <a:cubicBezTo>
                  <a:pt x="1270513" y="82574"/>
                  <a:pt x="1265099" y="79548"/>
                  <a:pt x="1257932" y="79548"/>
                </a:cubicBezTo>
                <a:cubicBezTo>
                  <a:pt x="1250606" y="79548"/>
                  <a:pt x="1245150" y="82574"/>
                  <a:pt x="1241566" y="88628"/>
                </a:cubicBezTo>
                <a:cubicBezTo>
                  <a:pt x="1237984" y="94678"/>
                  <a:pt x="1236193" y="102880"/>
                  <a:pt x="1236193" y="113232"/>
                </a:cubicBezTo>
                <a:cubicBezTo>
                  <a:pt x="1236193" y="123584"/>
                  <a:pt x="1237984" y="131787"/>
                  <a:pt x="1241566" y="137840"/>
                </a:cubicBezTo>
                <a:cubicBezTo>
                  <a:pt x="1245150" y="143891"/>
                  <a:pt x="1250606" y="146917"/>
                  <a:pt x="1257932" y="146917"/>
                </a:cubicBezTo>
                <a:close/>
                <a:moveTo>
                  <a:pt x="1340062" y="172476"/>
                </a:moveTo>
                <a:lnTo>
                  <a:pt x="1340062" y="53988"/>
                </a:lnTo>
                <a:lnTo>
                  <a:pt x="1368728" y="53988"/>
                </a:lnTo>
                <a:lnTo>
                  <a:pt x="1371119" y="69039"/>
                </a:lnTo>
                <a:lnTo>
                  <a:pt x="1372074" y="69039"/>
                </a:lnTo>
                <a:cubicBezTo>
                  <a:pt x="1377170" y="64261"/>
                  <a:pt x="1382743" y="60081"/>
                  <a:pt x="1388794" y="56499"/>
                </a:cubicBezTo>
                <a:cubicBezTo>
                  <a:pt x="1394848" y="52915"/>
                  <a:pt x="1401935" y="51123"/>
                  <a:pt x="1410056" y="51123"/>
                </a:cubicBezTo>
                <a:cubicBezTo>
                  <a:pt x="1422955" y="51123"/>
                  <a:pt x="1432311" y="55344"/>
                  <a:pt x="1438124" y="63786"/>
                </a:cubicBezTo>
                <a:cubicBezTo>
                  <a:pt x="1443936" y="72226"/>
                  <a:pt x="1446843" y="83930"/>
                  <a:pt x="1446843" y="98900"/>
                </a:cubicBezTo>
                <a:lnTo>
                  <a:pt x="1446843" y="172476"/>
                </a:lnTo>
                <a:lnTo>
                  <a:pt x="1411729" y="172476"/>
                </a:lnTo>
                <a:lnTo>
                  <a:pt x="1411729" y="103438"/>
                </a:lnTo>
                <a:cubicBezTo>
                  <a:pt x="1411729" y="94838"/>
                  <a:pt x="1410574" y="88946"/>
                  <a:pt x="1408263" y="85763"/>
                </a:cubicBezTo>
                <a:cubicBezTo>
                  <a:pt x="1405954" y="82577"/>
                  <a:pt x="1402252" y="80984"/>
                  <a:pt x="1397156" y="80984"/>
                </a:cubicBezTo>
                <a:cubicBezTo>
                  <a:pt x="1392697" y="80984"/>
                  <a:pt x="1388874" y="81979"/>
                  <a:pt x="1385689" y="83969"/>
                </a:cubicBezTo>
                <a:cubicBezTo>
                  <a:pt x="1382503" y="85959"/>
                  <a:pt x="1379000" y="88786"/>
                  <a:pt x="1375180" y="92448"/>
                </a:cubicBezTo>
                <a:lnTo>
                  <a:pt x="1375180" y="172476"/>
                </a:lnTo>
                <a:lnTo>
                  <a:pt x="1340062" y="1724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FE4C3-6308-4E2E-979B-EFADDF5D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77" y="2286449"/>
            <a:ext cx="2518044" cy="2028741"/>
          </a:xfrm>
          <a:custGeom xmlns:a="http://schemas.openxmlformats.org/drawingml/2006/main">
            <a:pathLst>
              <a:path w="2518044" h="2028741">
                <a:moveTo>
                  <a:pt x="0" y="0"/>
                </a:moveTo>
                <a:lnTo>
                  <a:pt x="2247530" y="0"/>
                </a:lnTo>
                <a:lnTo>
                  <a:pt x="2518044" y="270513"/>
                </a:lnTo>
                <a:lnTo>
                  <a:pt x="2518044" y="2028741"/>
                </a:lnTo>
                <a:lnTo>
                  <a:pt x="0" y="20287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6031F-6ED2-4EF6-B7E9-538C7FD7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77" y="2286448"/>
            <a:ext cx="2518043" cy="2028741"/>
          </a:xfrm>
          <a:custGeom xmlns:a="http://schemas.openxmlformats.org/drawingml/2006/main">
            <a:pathLst>
              <a:path w="2518043" h="2028741" fill="none">
                <a:moveTo>
                  <a:pt x="0" y="0"/>
                </a:moveTo>
                <a:lnTo>
                  <a:pt x="2247530" y="0"/>
                </a:lnTo>
                <a:lnTo>
                  <a:pt x="2518043" y="270513"/>
                </a:lnTo>
                <a:lnTo>
                  <a:pt x="2518043" y="2028741"/>
                </a:lnTo>
                <a:lnTo>
                  <a:pt x="0" y="20287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000000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17BBE3-A8B8-4B31-8E14-2559C8AA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572" y="2987488"/>
            <a:ext cx="377333" cy="217170"/>
          </a:xfrm>
          <a:custGeom xmlns:a="http://schemas.openxmlformats.org/drawingml/2006/main">
            <a:pathLst>
              <a:path w="377333" h="217170">
                <a:moveTo>
                  <a:pt x="0" y="217170"/>
                </a:moveTo>
                <a:lnTo>
                  <a:pt x="0" y="0"/>
                </a:lnTo>
                <a:lnTo>
                  <a:pt x="377333" y="0"/>
                </a:lnTo>
                <a:lnTo>
                  <a:pt x="377333" y="217170"/>
                </a:lnTo>
                <a:lnTo>
                  <a:pt x="0" y="21717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CB723-EEDC-407B-805B-CC648FFB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21" y="3204658"/>
            <a:ext cx="84153" cy="217170"/>
          </a:xfrm>
          <a:custGeom xmlns:a="http://schemas.openxmlformats.org/drawingml/2006/main">
            <a:pathLst>
              <a:path w="84153" h="217170">
                <a:moveTo>
                  <a:pt x="0" y="217170"/>
                </a:moveTo>
                <a:lnTo>
                  <a:pt x="0" y="0"/>
                </a:lnTo>
                <a:lnTo>
                  <a:pt x="84153" y="0"/>
                </a:lnTo>
                <a:lnTo>
                  <a:pt x="84153" y="217170"/>
                </a:lnTo>
                <a:lnTo>
                  <a:pt x="0" y="21717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003BEA-A41E-48A9-AF8F-1C40478D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836" y="3834451"/>
            <a:ext cx="84153" cy="217170"/>
          </a:xfrm>
          <a:custGeom xmlns:a="http://schemas.openxmlformats.org/drawingml/2006/main">
            <a:pathLst>
              <a:path w="84153" h="217170">
                <a:moveTo>
                  <a:pt x="0" y="217170"/>
                </a:moveTo>
                <a:lnTo>
                  <a:pt x="0" y="0"/>
                </a:lnTo>
                <a:lnTo>
                  <a:pt x="84153" y="0"/>
                </a:lnTo>
                <a:lnTo>
                  <a:pt x="84153" y="217170"/>
                </a:lnTo>
                <a:lnTo>
                  <a:pt x="0" y="21717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3E7CEC-0430-4C2F-BA90-ADE201E3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989" y="3834451"/>
            <a:ext cx="320326" cy="217170"/>
          </a:xfrm>
          <a:custGeom xmlns:a="http://schemas.openxmlformats.org/drawingml/2006/main">
            <a:pathLst>
              <a:path w="320326" h="217170">
                <a:moveTo>
                  <a:pt x="0" y="217170"/>
                </a:moveTo>
                <a:lnTo>
                  <a:pt x="0" y="0"/>
                </a:lnTo>
                <a:lnTo>
                  <a:pt x="320326" y="0"/>
                </a:lnTo>
                <a:lnTo>
                  <a:pt x="320326" y="217170"/>
                </a:lnTo>
                <a:lnTo>
                  <a:pt x="0" y="21717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66417-4F04-4362-90C0-A603F701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315" y="3834451"/>
            <a:ext cx="51578" cy="217170"/>
          </a:xfrm>
          <a:custGeom xmlns:a="http://schemas.openxmlformats.org/drawingml/2006/main">
            <a:pathLst>
              <a:path w="51578" h="217170">
                <a:moveTo>
                  <a:pt x="0" y="217170"/>
                </a:moveTo>
                <a:lnTo>
                  <a:pt x="0" y="0"/>
                </a:lnTo>
                <a:lnTo>
                  <a:pt x="51578" y="0"/>
                </a:lnTo>
                <a:lnTo>
                  <a:pt x="51578" y="217170"/>
                </a:lnTo>
                <a:lnTo>
                  <a:pt x="0" y="21717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0A3C9-DE7C-483F-AFC6-0AB60FCD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893" y="3834451"/>
            <a:ext cx="84153" cy="217170"/>
          </a:xfrm>
          <a:custGeom xmlns:a="http://schemas.openxmlformats.org/drawingml/2006/main">
            <a:pathLst>
              <a:path w="84153" h="217170">
                <a:moveTo>
                  <a:pt x="0" y="217170"/>
                </a:moveTo>
                <a:lnTo>
                  <a:pt x="0" y="0"/>
                </a:lnTo>
                <a:lnTo>
                  <a:pt x="84153" y="0"/>
                </a:lnTo>
                <a:lnTo>
                  <a:pt x="84153" y="217170"/>
                </a:lnTo>
                <a:lnTo>
                  <a:pt x="0" y="21717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A0E72-3AEA-4DB9-9154-52694AD4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046" y="3834451"/>
            <a:ext cx="32576" cy="217170"/>
          </a:xfrm>
          <a:custGeom xmlns:a="http://schemas.openxmlformats.org/drawingml/2006/main">
            <a:pathLst>
              <a:path w="32576" h="217170">
                <a:moveTo>
                  <a:pt x="0" y="217170"/>
                </a:moveTo>
                <a:lnTo>
                  <a:pt x="0" y="0"/>
                </a:lnTo>
                <a:lnTo>
                  <a:pt x="32576" y="0"/>
                </a:lnTo>
                <a:lnTo>
                  <a:pt x="32576" y="217170"/>
                </a:lnTo>
                <a:lnTo>
                  <a:pt x="0" y="217170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&lt;?php">
            <a:extLst xmlns:a="http://schemas.openxmlformats.org/drawingml/2006/main">
              <a:ext uri="{FF2B5EF4-FFF2-40B4-BE49-F238E27FC236}">
                <a16:creationId xmlns:a16="http://schemas.microsoft.com/office/drawing/2014/main" id="{DC7BA623-E125-484D-A9CA-489F8B3D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74" y="2427465"/>
            <a:ext cx="414811" cy="159317"/>
          </a:xfrm>
          <a:custGeom xmlns:a="http://schemas.openxmlformats.org/drawingml/2006/main">
            <a:pathLst>
              <a:path w="414811" h="159317">
                <a:moveTo>
                  <a:pt x="71577" y="100248"/>
                </a:moveTo>
                <a:lnTo>
                  <a:pt x="0" y="71407"/>
                </a:lnTo>
                <a:lnTo>
                  <a:pt x="0" y="61331"/>
                </a:lnTo>
                <a:lnTo>
                  <a:pt x="71577" y="32316"/>
                </a:lnTo>
                <a:lnTo>
                  <a:pt x="71577" y="43609"/>
                </a:lnTo>
                <a:lnTo>
                  <a:pt x="36311" y="57508"/>
                </a:lnTo>
                <a:lnTo>
                  <a:pt x="14594" y="65848"/>
                </a:lnTo>
                <a:lnTo>
                  <a:pt x="14594" y="66543"/>
                </a:lnTo>
                <a:lnTo>
                  <a:pt x="36311" y="75055"/>
                </a:lnTo>
                <a:lnTo>
                  <a:pt x="71577" y="88779"/>
                </a:lnTo>
                <a:lnTo>
                  <a:pt x="71577" y="100248"/>
                </a:lnTo>
                <a:close/>
                <a:moveTo>
                  <a:pt x="101357" y="88779"/>
                </a:moveTo>
                <a:cubicBezTo>
                  <a:pt x="101589" y="83916"/>
                  <a:pt x="102631" y="79602"/>
                  <a:pt x="104483" y="75837"/>
                </a:cubicBezTo>
                <a:cubicBezTo>
                  <a:pt x="106337" y="72073"/>
                  <a:pt x="108538" y="68656"/>
                  <a:pt x="111087" y="65588"/>
                </a:cubicBezTo>
                <a:cubicBezTo>
                  <a:pt x="113635" y="62519"/>
                  <a:pt x="116357" y="59680"/>
                  <a:pt x="119252" y="57073"/>
                </a:cubicBezTo>
                <a:cubicBezTo>
                  <a:pt x="122147" y="54467"/>
                  <a:pt x="124810" y="51861"/>
                  <a:pt x="127242" y="49256"/>
                </a:cubicBezTo>
                <a:cubicBezTo>
                  <a:pt x="129675" y="46649"/>
                  <a:pt x="131702" y="43927"/>
                  <a:pt x="133323" y="41091"/>
                </a:cubicBezTo>
                <a:cubicBezTo>
                  <a:pt x="134946" y="38252"/>
                  <a:pt x="135757" y="35037"/>
                  <a:pt x="135757" y="31446"/>
                </a:cubicBezTo>
                <a:cubicBezTo>
                  <a:pt x="135757" y="26582"/>
                  <a:pt x="134424" y="22848"/>
                  <a:pt x="131759" y="20243"/>
                </a:cubicBezTo>
                <a:cubicBezTo>
                  <a:pt x="129096" y="17636"/>
                  <a:pt x="125448" y="16333"/>
                  <a:pt x="120816" y="16333"/>
                </a:cubicBezTo>
                <a:cubicBezTo>
                  <a:pt x="117456" y="16333"/>
                  <a:pt x="114212" y="17144"/>
                  <a:pt x="111084" y="18766"/>
                </a:cubicBezTo>
                <a:cubicBezTo>
                  <a:pt x="107957" y="20387"/>
                  <a:pt x="105120" y="22529"/>
                  <a:pt x="102572" y="25192"/>
                </a:cubicBezTo>
                <a:lnTo>
                  <a:pt x="95448" y="17200"/>
                </a:lnTo>
                <a:cubicBezTo>
                  <a:pt x="98808" y="13725"/>
                  <a:pt x="102833" y="10858"/>
                  <a:pt x="107524" y="8600"/>
                </a:cubicBezTo>
                <a:cubicBezTo>
                  <a:pt x="112214" y="6341"/>
                  <a:pt x="117166" y="5212"/>
                  <a:pt x="122380" y="5212"/>
                </a:cubicBezTo>
                <a:cubicBezTo>
                  <a:pt x="130487" y="5212"/>
                  <a:pt x="136914" y="7326"/>
                  <a:pt x="141663" y="11556"/>
                </a:cubicBezTo>
                <a:cubicBezTo>
                  <a:pt x="146412" y="15783"/>
                  <a:pt x="148786" y="21660"/>
                  <a:pt x="148786" y="29188"/>
                </a:cubicBezTo>
                <a:cubicBezTo>
                  <a:pt x="148786" y="33936"/>
                  <a:pt x="147947" y="38106"/>
                  <a:pt x="146268" y="41698"/>
                </a:cubicBezTo>
                <a:cubicBezTo>
                  <a:pt x="144589" y="45289"/>
                  <a:pt x="142475" y="48590"/>
                  <a:pt x="139927" y="51602"/>
                </a:cubicBezTo>
                <a:cubicBezTo>
                  <a:pt x="137378" y="54611"/>
                  <a:pt x="134598" y="57478"/>
                  <a:pt x="131587" y="60202"/>
                </a:cubicBezTo>
                <a:cubicBezTo>
                  <a:pt x="128575" y="62923"/>
                  <a:pt x="125737" y="65732"/>
                  <a:pt x="123072" y="68626"/>
                </a:cubicBezTo>
                <a:cubicBezTo>
                  <a:pt x="120408" y="71521"/>
                  <a:pt x="118121" y="74678"/>
                  <a:pt x="116211" y="78096"/>
                </a:cubicBezTo>
                <a:cubicBezTo>
                  <a:pt x="114300" y="81512"/>
                  <a:pt x="113171" y="85421"/>
                  <a:pt x="112823" y="89821"/>
                </a:cubicBezTo>
                <a:lnTo>
                  <a:pt x="101357" y="88779"/>
                </a:lnTo>
                <a:moveTo>
                  <a:pt x="100663" y="125785"/>
                </a:moveTo>
                <a:cubicBezTo>
                  <a:pt x="98114" y="125785"/>
                  <a:pt x="96115" y="124974"/>
                  <a:pt x="94666" y="123354"/>
                </a:cubicBezTo>
                <a:cubicBezTo>
                  <a:pt x="93219" y="121731"/>
                  <a:pt x="92495" y="119647"/>
                  <a:pt x="92495" y="117100"/>
                </a:cubicBezTo>
                <a:cubicBezTo>
                  <a:pt x="92495" y="114088"/>
                  <a:pt x="93595" y="111308"/>
                  <a:pt x="95796" y="108760"/>
                </a:cubicBezTo>
                <a:cubicBezTo>
                  <a:pt x="97998" y="106211"/>
                  <a:pt x="100778" y="104937"/>
                  <a:pt x="104136" y="104937"/>
                </a:cubicBezTo>
                <a:cubicBezTo>
                  <a:pt x="106684" y="104937"/>
                  <a:pt x="108653" y="105778"/>
                  <a:pt x="110042" y="107458"/>
                </a:cubicBezTo>
                <a:cubicBezTo>
                  <a:pt x="111433" y="109137"/>
                  <a:pt x="112128" y="111250"/>
                  <a:pt x="112128" y="113797"/>
                </a:cubicBezTo>
                <a:cubicBezTo>
                  <a:pt x="112128" y="116808"/>
                  <a:pt x="111057" y="119559"/>
                  <a:pt x="108913" y="122049"/>
                </a:cubicBezTo>
                <a:cubicBezTo>
                  <a:pt x="106771" y="124540"/>
                  <a:pt x="104021" y="125785"/>
                  <a:pt x="100663" y="125785"/>
                </a:cubicBezTo>
                <a:close/>
                <a:moveTo>
                  <a:pt x="166752" y="113625"/>
                </a:moveTo>
                <a:lnTo>
                  <a:pt x="163624" y="131694"/>
                </a:lnTo>
                <a:lnTo>
                  <a:pt x="158237" y="159317"/>
                </a:lnTo>
                <a:lnTo>
                  <a:pt x="145035" y="159317"/>
                </a:lnTo>
                <a:lnTo>
                  <a:pt x="169010" y="39267"/>
                </a:lnTo>
                <a:lnTo>
                  <a:pt x="179954" y="39267"/>
                </a:lnTo>
                <a:lnTo>
                  <a:pt x="178912" y="50385"/>
                </a:lnTo>
                <a:lnTo>
                  <a:pt x="179434" y="50385"/>
                </a:lnTo>
                <a:cubicBezTo>
                  <a:pt x="183720" y="46794"/>
                  <a:pt x="188324" y="43696"/>
                  <a:pt x="193246" y="41091"/>
                </a:cubicBezTo>
                <a:cubicBezTo>
                  <a:pt x="198168" y="38484"/>
                  <a:pt x="203293" y="37180"/>
                  <a:pt x="208622" y="37180"/>
                </a:cubicBezTo>
                <a:cubicBezTo>
                  <a:pt x="216034" y="37180"/>
                  <a:pt x="221940" y="39815"/>
                  <a:pt x="226341" y="45086"/>
                </a:cubicBezTo>
                <a:cubicBezTo>
                  <a:pt x="230743" y="50356"/>
                  <a:pt x="232945" y="57913"/>
                  <a:pt x="232945" y="67757"/>
                </a:cubicBezTo>
                <a:cubicBezTo>
                  <a:pt x="232945" y="75865"/>
                  <a:pt x="231670" y="83453"/>
                  <a:pt x="229122" y="90518"/>
                </a:cubicBezTo>
                <a:cubicBezTo>
                  <a:pt x="226573" y="97582"/>
                  <a:pt x="223185" y="103721"/>
                  <a:pt x="218958" y="108935"/>
                </a:cubicBezTo>
                <a:cubicBezTo>
                  <a:pt x="214731" y="114147"/>
                  <a:pt x="209866" y="118258"/>
                  <a:pt x="204364" y="121270"/>
                </a:cubicBezTo>
                <a:cubicBezTo>
                  <a:pt x="198863" y="124280"/>
                  <a:pt x="193216" y="125785"/>
                  <a:pt x="187424" y="125785"/>
                </a:cubicBezTo>
                <a:cubicBezTo>
                  <a:pt x="183024" y="125785"/>
                  <a:pt x="179086" y="124656"/>
                  <a:pt x="175611" y="122399"/>
                </a:cubicBezTo>
                <a:cubicBezTo>
                  <a:pt x="172137" y="120141"/>
                  <a:pt x="169299" y="117216"/>
                  <a:pt x="167099" y="113625"/>
                </a:cubicBezTo>
                <a:lnTo>
                  <a:pt x="166752" y="113625"/>
                </a:lnTo>
                <a:moveTo>
                  <a:pt x="203757" y="48299"/>
                </a:moveTo>
                <a:cubicBezTo>
                  <a:pt x="199820" y="48299"/>
                  <a:pt x="195505" y="49515"/>
                  <a:pt x="190812" y="51949"/>
                </a:cubicBezTo>
                <a:cubicBezTo>
                  <a:pt x="186122" y="54381"/>
                  <a:pt x="181749" y="57797"/>
                  <a:pt x="177695" y="62198"/>
                </a:cubicBezTo>
                <a:lnTo>
                  <a:pt x="169705" y="102506"/>
                </a:lnTo>
                <a:cubicBezTo>
                  <a:pt x="172020" y="106907"/>
                  <a:pt x="174625" y="110034"/>
                  <a:pt x="177520" y="111888"/>
                </a:cubicBezTo>
                <a:cubicBezTo>
                  <a:pt x="180417" y="113740"/>
                  <a:pt x="183545" y="114666"/>
                  <a:pt x="186905" y="114666"/>
                </a:cubicBezTo>
                <a:cubicBezTo>
                  <a:pt x="191074" y="114666"/>
                  <a:pt x="195127" y="113421"/>
                  <a:pt x="199065" y="110931"/>
                </a:cubicBezTo>
                <a:cubicBezTo>
                  <a:pt x="203004" y="108441"/>
                  <a:pt x="206451" y="105111"/>
                  <a:pt x="209404" y="100942"/>
                </a:cubicBezTo>
                <a:cubicBezTo>
                  <a:pt x="212357" y="96771"/>
                  <a:pt x="214731" y="91993"/>
                  <a:pt x="216527" y="86608"/>
                </a:cubicBezTo>
                <a:cubicBezTo>
                  <a:pt x="218323" y="81223"/>
                  <a:pt x="219220" y="75576"/>
                  <a:pt x="219220" y="69668"/>
                </a:cubicBezTo>
                <a:cubicBezTo>
                  <a:pt x="219220" y="62488"/>
                  <a:pt x="217859" y="57131"/>
                  <a:pt x="215135" y="53598"/>
                </a:cubicBezTo>
                <a:cubicBezTo>
                  <a:pt x="212414" y="50065"/>
                  <a:pt x="208621" y="48299"/>
                  <a:pt x="203757" y="48299"/>
                </a:cubicBezTo>
                <a:close/>
                <a:moveTo>
                  <a:pt x="244481" y="123701"/>
                </a:moveTo>
                <a:lnTo>
                  <a:pt x="269152" y="0"/>
                </a:lnTo>
                <a:lnTo>
                  <a:pt x="282529" y="0"/>
                </a:lnTo>
                <a:lnTo>
                  <a:pt x="274188" y="40828"/>
                </a:lnTo>
                <a:lnTo>
                  <a:pt x="271410" y="51427"/>
                </a:lnTo>
                <a:lnTo>
                  <a:pt x="272105" y="51427"/>
                </a:lnTo>
                <a:cubicBezTo>
                  <a:pt x="276969" y="47372"/>
                  <a:pt x="281716" y="43985"/>
                  <a:pt x="286349" y="41263"/>
                </a:cubicBezTo>
                <a:cubicBezTo>
                  <a:pt x="290983" y="38541"/>
                  <a:pt x="295905" y="37180"/>
                  <a:pt x="301117" y="37180"/>
                </a:cubicBezTo>
                <a:cubicBezTo>
                  <a:pt x="308300" y="37180"/>
                  <a:pt x="313425" y="39033"/>
                  <a:pt x="316493" y="42739"/>
                </a:cubicBezTo>
                <a:cubicBezTo>
                  <a:pt x="319563" y="46446"/>
                  <a:pt x="321098" y="51600"/>
                  <a:pt x="321098" y="58203"/>
                </a:cubicBezTo>
                <a:cubicBezTo>
                  <a:pt x="321098" y="60172"/>
                  <a:pt x="321010" y="62025"/>
                  <a:pt x="320835" y="63762"/>
                </a:cubicBezTo>
                <a:cubicBezTo>
                  <a:pt x="320662" y="65499"/>
                  <a:pt x="320287" y="67526"/>
                  <a:pt x="319709" y="69843"/>
                </a:cubicBezTo>
                <a:lnTo>
                  <a:pt x="308935" y="123701"/>
                </a:lnTo>
                <a:lnTo>
                  <a:pt x="295733" y="123701"/>
                </a:lnTo>
                <a:lnTo>
                  <a:pt x="306157" y="71580"/>
                </a:lnTo>
                <a:cubicBezTo>
                  <a:pt x="306620" y="69263"/>
                  <a:pt x="306967" y="67410"/>
                  <a:pt x="307199" y="66021"/>
                </a:cubicBezTo>
                <a:cubicBezTo>
                  <a:pt x="307430" y="64631"/>
                  <a:pt x="307546" y="63184"/>
                  <a:pt x="307546" y="61678"/>
                </a:cubicBezTo>
                <a:cubicBezTo>
                  <a:pt x="307546" y="57392"/>
                  <a:pt x="306562" y="54149"/>
                  <a:pt x="304593" y="51949"/>
                </a:cubicBezTo>
                <a:cubicBezTo>
                  <a:pt x="302624" y="49747"/>
                  <a:pt x="299439" y="48646"/>
                  <a:pt x="295039" y="48646"/>
                </a:cubicBezTo>
                <a:cubicBezTo>
                  <a:pt x="291679" y="48646"/>
                  <a:pt x="287943" y="49863"/>
                  <a:pt x="283830" y="52296"/>
                </a:cubicBezTo>
                <a:cubicBezTo>
                  <a:pt x="279719" y="54728"/>
                  <a:pt x="275000" y="58608"/>
                  <a:pt x="269671" y="63937"/>
                </a:cubicBezTo>
                <a:lnTo>
                  <a:pt x="257683" y="123701"/>
                </a:lnTo>
                <a:lnTo>
                  <a:pt x="244481" y="123701"/>
                </a:lnTo>
                <a:close/>
                <a:moveTo>
                  <a:pt x="348619" y="113625"/>
                </a:moveTo>
                <a:lnTo>
                  <a:pt x="345490" y="131694"/>
                </a:lnTo>
                <a:lnTo>
                  <a:pt x="340104" y="159317"/>
                </a:lnTo>
                <a:lnTo>
                  <a:pt x="326902" y="159317"/>
                </a:lnTo>
                <a:lnTo>
                  <a:pt x="350877" y="39267"/>
                </a:lnTo>
                <a:lnTo>
                  <a:pt x="361821" y="39267"/>
                </a:lnTo>
                <a:lnTo>
                  <a:pt x="360779" y="50385"/>
                </a:lnTo>
                <a:lnTo>
                  <a:pt x="361301" y="50385"/>
                </a:lnTo>
                <a:cubicBezTo>
                  <a:pt x="365587" y="46794"/>
                  <a:pt x="370191" y="43696"/>
                  <a:pt x="375113" y="41091"/>
                </a:cubicBezTo>
                <a:cubicBezTo>
                  <a:pt x="380035" y="38484"/>
                  <a:pt x="385160" y="37180"/>
                  <a:pt x="390489" y="37180"/>
                </a:cubicBezTo>
                <a:cubicBezTo>
                  <a:pt x="397901" y="37180"/>
                  <a:pt x="403807" y="39815"/>
                  <a:pt x="408208" y="45086"/>
                </a:cubicBezTo>
                <a:cubicBezTo>
                  <a:pt x="412610" y="50356"/>
                  <a:pt x="414811" y="57913"/>
                  <a:pt x="414811" y="67757"/>
                </a:cubicBezTo>
                <a:cubicBezTo>
                  <a:pt x="414811" y="75865"/>
                  <a:pt x="413537" y="83453"/>
                  <a:pt x="410989" y="90518"/>
                </a:cubicBezTo>
                <a:cubicBezTo>
                  <a:pt x="408440" y="97582"/>
                  <a:pt x="405052" y="103721"/>
                  <a:pt x="400825" y="108935"/>
                </a:cubicBezTo>
                <a:cubicBezTo>
                  <a:pt x="396597" y="114147"/>
                  <a:pt x="391733" y="118258"/>
                  <a:pt x="386231" y="121270"/>
                </a:cubicBezTo>
                <a:cubicBezTo>
                  <a:pt x="380729" y="124280"/>
                  <a:pt x="375083" y="125785"/>
                  <a:pt x="369291" y="125785"/>
                </a:cubicBezTo>
                <a:cubicBezTo>
                  <a:pt x="364890" y="125785"/>
                  <a:pt x="360953" y="124656"/>
                  <a:pt x="357478" y="122399"/>
                </a:cubicBezTo>
                <a:cubicBezTo>
                  <a:pt x="354004" y="120141"/>
                  <a:pt x="351166" y="117216"/>
                  <a:pt x="348966" y="113625"/>
                </a:cubicBezTo>
                <a:lnTo>
                  <a:pt x="348619" y="113625"/>
                </a:lnTo>
                <a:moveTo>
                  <a:pt x="385624" y="48299"/>
                </a:moveTo>
                <a:cubicBezTo>
                  <a:pt x="381686" y="48299"/>
                  <a:pt x="377371" y="49515"/>
                  <a:pt x="372679" y="51949"/>
                </a:cubicBezTo>
                <a:cubicBezTo>
                  <a:pt x="367989" y="54381"/>
                  <a:pt x="363616" y="57797"/>
                  <a:pt x="359562" y="62198"/>
                </a:cubicBezTo>
                <a:lnTo>
                  <a:pt x="351572" y="102506"/>
                </a:lnTo>
                <a:cubicBezTo>
                  <a:pt x="353887" y="106907"/>
                  <a:pt x="356492" y="110034"/>
                  <a:pt x="359387" y="111888"/>
                </a:cubicBezTo>
                <a:cubicBezTo>
                  <a:pt x="362284" y="113740"/>
                  <a:pt x="365412" y="114666"/>
                  <a:pt x="368772" y="114666"/>
                </a:cubicBezTo>
                <a:cubicBezTo>
                  <a:pt x="372941" y="114666"/>
                  <a:pt x="376994" y="113421"/>
                  <a:pt x="380932" y="110931"/>
                </a:cubicBezTo>
                <a:cubicBezTo>
                  <a:pt x="384871" y="108441"/>
                  <a:pt x="388317" y="105111"/>
                  <a:pt x="391271" y="100942"/>
                </a:cubicBezTo>
                <a:cubicBezTo>
                  <a:pt x="394224" y="96771"/>
                  <a:pt x="396598" y="91993"/>
                  <a:pt x="398394" y="86608"/>
                </a:cubicBezTo>
                <a:cubicBezTo>
                  <a:pt x="400189" y="81223"/>
                  <a:pt x="401087" y="75576"/>
                  <a:pt x="401087" y="69668"/>
                </a:cubicBezTo>
                <a:cubicBezTo>
                  <a:pt x="401087" y="62488"/>
                  <a:pt x="399725" y="57131"/>
                  <a:pt x="397002" y="53598"/>
                </a:cubicBezTo>
                <a:cubicBezTo>
                  <a:pt x="394280" y="50065"/>
                  <a:pt x="390488" y="48299"/>
                  <a:pt x="385624" y="4829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$dom=newDOMDocument">
            <a:extLst xmlns:a="http://schemas.openxmlformats.org/drawingml/2006/main">
              <a:ext uri="{FF2B5EF4-FFF2-40B4-BE49-F238E27FC236}">
                <a16:creationId xmlns:a16="http://schemas.microsoft.com/office/drawing/2014/main" id="{6BA60D39-FD89-46BD-89AE-C6A5E394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34" y="2618749"/>
            <a:ext cx="1954312" cy="149588"/>
          </a:xfrm>
          <a:custGeom xmlns:a="http://schemas.openxmlformats.org/drawingml/2006/main">
            <a:pathLst>
              <a:path w="1954312" h="149588">
                <a:moveTo>
                  <a:pt x="21717" y="149588"/>
                </a:moveTo>
                <a:lnTo>
                  <a:pt x="25192" y="131866"/>
                </a:lnTo>
                <a:cubicBezTo>
                  <a:pt x="19981" y="130823"/>
                  <a:pt x="15232" y="128855"/>
                  <a:pt x="10946" y="125960"/>
                </a:cubicBezTo>
                <a:cubicBezTo>
                  <a:pt x="6660" y="123065"/>
                  <a:pt x="3012" y="119822"/>
                  <a:pt x="0" y="116230"/>
                </a:cubicBezTo>
                <a:lnTo>
                  <a:pt x="8512" y="107890"/>
                </a:lnTo>
                <a:cubicBezTo>
                  <a:pt x="11178" y="111365"/>
                  <a:pt x="14536" y="114492"/>
                  <a:pt x="18589" y="117272"/>
                </a:cubicBezTo>
                <a:cubicBezTo>
                  <a:pt x="22643" y="120052"/>
                  <a:pt x="27276" y="121442"/>
                  <a:pt x="32488" y="121442"/>
                </a:cubicBezTo>
                <a:cubicBezTo>
                  <a:pt x="38859" y="121442"/>
                  <a:pt x="44071" y="119589"/>
                  <a:pt x="48124" y="115883"/>
                </a:cubicBezTo>
                <a:cubicBezTo>
                  <a:pt x="52178" y="112177"/>
                  <a:pt x="54205" y="107312"/>
                  <a:pt x="54205" y="101289"/>
                </a:cubicBezTo>
                <a:cubicBezTo>
                  <a:pt x="54205" y="97120"/>
                  <a:pt x="53278" y="93501"/>
                  <a:pt x="51424" y="90431"/>
                </a:cubicBezTo>
                <a:cubicBezTo>
                  <a:pt x="49572" y="87361"/>
                  <a:pt x="47285" y="84581"/>
                  <a:pt x="44563" y="82091"/>
                </a:cubicBezTo>
                <a:cubicBezTo>
                  <a:pt x="41842" y="79601"/>
                  <a:pt x="38859" y="77226"/>
                  <a:pt x="35616" y="74968"/>
                </a:cubicBezTo>
                <a:cubicBezTo>
                  <a:pt x="32373" y="72709"/>
                  <a:pt x="29391" y="70277"/>
                  <a:pt x="26669" y="67672"/>
                </a:cubicBezTo>
                <a:cubicBezTo>
                  <a:pt x="23947" y="65065"/>
                  <a:pt x="21660" y="62140"/>
                  <a:pt x="19806" y="58897"/>
                </a:cubicBezTo>
                <a:cubicBezTo>
                  <a:pt x="17953" y="55654"/>
                  <a:pt x="17027" y="51832"/>
                  <a:pt x="17027" y="47432"/>
                </a:cubicBezTo>
                <a:cubicBezTo>
                  <a:pt x="17027" y="43146"/>
                  <a:pt x="17780" y="39208"/>
                  <a:pt x="19286" y="35619"/>
                </a:cubicBezTo>
                <a:cubicBezTo>
                  <a:pt x="20792" y="32028"/>
                  <a:pt x="22906" y="28900"/>
                  <a:pt x="25627" y="26237"/>
                </a:cubicBezTo>
                <a:cubicBezTo>
                  <a:pt x="28349" y="23572"/>
                  <a:pt x="31563" y="21429"/>
                  <a:pt x="35269" y="19808"/>
                </a:cubicBezTo>
                <a:cubicBezTo>
                  <a:pt x="38975" y="18186"/>
                  <a:pt x="43087" y="17259"/>
                  <a:pt x="47604" y="17027"/>
                </a:cubicBezTo>
                <a:lnTo>
                  <a:pt x="51079" y="0"/>
                </a:lnTo>
                <a:lnTo>
                  <a:pt x="60809" y="0"/>
                </a:lnTo>
                <a:lnTo>
                  <a:pt x="57158" y="17897"/>
                </a:lnTo>
                <a:cubicBezTo>
                  <a:pt x="61212" y="18938"/>
                  <a:pt x="65006" y="20733"/>
                  <a:pt x="68539" y="23281"/>
                </a:cubicBezTo>
                <a:cubicBezTo>
                  <a:pt x="72072" y="25830"/>
                  <a:pt x="75113" y="28784"/>
                  <a:pt x="77661" y="32143"/>
                </a:cubicBezTo>
                <a:lnTo>
                  <a:pt x="68974" y="39961"/>
                </a:lnTo>
                <a:cubicBezTo>
                  <a:pt x="66657" y="36601"/>
                  <a:pt x="63818" y="33764"/>
                  <a:pt x="60459" y="31449"/>
                </a:cubicBezTo>
                <a:cubicBezTo>
                  <a:pt x="57101" y="29132"/>
                  <a:pt x="53395" y="27973"/>
                  <a:pt x="49340" y="27973"/>
                </a:cubicBezTo>
                <a:cubicBezTo>
                  <a:pt x="43782" y="27973"/>
                  <a:pt x="39207" y="29624"/>
                  <a:pt x="35616" y="32925"/>
                </a:cubicBezTo>
                <a:cubicBezTo>
                  <a:pt x="32025" y="36225"/>
                  <a:pt x="30229" y="40481"/>
                  <a:pt x="30229" y="45693"/>
                </a:cubicBezTo>
                <a:cubicBezTo>
                  <a:pt x="30229" y="49284"/>
                  <a:pt x="31156" y="52383"/>
                  <a:pt x="33010" y="54990"/>
                </a:cubicBezTo>
                <a:cubicBezTo>
                  <a:pt x="34864" y="57595"/>
                  <a:pt x="37152" y="60027"/>
                  <a:pt x="39874" y="62285"/>
                </a:cubicBezTo>
                <a:cubicBezTo>
                  <a:pt x="42595" y="64544"/>
                  <a:pt x="45549" y="66803"/>
                  <a:pt x="48733" y="69061"/>
                </a:cubicBezTo>
                <a:cubicBezTo>
                  <a:pt x="51918" y="71320"/>
                  <a:pt x="54871" y="73839"/>
                  <a:pt x="57593" y="76619"/>
                </a:cubicBezTo>
                <a:cubicBezTo>
                  <a:pt x="60315" y="79399"/>
                  <a:pt x="62602" y="82613"/>
                  <a:pt x="64456" y="86261"/>
                </a:cubicBezTo>
                <a:cubicBezTo>
                  <a:pt x="66310" y="89909"/>
                  <a:pt x="67237" y="94224"/>
                  <a:pt x="67237" y="99206"/>
                </a:cubicBezTo>
                <a:cubicBezTo>
                  <a:pt x="67237" y="103721"/>
                  <a:pt x="66484" y="107949"/>
                  <a:pt x="64979" y="111888"/>
                </a:cubicBezTo>
                <a:cubicBezTo>
                  <a:pt x="63473" y="115826"/>
                  <a:pt x="61301" y="119271"/>
                  <a:pt x="58463" y="122224"/>
                </a:cubicBezTo>
                <a:cubicBezTo>
                  <a:pt x="55624" y="125178"/>
                  <a:pt x="52207" y="127552"/>
                  <a:pt x="48211" y="129348"/>
                </a:cubicBezTo>
                <a:cubicBezTo>
                  <a:pt x="44215" y="131143"/>
                  <a:pt x="39785" y="132214"/>
                  <a:pt x="34922" y="132561"/>
                </a:cubicBezTo>
                <a:lnTo>
                  <a:pt x="31446" y="149588"/>
                </a:lnTo>
                <a:lnTo>
                  <a:pt x="21717" y="149588"/>
                </a:lnTo>
                <a:close/>
                <a:moveTo>
                  <a:pt x="154169" y="56291"/>
                </a:moveTo>
                <a:lnTo>
                  <a:pt x="156950" y="39786"/>
                </a:lnTo>
                <a:lnTo>
                  <a:pt x="163551" y="6776"/>
                </a:lnTo>
                <a:lnTo>
                  <a:pt x="176928" y="6776"/>
                </a:lnTo>
                <a:lnTo>
                  <a:pt x="151910" y="130477"/>
                </a:lnTo>
                <a:lnTo>
                  <a:pt x="140964" y="130477"/>
                </a:lnTo>
                <a:lnTo>
                  <a:pt x="142356" y="117967"/>
                </a:lnTo>
                <a:lnTo>
                  <a:pt x="141662" y="117967"/>
                </a:lnTo>
                <a:cubicBezTo>
                  <a:pt x="137607" y="122369"/>
                  <a:pt x="133032" y="125902"/>
                  <a:pt x="127935" y="128566"/>
                </a:cubicBezTo>
                <a:cubicBezTo>
                  <a:pt x="122840" y="131229"/>
                  <a:pt x="117628" y="132561"/>
                  <a:pt x="112299" y="132561"/>
                </a:cubicBezTo>
                <a:cubicBezTo>
                  <a:pt x="104887" y="132561"/>
                  <a:pt x="98980" y="129955"/>
                  <a:pt x="94577" y="124743"/>
                </a:cubicBezTo>
                <a:cubicBezTo>
                  <a:pt x="90177" y="119531"/>
                  <a:pt x="87976" y="111945"/>
                  <a:pt x="87976" y="101984"/>
                </a:cubicBezTo>
                <a:cubicBezTo>
                  <a:pt x="87976" y="93877"/>
                  <a:pt x="89250" y="86291"/>
                  <a:pt x="91796" y="79225"/>
                </a:cubicBezTo>
                <a:cubicBezTo>
                  <a:pt x="94345" y="72159"/>
                  <a:pt x="97762" y="66021"/>
                  <a:pt x="102048" y="60809"/>
                </a:cubicBezTo>
                <a:cubicBezTo>
                  <a:pt x="106333" y="55597"/>
                  <a:pt x="111198" y="51485"/>
                  <a:pt x="116641" y="48474"/>
                </a:cubicBezTo>
                <a:cubicBezTo>
                  <a:pt x="122087" y="45462"/>
                  <a:pt x="127762" y="43956"/>
                  <a:pt x="133669" y="43956"/>
                </a:cubicBezTo>
                <a:cubicBezTo>
                  <a:pt x="138186" y="43956"/>
                  <a:pt x="142124" y="45086"/>
                  <a:pt x="145482" y="47344"/>
                </a:cubicBezTo>
                <a:cubicBezTo>
                  <a:pt x="148841" y="49603"/>
                  <a:pt x="151564" y="52585"/>
                  <a:pt x="153649" y="56291"/>
                </a:cubicBezTo>
                <a:lnTo>
                  <a:pt x="154169" y="56291"/>
                </a:lnTo>
                <a:moveTo>
                  <a:pt x="117164" y="121442"/>
                </a:moveTo>
                <a:cubicBezTo>
                  <a:pt x="121564" y="121442"/>
                  <a:pt x="126023" y="120140"/>
                  <a:pt x="130541" y="117535"/>
                </a:cubicBezTo>
                <a:cubicBezTo>
                  <a:pt x="135058" y="114928"/>
                  <a:pt x="139460" y="110845"/>
                  <a:pt x="143745" y="105284"/>
                </a:cubicBezTo>
                <a:lnTo>
                  <a:pt x="151391" y="67585"/>
                </a:lnTo>
                <a:cubicBezTo>
                  <a:pt x="148957" y="63184"/>
                  <a:pt x="146292" y="59999"/>
                  <a:pt x="143395" y="58030"/>
                </a:cubicBezTo>
                <a:cubicBezTo>
                  <a:pt x="140500" y="56060"/>
                  <a:pt x="137432" y="55075"/>
                  <a:pt x="134188" y="55075"/>
                </a:cubicBezTo>
                <a:cubicBezTo>
                  <a:pt x="130019" y="55075"/>
                  <a:pt x="125966" y="56320"/>
                  <a:pt x="122028" y="58810"/>
                </a:cubicBezTo>
                <a:cubicBezTo>
                  <a:pt x="118091" y="61300"/>
                  <a:pt x="114616" y="64631"/>
                  <a:pt x="111605" y="68801"/>
                </a:cubicBezTo>
                <a:cubicBezTo>
                  <a:pt x="108593" y="72971"/>
                  <a:pt x="106189" y="77749"/>
                  <a:pt x="104394" y="83135"/>
                </a:cubicBezTo>
                <a:cubicBezTo>
                  <a:pt x="102598" y="88520"/>
                  <a:pt x="101700" y="94109"/>
                  <a:pt x="101700" y="99900"/>
                </a:cubicBezTo>
                <a:cubicBezTo>
                  <a:pt x="101700" y="107196"/>
                  <a:pt x="103090" y="112610"/>
                  <a:pt x="105870" y="116143"/>
                </a:cubicBezTo>
                <a:cubicBezTo>
                  <a:pt x="108650" y="119676"/>
                  <a:pt x="112415" y="121442"/>
                  <a:pt x="117164" y="121442"/>
                </a:cubicBezTo>
                <a:close/>
                <a:moveTo>
                  <a:pt x="210322" y="132561"/>
                </a:moveTo>
                <a:cubicBezTo>
                  <a:pt x="201171" y="132561"/>
                  <a:pt x="193873" y="129550"/>
                  <a:pt x="188430" y="123529"/>
                </a:cubicBezTo>
                <a:cubicBezTo>
                  <a:pt x="182986" y="117506"/>
                  <a:pt x="180265" y="109224"/>
                  <a:pt x="180265" y="98683"/>
                </a:cubicBezTo>
                <a:cubicBezTo>
                  <a:pt x="180265" y="90692"/>
                  <a:pt x="181538" y="83337"/>
                  <a:pt x="184085" y="76619"/>
                </a:cubicBezTo>
                <a:cubicBezTo>
                  <a:pt x="186633" y="69902"/>
                  <a:pt x="190051" y="64139"/>
                  <a:pt x="194336" y="59332"/>
                </a:cubicBezTo>
                <a:cubicBezTo>
                  <a:pt x="198622" y="54525"/>
                  <a:pt x="203487" y="50760"/>
                  <a:pt x="208930" y="48039"/>
                </a:cubicBezTo>
                <a:cubicBezTo>
                  <a:pt x="214375" y="45317"/>
                  <a:pt x="219993" y="43956"/>
                  <a:pt x="225782" y="43956"/>
                </a:cubicBezTo>
                <a:cubicBezTo>
                  <a:pt x="234934" y="43956"/>
                  <a:pt x="242260" y="46968"/>
                  <a:pt x="247762" y="52991"/>
                </a:cubicBezTo>
                <a:cubicBezTo>
                  <a:pt x="253264" y="59014"/>
                  <a:pt x="256014" y="67296"/>
                  <a:pt x="256014" y="77836"/>
                </a:cubicBezTo>
                <a:cubicBezTo>
                  <a:pt x="256014" y="85828"/>
                  <a:pt x="254711" y="93183"/>
                  <a:pt x="252104" y="99900"/>
                </a:cubicBezTo>
                <a:cubicBezTo>
                  <a:pt x="249497" y="106618"/>
                  <a:pt x="246080" y="112380"/>
                  <a:pt x="241853" y="117187"/>
                </a:cubicBezTo>
                <a:cubicBezTo>
                  <a:pt x="237625" y="121993"/>
                  <a:pt x="232761" y="125756"/>
                  <a:pt x="227259" y="128478"/>
                </a:cubicBezTo>
                <a:cubicBezTo>
                  <a:pt x="221757" y="131200"/>
                  <a:pt x="216112" y="132561"/>
                  <a:pt x="210322" y="132561"/>
                </a:cubicBezTo>
                <a:moveTo>
                  <a:pt x="211711" y="121442"/>
                </a:moveTo>
                <a:cubicBezTo>
                  <a:pt x="215649" y="121442"/>
                  <a:pt x="219441" y="120313"/>
                  <a:pt x="223089" y="118054"/>
                </a:cubicBezTo>
                <a:cubicBezTo>
                  <a:pt x="226739" y="115796"/>
                  <a:pt x="230011" y="112756"/>
                  <a:pt x="232906" y="108935"/>
                </a:cubicBezTo>
                <a:cubicBezTo>
                  <a:pt x="235802" y="105112"/>
                  <a:pt x="238119" y="100595"/>
                  <a:pt x="239857" y="95383"/>
                </a:cubicBezTo>
                <a:cubicBezTo>
                  <a:pt x="241594" y="90171"/>
                  <a:pt x="242463" y="84611"/>
                  <a:pt x="242463" y="78703"/>
                </a:cubicBezTo>
                <a:cubicBezTo>
                  <a:pt x="242463" y="71059"/>
                  <a:pt x="240928" y="65182"/>
                  <a:pt x="237858" y="61071"/>
                </a:cubicBezTo>
                <a:cubicBezTo>
                  <a:pt x="234788" y="56959"/>
                  <a:pt x="230300" y="54902"/>
                  <a:pt x="224393" y="54902"/>
                </a:cubicBezTo>
                <a:cubicBezTo>
                  <a:pt x="220571" y="54902"/>
                  <a:pt x="216806" y="56032"/>
                  <a:pt x="213100" y="58290"/>
                </a:cubicBezTo>
                <a:cubicBezTo>
                  <a:pt x="209394" y="60549"/>
                  <a:pt x="206093" y="63619"/>
                  <a:pt x="203196" y="67500"/>
                </a:cubicBezTo>
                <a:cubicBezTo>
                  <a:pt x="200301" y="71379"/>
                  <a:pt x="197985" y="75925"/>
                  <a:pt x="196248" y="81137"/>
                </a:cubicBezTo>
                <a:cubicBezTo>
                  <a:pt x="194510" y="86348"/>
                  <a:pt x="193642" y="91908"/>
                  <a:pt x="193642" y="97814"/>
                </a:cubicBezTo>
                <a:cubicBezTo>
                  <a:pt x="193642" y="105459"/>
                  <a:pt x="195177" y="111309"/>
                  <a:pt x="198247" y="115364"/>
                </a:cubicBezTo>
                <a:cubicBezTo>
                  <a:pt x="201316" y="119416"/>
                  <a:pt x="205805" y="121442"/>
                  <a:pt x="211711" y="121442"/>
                </a:cubicBezTo>
                <a:close/>
                <a:moveTo>
                  <a:pt x="268384" y="130477"/>
                </a:moveTo>
                <a:lnTo>
                  <a:pt x="285062" y="46043"/>
                </a:lnTo>
                <a:lnTo>
                  <a:pt x="296008" y="46043"/>
                </a:lnTo>
                <a:lnTo>
                  <a:pt x="294791" y="58725"/>
                </a:lnTo>
                <a:lnTo>
                  <a:pt x="295486" y="58725"/>
                </a:lnTo>
                <a:cubicBezTo>
                  <a:pt x="299888" y="54554"/>
                  <a:pt x="304521" y="51050"/>
                  <a:pt x="309385" y="48214"/>
                </a:cubicBezTo>
                <a:cubicBezTo>
                  <a:pt x="314250" y="45375"/>
                  <a:pt x="318883" y="43956"/>
                  <a:pt x="323284" y="43956"/>
                </a:cubicBezTo>
                <a:cubicBezTo>
                  <a:pt x="326644" y="43956"/>
                  <a:pt x="329481" y="44391"/>
                  <a:pt x="331796" y="45261"/>
                </a:cubicBezTo>
                <a:cubicBezTo>
                  <a:pt x="334113" y="46128"/>
                  <a:pt x="336025" y="47287"/>
                  <a:pt x="337530" y="48736"/>
                </a:cubicBezTo>
                <a:cubicBezTo>
                  <a:pt x="339036" y="50183"/>
                  <a:pt x="340194" y="51921"/>
                  <a:pt x="341003" y="53948"/>
                </a:cubicBezTo>
                <a:cubicBezTo>
                  <a:pt x="341814" y="55973"/>
                  <a:pt x="342394" y="58144"/>
                  <a:pt x="342742" y="60461"/>
                </a:cubicBezTo>
                <a:cubicBezTo>
                  <a:pt x="348186" y="55250"/>
                  <a:pt x="353427" y="51196"/>
                  <a:pt x="358465" y="48301"/>
                </a:cubicBezTo>
                <a:cubicBezTo>
                  <a:pt x="363504" y="45405"/>
                  <a:pt x="368224" y="43956"/>
                  <a:pt x="372624" y="43956"/>
                </a:cubicBezTo>
                <a:cubicBezTo>
                  <a:pt x="379690" y="43956"/>
                  <a:pt x="384786" y="45809"/>
                  <a:pt x="387913" y="49515"/>
                </a:cubicBezTo>
                <a:cubicBezTo>
                  <a:pt x="391041" y="53221"/>
                  <a:pt x="392605" y="58376"/>
                  <a:pt x="392605" y="64979"/>
                </a:cubicBezTo>
                <a:cubicBezTo>
                  <a:pt x="392605" y="66947"/>
                  <a:pt x="392489" y="68801"/>
                  <a:pt x="392258" y="70538"/>
                </a:cubicBezTo>
                <a:cubicBezTo>
                  <a:pt x="392026" y="72275"/>
                  <a:pt x="391679" y="74302"/>
                  <a:pt x="391216" y="76619"/>
                </a:cubicBezTo>
                <a:lnTo>
                  <a:pt x="380442" y="130477"/>
                </a:lnTo>
                <a:lnTo>
                  <a:pt x="367065" y="130477"/>
                </a:lnTo>
                <a:lnTo>
                  <a:pt x="377664" y="78356"/>
                </a:lnTo>
                <a:cubicBezTo>
                  <a:pt x="378127" y="76039"/>
                  <a:pt x="378474" y="74186"/>
                  <a:pt x="378706" y="72796"/>
                </a:cubicBezTo>
                <a:cubicBezTo>
                  <a:pt x="378937" y="71407"/>
                  <a:pt x="379053" y="69960"/>
                  <a:pt x="379053" y="68454"/>
                </a:cubicBezTo>
                <a:cubicBezTo>
                  <a:pt x="379053" y="59766"/>
                  <a:pt x="374941" y="55422"/>
                  <a:pt x="366718" y="55422"/>
                </a:cubicBezTo>
                <a:cubicBezTo>
                  <a:pt x="364286" y="55422"/>
                  <a:pt x="360985" y="56639"/>
                  <a:pt x="356814" y="59072"/>
                </a:cubicBezTo>
                <a:cubicBezTo>
                  <a:pt x="352645" y="61504"/>
                  <a:pt x="348013" y="65384"/>
                  <a:pt x="342917" y="70713"/>
                </a:cubicBezTo>
                <a:lnTo>
                  <a:pt x="330929" y="130477"/>
                </a:lnTo>
                <a:lnTo>
                  <a:pt x="317725" y="130477"/>
                </a:lnTo>
                <a:lnTo>
                  <a:pt x="328149" y="78356"/>
                </a:lnTo>
                <a:cubicBezTo>
                  <a:pt x="328612" y="76039"/>
                  <a:pt x="328959" y="74186"/>
                  <a:pt x="329190" y="72796"/>
                </a:cubicBezTo>
                <a:cubicBezTo>
                  <a:pt x="329422" y="71407"/>
                  <a:pt x="329538" y="69960"/>
                  <a:pt x="329538" y="68454"/>
                </a:cubicBezTo>
                <a:cubicBezTo>
                  <a:pt x="329538" y="59766"/>
                  <a:pt x="325484" y="55422"/>
                  <a:pt x="317378" y="55422"/>
                </a:cubicBezTo>
                <a:cubicBezTo>
                  <a:pt x="314829" y="55422"/>
                  <a:pt x="311469" y="56639"/>
                  <a:pt x="307298" y="59072"/>
                </a:cubicBezTo>
                <a:cubicBezTo>
                  <a:pt x="303129" y="61504"/>
                  <a:pt x="298555" y="65384"/>
                  <a:pt x="293574" y="70713"/>
                </a:cubicBezTo>
                <a:lnTo>
                  <a:pt x="281586" y="130477"/>
                </a:lnTo>
                <a:lnTo>
                  <a:pt x="268384" y="130477"/>
                </a:lnTo>
                <a:close/>
                <a:moveTo>
                  <a:pt x="442442" y="59592"/>
                </a:moveTo>
                <a:lnTo>
                  <a:pt x="442442" y="49690"/>
                </a:lnTo>
                <a:lnTo>
                  <a:pt x="513671" y="49690"/>
                </a:lnTo>
                <a:lnTo>
                  <a:pt x="513671" y="59592"/>
                </a:lnTo>
                <a:lnTo>
                  <a:pt x="442442" y="59592"/>
                </a:lnTo>
                <a:moveTo>
                  <a:pt x="442442" y="96425"/>
                </a:moveTo>
                <a:lnTo>
                  <a:pt x="442442" y="86523"/>
                </a:lnTo>
                <a:lnTo>
                  <a:pt x="513671" y="86523"/>
                </a:lnTo>
                <a:lnTo>
                  <a:pt x="513671" y="96425"/>
                </a:lnTo>
                <a:lnTo>
                  <a:pt x="442442" y="96425"/>
                </a:lnTo>
                <a:close/>
                <a:moveTo>
                  <a:pt x="556204" y="130477"/>
                </a:moveTo>
                <a:lnTo>
                  <a:pt x="572882" y="46043"/>
                </a:lnTo>
                <a:lnTo>
                  <a:pt x="583828" y="46043"/>
                </a:lnTo>
                <a:lnTo>
                  <a:pt x="582611" y="58725"/>
                </a:lnTo>
                <a:lnTo>
                  <a:pt x="583305" y="58725"/>
                </a:lnTo>
                <a:cubicBezTo>
                  <a:pt x="588171" y="54554"/>
                  <a:pt x="592978" y="51050"/>
                  <a:pt x="597727" y="48214"/>
                </a:cubicBezTo>
                <a:cubicBezTo>
                  <a:pt x="602476" y="45375"/>
                  <a:pt x="607513" y="43956"/>
                  <a:pt x="612840" y="43956"/>
                </a:cubicBezTo>
                <a:cubicBezTo>
                  <a:pt x="620023" y="43956"/>
                  <a:pt x="625148" y="45809"/>
                  <a:pt x="628216" y="49515"/>
                </a:cubicBezTo>
                <a:cubicBezTo>
                  <a:pt x="631286" y="53221"/>
                  <a:pt x="632821" y="58376"/>
                  <a:pt x="632821" y="64979"/>
                </a:cubicBezTo>
                <a:cubicBezTo>
                  <a:pt x="632821" y="66947"/>
                  <a:pt x="632733" y="68801"/>
                  <a:pt x="632558" y="70538"/>
                </a:cubicBezTo>
                <a:cubicBezTo>
                  <a:pt x="632385" y="72275"/>
                  <a:pt x="632010" y="74302"/>
                  <a:pt x="631432" y="76619"/>
                </a:cubicBezTo>
                <a:lnTo>
                  <a:pt x="620658" y="130477"/>
                </a:lnTo>
                <a:lnTo>
                  <a:pt x="607456" y="130477"/>
                </a:lnTo>
                <a:lnTo>
                  <a:pt x="617880" y="78356"/>
                </a:lnTo>
                <a:cubicBezTo>
                  <a:pt x="618343" y="76039"/>
                  <a:pt x="618690" y="74186"/>
                  <a:pt x="618922" y="72796"/>
                </a:cubicBezTo>
                <a:cubicBezTo>
                  <a:pt x="619153" y="71407"/>
                  <a:pt x="619269" y="69960"/>
                  <a:pt x="619269" y="68454"/>
                </a:cubicBezTo>
                <a:cubicBezTo>
                  <a:pt x="619269" y="64168"/>
                  <a:pt x="618284" y="60925"/>
                  <a:pt x="616316" y="58725"/>
                </a:cubicBezTo>
                <a:cubicBezTo>
                  <a:pt x="614347" y="56523"/>
                  <a:pt x="611162" y="55422"/>
                  <a:pt x="606761" y="55422"/>
                </a:cubicBezTo>
                <a:cubicBezTo>
                  <a:pt x="603402" y="55422"/>
                  <a:pt x="599666" y="56639"/>
                  <a:pt x="595553" y="59072"/>
                </a:cubicBezTo>
                <a:cubicBezTo>
                  <a:pt x="591442" y="61504"/>
                  <a:pt x="586723" y="65384"/>
                  <a:pt x="581394" y="70713"/>
                </a:cubicBezTo>
                <a:lnTo>
                  <a:pt x="569406" y="130477"/>
                </a:lnTo>
                <a:lnTo>
                  <a:pt x="556204" y="130477"/>
                </a:lnTo>
                <a:close/>
                <a:moveTo>
                  <a:pt x="649569" y="97294"/>
                </a:moveTo>
                <a:cubicBezTo>
                  <a:pt x="649569" y="89302"/>
                  <a:pt x="650901" y="82034"/>
                  <a:pt x="653564" y="75490"/>
                </a:cubicBezTo>
                <a:cubicBezTo>
                  <a:pt x="656228" y="68945"/>
                  <a:pt x="659673" y="63328"/>
                  <a:pt x="663901" y="58637"/>
                </a:cubicBezTo>
                <a:cubicBezTo>
                  <a:pt x="668130" y="53947"/>
                  <a:pt x="672937" y="50327"/>
                  <a:pt x="678322" y="47779"/>
                </a:cubicBezTo>
                <a:cubicBezTo>
                  <a:pt x="683707" y="45230"/>
                  <a:pt x="689180" y="43956"/>
                  <a:pt x="694740" y="43956"/>
                </a:cubicBezTo>
                <a:cubicBezTo>
                  <a:pt x="699489" y="43956"/>
                  <a:pt x="703514" y="44738"/>
                  <a:pt x="706815" y="46302"/>
                </a:cubicBezTo>
                <a:cubicBezTo>
                  <a:pt x="710117" y="47866"/>
                  <a:pt x="712809" y="50009"/>
                  <a:pt x="714893" y="52731"/>
                </a:cubicBezTo>
                <a:cubicBezTo>
                  <a:pt x="716978" y="55453"/>
                  <a:pt x="718484" y="58696"/>
                  <a:pt x="719410" y="62460"/>
                </a:cubicBezTo>
                <a:cubicBezTo>
                  <a:pt x="720338" y="66225"/>
                  <a:pt x="720802" y="70249"/>
                  <a:pt x="720802" y="74533"/>
                </a:cubicBezTo>
                <a:cubicBezTo>
                  <a:pt x="720802" y="77893"/>
                  <a:pt x="720454" y="81078"/>
                  <a:pt x="719757" y="84090"/>
                </a:cubicBezTo>
                <a:cubicBezTo>
                  <a:pt x="719063" y="87101"/>
                  <a:pt x="718426" y="89417"/>
                  <a:pt x="717846" y="91038"/>
                </a:cubicBezTo>
                <a:lnTo>
                  <a:pt x="662946" y="91038"/>
                </a:lnTo>
                <a:cubicBezTo>
                  <a:pt x="662135" y="96483"/>
                  <a:pt x="662193" y="101145"/>
                  <a:pt x="663119" y="105025"/>
                </a:cubicBezTo>
                <a:cubicBezTo>
                  <a:pt x="664047" y="108904"/>
                  <a:pt x="665581" y="112118"/>
                  <a:pt x="667723" y="114666"/>
                </a:cubicBezTo>
                <a:cubicBezTo>
                  <a:pt x="669867" y="117215"/>
                  <a:pt x="672502" y="119069"/>
                  <a:pt x="675629" y="120228"/>
                </a:cubicBezTo>
                <a:cubicBezTo>
                  <a:pt x="678757" y="121386"/>
                  <a:pt x="682174" y="121965"/>
                  <a:pt x="685880" y="121965"/>
                </a:cubicBezTo>
                <a:cubicBezTo>
                  <a:pt x="689238" y="121965"/>
                  <a:pt x="692568" y="121241"/>
                  <a:pt x="695869" y="119793"/>
                </a:cubicBezTo>
                <a:cubicBezTo>
                  <a:pt x="699171" y="118344"/>
                  <a:pt x="702153" y="116635"/>
                  <a:pt x="704816" y="114666"/>
                </a:cubicBezTo>
                <a:lnTo>
                  <a:pt x="710028" y="123529"/>
                </a:lnTo>
                <a:cubicBezTo>
                  <a:pt x="706670" y="125961"/>
                  <a:pt x="702674" y="128074"/>
                  <a:pt x="698040" y="129870"/>
                </a:cubicBezTo>
                <a:cubicBezTo>
                  <a:pt x="693408" y="131664"/>
                  <a:pt x="688312" y="132561"/>
                  <a:pt x="682752" y="132561"/>
                </a:cubicBezTo>
                <a:cubicBezTo>
                  <a:pt x="672676" y="132561"/>
                  <a:pt x="664627" y="129521"/>
                  <a:pt x="658604" y="123441"/>
                </a:cubicBezTo>
                <a:cubicBezTo>
                  <a:pt x="652581" y="117360"/>
                  <a:pt x="649569" y="108644"/>
                  <a:pt x="649569" y="97294"/>
                </a:cubicBezTo>
                <a:moveTo>
                  <a:pt x="664336" y="82003"/>
                </a:moveTo>
                <a:lnTo>
                  <a:pt x="708639" y="82003"/>
                </a:lnTo>
                <a:cubicBezTo>
                  <a:pt x="708871" y="80614"/>
                  <a:pt x="709073" y="79225"/>
                  <a:pt x="709246" y="77836"/>
                </a:cubicBezTo>
                <a:cubicBezTo>
                  <a:pt x="709421" y="76445"/>
                  <a:pt x="709509" y="74939"/>
                  <a:pt x="709509" y="73319"/>
                </a:cubicBezTo>
                <a:cubicBezTo>
                  <a:pt x="709509" y="70885"/>
                  <a:pt x="709219" y="68539"/>
                  <a:pt x="708639" y="66280"/>
                </a:cubicBezTo>
                <a:cubicBezTo>
                  <a:pt x="708059" y="64022"/>
                  <a:pt x="707132" y="62024"/>
                  <a:pt x="705858" y="60286"/>
                </a:cubicBezTo>
                <a:cubicBezTo>
                  <a:pt x="704586" y="58549"/>
                  <a:pt x="702907" y="57160"/>
                  <a:pt x="700821" y="56119"/>
                </a:cubicBezTo>
                <a:cubicBezTo>
                  <a:pt x="698736" y="55076"/>
                  <a:pt x="696187" y="54555"/>
                  <a:pt x="693176" y="54555"/>
                </a:cubicBezTo>
                <a:cubicBezTo>
                  <a:pt x="690049" y="54555"/>
                  <a:pt x="687010" y="55192"/>
                  <a:pt x="684056" y="56466"/>
                </a:cubicBezTo>
                <a:cubicBezTo>
                  <a:pt x="681103" y="57741"/>
                  <a:pt x="678352" y="59594"/>
                  <a:pt x="675804" y="62025"/>
                </a:cubicBezTo>
                <a:cubicBezTo>
                  <a:pt x="673255" y="64457"/>
                  <a:pt x="670967" y="67353"/>
                  <a:pt x="668940" y="70713"/>
                </a:cubicBezTo>
                <a:cubicBezTo>
                  <a:pt x="666913" y="74071"/>
                  <a:pt x="665378" y="77834"/>
                  <a:pt x="664336" y="82003"/>
                </a:cubicBezTo>
                <a:close/>
                <a:moveTo>
                  <a:pt x="745540" y="130477"/>
                </a:moveTo>
                <a:lnTo>
                  <a:pt x="739461" y="46043"/>
                </a:lnTo>
                <a:lnTo>
                  <a:pt x="752663" y="46043"/>
                </a:lnTo>
                <a:lnTo>
                  <a:pt x="755444" y="95730"/>
                </a:lnTo>
                <a:cubicBezTo>
                  <a:pt x="755559" y="99785"/>
                  <a:pt x="755646" y="103751"/>
                  <a:pt x="755704" y="107631"/>
                </a:cubicBezTo>
                <a:cubicBezTo>
                  <a:pt x="755762" y="111510"/>
                  <a:pt x="755849" y="115419"/>
                  <a:pt x="755964" y="119359"/>
                </a:cubicBezTo>
                <a:lnTo>
                  <a:pt x="756661" y="119359"/>
                </a:lnTo>
                <a:cubicBezTo>
                  <a:pt x="758398" y="115419"/>
                  <a:pt x="760048" y="111510"/>
                  <a:pt x="761610" y="107631"/>
                </a:cubicBezTo>
                <a:cubicBezTo>
                  <a:pt x="763174" y="103751"/>
                  <a:pt x="764883" y="99785"/>
                  <a:pt x="766737" y="95730"/>
                </a:cubicBezTo>
                <a:lnTo>
                  <a:pt x="788974" y="46043"/>
                </a:lnTo>
                <a:lnTo>
                  <a:pt x="802004" y="46043"/>
                </a:lnTo>
                <a:lnTo>
                  <a:pt x="804959" y="95730"/>
                </a:lnTo>
                <a:cubicBezTo>
                  <a:pt x="805191" y="99785"/>
                  <a:pt x="805335" y="103751"/>
                  <a:pt x="805392" y="107631"/>
                </a:cubicBezTo>
                <a:cubicBezTo>
                  <a:pt x="805450" y="111510"/>
                  <a:pt x="805595" y="115419"/>
                  <a:pt x="805826" y="119359"/>
                </a:cubicBezTo>
                <a:lnTo>
                  <a:pt x="806521" y="119359"/>
                </a:lnTo>
                <a:cubicBezTo>
                  <a:pt x="808143" y="115419"/>
                  <a:pt x="809707" y="111510"/>
                  <a:pt x="811213" y="107631"/>
                </a:cubicBezTo>
                <a:cubicBezTo>
                  <a:pt x="812719" y="103751"/>
                  <a:pt x="814398" y="99785"/>
                  <a:pt x="816250" y="95730"/>
                </a:cubicBezTo>
                <a:lnTo>
                  <a:pt x="838317" y="46043"/>
                </a:lnTo>
                <a:lnTo>
                  <a:pt x="850824" y="46043"/>
                </a:lnTo>
                <a:lnTo>
                  <a:pt x="812430" y="130477"/>
                </a:lnTo>
                <a:lnTo>
                  <a:pt x="795925" y="130477"/>
                </a:lnTo>
                <a:lnTo>
                  <a:pt x="793491" y="84262"/>
                </a:lnTo>
                <a:cubicBezTo>
                  <a:pt x="793376" y="80210"/>
                  <a:pt x="793290" y="76099"/>
                  <a:pt x="793231" y="71930"/>
                </a:cubicBezTo>
                <a:cubicBezTo>
                  <a:pt x="793173" y="67759"/>
                  <a:pt x="793087" y="63589"/>
                  <a:pt x="792972" y="59420"/>
                </a:cubicBezTo>
                <a:lnTo>
                  <a:pt x="792274" y="59420"/>
                </a:lnTo>
                <a:cubicBezTo>
                  <a:pt x="790537" y="63589"/>
                  <a:pt x="788829" y="67759"/>
                  <a:pt x="787150" y="71930"/>
                </a:cubicBezTo>
                <a:cubicBezTo>
                  <a:pt x="785471" y="76099"/>
                  <a:pt x="783763" y="80210"/>
                  <a:pt x="782026" y="84262"/>
                </a:cubicBezTo>
                <a:lnTo>
                  <a:pt x="761525" y="130477"/>
                </a:lnTo>
                <a:lnTo>
                  <a:pt x="745540" y="130477"/>
                </a:lnTo>
                <a:close/>
                <a:moveTo>
                  <a:pt x="888096" y="130477"/>
                </a:moveTo>
                <a:lnTo>
                  <a:pt x="910855" y="16505"/>
                </a:lnTo>
                <a:lnTo>
                  <a:pt x="932049" y="16505"/>
                </a:lnTo>
                <a:cubicBezTo>
                  <a:pt x="947918" y="16505"/>
                  <a:pt x="959935" y="20414"/>
                  <a:pt x="968100" y="28233"/>
                </a:cubicBezTo>
                <a:cubicBezTo>
                  <a:pt x="976265" y="36052"/>
                  <a:pt x="980348" y="46969"/>
                  <a:pt x="980348" y="60984"/>
                </a:cubicBezTo>
                <a:cubicBezTo>
                  <a:pt x="980348" y="71291"/>
                  <a:pt x="978929" y="80730"/>
                  <a:pt x="976090" y="89302"/>
                </a:cubicBezTo>
                <a:cubicBezTo>
                  <a:pt x="973254" y="97873"/>
                  <a:pt x="969200" y="105200"/>
                  <a:pt x="963930" y="111281"/>
                </a:cubicBezTo>
                <a:cubicBezTo>
                  <a:pt x="958660" y="117361"/>
                  <a:pt x="952203" y="122080"/>
                  <a:pt x="944559" y="125440"/>
                </a:cubicBezTo>
                <a:cubicBezTo>
                  <a:pt x="936916" y="128798"/>
                  <a:pt x="928287" y="130477"/>
                  <a:pt x="918672" y="130477"/>
                </a:cubicBezTo>
                <a:lnTo>
                  <a:pt x="888096" y="130477"/>
                </a:lnTo>
                <a:moveTo>
                  <a:pt x="903731" y="119359"/>
                </a:moveTo>
                <a:lnTo>
                  <a:pt x="918672" y="119359"/>
                </a:lnTo>
                <a:cubicBezTo>
                  <a:pt x="926085" y="119359"/>
                  <a:pt x="932744" y="117939"/>
                  <a:pt x="938650" y="115101"/>
                </a:cubicBezTo>
                <a:cubicBezTo>
                  <a:pt x="944558" y="112263"/>
                  <a:pt x="949597" y="108325"/>
                  <a:pt x="953766" y="103288"/>
                </a:cubicBezTo>
                <a:cubicBezTo>
                  <a:pt x="957937" y="98250"/>
                  <a:pt x="961123" y="92197"/>
                  <a:pt x="963323" y="85132"/>
                </a:cubicBezTo>
                <a:cubicBezTo>
                  <a:pt x="965523" y="78066"/>
                  <a:pt x="966624" y="70305"/>
                  <a:pt x="966624" y="61850"/>
                </a:cubicBezTo>
                <a:cubicBezTo>
                  <a:pt x="966624" y="50964"/>
                  <a:pt x="963670" y="42509"/>
                  <a:pt x="957761" y="36486"/>
                </a:cubicBezTo>
                <a:cubicBezTo>
                  <a:pt x="951855" y="30463"/>
                  <a:pt x="943111" y="27451"/>
                  <a:pt x="931530" y="27451"/>
                </a:cubicBezTo>
                <a:lnTo>
                  <a:pt x="922148" y="27451"/>
                </a:lnTo>
                <a:lnTo>
                  <a:pt x="903731" y="119359"/>
                </a:lnTo>
                <a:close/>
                <a:moveTo>
                  <a:pt x="1035041" y="132561"/>
                </a:moveTo>
                <a:cubicBezTo>
                  <a:pt x="1028670" y="132561"/>
                  <a:pt x="1023023" y="131432"/>
                  <a:pt x="1018101" y="129175"/>
                </a:cubicBezTo>
                <a:cubicBezTo>
                  <a:pt x="1013179" y="126917"/>
                  <a:pt x="1009068" y="123703"/>
                  <a:pt x="1005766" y="119534"/>
                </a:cubicBezTo>
                <a:cubicBezTo>
                  <a:pt x="1002465" y="115363"/>
                  <a:pt x="999946" y="110324"/>
                  <a:pt x="998208" y="104418"/>
                </a:cubicBezTo>
                <a:cubicBezTo>
                  <a:pt x="996471" y="98509"/>
                  <a:pt x="995602" y="91965"/>
                  <a:pt x="995602" y="84784"/>
                </a:cubicBezTo>
                <a:cubicBezTo>
                  <a:pt x="995602" y="76098"/>
                  <a:pt x="996963" y="67556"/>
                  <a:pt x="999685" y="59160"/>
                </a:cubicBezTo>
                <a:cubicBezTo>
                  <a:pt x="1002407" y="50761"/>
                  <a:pt x="1006199" y="43233"/>
                  <a:pt x="1011063" y="36573"/>
                </a:cubicBezTo>
                <a:cubicBezTo>
                  <a:pt x="1015928" y="29912"/>
                  <a:pt x="1021749" y="24555"/>
                  <a:pt x="1028525" y="20503"/>
                </a:cubicBezTo>
                <a:cubicBezTo>
                  <a:pt x="1035301" y="16449"/>
                  <a:pt x="1042801" y="14421"/>
                  <a:pt x="1051024" y="14421"/>
                </a:cubicBezTo>
                <a:cubicBezTo>
                  <a:pt x="1057395" y="14421"/>
                  <a:pt x="1063042" y="15551"/>
                  <a:pt x="1067964" y="17809"/>
                </a:cubicBezTo>
                <a:cubicBezTo>
                  <a:pt x="1072886" y="20068"/>
                  <a:pt x="1076998" y="23282"/>
                  <a:pt x="1080299" y="27451"/>
                </a:cubicBezTo>
                <a:cubicBezTo>
                  <a:pt x="1083601" y="31620"/>
                  <a:pt x="1086120" y="36630"/>
                  <a:pt x="1087857" y="42480"/>
                </a:cubicBezTo>
                <a:cubicBezTo>
                  <a:pt x="1089594" y="48330"/>
                  <a:pt x="1090463" y="54845"/>
                  <a:pt x="1090463" y="62025"/>
                </a:cubicBezTo>
                <a:cubicBezTo>
                  <a:pt x="1090463" y="70712"/>
                  <a:pt x="1089102" y="79283"/>
                  <a:pt x="1086381" y="87738"/>
                </a:cubicBezTo>
                <a:cubicBezTo>
                  <a:pt x="1083659" y="96192"/>
                  <a:pt x="1079865" y="103750"/>
                  <a:pt x="1075000" y="110412"/>
                </a:cubicBezTo>
                <a:cubicBezTo>
                  <a:pt x="1070136" y="117071"/>
                  <a:pt x="1064287" y="122428"/>
                  <a:pt x="1057453" y="126482"/>
                </a:cubicBezTo>
                <a:cubicBezTo>
                  <a:pt x="1050619" y="130534"/>
                  <a:pt x="1043148" y="132561"/>
                  <a:pt x="1035041" y="132561"/>
                </a:cubicBezTo>
                <a:moveTo>
                  <a:pt x="1035736" y="120923"/>
                </a:moveTo>
                <a:cubicBezTo>
                  <a:pt x="1041874" y="120923"/>
                  <a:pt x="1047462" y="119156"/>
                  <a:pt x="1052501" y="115623"/>
                </a:cubicBezTo>
                <a:cubicBezTo>
                  <a:pt x="1057539" y="112090"/>
                  <a:pt x="1061854" y="107544"/>
                  <a:pt x="1065443" y="101984"/>
                </a:cubicBezTo>
                <a:cubicBezTo>
                  <a:pt x="1069034" y="96424"/>
                  <a:pt x="1071814" y="90228"/>
                  <a:pt x="1073783" y="83395"/>
                </a:cubicBezTo>
                <a:cubicBezTo>
                  <a:pt x="1075752" y="76561"/>
                  <a:pt x="1076736" y="69843"/>
                  <a:pt x="1076736" y="63242"/>
                </a:cubicBezTo>
                <a:cubicBezTo>
                  <a:pt x="1076736" y="52007"/>
                  <a:pt x="1074593" y="43002"/>
                  <a:pt x="1070308" y="36226"/>
                </a:cubicBezTo>
                <a:cubicBezTo>
                  <a:pt x="1066024" y="29450"/>
                  <a:pt x="1059364" y="26062"/>
                  <a:pt x="1050330" y="26062"/>
                </a:cubicBezTo>
                <a:cubicBezTo>
                  <a:pt x="1044192" y="26062"/>
                  <a:pt x="1038603" y="27799"/>
                  <a:pt x="1033565" y="31274"/>
                </a:cubicBezTo>
                <a:cubicBezTo>
                  <a:pt x="1028526" y="34748"/>
                  <a:pt x="1024211" y="39266"/>
                  <a:pt x="1020620" y="44826"/>
                </a:cubicBezTo>
                <a:cubicBezTo>
                  <a:pt x="1017030" y="50384"/>
                  <a:pt x="1014251" y="56580"/>
                  <a:pt x="1012282" y="63415"/>
                </a:cubicBezTo>
                <a:cubicBezTo>
                  <a:pt x="1010314" y="70249"/>
                  <a:pt x="1009329" y="77025"/>
                  <a:pt x="1009329" y="83742"/>
                </a:cubicBezTo>
                <a:cubicBezTo>
                  <a:pt x="1009329" y="89302"/>
                  <a:pt x="1009850" y="94370"/>
                  <a:pt x="1010891" y="98946"/>
                </a:cubicBezTo>
                <a:cubicBezTo>
                  <a:pt x="1011933" y="103520"/>
                  <a:pt x="1013526" y="107428"/>
                  <a:pt x="1015668" y="110671"/>
                </a:cubicBezTo>
                <a:cubicBezTo>
                  <a:pt x="1017812" y="113914"/>
                  <a:pt x="1020562" y="116434"/>
                  <a:pt x="1023920" y="118229"/>
                </a:cubicBezTo>
                <a:cubicBezTo>
                  <a:pt x="1027280" y="120025"/>
                  <a:pt x="1031219" y="120923"/>
                  <a:pt x="1035736" y="120923"/>
                </a:cubicBezTo>
                <a:close/>
                <a:moveTo>
                  <a:pt x="1102590" y="130477"/>
                </a:moveTo>
                <a:lnTo>
                  <a:pt x="1125349" y="16505"/>
                </a:lnTo>
                <a:lnTo>
                  <a:pt x="1141507" y="16505"/>
                </a:lnTo>
                <a:lnTo>
                  <a:pt x="1151408" y="78008"/>
                </a:lnTo>
                <a:lnTo>
                  <a:pt x="1155231" y="101637"/>
                </a:lnTo>
                <a:lnTo>
                  <a:pt x="1155926" y="101637"/>
                </a:lnTo>
                <a:lnTo>
                  <a:pt x="1168088" y="78008"/>
                </a:lnTo>
                <a:lnTo>
                  <a:pt x="1201965" y="16505"/>
                </a:lnTo>
                <a:lnTo>
                  <a:pt x="1218123" y="16505"/>
                </a:lnTo>
                <a:lnTo>
                  <a:pt x="1195364" y="130477"/>
                </a:lnTo>
                <a:lnTo>
                  <a:pt x="1182335" y="130477"/>
                </a:lnTo>
                <a:lnTo>
                  <a:pt x="1195539" y="66195"/>
                </a:lnTo>
                <a:cubicBezTo>
                  <a:pt x="1196580" y="60984"/>
                  <a:pt x="1197854" y="55337"/>
                  <a:pt x="1199359" y="49256"/>
                </a:cubicBezTo>
                <a:cubicBezTo>
                  <a:pt x="1200865" y="43174"/>
                  <a:pt x="1202314" y="37643"/>
                  <a:pt x="1203704" y="32663"/>
                </a:cubicBezTo>
                <a:lnTo>
                  <a:pt x="1203010" y="32663"/>
                </a:lnTo>
                <a:lnTo>
                  <a:pt x="1189283" y="58028"/>
                </a:lnTo>
                <a:lnTo>
                  <a:pt x="1155753" y="118489"/>
                </a:lnTo>
                <a:lnTo>
                  <a:pt x="1148108" y="118489"/>
                </a:lnTo>
                <a:lnTo>
                  <a:pt x="1137509" y="58028"/>
                </a:lnTo>
                <a:lnTo>
                  <a:pt x="1133689" y="32663"/>
                </a:lnTo>
                <a:lnTo>
                  <a:pt x="1132994" y="32663"/>
                </a:lnTo>
                <a:cubicBezTo>
                  <a:pt x="1132298" y="37875"/>
                  <a:pt x="1131544" y="43464"/>
                  <a:pt x="1130733" y="49431"/>
                </a:cubicBezTo>
                <a:cubicBezTo>
                  <a:pt x="1129924" y="55395"/>
                  <a:pt x="1129056" y="60984"/>
                  <a:pt x="1128130" y="66195"/>
                </a:cubicBezTo>
                <a:lnTo>
                  <a:pt x="1115272" y="130477"/>
                </a:lnTo>
                <a:lnTo>
                  <a:pt x="1102590" y="130477"/>
                </a:lnTo>
                <a:close/>
                <a:moveTo>
                  <a:pt x="1224692" y="130477"/>
                </a:moveTo>
                <a:lnTo>
                  <a:pt x="1247451" y="16505"/>
                </a:lnTo>
                <a:lnTo>
                  <a:pt x="1268645" y="16505"/>
                </a:lnTo>
                <a:cubicBezTo>
                  <a:pt x="1284514" y="16505"/>
                  <a:pt x="1296531" y="20414"/>
                  <a:pt x="1304696" y="28233"/>
                </a:cubicBezTo>
                <a:cubicBezTo>
                  <a:pt x="1312861" y="36052"/>
                  <a:pt x="1316944" y="46969"/>
                  <a:pt x="1316944" y="60984"/>
                </a:cubicBezTo>
                <a:cubicBezTo>
                  <a:pt x="1316944" y="71291"/>
                  <a:pt x="1315525" y="80730"/>
                  <a:pt x="1312686" y="89302"/>
                </a:cubicBezTo>
                <a:cubicBezTo>
                  <a:pt x="1309850" y="97873"/>
                  <a:pt x="1305797" y="105200"/>
                  <a:pt x="1300526" y="111281"/>
                </a:cubicBezTo>
                <a:cubicBezTo>
                  <a:pt x="1295256" y="117361"/>
                  <a:pt x="1288799" y="122080"/>
                  <a:pt x="1281155" y="125440"/>
                </a:cubicBezTo>
                <a:cubicBezTo>
                  <a:pt x="1273512" y="128798"/>
                  <a:pt x="1264883" y="130477"/>
                  <a:pt x="1255268" y="130477"/>
                </a:cubicBezTo>
                <a:lnTo>
                  <a:pt x="1224692" y="130477"/>
                </a:lnTo>
                <a:moveTo>
                  <a:pt x="1240327" y="119359"/>
                </a:moveTo>
                <a:lnTo>
                  <a:pt x="1255268" y="119359"/>
                </a:lnTo>
                <a:cubicBezTo>
                  <a:pt x="1262681" y="119359"/>
                  <a:pt x="1269340" y="117939"/>
                  <a:pt x="1275246" y="115101"/>
                </a:cubicBezTo>
                <a:cubicBezTo>
                  <a:pt x="1281155" y="112263"/>
                  <a:pt x="1286193" y="108325"/>
                  <a:pt x="1290362" y="103288"/>
                </a:cubicBezTo>
                <a:cubicBezTo>
                  <a:pt x="1294533" y="98250"/>
                  <a:pt x="1297719" y="92197"/>
                  <a:pt x="1299919" y="85132"/>
                </a:cubicBezTo>
                <a:cubicBezTo>
                  <a:pt x="1302120" y="78066"/>
                  <a:pt x="1303220" y="70305"/>
                  <a:pt x="1303220" y="61850"/>
                </a:cubicBezTo>
                <a:cubicBezTo>
                  <a:pt x="1303220" y="50964"/>
                  <a:pt x="1300266" y="42509"/>
                  <a:pt x="1294357" y="36486"/>
                </a:cubicBezTo>
                <a:cubicBezTo>
                  <a:pt x="1288451" y="30463"/>
                  <a:pt x="1279707" y="27451"/>
                  <a:pt x="1268126" y="27451"/>
                </a:cubicBezTo>
                <a:lnTo>
                  <a:pt x="1258744" y="27451"/>
                </a:lnTo>
                <a:lnTo>
                  <a:pt x="1240327" y="119359"/>
                </a:lnTo>
                <a:close/>
                <a:moveTo>
                  <a:pt x="1358608" y="132561"/>
                </a:moveTo>
                <a:cubicBezTo>
                  <a:pt x="1349457" y="132561"/>
                  <a:pt x="1342159" y="129550"/>
                  <a:pt x="1336716" y="123529"/>
                </a:cubicBezTo>
                <a:cubicBezTo>
                  <a:pt x="1331272" y="117506"/>
                  <a:pt x="1328551" y="109224"/>
                  <a:pt x="1328551" y="98683"/>
                </a:cubicBezTo>
                <a:cubicBezTo>
                  <a:pt x="1328551" y="90692"/>
                  <a:pt x="1329824" y="83337"/>
                  <a:pt x="1332371" y="76619"/>
                </a:cubicBezTo>
                <a:cubicBezTo>
                  <a:pt x="1334919" y="69902"/>
                  <a:pt x="1338336" y="64139"/>
                  <a:pt x="1342622" y="59332"/>
                </a:cubicBezTo>
                <a:cubicBezTo>
                  <a:pt x="1346908" y="54525"/>
                  <a:pt x="1351773" y="50760"/>
                  <a:pt x="1357216" y="48039"/>
                </a:cubicBezTo>
                <a:cubicBezTo>
                  <a:pt x="1362661" y="45317"/>
                  <a:pt x="1368279" y="43956"/>
                  <a:pt x="1374068" y="43956"/>
                </a:cubicBezTo>
                <a:cubicBezTo>
                  <a:pt x="1383220" y="43956"/>
                  <a:pt x="1390546" y="46968"/>
                  <a:pt x="1396048" y="52991"/>
                </a:cubicBezTo>
                <a:cubicBezTo>
                  <a:pt x="1401550" y="59014"/>
                  <a:pt x="1404300" y="67296"/>
                  <a:pt x="1404300" y="77836"/>
                </a:cubicBezTo>
                <a:cubicBezTo>
                  <a:pt x="1404300" y="85828"/>
                  <a:pt x="1402997" y="93183"/>
                  <a:pt x="1400390" y="99900"/>
                </a:cubicBezTo>
                <a:cubicBezTo>
                  <a:pt x="1397783" y="106618"/>
                  <a:pt x="1394366" y="112380"/>
                  <a:pt x="1390139" y="117187"/>
                </a:cubicBezTo>
                <a:cubicBezTo>
                  <a:pt x="1385911" y="121993"/>
                  <a:pt x="1381047" y="125756"/>
                  <a:pt x="1375545" y="128478"/>
                </a:cubicBezTo>
                <a:cubicBezTo>
                  <a:pt x="1370043" y="131200"/>
                  <a:pt x="1364398" y="132561"/>
                  <a:pt x="1358608" y="132561"/>
                </a:cubicBezTo>
                <a:moveTo>
                  <a:pt x="1359997" y="121442"/>
                </a:moveTo>
                <a:cubicBezTo>
                  <a:pt x="1363935" y="121442"/>
                  <a:pt x="1367727" y="120313"/>
                  <a:pt x="1371375" y="118054"/>
                </a:cubicBezTo>
                <a:cubicBezTo>
                  <a:pt x="1375025" y="115796"/>
                  <a:pt x="1378297" y="112756"/>
                  <a:pt x="1381192" y="108935"/>
                </a:cubicBezTo>
                <a:cubicBezTo>
                  <a:pt x="1384088" y="105112"/>
                  <a:pt x="1386405" y="100595"/>
                  <a:pt x="1388143" y="95383"/>
                </a:cubicBezTo>
                <a:cubicBezTo>
                  <a:pt x="1389880" y="90171"/>
                  <a:pt x="1390749" y="84611"/>
                  <a:pt x="1390749" y="78703"/>
                </a:cubicBezTo>
                <a:cubicBezTo>
                  <a:pt x="1390749" y="71059"/>
                  <a:pt x="1389214" y="65182"/>
                  <a:pt x="1386144" y="61071"/>
                </a:cubicBezTo>
                <a:cubicBezTo>
                  <a:pt x="1383074" y="56959"/>
                  <a:pt x="1378586" y="54902"/>
                  <a:pt x="1372679" y="54902"/>
                </a:cubicBezTo>
                <a:cubicBezTo>
                  <a:pt x="1368857" y="54902"/>
                  <a:pt x="1365092" y="56032"/>
                  <a:pt x="1361386" y="58290"/>
                </a:cubicBezTo>
                <a:cubicBezTo>
                  <a:pt x="1357680" y="60549"/>
                  <a:pt x="1354379" y="63619"/>
                  <a:pt x="1351482" y="67500"/>
                </a:cubicBezTo>
                <a:cubicBezTo>
                  <a:pt x="1348587" y="71379"/>
                  <a:pt x="1346271" y="75925"/>
                  <a:pt x="1344534" y="81137"/>
                </a:cubicBezTo>
                <a:cubicBezTo>
                  <a:pt x="1342796" y="86348"/>
                  <a:pt x="1341928" y="91908"/>
                  <a:pt x="1341928" y="97814"/>
                </a:cubicBezTo>
                <a:cubicBezTo>
                  <a:pt x="1341928" y="105459"/>
                  <a:pt x="1343463" y="111309"/>
                  <a:pt x="1346532" y="115364"/>
                </a:cubicBezTo>
                <a:cubicBezTo>
                  <a:pt x="1349602" y="119416"/>
                  <a:pt x="1354090" y="121442"/>
                  <a:pt x="1359997" y="121442"/>
                </a:cubicBezTo>
                <a:close/>
                <a:moveTo>
                  <a:pt x="1448915" y="132561"/>
                </a:moveTo>
                <a:cubicBezTo>
                  <a:pt x="1439649" y="132561"/>
                  <a:pt x="1432150" y="129637"/>
                  <a:pt x="1426416" y="123788"/>
                </a:cubicBezTo>
                <a:cubicBezTo>
                  <a:pt x="1420683" y="117939"/>
                  <a:pt x="1417817" y="109570"/>
                  <a:pt x="1417817" y="98683"/>
                </a:cubicBezTo>
                <a:cubicBezTo>
                  <a:pt x="1417817" y="90806"/>
                  <a:pt x="1419119" y="83538"/>
                  <a:pt x="1421724" y="76879"/>
                </a:cubicBezTo>
                <a:cubicBezTo>
                  <a:pt x="1424331" y="70220"/>
                  <a:pt x="1427806" y="64458"/>
                  <a:pt x="1432148" y="59594"/>
                </a:cubicBezTo>
                <a:cubicBezTo>
                  <a:pt x="1436492" y="54729"/>
                  <a:pt x="1441501" y="50906"/>
                  <a:pt x="1447176" y="48126"/>
                </a:cubicBezTo>
                <a:cubicBezTo>
                  <a:pt x="1452853" y="45346"/>
                  <a:pt x="1458760" y="43956"/>
                  <a:pt x="1464898" y="43956"/>
                </a:cubicBezTo>
                <a:cubicBezTo>
                  <a:pt x="1469995" y="43956"/>
                  <a:pt x="1474281" y="44941"/>
                  <a:pt x="1477756" y="46909"/>
                </a:cubicBezTo>
                <a:cubicBezTo>
                  <a:pt x="1481230" y="48878"/>
                  <a:pt x="1484242" y="51311"/>
                  <a:pt x="1486790" y="54208"/>
                </a:cubicBezTo>
                <a:lnTo>
                  <a:pt x="1478972" y="62545"/>
                </a:lnTo>
                <a:cubicBezTo>
                  <a:pt x="1476770" y="59882"/>
                  <a:pt x="1474569" y="57942"/>
                  <a:pt x="1472369" y="56726"/>
                </a:cubicBezTo>
                <a:cubicBezTo>
                  <a:pt x="1470169" y="55510"/>
                  <a:pt x="1467388" y="54902"/>
                  <a:pt x="1464029" y="54902"/>
                </a:cubicBezTo>
                <a:cubicBezTo>
                  <a:pt x="1459860" y="54902"/>
                  <a:pt x="1455806" y="56061"/>
                  <a:pt x="1451869" y="58378"/>
                </a:cubicBezTo>
                <a:cubicBezTo>
                  <a:pt x="1447931" y="60693"/>
                  <a:pt x="1444427" y="63791"/>
                  <a:pt x="1441357" y="67672"/>
                </a:cubicBezTo>
                <a:cubicBezTo>
                  <a:pt x="1438288" y="71551"/>
                  <a:pt x="1435855" y="76097"/>
                  <a:pt x="1434059" y="81309"/>
                </a:cubicBezTo>
                <a:cubicBezTo>
                  <a:pt x="1432265" y="86521"/>
                  <a:pt x="1431368" y="92022"/>
                  <a:pt x="1431368" y="97814"/>
                </a:cubicBezTo>
                <a:cubicBezTo>
                  <a:pt x="1431368" y="105459"/>
                  <a:pt x="1433018" y="111309"/>
                  <a:pt x="1436318" y="115364"/>
                </a:cubicBezTo>
                <a:cubicBezTo>
                  <a:pt x="1439619" y="119416"/>
                  <a:pt x="1444629" y="121442"/>
                  <a:pt x="1451346" y="121442"/>
                </a:cubicBezTo>
                <a:cubicBezTo>
                  <a:pt x="1455052" y="121442"/>
                  <a:pt x="1458440" y="120689"/>
                  <a:pt x="1461510" y="119184"/>
                </a:cubicBezTo>
                <a:cubicBezTo>
                  <a:pt x="1464580" y="117678"/>
                  <a:pt x="1467447" y="115941"/>
                  <a:pt x="1470110" y="113972"/>
                </a:cubicBezTo>
                <a:lnTo>
                  <a:pt x="1476017" y="122659"/>
                </a:lnTo>
                <a:cubicBezTo>
                  <a:pt x="1473005" y="124976"/>
                  <a:pt x="1469299" y="127206"/>
                  <a:pt x="1464898" y="129348"/>
                </a:cubicBezTo>
                <a:cubicBezTo>
                  <a:pt x="1460498" y="131490"/>
                  <a:pt x="1455170" y="132561"/>
                  <a:pt x="1448915" y="132561"/>
                </a:cubicBezTo>
                <a:close/>
                <a:moveTo>
                  <a:pt x="1573448" y="46043"/>
                </a:moveTo>
                <a:lnTo>
                  <a:pt x="1556596" y="130477"/>
                </a:lnTo>
                <a:lnTo>
                  <a:pt x="1545652" y="130477"/>
                </a:lnTo>
                <a:lnTo>
                  <a:pt x="1547041" y="117620"/>
                </a:lnTo>
                <a:lnTo>
                  <a:pt x="1546347" y="117620"/>
                </a:lnTo>
                <a:cubicBezTo>
                  <a:pt x="1541713" y="121674"/>
                  <a:pt x="1536992" y="125178"/>
                  <a:pt x="1532185" y="128131"/>
                </a:cubicBezTo>
                <a:cubicBezTo>
                  <a:pt x="1527380" y="131084"/>
                  <a:pt x="1522371" y="132561"/>
                  <a:pt x="1517159" y="132561"/>
                </a:cubicBezTo>
                <a:cubicBezTo>
                  <a:pt x="1509977" y="132561"/>
                  <a:pt x="1504851" y="130679"/>
                  <a:pt x="1501781" y="126917"/>
                </a:cubicBezTo>
                <a:cubicBezTo>
                  <a:pt x="1498713" y="123152"/>
                  <a:pt x="1497179" y="118027"/>
                  <a:pt x="1497179" y="111541"/>
                </a:cubicBezTo>
                <a:cubicBezTo>
                  <a:pt x="1497179" y="109570"/>
                  <a:pt x="1497265" y="107716"/>
                  <a:pt x="1497438" y="105979"/>
                </a:cubicBezTo>
                <a:cubicBezTo>
                  <a:pt x="1497613" y="104242"/>
                  <a:pt x="1497990" y="102216"/>
                  <a:pt x="1498568" y="99900"/>
                </a:cubicBezTo>
                <a:lnTo>
                  <a:pt x="1509341" y="46043"/>
                </a:lnTo>
                <a:lnTo>
                  <a:pt x="1522718" y="46043"/>
                </a:lnTo>
                <a:lnTo>
                  <a:pt x="1512120" y="98161"/>
                </a:lnTo>
                <a:cubicBezTo>
                  <a:pt x="1511657" y="100478"/>
                  <a:pt x="1511309" y="102332"/>
                  <a:pt x="1511078" y="103723"/>
                </a:cubicBezTo>
                <a:cubicBezTo>
                  <a:pt x="1510846" y="105112"/>
                  <a:pt x="1510731" y="106560"/>
                  <a:pt x="1510731" y="108065"/>
                </a:cubicBezTo>
                <a:cubicBezTo>
                  <a:pt x="1510731" y="112351"/>
                  <a:pt x="1511715" y="115594"/>
                  <a:pt x="1513684" y="117795"/>
                </a:cubicBezTo>
                <a:cubicBezTo>
                  <a:pt x="1515653" y="119995"/>
                  <a:pt x="1518837" y="121095"/>
                  <a:pt x="1523238" y="121095"/>
                </a:cubicBezTo>
                <a:cubicBezTo>
                  <a:pt x="1526598" y="121095"/>
                  <a:pt x="1530304" y="119879"/>
                  <a:pt x="1534356" y="117447"/>
                </a:cubicBezTo>
                <a:cubicBezTo>
                  <a:pt x="1538411" y="115015"/>
                  <a:pt x="1543045" y="111135"/>
                  <a:pt x="1548258" y="105807"/>
                </a:cubicBezTo>
                <a:lnTo>
                  <a:pt x="1560246" y="46043"/>
                </a:lnTo>
                <a:lnTo>
                  <a:pt x="1573448" y="46043"/>
                </a:lnTo>
                <a:close/>
                <a:moveTo>
                  <a:pt x="1585056" y="130477"/>
                </a:moveTo>
                <a:lnTo>
                  <a:pt x="1601733" y="46043"/>
                </a:lnTo>
                <a:lnTo>
                  <a:pt x="1612679" y="46043"/>
                </a:lnTo>
                <a:lnTo>
                  <a:pt x="1611462" y="58725"/>
                </a:lnTo>
                <a:lnTo>
                  <a:pt x="1612157" y="58725"/>
                </a:lnTo>
                <a:cubicBezTo>
                  <a:pt x="1616559" y="54554"/>
                  <a:pt x="1621192" y="51050"/>
                  <a:pt x="1626056" y="48214"/>
                </a:cubicBezTo>
                <a:cubicBezTo>
                  <a:pt x="1630921" y="45375"/>
                  <a:pt x="1635554" y="43956"/>
                  <a:pt x="1639955" y="43956"/>
                </a:cubicBezTo>
                <a:cubicBezTo>
                  <a:pt x="1643315" y="43956"/>
                  <a:pt x="1646152" y="44391"/>
                  <a:pt x="1648467" y="45261"/>
                </a:cubicBezTo>
                <a:cubicBezTo>
                  <a:pt x="1650784" y="46128"/>
                  <a:pt x="1652696" y="47287"/>
                  <a:pt x="1654202" y="48736"/>
                </a:cubicBezTo>
                <a:cubicBezTo>
                  <a:pt x="1655707" y="50183"/>
                  <a:pt x="1656865" y="51921"/>
                  <a:pt x="1657674" y="53948"/>
                </a:cubicBezTo>
                <a:cubicBezTo>
                  <a:pt x="1658486" y="55973"/>
                  <a:pt x="1659065" y="58144"/>
                  <a:pt x="1659413" y="60461"/>
                </a:cubicBezTo>
                <a:cubicBezTo>
                  <a:pt x="1664857" y="55250"/>
                  <a:pt x="1670098" y="51196"/>
                  <a:pt x="1675137" y="48301"/>
                </a:cubicBezTo>
                <a:cubicBezTo>
                  <a:pt x="1680175" y="45405"/>
                  <a:pt x="1684895" y="43956"/>
                  <a:pt x="1689296" y="43956"/>
                </a:cubicBezTo>
                <a:cubicBezTo>
                  <a:pt x="1696361" y="43956"/>
                  <a:pt x="1701457" y="45809"/>
                  <a:pt x="1704584" y="49515"/>
                </a:cubicBezTo>
                <a:cubicBezTo>
                  <a:pt x="1707712" y="53221"/>
                  <a:pt x="1709276" y="58376"/>
                  <a:pt x="1709276" y="64979"/>
                </a:cubicBezTo>
                <a:cubicBezTo>
                  <a:pt x="1709276" y="66947"/>
                  <a:pt x="1709160" y="68801"/>
                  <a:pt x="1708929" y="70538"/>
                </a:cubicBezTo>
                <a:cubicBezTo>
                  <a:pt x="1708697" y="72275"/>
                  <a:pt x="1708350" y="74302"/>
                  <a:pt x="1707887" y="76619"/>
                </a:cubicBezTo>
                <a:lnTo>
                  <a:pt x="1697113" y="130477"/>
                </a:lnTo>
                <a:lnTo>
                  <a:pt x="1683736" y="130477"/>
                </a:lnTo>
                <a:lnTo>
                  <a:pt x="1694335" y="78356"/>
                </a:lnTo>
                <a:cubicBezTo>
                  <a:pt x="1694798" y="76039"/>
                  <a:pt x="1695145" y="74186"/>
                  <a:pt x="1695377" y="72796"/>
                </a:cubicBezTo>
                <a:cubicBezTo>
                  <a:pt x="1695608" y="71407"/>
                  <a:pt x="1695724" y="69960"/>
                  <a:pt x="1695724" y="68454"/>
                </a:cubicBezTo>
                <a:cubicBezTo>
                  <a:pt x="1695724" y="59766"/>
                  <a:pt x="1691613" y="55422"/>
                  <a:pt x="1683389" y="55422"/>
                </a:cubicBezTo>
                <a:cubicBezTo>
                  <a:pt x="1680957" y="55422"/>
                  <a:pt x="1677656" y="56639"/>
                  <a:pt x="1673485" y="59072"/>
                </a:cubicBezTo>
                <a:cubicBezTo>
                  <a:pt x="1669316" y="61504"/>
                  <a:pt x="1664684" y="65384"/>
                  <a:pt x="1659588" y="70713"/>
                </a:cubicBezTo>
                <a:lnTo>
                  <a:pt x="1647601" y="130477"/>
                </a:lnTo>
                <a:lnTo>
                  <a:pt x="1634396" y="130477"/>
                </a:lnTo>
                <a:lnTo>
                  <a:pt x="1644820" y="78356"/>
                </a:lnTo>
                <a:cubicBezTo>
                  <a:pt x="1645283" y="76039"/>
                  <a:pt x="1645630" y="74186"/>
                  <a:pt x="1645862" y="72796"/>
                </a:cubicBezTo>
                <a:cubicBezTo>
                  <a:pt x="1646093" y="71407"/>
                  <a:pt x="1646209" y="69960"/>
                  <a:pt x="1646209" y="68454"/>
                </a:cubicBezTo>
                <a:cubicBezTo>
                  <a:pt x="1646209" y="59766"/>
                  <a:pt x="1642155" y="55422"/>
                  <a:pt x="1634049" y="55422"/>
                </a:cubicBezTo>
                <a:cubicBezTo>
                  <a:pt x="1631500" y="55422"/>
                  <a:pt x="1628141" y="56639"/>
                  <a:pt x="1623970" y="59072"/>
                </a:cubicBezTo>
                <a:cubicBezTo>
                  <a:pt x="1619800" y="61504"/>
                  <a:pt x="1615226" y="65384"/>
                  <a:pt x="1610245" y="70713"/>
                </a:cubicBezTo>
                <a:lnTo>
                  <a:pt x="1598258" y="130477"/>
                </a:lnTo>
                <a:lnTo>
                  <a:pt x="1585056" y="130477"/>
                </a:lnTo>
                <a:close/>
                <a:moveTo>
                  <a:pt x="1724530" y="97294"/>
                </a:moveTo>
                <a:cubicBezTo>
                  <a:pt x="1724530" y="89302"/>
                  <a:pt x="1725862" y="82034"/>
                  <a:pt x="1728525" y="75490"/>
                </a:cubicBezTo>
                <a:cubicBezTo>
                  <a:pt x="1731189" y="68945"/>
                  <a:pt x="1734634" y="63328"/>
                  <a:pt x="1738861" y="58637"/>
                </a:cubicBezTo>
                <a:cubicBezTo>
                  <a:pt x="1743091" y="53947"/>
                  <a:pt x="1747898" y="50327"/>
                  <a:pt x="1753283" y="47779"/>
                </a:cubicBezTo>
                <a:cubicBezTo>
                  <a:pt x="1758668" y="45230"/>
                  <a:pt x="1764141" y="43956"/>
                  <a:pt x="1769701" y="43956"/>
                </a:cubicBezTo>
                <a:cubicBezTo>
                  <a:pt x="1774449" y="43956"/>
                  <a:pt x="1778474" y="44738"/>
                  <a:pt x="1781776" y="46302"/>
                </a:cubicBezTo>
                <a:cubicBezTo>
                  <a:pt x="1785077" y="47866"/>
                  <a:pt x="1787770" y="50009"/>
                  <a:pt x="1789853" y="52731"/>
                </a:cubicBezTo>
                <a:cubicBezTo>
                  <a:pt x="1791939" y="55453"/>
                  <a:pt x="1793445" y="58696"/>
                  <a:pt x="1794371" y="62460"/>
                </a:cubicBezTo>
                <a:cubicBezTo>
                  <a:pt x="1795299" y="66225"/>
                  <a:pt x="1795763" y="70249"/>
                  <a:pt x="1795763" y="74533"/>
                </a:cubicBezTo>
                <a:cubicBezTo>
                  <a:pt x="1795763" y="77893"/>
                  <a:pt x="1795414" y="81078"/>
                  <a:pt x="1794718" y="84090"/>
                </a:cubicBezTo>
                <a:cubicBezTo>
                  <a:pt x="1794023" y="87101"/>
                  <a:pt x="1793386" y="89417"/>
                  <a:pt x="1792807" y="91038"/>
                </a:cubicBezTo>
                <a:lnTo>
                  <a:pt x="1737907" y="91038"/>
                </a:lnTo>
                <a:cubicBezTo>
                  <a:pt x="1737096" y="96483"/>
                  <a:pt x="1737153" y="101145"/>
                  <a:pt x="1738079" y="105025"/>
                </a:cubicBezTo>
                <a:cubicBezTo>
                  <a:pt x="1739007" y="108904"/>
                  <a:pt x="1740542" y="112118"/>
                  <a:pt x="1742684" y="114666"/>
                </a:cubicBezTo>
                <a:cubicBezTo>
                  <a:pt x="1744828" y="117215"/>
                  <a:pt x="1747463" y="119069"/>
                  <a:pt x="1750589" y="120228"/>
                </a:cubicBezTo>
                <a:cubicBezTo>
                  <a:pt x="1753718" y="121386"/>
                  <a:pt x="1757135" y="121965"/>
                  <a:pt x="1760841" y="121965"/>
                </a:cubicBezTo>
                <a:cubicBezTo>
                  <a:pt x="1764199" y="121965"/>
                  <a:pt x="1767528" y="121241"/>
                  <a:pt x="1770830" y="119793"/>
                </a:cubicBezTo>
                <a:cubicBezTo>
                  <a:pt x="1774131" y="118344"/>
                  <a:pt x="1777114" y="116635"/>
                  <a:pt x="1779777" y="114666"/>
                </a:cubicBezTo>
                <a:lnTo>
                  <a:pt x="1784989" y="123529"/>
                </a:lnTo>
                <a:cubicBezTo>
                  <a:pt x="1781631" y="125961"/>
                  <a:pt x="1777635" y="128074"/>
                  <a:pt x="1773001" y="129870"/>
                </a:cubicBezTo>
                <a:cubicBezTo>
                  <a:pt x="1768369" y="131664"/>
                  <a:pt x="1763273" y="132561"/>
                  <a:pt x="1757713" y="132561"/>
                </a:cubicBezTo>
                <a:cubicBezTo>
                  <a:pt x="1747637" y="132561"/>
                  <a:pt x="1739588" y="129521"/>
                  <a:pt x="1733565" y="123441"/>
                </a:cubicBezTo>
                <a:cubicBezTo>
                  <a:pt x="1727542" y="117360"/>
                  <a:pt x="1724530" y="108644"/>
                  <a:pt x="1724530" y="97294"/>
                </a:cubicBezTo>
                <a:moveTo>
                  <a:pt x="1739296" y="82003"/>
                </a:moveTo>
                <a:lnTo>
                  <a:pt x="1783600" y="82003"/>
                </a:lnTo>
                <a:cubicBezTo>
                  <a:pt x="1783831" y="80614"/>
                  <a:pt x="1784034" y="79225"/>
                  <a:pt x="1784207" y="77836"/>
                </a:cubicBezTo>
                <a:cubicBezTo>
                  <a:pt x="1784382" y="76445"/>
                  <a:pt x="1784469" y="74939"/>
                  <a:pt x="1784469" y="73319"/>
                </a:cubicBezTo>
                <a:cubicBezTo>
                  <a:pt x="1784469" y="70885"/>
                  <a:pt x="1784179" y="68539"/>
                  <a:pt x="1783600" y="66280"/>
                </a:cubicBezTo>
                <a:cubicBezTo>
                  <a:pt x="1783020" y="64022"/>
                  <a:pt x="1782093" y="62024"/>
                  <a:pt x="1780819" y="60286"/>
                </a:cubicBezTo>
                <a:cubicBezTo>
                  <a:pt x="1779546" y="58549"/>
                  <a:pt x="1777867" y="57160"/>
                  <a:pt x="1775782" y="56119"/>
                </a:cubicBezTo>
                <a:cubicBezTo>
                  <a:pt x="1773696" y="55076"/>
                  <a:pt x="1771148" y="54555"/>
                  <a:pt x="1768136" y="54555"/>
                </a:cubicBezTo>
                <a:cubicBezTo>
                  <a:pt x="1765010" y="54555"/>
                  <a:pt x="1761970" y="55192"/>
                  <a:pt x="1759017" y="56466"/>
                </a:cubicBezTo>
                <a:cubicBezTo>
                  <a:pt x="1756064" y="57741"/>
                  <a:pt x="1753313" y="59594"/>
                  <a:pt x="1750764" y="62025"/>
                </a:cubicBezTo>
                <a:cubicBezTo>
                  <a:pt x="1748216" y="64457"/>
                  <a:pt x="1745928" y="67353"/>
                  <a:pt x="1743901" y="70713"/>
                </a:cubicBezTo>
                <a:cubicBezTo>
                  <a:pt x="1741874" y="74071"/>
                  <a:pt x="1740339" y="77834"/>
                  <a:pt x="1739296" y="82003"/>
                </a:cubicBezTo>
                <a:close/>
                <a:moveTo>
                  <a:pt x="1807716" y="130477"/>
                </a:moveTo>
                <a:lnTo>
                  <a:pt x="1824393" y="46043"/>
                </a:lnTo>
                <a:lnTo>
                  <a:pt x="1835339" y="46043"/>
                </a:lnTo>
                <a:lnTo>
                  <a:pt x="1834122" y="58725"/>
                </a:lnTo>
                <a:lnTo>
                  <a:pt x="1834817" y="58725"/>
                </a:lnTo>
                <a:cubicBezTo>
                  <a:pt x="1839682" y="54554"/>
                  <a:pt x="1844489" y="51050"/>
                  <a:pt x="1849238" y="48214"/>
                </a:cubicBezTo>
                <a:cubicBezTo>
                  <a:pt x="1853987" y="45375"/>
                  <a:pt x="1859025" y="43956"/>
                  <a:pt x="1864352" y="43956"/>
                </a:cubicBezTo>
                <a:cubicBezTo>
                  <a:pt x="1871534" y="43956"/>
                  <a:pt x="1876659" y="45809"/>
                  <a:pt x="1879727" y="49515"/>
                </a:cubicBezTo>
                <a:cubicBezTo>
                  <a:pt x="1882797" y="53221"/>
                  <a:pt x="1884332" y="58376"/>
                  <a:pt x="1884332" y="64979"/>
                </a:cubicBezTo>
                <a:cubicBezTo>
                  <a:pt x="1884332" y="66947"/>
                  <a:pt x="1884245" y="68801"/>
                  <a:pt x="1884070" y="70538"/>
                </a:cubicBezTo>
                <a:cubicBezTo>
                  <a:pt x="1883897" y="72275"/>
                  <a:pt x="1883521" y="74302"/>
                  <a:pt x="1882943" y="76619"/>
                </a:cubicBezTo>
                <a:lnTo>
                  <a:pt x="1872169" y="130477"/>
                </a:lnTo>
                <a:lnTo>
                  <a:pt x="1858967" y="130477"/>
                </a:lnTo>
                <a:lnTo>
                  <a:pt x="1869391" y="78356"/>
                </a:lnTo>
                <a:cubicBezTo>
                  <a:pt x="1869854" y="76039"/>
                  <a:pt x="1870201" y="74186"/>
                  <a:pt x="1870433" y="72796"/>
                </a:cubicBezTo>
                <a:cubicBezTo>
                  <a:pt x="1870665" y="71407"/>
                  <a:pt x="1870780" y="69960"/>
                  <a:pt x="1870780" y="68454"/>
                </a:cubicBezTo>
                <a:cubicBezTo>
                  <a:pt x="1870780" y="64168"/>
                  <a:pt x="1869796" y="60925"/>
                  <a:pt x="1867827" y="58725"/>
                </a:cubicBezTo>
                <a:cubicBezTo>
                  <a:pt x="1865858" y="56523"/>
                  <a:pt x="1862674" y="55422"/>
                  <a:pt x="1858273" y="55422"/>
                </a:cubicBezTo>
                <a:cubicBezTo>
                  <a:pt x="1854913" y="55422"/>
                  <a:pt x="1851177" y="56639"/>
                  <a:pt x="1847064" y="59072"/>
                </a:cubicBezTo>
                <a:cubicBezTo>
                  <a:pt x="1842954" y="61504"/>
                  <a:pt x="1838234" y="65384"/>
                  <a:pt x="1832905" y="70713"/>
                </a:cubicBezTo>
                <a:lnTo>
                  <a:pt x="1820918" y="130477"/>
                </a:lnTo>
                <a:lnTo>
                  <a:pt x="1807716" y="130477"/>
                </a:lnTo>
                <a:close/>
                <a:moveTo>
                  <a:pt x="1926688" y="132561"/>
                </a:moveTo>
                <a:cubicBezTo>
                  <a:pt x="1922982" y="132561"/>
                  <a:pt x="1919855" y="132068"/>
                  <a:pt x="1917306" y="131084"/>
                </a:cubicBezTo>
                <a:cubicBezTo>
                  <a:pt x="1914758" y="130100"/>
                  <a:pt x="1912672" y="128768"/>
                  <a:pt x="1911050" y="127089"/>
                </a:cubicBezTo>
                <a:cubicBezTo>
                  <a:pt x="1909429" y="125410"/>
                  <a:pt x="1908272" y="123441"/>
                  <a:pt x="1907577" y="121183"/>
                </a:cubicBezTo>
                <a:cubicBezTo>
                  <a:pt x="1906883" y="118924"/>
                  <a:pt x="1906535" y="116463"/>
                  <a:pt x="1906535" y="113799"/>
                </a:cubicBezTo>
                <a:cubicBezTo>
                  <a:pt x="1906535" y="112062"/>
                  <a:pt x="1906622" y="110470"/>
                  <a:pt x="1906795" y="109022"/>
                </a:cubicBezTo>
                <a:cubicBezTo>
                  <a:pt x="1906970" y="107573"/>
                  <a:pt x="1907173" y="106038"/>
                  <a:pt x="1907405" y="104418"/>
                </a:cubicBezTo>
                <a:lnTo>
                  <a:pt x="1917306" y="56814"/>
                </a:lnTo>
                <a:lnTo>
                  <a:pt x="1904971" y="56814"/>
                </a:lnTo>
                <a:lnTo>
                  <a:pt x="1906883" y="46909"/>
                </a:lnTo>
                <a:lnTo>
                  <a:pt x="1920087" y="46043"/>
                </a:lnTo>
                <a:lnTo>
                  <a:pt x="1926341" y="22761"/>
                </a:lnTo>
                <a:lnTo>
                  <a:pt x="1937634" y="22761"/>
                </a:lnTo>
                <a:lnTo>
                  <a:pt x="1932942" y="46043"/>
                </a:lnTo>
                <a:lnTo>
                  <a:pt x="1954312" y="46043"/>
                </a:lnTo>
                <a:lnTo>
                  <a:pt x="1952228" y="56814"/>
                </a:lnTo>
                <a:lnTo>
                  <a:pt x="1930511" y="56814"/>
                </a:lnTo>
                <a:lnTo>
                  <a:pt x="1920607" y="105112"/>
                </a:lnTo>
                <a:cubicBezTo>
                  <a:pt x="1920260" y="107196"/>
                  <a:pt x="1920087" y="109280"/>
                  <a:pt x="1920087" y="111366"/>
                </a:cubicBezTo>
                <a:cubicBezTo>
                  <a:pt x="1920087" y="114840"/>
                  <a:pt x="1920868" y="117446"/>
                  <a:pt x="1922431" y="119184"/>
                </a:cubicBezTo>
                <a:cubicBezTo>
                  <a:pt x="1923995" y="120921"/>
                  <a:pt x="1926804" y="121790"/>
                  <a:pt x="1930858" y="121790"/>
                </a:cubicBezTo>
                <a:cubicBezTo>
                  <a:pt x="1932481" y="121790"/>
                  <a:pt x="1934044" y="121501"/>
                  <a:pt x="1935548" y="120923"/>
                </a:cubicBezTo>
                <a:cubicBezTo>
                  <a:pt x="1937054" y="120343"/>
                  <a:pt x="1938444" y="119763"/>
                  <a:pt x="1939718" y="119184"/>
                </a:cubicBezTo>
                <a:lnTo>
                  <a:pt x="1942671" y="128741"/>
                </a:lnTo>
                <a:cubicBezTo>
                  <a:pt x="1940702" y="129667"/>
                  <a:pt x="1938386" y="130534"/>
                  <a:pt x="1935723" y="131344"/>
                </a:cubicBezTo>
                <a:cubicBezTo>
                  <a:pt x="1933059" y="132155"/>
                  <a:pt x="1930048" y="132561"/>
                  <a:pt x="1926688" y="132561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;">
            <a:extLst xmlns:a="http://schemas.openxmlformats.org/drawingml/2006/main">
              <a:ext uri="{FF2B5EF4-FFF2-40B4-BE49-F238E27FC236}">
                <a16:creationId xmlns:a16="http://schemas.microsoft.com/office/drawing/2014/main" id="{8E2B838A-70E2-4C04-BB04-FDD24642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124" y="2666353"/>
            <a:ext cx="40133" cy="111366"/>
          </a:xfrm>
          <a:custGeom xmlns:a="http://schemas.openxmlformats.org/drawingml/2006/main">
            <a:pathLst>
              <a:path w="40133" h="111366">
                <a:moveTo>
                  <a:pt x="28668" y="20847"/>
                </a:moveTo>
                <a:cubicBezTo>
                  <a:pt x="26119" y="20847"/>
                  <a:pt x="24121" y="20037"/>
                  <a:pt x="22671" y="18416"/>
                </a:cubicBezTo>
                <a:cubicBezTo>
                  <a:pt x="21224" y="16794"/>
                  <a:pt x="20500" y="14710"/>
                  <a:pt x="20500" y="12163"/>
                </a:cubicBezTo>
                <a:cubicBezTo>
                  <a:pt x="20500" y="9151"/>
                  <a:pt x="21600" y="6371"/>
                  <a:pt x="23801" y="3823"/>
                </a:cubicBezTo>
                <a:cubicBezTo>
                  <a:pt x="26003" y="1274"/>
                  <a:pt x="28783" y="0"/>
                  <a:pt x="32141" y="0"/>
                </a:cubicBezTo>
                <a:cubicBezTo>
                  <a:pt x="34689" y="0"/>
                  <a:pt x="36658" y="840"/>
                  <a:pt x="38047" y="2521"/>
                </a:cubicBezTo>
                <a:cubicBezTo>
                  <a:pt x="39438" y="4200"/>
                  <a:pt x="40133" y="6313"/>
                  <a:pt x="40133" y="8860"/>
                </a:cubicBezTo>
                <a:cubicBezTo>
                  <a:pt x="40133" y="11871"/>
                  <a:pt x="39062" y="14622"/>
                  <a:pt x="36918" y="17112"/>
                </a:cubicBezTo>
                <a:cubicBezTo>
                  <a:pt x="34776" y="19602"/>
                  <a:pt x="32026" y="20847"/>
                  <a:pt x="28668" y="20847"/>
                </a:cubicBezTo>
                <a:moveTo>
                  <a:pt x="1911" y="111366"/>
                </a:moveTo>
                <a:lnTo>
                  <a:pt x="0" y="103373"/>
                </a:lnTo>
                <a:cubicBezTo>
                  <a:pt x="5560" y="101289"/>
                  <a:pt x="9962" y="98509"/>
                  <a:pt x="13205" y="95033"/>
                </a:cubicBezTo>
                <a:cubicBezTo>
                  <a:pt x="16448" y="91558"/>
                  <a:pt x="18475" y="87737"/>
                  <a:pt x="19286" y="83567"/>
                </a:cubicBezTo>
                <a:lnTo>
                  <a:pt x="18939" y="83567"/>
                </a:lnTo>
                <a:cubicBezTo>
                  <a:pt x="16274" y="83567"/>
                  <a:pt x="14102" y="82844"/>
                  <a:pt x="12423" y="81396"/>
                </a:cubicBezTo>
                <a:cubicBezTo>
                  <a:pt x="10744" y="79949"/>
                  <a:pt x="9904" y="77893"/>
                  <a:pt x="9904" y="75227"/>
                </a:cubicBezTo>
                <a:cubicBezTo>
                  <a:pt x="9904" y="72333"/>
                  <a:pt x="10918" y="69756"/>
                  <a:pt x="12945" y="67497"/>
                </a:cubicBezTo>
                <a:cubicBezTo>
                  <a:pt x="14972" y="65238"/>
                  <a:pt x="17664" y="64109"/>
                  <a:pt x="21022" y="64109"/>
                </a:cubicBezTo>
                <a:cubicBezTo>
                  <a:pt x="24034" y="64109"/>
                  <a:pt x="26350" y="65152"/>
                  <a:pt x="27971" y="67237"/>
                </a:cubicBezTo>
                <a:cubicBezTo>
                  <a:pt x="29593" y="69321"/>
                  <a:pt x="30404" y="72100"/>
                  <a:pt x="30404" y="75575"/>
                </a:cubicBezTo>
                <a:cubicBezTo>
                  <a:pt x="30404" y="84146"/>
                  <a:pt x="27798" y="91646"/>
                  <a:pt x="22587" y="98074"/>
                </a:cubicBezTo>
                <a:cubicBezTo>
                  <a:pt x="17375" y="104503"/>
                  <a:pt x="10483" y="108934"/>
                  <a:pt x="1911" y="111366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$dom-&gt;load">
            <a:extLst xmlns:a="http://schemas.openxmlformats.org/drawingml/2006/main">
              <a:ext uri="{FF2B5EF4-FFF2-40B4-BE49-F238E27FC236}">
                <a16:creationId xmlns:a16="http://schemas.microsoft.com/office/drawing/2014/main" id="{4A8787E7-26C8-4D6E-8D17-9DCDEDAB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34" y="2837655"/>
            <a:ext cx="858320" cy="149588"/>
          </a:xfrm>
          <a:custGeom xmlns:a="http://schemas.openxmlformats.org/drawingml/2006/main">
            <a:pathLst>
              <a:path w="858320" h="149588">
                <a:moveTo>
                  <a:pt x="21717" y="149588"/>
                </a:moveTo>
                <a:lnTo>
                  <a:pt x="25192" y="131866"/>
                </a:lnTo>
                <a:cubicBezTo>
                  <a:pt x="19981" y="130823"/>
                  <a:pt x="15232" y="128855"/>
                  <a:pt x="10946" y="125960"/>
                </a:cubicBezTo>
                <a:cubicBezTo>
                  <a:pt x="6660" y="123065"/>
                  <a:pt x="3012" y="119822"/>
                  <a:pt x="0" y="116230"/>
                </a:cubicBezTo>
                <a:lnTo>
                  <a:pt x="8512" y="107890"/>
                </a:lnTo>
                <a:cubicBezTo>
                  <a:pt x="11178" y="111365"/>
                  <a:pt x="14536" y="114492"/>
                  <a:pt x="18589" y="117272"/>
                </a:cubicBezTo>
                <a:cubicBezTo>
                  <a:pt x="22643" y="120052"/>
                  <a:pt x="27276" y="121442"/>
                  <a:pt x="32488" y="121442"/>
                </a:cubicBezTo>
                <a:cubicBezTo>
                  <a:pt x="38859" y="121442"/>
                  <a:pt x="44071" y="119589"/>
                  <a:pt x="48124" y="115883"/>
                </a:cubicBezTo>
                <a:cubicBezTo>
                  <a:pt x="52178" y="112177"/>
                  <a:pt x="54205" y="107312"/>
                  <a:pt x="54205" y="101289"/>
                </a:cubicBezTo>
                <a:cubicBezTo>
                  <a:pt x="54205" y="97120"/>
                  <a:pt x="53278" y="93501"/>
                  <a:pt x="51424" y="90431"/>
                </a:cubicBezTo>
                <a:cubicBezTo>
                  <a:pt x="49572" y="87361"/>
                  <a:pt x="47285" y="84581"/>
                  <a:pt x="44563" y="82091"/>
                </a:cubicBezTo>
                <a:cubicBezTo>
                  <a:pt x="41842" y="79601"/>
                  <a:pt x="38859" y="77226"/>
                  <a:pt x="35616" y="74968"/>
                </a:cubicBezTo>
                <a:cubicBezTo>
                  <a:pt x="32373" y="72709"/>
                  <a:pt x="29391" y="70277"/>
                  <a:pt x="26669" y="67672"/>
                </a:cubicBezTo>
                <a:cubicBezTo>
                  <a:pt x="23947" y="65065"/>
                  <a:pt x="21660" y="62140"/>
                  <a:pt x="19806" y="58897"/>
                </a:cubicBezTo>
                <a:cubicBezTo>
                  <a:pt x="17953" y="55654"/>
                  <a:pt x="17027" y="51832"/>
                  <a:pt x="17027" y="47432"/>
                </a:cubicBezTo>
                <a:cubicBezTo>
                  <a:pt x="17027" y="43146"/>
                  <a:pt x="17780" y="39208"/>
                  <a:pt x="19286" y="35619"/>
                </a:cubicBezTo>
                <a:cubicBezTo>
                  <a:pt x="20792" y="32028"/>
                  <a:pt x="22906" y="28900"/>
                  <a:pt x="25627" y="26237"/>
                </a:cubicBezTo>
                <a:cubicBezTo>
                  <a:pt x="28349" y="23572"/>
                  <a:pt x="31563" y="21429"/>
                  <a:pt x="35269" y="19808"/>
                </a:cubicBezTo>
                <a:cubicBezTo>
                  <a:pt x="38975" y="18186"/>
                  <a:pt x="43087" y="17259"/>
                  <a:pt x="47604" y="17027"/>
                </a:cubicBezTo>
                <a:lnTo>
                  <a:pt x="51079" y="0"/>
                </a:lnTo>
                <a:lnTo>
                  <a:pt x="60809" y="0"/>
                </a:lnTo>
                <a:lnTo>
                  <a:pt x="57158" y="17897"/>
                </a:lnTo>
                <a:cubicBezTo>
                  <a:pt x="61212" y="18938"/>
                  <a:pt x="65006" y="20733"/>
                  <a:pt x="68539" y="23281"/>
                </a:cubicBezTo>
                <a:cubicBezTo>
                  <a:pt x="72072" y="25830"/>
                  <a:pt x="75113" y="28784"/>
                  <a:pt x="77661" y="32143"/>
                </a:cubicBezTo>
                <a:lnTo>
                  <a:pt x="68974" y="39961"/>
                </a:lnTo>
                <a:cubicBezTo>
                  <a:pt x="66657" y="36601"/>
                  <a:pt x="63818" y="33764"/>
                  <a:pt x="60459" y="31449"/>
                </a:cubicBezTo>
                <a:cubicBezTo>
                  <a:pt x="57101" y="29132"/>
                  <a:pt x="53395" y="27973"/>
                  <a:pt x="49340" y="27973"/>
                </a:cubicBezTo>
                <a:cubicBezTo>
                  <a:pt x="43782" y="27973"/>
                  <a:pt x="39207" y="29624"/>
                  <a:pt x="35616" y="32925"/>
                </a:cubicBezTo>
                <a:cubicBezTo>
                  <a:pt x="32025" y="36225"/>
                  <a:pt x="30229" y="40481"/>
                  <a:pt x="30229" y="45693"/>
                </a:cubicBezTo>
                <a:cubicBezTo>
                  <a:pt x="30229" y="49284"/>
                  <a:pt x="31156" y="52383"/>
                  <a:pt x="33010" y="54990"/>
                </a:cubicBezTo>
                <a:cubicBezTo>
                  <a:pt x="34864" y="57595"/>
                  <a:pt x="37152" y="60027"/>
                  <a:pt x="39874" y="62285"/>
                </a:cubicBezTo>
                <a:cubicBezTo>
                  <a:pt x="42595" y="64544"/>
                  <a:pt x="45549" y="66803"/>
                  <a:pt x="48733" y="69061"/>
                </a:cubicBezTo>
                <a:cubicBezTo>
                  <a:pt x="51918" y="71320"/>
                  <a:pt x="54871" y="73839"/>
                  <a:pt x="57593" y="76619"/>
                </a:cubicBezTo>
                <a:cubicBezTo>
                  <a:pt x="60315" y="79399"/>
                  <a:pt x="62602" y="82613"/>
                  <a:pt x="64456" y="86261"/>
                </a:cubicBezTo>
                <a:cubicBezTo>
                  <a:pt x="66310" y="89909"/>
                  <a:pt x="67237" y="94224"/>
                  <a:pt x="67237" y="99206"/>
                </a:cubicBezTo>
                <a:cubicBezTo>
                  <a:pt x="67237" y="103721"/>
                  <a:pt x="66484" y="107949"/>
                  <a:pt x="64979" y="111888"/>
                </a:cubicBezTo>
                <a:cubicBezTo>
                  <a:pt x="63473" y="115826"/>
                  <a:pt x="61301" y="119271"/>
                  <a:pt x="58463" y="122224"/>
                </a:cubicBezTo>
                <a:cubicBezTo>
                  <a:pt x="55624" y="125178"/>
                  <a:pt x="52207" y="127552"/>
                  <a:pt x="48211" y="129348"/>
                </a:cubicBezTo>
                <a:cubicBezTo>
                  <a:pt x="44215" y="131143"/>
                  <a:pt x="39785" y="132214"/>
                  <a:pt x="34922" y="132561"/>
                </a:cubicBezTo>
                <a:lnTo>
                  <a:pt x="31446" y="149588"/>
                </a:lnTo>
                <a:lnTo>
                  <a:pt x="21717" y="149588"/>
                </a:lnTo>
                <a:close/>
                <a:moveTo>
                  <a:pt x="154169" y="56291"/>
                </a:moveTo>
                <a:lnTo>
                  <a:pt x="156950" y="39786"/>
                </a:lnTo>
                <a:lnTo>
                  <a:pt x="163551" y="6776"/>
                </a:lnTo>
                <a:lnTo>
                  <a:pt x="176928" y="6776"/>
                </a:lnTo>
                <a:lnTo>
                  <a:pt x="151910" y="130477"/>
                </a:lnTo>
                <a:lnTo>
                  <a:pt x="140964" y="130477"/>
                </a:lnTo>
                <a:lnTo>
                  <a:pt x="142356" y="117967"/>
                </a:lnTo>
                <a:lnTo>
                  <a:pt x="141662" y="117967"/>
                </a:lnTo>
                <a:cubicBezTo>
                  <a:pt x="137607" y="122369"/>
                  <a:pt x="133032" y="125902"/>
                  <a:pt x="127935" y="128566"/>
                </a:cubicBezTo>
                <a:cubicBezTo>
                  <a:pt x="122840" y="131229"/>
                  <a:pt x="117628" y="132561"/>
                  <a:pt x="112299" y="132561"/>
                </a:cubicBezTo>
                <a:cubicBezTo>
                  <a:pt x="104887" y="132561"/>
                  <a:pt x="98980" y="129955"/>
                  <a:pt x="94577" y="124743"/>
                </a:cubicBezTo>
                <a:cubicBezTo>
                  <a:pt x="90177" y="119531"/>
                  <a:pt x="87976" y="111945"/>
                  <a:pt x="87976" y="101984"/>
                </a:cubicBezTo>
                <a:cubicBezTo>
                  <a:pt x="87976" y="93877"/>
                  <a:pt x="89250" y="86291"/>
                  <a:pt x="91796" y="79225"/>
                </a:cubicBezTo>
                <a:cubicBezTo>
                  <a:pt x="94345" y="72159"/>
                  <a:pt x="97762" y="66021"/>
                  <a:pt x="102048" y="60809"/>
                </a:cubicBezTo>
                <a:cubicBezTo>
                  <a:pt x="106333" y="55597"/>
                  <a:pt x="111198" y="51485"/>
                  <a:pt x="116641" y="48474"/>
                </a:cubicBezTo>
                <a:cubicBezTo>
                  <a:pt x="122087" y="45462"/>
                  <a:pt x="127762" y="43956"/>
                  <a:pt x="133669" y="43956"/>
                </a:cubicBezTo>
                <a:cubicBezTo>
                  <a:pt x="138186" y="43956"/>
                  <a:pt x="142124" y="45086"/>
                  <a:pt x="145482" y="47344"/>
                </a:cubicBezTo>
                <a:cubicBezTo>
                  <a:pt x="148841" y="49603"/>
                  <a:pt x="151564" y="52585"/>
                  <a:pt x="153649" y="56291"/>
                </a:cubicBezTo>
                <a:lnTo>
                  <a:pt x="154169" y="56291"/>
                </a:lnTo>
                <a:moveTo>
                  <a:pt x="117164" y="121442"/>
                </a:moveTo>
                <a:cubicBezTo>
                  <a:pt x="121564" y="121442"/>
                  <a:pt x="126023" y="120140"/>
                  <a:pt x="130541" y="117535"/>
                </a:cubicBezTo>
                <a:cubicBezTo>
                  <a:pt x="135058" y="114928"/>
                  <a:pt x="139460" y="110845"/>
                  <a:pt x="143745" y="105284"/>
                </a:cubicBezTo>
                <a:lnTo>
                  <a:pt x="151391" y="67585"/>
                </a:lnTo>
                <a:cubicBezTo>
                  <a:pt x="148957" y="63184"/>
                  <a:pt x="146292" y="59999"/>
                  <a:pt x="143395" y="58030"/>
                </a:cubicBezTo>
                <a:cubicBezTo>
                  <a:pt x="140500" y="56060"/>
                  <a:pt x="137432" y="55075"/>
                  <a:pt x="134188" y="55075"/>
                </a:cubicBezTo>
                <a:cubicBezTo>
                  <a:pt x="130019" y="55075"/>
                  <a:pt x="125966" y="56320"/>
                  <a:pt x="122028" y="58810"/>
                </a:cubicBezTo>
                <a:cubicBezTo>
                  <a:pt x="118091" y="61300"/>
                  <a:pt x="114616" y="64631"/>
                  <a:pt x="111605" y="68801"/>
                </a:cubicBezTo>
                <a:cubicBezTo>
                  <a:pt x="108593" y="72971"/>
                  <a:pt x="106189" y="77749"/>
                  <a:pt x="104394" y="83135"/>
                </a:cubicBezTo>
                <a:cubicBezTo>
                  <a:pt x="102598" y="88520"/>
                  <a:pt x="101700" y="94109"/>
                  <a:pt x="101700" y="99900"/>
                </a:cubicBezTo>
                <a:cubicBezTo>
                  <a:pt x="101700" y="107196"/>
                  <a:pt x="103090" y="112610"/>
                  <a:pt x="105870" y="116143"/>
                </a:cubicBezTo>
                <a:cubicBezTo>
                  <a:pt x="108650" y="119676"/>
                  <a:pt x="112415" y="121442"/>
                  <a:pt x="117164" y="121442"/>
                </a:cubicBezTo>
                <a:close/>
                <a:moveTo>
                  <a:pt x="210322" y="132561"/>
                </a:moveTo>
                <a:cubicBezTo>
                  <a:pt x="201171" y="132561"/>
                  <a:pt x="193873" y="129550"/>
                  <a:pt x="188430" y="123529"/>
                </a:cubicBezTo>
                <a:cubicBezTo>
                  <a:pt x="182986" y="117506"/>
                  <a:pt x="180265" y="109224"/>
                  <a:pt x="180265" y="98683"/>
                </a:cubicBezTo>
                <a:cubicBezTo>
                  <a:pt x="180265" y="90692"/>
                  <a:pt x="181538" y="83337"/>
                  <a:pt x="184085" y="76619"/>
                </a:cubicBezTo>
                <a:cubicBezTo>
                  <a:pt x="186633" y="69902"/>
                  <a:pt x="190051" y="64139"/>
                  <a:pt x="194336" y="59332"/>
                </a:cubicBezTo>
                <a:cubicBezTo>
                  <a:pt x="198622" y="54525"/>
                  <a:pt x="203487" y="50760"/>
                  <a:pt x="208930" y="48039"/>
                </a:cubicBezTo>
                <a:cubicBezTo>
                  <a:pt x="214375" y="45317"/>
                  <a:pt x="219993" y="43956"/>
                  <a:pt x="225782" y="43956"/>
                </a:cubicBezTo>
                <a:cubicBezTo>
                  <a:pt x="234934" y="43956"/>
                  <a:pt x="242260" y="46968"/>
                  <a:pt x="247762" y="52991"/>
                </a:cubicBezTo>
                <a:cubicBezTo>
                  <a:pt x="253264" y="59014"/>
                  <a:pt x="256014" y="67296"/>
                  <a:pt x="256014" y="77836"/>
                </a:cubicBezTo>
                <a:cubicBezTo>
                  <a:pt x="256014" y="85828"/>
                  <a:pt x="254711" y="93183"/>
                  <a:pt x="252104" y="99900"/>
                </a:cubicBezTo>
                <a:cubicBezTo>
                  <a:pt x="249497" y="106618"/>
                  <a:pt x="246080" y="112380"/>
                  <a:pt x="241853" y="117187"/>
                </a:cubicBezTo>
                <a:cubicBezTo>
                  <a:pt x="237625" y="121993"/>
                  <a:pt x="232761" y="125756"/>
                  <a:pt x="227259" y="128478"/>
                </a:cubicBezTo>
                <a:cubicBezTo>
                  <a:pt x="221757" y="131200"/>
                  <a:pt x="216112" y="132561"/>
                  <a:pt x="210322" y="132561"/>
                </a:cubicBezTo>
                <a:moveTo>
                  <a:pt x="211711" y="121442"/>
                </a:moveTo>
                <a:cubicBezTo>
                  <a:pt x="215649" y="121442"/>
                  <a:pt x="219441" y="120313"/>
                  <a:pt x="223089" y="118054"/>
                </a:cubicBezTo>
                <a:cubicBezTo>
                  <a:pt x="226739" y="115796"/>
                  <a:pt x="230011" y="112756"/>
                  <a:pt x="232906" y="108935"/>
                </a:cubicBezTo>
                <a:cubicBezTo>
                  <a:pt x="235802" y="105112"/>
                  <a:pt x="238119" y="100595"/>
                  <a:pt x="239857" y="95383"/>
                </a:cubicBezTo>
                <a:cubicBezTo>
                  <a:pt x="241594" y="90171"/>
                  <a:pt x="242463" y="84611"/>
                  <a:pt x="242463" y="78703"/>
                </a:cubicBezTo>
                <a:cubicBezTo>
                  <a:pt x="242463" y="71059"/>
                  <a:pt x="240928" y="65182"/>
                  <a:pt x="237858" y="61071"/>
                </a:cubicBezTo>
                <a:cubicBezTo>
                  <a:pt x="234788" y="56959"/>
                  <a:pt x="230300" y="54902"/>
                  <a:pt x="224393" y="54902"/>
                </a:cubicBezTo>
                <a:cubicBezTo>
                  <a:pt x="220571" y="54902"/>
                  <a:pt x="216806" y="56032"/>
                  <a:pt x="213100" y="58290"/>
                </a:cubicBezTo>
                <a:cubicBezTo>
                  <a:pt x="209394" y="60549"/>
                  <a:pt x="206093" y="63619"/>
                  <a:pt x="203196" y="67500"/>
                </a:cubicBezTo>
                <a:cubicBezTo>
                  <a:pt x="200301" y="71379"/>
                  <a:pt x="197985" y="75925"/>
                  <a:pt x="196248" y="81137"/>
                </a:cubicBezTo>
                <a:cubicBezTo>
                  <a:pt x="194510" y="86348"/>
                  <a:pt x="193642" y="91908"/>
                  <a:pt x="193642" y="97814"/>
                </a:cubicBezTo>
                <a:cubicBezTo>
                  <a:pt x="193642" y="105459"/>
                  <a:pt x="195177" y="111309"/>
                  <a:pt x="198247" y="115364"/>
                </a:cubicBezTo>
                <a:cubicBezTo>
                  <a:pt x="201316" y="119416"/>
                  <a:pt x="205805" y="121442"/>
                  <a:pt x="211711" y="121442"/>
                </a:cubicBezTo>
                <a:close/>
                <a:moveTo>
                  <a:pt x="268384" y="130477"/>
                </a:moveTo>
                <a:lnTo>
                  <a:pt x="285062" y="46043"/>
                </a:lnTo>
                <a:lnTo>
                  <a:pt x="296008" y="46043"/>
                </a:lnTo>
                <a:lnTo>
                  <a:pt x="294791" y="58725"/>
                </a:lnTo>
                <a:lnTo>
                  <a:pt x="295486" y="58725"/>
                </a:lnTo>
                <a:cubicBezTo>
                  <a:pt x="299888" y="54554"/>
                  <a:pt x="304521" y="51050"/>
                  <a:pt x="309385" y="48214"/>
                </a:cubicBezTo>
                <a:cubicBezTo>
                  <a:pt x="314250" y="45375"/>
                  <a:pt x="318883" y="43956"/>
                  <a:pt x="323284" y="43956"/>
                </a:cubicBezTo>
                <a:cubicBezTo>
                  <a:pt x="326644" y="43956"/>
                  <a:pt x="329481" y="44391"/>
                  <a:pt x="331796" y="45261"/>
                </a:cubicBezTo>
                <a:cubicBezTo>
                  <a:pt x="334113" y="46128"/>
                  <a:pt x="336025" y="47287"/>
                  <a:pt x="337530" y="48736"/>
                </a:cubicBezTo>
                <a:cubicBezTo>
                  <a:pt x="339036" y="50183"/>
                  <a:pt x="340194" y="51921"/>
                  <a:pt x="341003" y="53948"/>
                </a:cubicBezTo>
                <a:cubicBezTo>
                  <a:pt x="341814" y="55973"/>
                  <a:pt x="342394" y="58144"/>
                  <a:pt x="342742" y="60461"/>
                </a:cubicBezTo>
                <a:cubicBezTo>
                  <a:pt x="348186" y="55250"/>
                  <a:pt x="353427" y="51196"/>
                  <a:pt x="358465" y="48301"/>
                </a:cubicBezTo>
                <a:cubicBezTo>
                  <a:pt x="363504" y="45405"/>
                  <a:pt x="368224" y="43956"/>
                  <a:pt x="372624" y="43956"/>
                </a:cubicBezTo>
                <a:cubicBezTo>
                  <a:pt x="379690" y="43956"/>
                  <a:pt x="384786" y="45809"/>
                  <a:pt x="387913" y="49515"/>
                </a:cubicBezTo>
                <a:cubicBezTo>
                  <a:pt x="391041" y="53221"/>
                  <a:pt x="392605" y="58376"/>
                  <a:pt x="392605" y="64979"/>
                </a:cubicBezTo>
                <a:cubicBezTo>
                  <a:pt x="392605" y="66947"/>
                  <a:pt x="392489" y="68801"/>
                  <a:pt x="392258" y="70538"/>
                </a:cubicBezTo>
                <a:cubicBezTo>
                  <a:pt x="392026" y="72275"/>
                  <a:pt x="391679" y="74302"/>
                  <a:pt x="391216" y="76619"/>
                </a:cubicBezTo>
                <a:lnTo>
                  <a:pt x="380442" y="130477"/>
                </a:lnTo>
                <a:lnTo>
                  <a:pt x="367065" y="130477"/>
                </a:lnTo>
                <a:lnTo>
                  <a:pt x="377664" y="78356"/>
                </a:lnTo>
                <a:cubicBezTo>
                  <a:pt x="378127" y="76039"/>
                  <a:pt x="378474" y="74186"/>
                  <a:pt x="378706" y="72796"/>
                </a:cubicBezTo>
                <a:cubicBezTo>
                  <a:pt x="378937" y="71407"/>
                  <a:pt x="379053" y="69960"/>
                  <a:pt x="379053" y="68454"/>
                </a:cubicBezTo>
                <a:cubicBezTo>
                  <a:pt x="379053" y="59766"/>
                  <a:pt x="374941" y="55422"/>
                  <a:pt x="366718" y="55422"/>
                </a:cubicBezTo>
                <a:cubicBezTo>
                  <a:pt x="364286" y="55422"/>
                  <a:pt x="360985" y="56639"/>
                  <a:pt x="356814" y="59072"/>
                </a:cubicBezTo>
                <a:cubicBezTo>
                  <a:pt x="352645" y="61504"/>
                  <a:pt x="348013" y="65384"/>
                  <a:pt x="342917" y="70713"/>
                </a:cubicBezTo>
                <a:lnTo>
                  <a:pt x="330929" y="130477"/>
                </a:lnTo>
                <a:lnTo>
                  <a:pt x="317725" y="130477"/>
                </a:lnTo>
                <a:lnTo>
                  <a:pt x="328149" y="78356"/>
                </a:lnTo>
                <a:cubicBezTo>
                  <a:pt x="328612" y="76039"/>
                  <a:pt x="328959" y="74186"/>
                  <a:pt x="329190" y="72796"/>
                </a:cubicBezTo>
                <a:cubicBezTo>
                  <a:pt x="329422" y="71407"/>
                  <a:pt x="329538" y="69960"/>
                  <a:pt x="329538" y="68454"/>
                </a:cubicBezTo>
                <a:cubicBezTo>
                  <a:pt x="329538" y="59766"/>
                  <a:pt x="325484" y="55422"/>
                  <a:pt x="317378" y="55422"/>
                </a:cubicBezTo>
                <a:cubicBezTo>
                  <a:pt x="314829" y="55422"/>
                  <a:pt x="311469" y="56639"/>
                  <a:pt x="307298" y="59072"/>
                </a:cubicBezTo>
                <a:cubicBezTo>
                  <a:pt x="303129" y="61504"/>
                  <a:pt x="298555" y="65384"/>
                  <a:pt x="293574" y="70713"/>
                </a:cubicBezTo>
                <a:lnTo>
                  <a:pt x="281586" y="130477"/>
                </a:lnTo>
                <a:lnTo>
                  <a:pt x="268384" y="130477"/>
                </a:lnTo>
                <a:close/>
                <a:moveTo>
                  <a:pt x="407607" y="91908"/>
                </a:moveTo>
                <a:lnTo>
                  <a:pt x="409691" y="81656"/>
                </a:lnTo>
                <a:lnTo>
                  <a:pt x="447741" y="81656"/>
                </a:lnTo>
                <a:lnTo>
                  <a:pt x="445482" y="91908"/>
                </a:lnTo>
                <a:lnTo>
                  <a:pt x="407607" y="91908"/>
                </a:lnTo>
                <a:close/>
                <a:moveTo>
                  <a:pt x="461444" y="107024"/>
                </a:moveTo>
                <a:lnTo>
                  <a:pt x="461444" y="95555"/>
                </a:lnTo>
                <a:lnTo>
                  <a:pt x="496885" y="81831"/>
                </a:lnTo>
                <a:lnTo>
                  <a:pt x="518430" y="73319"/>
                </a:lnTo>
                <a:lnTo>
                  <a:pt x="518430" y="72624"/>
                </a:lnTo>
                <a:lnTo>
                  <a:pt x="496885" y="64284"/>
                </a:lnTo>
                <a:lnTo>
                  <a:pt x="461444" y="50385"/>
                </a:lnTo>
                <a:lnTo>
                  <a:pt x="461444" y="39092"/>
                </a:lnTo>
                <a:lnTo>
                  <a:pt x="533024" y="68107"/>
                </a:lnTo>
                <a:lnTo>
                  <a:pt x="533024" y="78183"/>
                </a:lnTo>
                <a:lnTo>
                  <a:pt x="461444" y="107024"/>
                </a:lnTo>
                <a:close/>
                <a:moveTo>
                  <a:pt x="556193" y="132561"/>
                </a:moveTo>
                <a:cubicBezTo>
                  <a:pt x="552487" y="132561"/>
                  <a:pt x="549679" y="131605"/>
                  <a:pt x="547768" y="129695"/>
                </a:cubicBezTo>
                <a:cubicBezTo>
                  <a:pt x="545858" y="127784"/>
                  <a:pt x="544903" y="125092"/>
                  <a:pt x="544903" y="121617"/>
                </a:cubicBezTo>
                <a:cubicBezTo>
                  <a:pt x="544903" y="119763"/>
                  <a:pt x="545250" y="117331"/>
                  <a:pt x="545945" y="114319"/>
                </a:cubicBezTo>
                <a:lnTo>
                  <a:pt x="567314" y="6776"/>
                </a:lnTo>
                <a:lnTo>
                  <a:pt x="580691" y="6776"/>
                </a:lnTo>
                <a:lnTo>
                  <a:pt x="558974" y="115014"/>
                </a:lnTo>
                <a:cubicBezTo>
                  <a:pt x="558743" y="115942"/>
                  <a:pt x="558627" y="116637"/>
                  <a:pt x="558627" y="117100"/>
                </a:cubicBezTo>
                <a:cubicBezTo>
                  <a:pt x="558627" y="117563"/>
                  <a:pt x="558627" y="117968"/>
                  <a:pt x="558627" y="118314"/>
                </a:cubicBezTo>
                <a:cubicBezTo>
                  <a:pt x="558627" y="120400"/>
                  <a:pt x="559611" y="121442"/>
                  <a:pt x="561580" y="121442"/>
                </a:cubicBezTo>
                <a:cubicBezTo>
                  <a:pt x="561928" y="121442"/>
                  <a:pt x="562276" y="121414"/>
                  <a:pt x="562622" y="121357"/>
                </a:cubicBezTo>
                <a:cubicBezTo>
                  <a:pt x="562970" y="121299"/>
                  <a:pt x="563550" y="121154"/>
                  <a:pt x="564361" y="120923"/>
                </a:cubicBezTo>
                <a:lnTo>
                  <a:pt x="564533" y="131172"/>
                </a:lnTo>
                <a:cubicBezTo>
                  <a:pt x="563376" y="131635"/>
                  <a:pt x="562160" y="131982"/>
                  <a:pt x="560886" y="132213"/>
                </a:cubicBezTo>
                <a:cubicBezTo>
                  <a:pt x="559611" y="132445"/>
                  <a:pt x="558047" y="132561"/>
                  <a:pt x="556193" y="132561"/>
                </a:cubicBezTo>
                <a:close/>
                <a:moveTo>
                  <a:pt x="617524" y="132561"/>
                </a:moveTo>
                <a:cubicBezTo>
                  <a:pt x="608373" y="132561"/>
                  <a:pt x="601076" y="129550"/>
                  <a:pt x="595632" y="123529"/>
                </a:cubicBezTo>
                <a:cubicBezTo>
                  <a:pt x="590189" y="117506"/>
                  <a:pt x="587467" y="109224"/>
                  <a:pt x="587467" y="98683"/>
                </a:cubicBezTo>
                <a:cubicBezTo>
                  <a:pt x="587467" y="90692"/>
                  <a:pt x="588741" y="83337"/>
                  <a:pt x="591287" y="76619"/>
                </a:cubicBezTo>
                <a:cubicBezTo>
                  <a:pt x="593836" y="69902"/>
                  <a:pt x="597253" y="64139"/>
                  <a:pt x="601539" y="59332"/>
                </a:cubicBezTo>
                <a:cubicBezTo>
                  <a:pt x="605824" y="54525"/>
                  <a:pt x="610689" y="50760"/>
                  <a:pt x="616132" y="48039"/>
                </a:cubicBezTo>
                <a:cubicBezTo>
                  <a:pt x="621578" y="45317"/>
                  <a:pt x="627195" y="43956"/>
                  <a:pt x="632985" y="43956"/>
                </a:cubicBezTo>
                <a:cubicBezTo>
                  <a:pt x="642136" y="43956"/>
                  <a:pt x="649463" y="46968"/>
                  <a:pt x="654964" y="52991"/>
                </a:cubicBezTo>
                <a:cubicBezTo>
                  <a:pt x="660466" y="59014"/>
                  <a:pt x="663217" y="67296"/>
                  <a:pt x="663217" y="77836"/>
                </a:cubicBezTo>
                <a:cubicBezTo>
                  <a:pt x="663217" y="85828"/>
                  <a:pt x="661913" y="93183"/>
                  <a:pt x="659307" y="99900"/>
                </a:cubicBezTo>
                <a:cubicBezTo>
                  <a:pt x="656700" y="106618"/>
                  <a:pt x="653283" y="112380"/>
                  <a:pt x="649055" y="117187"/>
                </a:cubicBezTo>
                <a:cubicBezTo>
                  <a:pt x="644828" y="121993"/>
                  <a:pt x="639963" y="125756"/>
                  <a:pt x="634461" y="128478"/>
                </a:cubicBezTo>
                <a:cubicBezTo>
                  <a:pt x="628960" y="131200"/>
                  <a:pt x="623314" y="132561"/>
                  <a:pt x="617524" y="132561"/>
                </a:cubicBezTo>
                <a:moveTo>
                  <a:pt x="618913" y="121442"/>
                </a:moveTo>
                <a:cubicBezTo>
                  <a:pt x="622851" y="121442"/>
                  <a:pt x="626644" y="120313"/>
                  <a:pt x="630291" y="118054"/>
                </a:cubicBezTo>
                <a:cubicBezTo>
                  <a:pt x="633941" y="115796"/>
                  <a:pt x="637213" y="112756"/>
                  <a:pt x="640108" y="108935"/>
                </a:cubicBezTo>
                <a:cubicBezTo>
                  <a:pt x="643005" y="105112"/>
                  <a:pt x="645322" y="100595"/>
                  <a:pt x="647059" y="95383"/>
                </a:cubicBezTo>
                <a:cubicBezTo>
                  <a:pt x="648796" y="90171"/>
                  <a:pt x="649665" y="84611"/>
                  <a:pt x="649665" y="78703"/>
                </a:cubicBezTo>
                <a:cubicBezTo>
                  <a:pt x="649665" y="71059"/>
                  <a:pt x="648130" y="65182"/>
                  <a:pt x="645060" y="61071"/>
                </a:cubicBezTo>
                <a:cubicBezTo>
                  <a:pt x="641990" y="56959"/>
                  <a:pt x="637502" y="54902"/>
                  <a:pt x="631596" y="54902"/>
                </a:cubicBezTo>
                <a:cubicBezTo>
                  <a:pt x="627773" y="54902"/>
                  <a:pt x="624009" y="56032"/>
                  <a:pt x="620302" y="58290"/>
                </a:cubicBezTo>
                <a:cubicBezTo>
                  <a:pt x="616596" y="60549"/>
                  <a:pt x="613295" y="63619"/>
                  <a:pt x="610398" y="67500"/>
                </a:cubicBezTo>
                <a:cubicBezTo>
                  <a:pt x="607503" y="71379"/>
                  <a:pt x="605187" y="75925"/>
                  <a:pt x="603450" y="81137"/>
                </a:cubicBezTo>
                <a:cubicBezTo>
                  <a:pt x="601713" y="86348"/>
                  <a:pt x="600844" y="91908"/>
                  <a:pt x="600844" y="97814"/>
                </a:cubicBezTo>
                <a:cubicBezTo>
                  <a:pt x="600844" y="105459"/>
                  <a:pt x="602379" y="111309"/>
                  <a:pt x="605449" y="115364"/>
                </a:cubicBezTo>
                <a:cubicBezTo>
                  <a:pt x="608519" y="119416"/>
                  <a:pt x="613007" y="121442"/>
                  <a:pt x="618913" y="121442"/>
                </a:cubicBezTo>
                <a:close/>
                <a:moveTo>
                  <a:pt x="701438" y="132561"/>
                </a:moveTo>
                <a:cubicBezTo>
                  <a:pt x="694026" y="132561"/>
                  <a:pt x="688118" y="129955"/>
                  <a:pt x="683716" y="124743"/>
                </a:cubicBezTo>
                <a:cubicBezTo>
                  <a:pt x="679315" y="119531"/>
                  <a:pt x="677115" y="111945"/>
                  <a:pt x="677115" y="101984"/>
                </a:cubicBezTo>
                <a:cubicBezTo>
                  <a:pt x="677115" y="93877"/>
                  <a:pt x="678388" y="86291"/>
                  <a:pt x="680935" y="79225"/>
                </a:cubicBezTo>
                <a:cubicBezTo>
                  <a:pt x="683484" y="72159"/>
                  <a:pt x="686901" y="66021"/>
                  <a:pt x="691187" y="60809"/>
                </a:cubicBezTo>
                <a:cubicBezTo>
                  <a:pt x="695472" y="55597"/>
                  <a:pt x="700337" y="51485"/>
                  <a:pt x="705780" y="48474"/>
                </a:cubicBezTo>
                <a:cubicBezTo>
                  <a:pt x="711225" y="45462"/>
                  <a:pt x="716901" y="43956"/>
                  <a:pt x="722808" y="43956"/>
                </a:cubicBezTo>
                <a:cubicBezTo>
                  <a:pt x="727325" y="43956"/>
                  <a:pt x="731349" y="45115"/>
                  <a:pt x="734880" y="47432"/>
                </a:cubicBezTo>
                <a:cubicBezTo>
                  <a:pt x="738413" y="49749"/>
                  <a:pt x="741165" y="52818"/>
                  <a:pt x="743136" y="56639"/>
                </a:cubicBezTo>
                <a:lnTo>
                  <a:pt x="743830" y="56639"/>
                </a:lnTo>
                <a:lnTo>
                  <a:pt x="747131" y="46043"/>
                </a:lnTo>
                <a:lnTo>
                  <a:pt x="757902" y="46043"/>
                </a:lnTo>
                <a:lnTo>
                  <a:pt x="741049" y="130477"/>
                </a:lnTo>
                <a:lnTo>
                  <a:pt x="730103" y="130477"/>
                </a:lnTo>
                <a:lnTo>
                  <a:pt x="731495" y="117967"/>
                </a:lnTo>
                <a:lnTo>
                  <a:pt x="730800" y="117967"/>
                </a:lnTo>
                <a:cubicBezTo>
                  <a:pt x="726746" y="122369"/>
                  <a:pt x="722171" y="125902"/>
                  <a:pt x="717074" y="128566"/>
                </a:cubicBezTo>
                <a:cubicBezTo>
                  <a:pt x="711978" y="131229"/>
                  <a:pt x="706766" y="132561"/>
                  <a:pt x="701438" y="132561"/>
                </a:cubicBezTo>
                <a:moveTo>
                  <a:pt x="706303" y="121442"/>
                </a:moveTo>
                <a:cubicBezTo>
                  <a:pt x="710703" y="121442"/>
                  <a:pt x="715191" y="120140"/>
                  <a:pt x="719767" y="117535"/>
                </a:cubicBezTo>
                <a:cubicBezTo>
                  <a:pt x="724343" y="114928"/>
                  <a:pt x="728715" y="110845"/>
                  <a:pt x="732884" y="105284"/>
                </a:cubicBezTo>
                <a:lnTo>
                  <a:pt x="740530" y="67585"/>
                </a:lnTo>
                <a:cubicBezTo>
                  <a:pt x="738096" y="63184"/>
                  <a:pt x="735431" y="59999"/>
                  <a:pt x="732534" y="58030"/>
                </a:cubicBezTo>
                <a:cubicBezTo>
                  <a:pt x="729639" y="56060"/>
                  <a:pt x="726570" y="55075"/>
                  <a:pt x="723327" y="55075"/>
                </a:cubicBezTo>
                <a:cubicBezTo>
                  <a:pt x="719158" y="55075"/>
                  <a:pt x="715105" y="56320"/>
                  <a:pt x="711167" y="58810"/>
                </a:cubicBezTo>
                <a:cubicBezTo>
                  <a:pt x="707229" y="61300"/>
                  <a:pt x="703755" y="64631"/>
                  <a:pt x="700743" y="68801"/>
                </a:cubicBezTo>
                <a:cubicBezTo>
                  <a:pt x="697732" y="72971"/>
                  <a:pt x="695328" y="77749"/>
                  <a:pt x="693533" y="83135"/>
                </a:cubicBezTo>
                <a:cubicBezTo>
                  <a:pt x="691737" y="88520"/>
                  <a:pt x="690839" y="94109"/>
                  <a:pt x="690839" y="99900"/>
                </a:cubicBezTo>
                <a:cubicBezTo>
                  <a:pt x="690839" y="107196"/>
                  <a:pt x="692229" y="112610"/>
                  <a:pt x="695009" y="116143"/>
                </a:cubicBezTo>
                <a:cubicBezTo>
                  <a:pt x="697789" y="119676"/>
                  <a:pt x="701554" y="121442"/>
                  <a:pt x="706303" y="121442"/>
                </a:cubicBezTo>
                <a:close/>
                <a:moveTo>
                  <a:pt x="835562" y="56291"/>
                </a:moveTo>
                <a:lnTo>
                  <a:pt x="838342" y="39786"/>
                </a:lnTo>
                <a:lnTo>
                  <a:pt x="844943" y="6776"/>
                </a:lnTo>
                <a:lnTo>
                  <a:pt x="858320" y="6776"/>
                </a:lnTo>
                <a:lnTo>
                  <a:pt x="833303" y="130477"/>
                </a:lnTo>
                <a:lnTo>
                  <a:pt x="822357" y="130477"/>
                </a:lnTo>
                <a:lnTo>
                  <a:pt x="823749" y="117967"/>
                </a:lnTo>
                <a:lnTo>
                  <a:pt x="823054" y="117967"/>
                </a:lnTo>
                <a:cubicBezTo>
                  <a:pt x="819000" y="122369"/>
                  <a:pt x="814424" y="125902"/>
                  <a:pt x="809327" y="128566"/>
                </a:cubicBezTo>
                <a:cubicBezTo>
                  <a:pt x="804232" y="131229"/>
                  <a:pt x="799020" y="132561"/>
                  <a:pt x="793692" y="132561"/>
                </a:cubicBezTo>
                <a:cubicBezTo>
                  <a:pt x="786279" y="132561"/>
                  <a:pt x="780372" y="129955"/>
                  <a:pt x="775970" y="124743"/>
                </a:cubicBezTo>
                <a:cubicBezTo>
                  <a:pt x="771569" y="119531"/>
                  <a:pt x="769369" y="111945"/>
                  <a:pt x="769369" y="101984"/>
                </a:cubicBezTo>
                <a:cubicBezTo>
                  <a:pt x="769369" y="93877"/>
                  <a:pt x="770642" y="86291"/>
                  <a:pt x="773189" y="79225"/>
                </a:cubicBezTo>
                <a:cubicBezTo>
                  <a:pt x="775737" y="72159"/>
                  <a:pt x="779154" y="66021"/>
                  <a:pt x="783440" y="60809"/>
                </a:cubicBezTo>
                <a:cubicBezTo>
                  <a:pt x="787726" y="55597"/>
                  <a:pt x="792591" y="51485"/>
                  <a:pt x="798034" y="48474"/>
                </a:cubicBezTo>
                <a:cubicBezTo>
                  <a:pt x="803479" y="45462"/>
                  <a:pt x="809155" y="43956"/>
                  <a:pt x="815061" y="43956"/>
                </a:cubicBezTo>
                <a:cubicBezTo>
                  <a:pt x="819579" y="43956"/>
                  <a:pt x="823516" y="45086"/>
                  <a:pt x="826874" y="47344"/>
                </a:cubicBezTo>
                <a:cubicBezTo>
                  <a:pt x="830234" y="49603"/>
                  <a:pt x="832957" y="52585"/>
                  <a:pt x="835042" y="56291"/>
                </a:cubicBezTo>
                <a:lnTo>
                  <a:pt x="835562" y="56291"/>
                </a:lnTo>
                <a:moveTo>
                  <a:pt x="798556" y="121442"/>
                </a:moveTo>
                <a:cubicBezTo>
                  <a:pt x="802957" y="121442"/>
                  <a:pt x="807416" y="120140"/>
                  <a:pt x="811933" y="117535"/>
                </a:cubicBezTo>
                <a:cubicBezTo>
                  <a:pt x="816451" y="114928"/>
                  <a:pt x="820852" y="110845"/>
                  <a:pt x="825138" y="105284"/>
                </a:cubicBezTo>
                <a:lnTo>
                  <a:pt x="832783" y="67585"/>
                </a:lnTo>
                <a:cubicBezTo>
                  <a:pt x="830350" y="63184"/>
                  <a:pt x="827685" y="59999"/>
                  <a:pt x="824788" y="58030"/>
                </a:cubicBezTo>
                <a:cubicBezTo>
                  <a:pt x="821893" y="56060"/>
                  <a:pt x="818824" y="55075"/>
                  <a:pt x="815581" y="55075"/>
                </a:cubicBezTo>
                <a:cubicBezTo>
                  <a:pt x="811412" y="55075"/>
                  <a:pt x="807358" y="56320"/>
                  <a:pt x="803421" y="58810"/>
                </a:cubicBezTo>
                <a:cubicBezTo>
                  <a:pt x="799483" y="61300"/>
                  <a:pt x="796009" y="64631"/>
                  <a:pt x="792997" y="68801"/>
                </a:cubicBezTo>
                <a:cubicBezTo>
                  <a:pt x="789986" y="72971"/>
                  <a:pt x="787582" y="77749"/>
                  <a:pt x="785786" y="83135"/>
                </a:cubicBezTo>
                <a:cubicBezTo>
                  <a:pt x="783991" y="88520"/>
                  <a:pt x="783093" y="94109"/>
                  <a:pt x="783093" y="99900"/>
                </a:cubicBezTo>
                <a:cubicBezTo>
                  <a:pt x="783093" y="107196"/>
                  <a:pt x="784483" y="112610"/>
                  <a:pt x="787263" y="116143"/>
                </a:cubicBezTo>
                <a:cubicBezTo>
                  <a:pt x="790043" y="119676"/>
                  <a:pt x="793807" y="121442"/>
                  <a:pt x="798556" y="12144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XML">
            <a:extLst xmlns:a="http://schemas.openxmlformats.org/drawingml/2006/main">
              <a:ext uri="{FF2B5EF4-FFF2-40B4-BE49-F238E27FC236}">
                <a16:creationId xmlns:a16="http://schemas.microsoft.com/office/drawing/2014/main" id="{6CD5175E-7E82-4FAA-A975-87B19AAF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7" y="2854160"/>
            <a:ext cx="285099" cy="113972"/>
          </a:xfrm>
          <a:custGeom xmlns:a="http://schemas.openxmlformats.org/drawingml/2006/main">
            <a:pathLst>
              <a:path w="285099" h="113972">
                <a:moveTo>
                  <a:pt x="0" y="113972"/>
                </a:moveTo>
                <a:lnTo>
                  <a:pt x="43781" y="54902"/>
                </a:lnTo>
                <a:lnTo>
                  <a:pt x="25017" y="0"/>
                </a:lnTo>
                <a:lnTo>
                  <a:pt x="39611" y="0"/>
                </a:lnTo>
                <a:lnTo>
                  <a:pt x="49340" y="30232"/>
                </a:lnTo>
                <a:cubicBezTo>
                  <a:pt x="50152" y="32895"/>
                  <a:pt x="50905" y="35472"/>
                  <a:pt x="51599" y="37962"/>
                </a:cubicBezTo>
                <a:cubicBezTo>
                  <a:pt x="52294" y="40453"/>
                  <a:pt x="53104" y="43203"/>
                  <a:pt x="54030" y="46215"/>
                </a:cubicBezTo>
                <a:lnTo>
                  <a:pt x="54552" y="46215"/>
                </a:lnTo>
                <a:cubicBezTo>
                  <a:pt x="56521" y="43435"/>
                  <a:pt x="58490" y="40655"/>
                  <a:pt x="60459" y="37875"/>
                </a:cubicBezTo>
                <a:cubicBezTo>
                  <a:pt x="62428" y="35095"/>
                  <a:pt x="64281" y="32373"/>
                  <a:pt x="66018" y="29710"/>
                </a:cubicBezTo>
                <a:lnTo>
                  <a:pt x="86868" y="0"/>
                </a:lnTo>
                <a:lnTo>
                  <a:pt x="101114" y="0"/>
                </a:lnTo>
                <a:lnTo>
                  <a:pt x="59939" y="55944"/>
                </a:lnTo>
                <a:lnTo>
                  <a:pt x="80264" y="113972"/>
                </a:lnTo>
                <a:lnTo>
                  <a:pt x="65671" y="113972"/>
                </a:lnTo>
                <a:lnTo>
                  <a:pt x="55247" y="82003"/>
                </a:lnTo>
                <a:cubicBezTo>
                  <a:pt x="54321" y="79109"/>
                  <a:pt x="53423" y="76184"/>
                  <a:pt x="52553" y="73231"/>
                </a:cubicBezTo>
                <a:cubicBezTo>
                  <a:pt x="51686" y="70278"/>
                  <a:pt x="50789" y="67296"/>
                  <a:pt x="49863" y="64284"/>
                </a:cubicBezTo>
                <a:lnTo>
                  <a:pt x="49340" y="64284"/>
                </a:lnTo>
                <a:cubicBezTo>
                  <a:pt x="47023" y="67296"/>
                  <a:pt x="44822" y="70394"/>
                  <a:pt x="42737" y="73579"/>
                </a:cubicBezTo>
                <a:cubicBezTo>
                  <a:pt x="40653" y="76763"/>
                  <a:pt x="38627" y="79804"/>
                  <a:pt x="36658" y="82701"/>
                </a:cubicBezTo>
                <a:lnTo>
                  <a:pt x="14419" y="113972"/>
                </a:lnTo>
                <a:lnTo>
                  <a:pt x="0" y="113972"/>
                </a:lnTo>
                <a:close/>
                <a:moveTo>
                  <a:pt x="99203" y="113972"/>
                </a:moveTo>
                <a:lnTo>
                  <a:pt x="121962" y="0"/>
                </a:lnTo>
                <a:lnTo>
                  <a:pt x="138120" y="0"/>
                </a:lnTo>
                <a:lnTo>
                  <a:pt x="148021" y="61503"/>
                </a:lnTo>
                <a:lnTo>
                  <a:pt x="151844" y="85132"/>
                </a:lnTo>
                <a:lnTo>
                  <a:pt x="152538" y="85132"/>
                </a:lnTo>
                <a:lnTo>
                  <a:pt x="164701" y="61503"/>
                </a:lnTo>
                <a:lnTo>
                  <a:pt x="198578" y="0"/>
                </a:lnTo>
                <a:lnTo>
                  <a:pt x="214736" y="0"/>
                </a:lnTo>
                <a:lnTo>
                  <a:pt x="191977" y="113972"/>
                </a:lnTo>
                <a:lnTo>
                  <a:pt x="178948" y="113972"/>
                </a:lnTo>
                <a:lnTo>
                  <a:pt x="192152" y="49690"/>
                </a:lnTo>
                <a:cubicBezTo>
                  <a:pt x="193193" y="44478"/>
                  <a:pt x="194467" y="38832"/>
                  <a:pt x="195972" y="32750"/>
                </a:cubicBezTo>
                <a:cubicBezTo>
                  <a:pt x="197478" y="26669"/>
                  <a:pt x="198927" y="21138"/>
                  <a:pt x="200317" y="16158"/>
                </a:cubicBezTo>
                <a:lnTo>
                  <a:pt x="199623" y="16158"/>
                </a:lnTo>
                <a:lnTo>
                  <a:pt x="185896" y="41523"/>
                </a:lnTo>
                <a:lnTo>
                  <a:pt x="152366" y="101984"/>
                </a:lnTo>
                <a:lnTo>
                  <a:pt x="144721" y="101984"/>
                </a:lnTo>
                <a:lnTo>
                  <a:pt x="134122" y="41523"/>
                </a:lnTo>
                <a:lnTo>
                  <a:pt x="130302" y="16158"/>
                </a:lnTo>
                <a:lnTo>
                  <a:pt x="129607" y="16158"/>
                </a:lnTo>
                <a:cubicBezTo>
                  <a:pt x="128911" y="21370"/>
                  <a:pt x="128157" y="26959"/>
                  <a:pt x="127346" y="32925"/>
                </a:cubicBezTo>
                <a:cubicBezTo>
                  <a:pt x="126537" y="38890"/>
                  <a:pt x="125669" y="44478"/>
                  <a:pt x="124743" y="49690"/>
                </a:cubicBezTo>
                <a:lnTo>
                  <a:pt x="111885" y="113972"/>
                </a:lnTo>
                <a:lnTo>
                  <a:pt x="99203" y="113972"/>
                </a:lnTo>
                <a:close/>
                <a:moveTo>
                  <a:pt x="221340" y="113972"/>
                </a:moveTo>
                <a:lnTo>
                  <a:pt x="244098" y="0"/>
                </a:lnTo>
                <a:lnTo>
                  <a:pt x="257650" y="0"/>
                </a:lnTo>
                <a:lnTo>
                  <a:pt x="237150" y="102506"/>
                </a:lnTo>
                <a:lnTo>
                  <a:pt x="285099" y="102506"/>
                </a:lnTo>
                <a:lnTo>
                  <a:pt x="282843" y="113972"/>
                </a:lnTo>
                <a:lnTo>
                  <a:pt x="221340" y="11397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('&lt;f">
            <a:extLst xmlns:a="http://schemas.openxmlformats.org/drawingml/2006/main">
              <a:ext uri="{FF2B5EF4-FFF2-40B4-BE49-F238E27FC236}">
                <a16:creationId xmlns:a16="http://schemas.microsoft.com/office/drawing/2014/main" id="{859671AB-68BD-402F-9B04-E227F1C7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75" y="3033979"/>
            <a:ext cx="234140" cy="157578"/>
          </a:xfrm>
          <a:custGeom xmlns:a="http://schemas.openxmlformats.org/drawingml/2006/main">
            <a:pathLst>
              <a:path w="234140" h="157578">
                <a:moveTo>
                  <a:pt x="9901" y="157578"/>
                </a:moveTo>
                <a:cubicBezTo>
                  <a:pt x="7123" y="150166"/>
                  <a:pt x="4778" y="141768"/>
                  <a:pt x="2866" y="132386"/>
                </a:cubicBezTo>
                <a:cubicBezTo>
                  <a:pt x="955" y="123005"/>
                  <a:pt x="0" y="113508"/>
                  <a:pt x="0" y="103895"/>
                </a:cubicBezTo>
                <a:cubicBezTo>
                  <a:pt x="0" y="93818"/>
                  <a:pt x="897" y="84262"/>
                  <a:pt x="2691" y="75227"/>
                </a:cubicBezTo>
                <a:cubicBezTo>
                  <a:pt x="4486" y="66193"/>
                  <a:pt x="7121" y="57448"/>
                  <a:pt x="10596" y="48993"/>
                </a:cubicBezTo>
                <a:cubicBezTo>
                  <a:pt x="14072" y="40538"/>
                  <a:pt x="18301" y="32287"/>
                  <a:pt x="23281" y="24238"/>
                </a:cubicBezTo>
                <a:cubicBezTo>
                  <a:pt x="28261" y="16188"/>
                  <a:pt x="33995" y="8109"/>
                  <a:pt x="40481" y="0"/>
                </a:cubicBezTo>
                <a:lnTo>
                  <a:pt x="48299" y="4345"/>
                </a:lnTo>
                <a:cubicBezTo>
                  <a:pt x="36021" y="19981"/>
                  <a:pt x="26755" y="36138"/>
                  <a:pt x="20500" y="52816"/>
                </a:cubicBezTo>
                <a:cubicBezTo>
                  <a:pt x="14246" y="69494"/>
                  <a:pt x="11118" y="86984"/>
                  <a:pt x="11118" y="105284"/>
                </a:cubicBezTo>
                <a:cubicBezTo>
                  <a:pt x="11118" y="109339"/>
                  <a:pt x="11263" y="113538"/>
                  <a:pt x="11553" y="117882"/>
                </a:cubicBezTo>
                <a:cubicBezTo>
                  <a:pt x="11843" y="122224"/>
                  <a:pt x="12306" y="126538"/>
                  <a:pt x="12942" y="130824"/>
                </a:cubicBezTo>
                <a:cubicBezTo>
                  <a:pt x="13580" y="135110"/>
                  <a:pt x="14362" y="139279"/>
                  <a:pt x="15288" y="143332"/>
                </a:cubicBezTo>
                <a:cubicBezTo>
                  <a:pt x="16214" y="147386"/>
                  <a:pt x="17315" y="151035"/>
                  <a:pt x="18589" y="154278"/>
                </a:cubicBezTo>
                <a:lnTo>
                  <a:pt x="9901" y="157578"/>
                </a:lnTo>
                <a:close/>
                <a:moveTo>
                  <a:pt x="62524" y="52991"/>
                </a:moveTo>
                <a:lnTo>
                  <a:pt x="66519" y="26409"/>
                </a:lnTo>
                <a:lnTo>
                  <a:pt x="69125" y="10424"/>
                </a:lnTo>
                <a:lnTo>
                  <a:pt x="82155" y="10424"/>
                </a:lnTo>
                <a:lnTo>
                  <a:pt x="78854" y="26409"/>
                </a:lnTo>
                <a:lnTo>
                  <a:pt x="71556" y="52991"/>
                </a:lnTo>
                <a:lnTo>
                  <a:pt x="62524" y="52991"/>
                </a:lnTo>
                <a:close/>
                <a:moveTo>
                  <a:pt x="160578" y="103548"/>
                </a:moveTo>
                <a:lnTo>
                  <a:pt x="89001" y="74708"/>
                </a:lnTo>
                <a:lnTo>
                  <a:pt x="89001" y="64631"/>
                </a:lnTo>
                <a:lnTo>
                  <a:pt x="160578" y="35616"/>
                </a:lnTo>
                <a:lnTo>
                  <a:pt x="160578" y="46909"/>
                </a:lnTo>
                <a:lnTo>
                  <a:pt x="125312" y="60809"/>
                </a:lnTo>
                <a:lnTo>
                  <a:pt x="103595" y="69149"/>
                </a:lnTo>
                <a:lnTo>
                  <a:pt x="103595" y="69843"/>
                </a:lnTo>
                <a:lnTo>
                  <a:pt x="125312" y="78356"/>
                </a:lnTo>
                <a:lnTo>
                  <a:pt x="160578" y="92080"/>
                </a:lnTo>
                <a:lnTo>
                  <a:pt x="160578" y="103548"/>
                </a:lnTo>
                <a:close/>
                <a:moveTo>
                  <a:pt x="176459" y="53338"/>
                </a:moveTo>
                <a:lnTo>
                  <a:pt x="178371" y="43434"/>
                </a:lnTo>
                <a:lnTo>
                  <a:pt x="189664" y="42567"/>
                </a:lnTo>
                <a:lnTo>
                  <a:pt x="192442" y="28493"/>
                </a:lnTo>
                <a:cubicBezTo>
                  <a:pt x="194180" y="19921"/>
                  <a:pt x="197278" y="13233"/>
                  <a:pt x="201737" y="8428"/>
                </a:cubicBezTo>
                <a:cubicBezTo>
                  <a:pt x="206196" y="3620"/>
                  <a:pt x="212016" y="1217"/>
                  <a:pt x="219199" y="1217"/>
                </a:cubicBezTo>
                <a:cubicBezTo>
                  <a:pt x="222210" y="1217"/>
                  <a:pt x="224932" y="1593"/>
                  <a:pt x="227364" y="2346"/>
                </a:cubicBezTo>
                <a:cubicBezTo>
                  <a:pt x="229796" y="3099"/>
                  <a:pt x="232054" y="4113"/>
                  <a:pt x="234140" y="5387"/>
                </a:cubicBezTo>
                <a:lnTo>
                  <a:pt x="229448" y="14941"/>
                </a:lnTo>
                <a:cubicBezTo>
                  <a:pt x="228173" y="14132"/>
                  <a:pt x="226783" y="13437"/>
                  <a:pt x="225278" y="12857"/>
                </a:cubicBezTo>
                <a:cubicBezTo>
                  <a:pt x="223772" y="12278"/>
                  <a:pt x="222035" y="11988"/>
                  <a:pt x="220066" y="11988"/>
                </a:cubicBezTo>
                <a:cubicBezTo>
                  <a:pt x="216245" y="11988"/>
                  <a:pt x="213147" y="13436"/>
                  <a:pt x="210771" y="16333"/>
                </a:cubicBezTo>
                <a:cubicBezTo>
                  <a:pt x="208398" y="19228"/>
                  <a:pt x="206747" y="23165"/>
                  <a:pt x="205819" y="28146"/>
                </a:cubicBezTo>
                <a:lnTo>
                  <a:pt x="202866" y="42567"/>
                </a:lnTo>
                <a:lnTo>
                  <a:pt x="219893" y="42567"/>
                </a:lnTo>
                <a:lnTo>
                  <a:pt x="217807" y="53338"/>
                </a:lnTo>
                <a:lnTo>
                  <a:pt x="200607" y="53338"/>
                </a:lnTo>
                <a:lnTo>
                  <a:pt x="185841" y="127001"/>
                </a:lnTo>
                <a:lnTo>
                  <a:pt x="172637" y="127001"/>
                </a:lnTo>
                <a:lnTo>
                  <a:pt x="187405" y="53338"/>
                </a:lnTo>
                <a:lnTo>
                  <a:pt x="176459" y="53338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oo&gt;f">
            <a:extLst xmlns:a="http://schemas.openxmlformats.org/drawingml/2006/main">
              <a:ext uri="{FF2B5EF4-FFF2-40B4-BE49-F238E27FC236}">
                <a16:creationId xmlns:a16="http://schemas.microsoft.com/office/drawing/2014/main" id="{6244F5E8-4FCE-400F-83BA-A01A0898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06" y="3035196"/>
            <a:ext cx="325443" cy="127868"/>
          </a:xfrm>
          <a:custGeom xmlns:a="http://schemas.openxmlformats.org/drawingml/2006/main">
            <a:pathLst>
              <a:path w="325443" h="127868">
                <a:moveTo>
                  <a:pt x="30057" y="127868"/>
                </a:moveTo>
                <a:cubicBezTo>
                  <a:pt x="20906" y="127868"/>
                  <a:pt x="13608" y="124858"/>
                  <a:pt x="8165" y="118836"/>
                </a:cubicBezTo>
                <a:cubicBezTo>
                  <a:pt x="2722" y="112813"/>
                  <a:pt x="0" y="104532"/>
                  <a:pt x="0" y="93991"/>
                </a:cubicBezTo>
                <a:cubicBezTo>
                  <a:pt x="0" y="85999"/>
                  <a:pt x="1273" y="78645"/>
                  <a:pt x="3820" y="71927"/>
                </a:cubicBezTo>
                <a:cubicBezTo>
                  <a:pt x="6369" y="65209"/>
                  <a:pt x="9786" y="59447"/>
                  <a:pt x="14072" y="54640"/>
                </a:cubicBezTo>
                <a:cubicBezTo>
                  <a:pt x="18357" y="49833"/>
                  <a:pt x="23222" y="46068"/>
                  <a:pt x="28665" y="43347"/>
                </a:cubicBezTo>
                <a:cubicBezTo>
                  <a:pt x="34110" y="40625"/>
                  <a:pt x="39728" y="39264"/>
                  <a:pt x="45518" y="39264"/>
                </a:cubicBezTo>
                <a:cubicBezTo>
                  <a:pt x="54669" y="39264"/>
                  <a:pt x="61995" y="42276"/>
                  <a:pt x="67497" y="48299"/>
                </a:cubicBezTo>
                <a:cubicBezTo>
                  <a:pt x="72999" y="54322"/>
                  <a:pt x="75750" y="62603"/>
                  <a:pt x="75750" y="73144"/>
                </a:cubicBezTo>
                <a:cubicBezTo>
                  <a:pt x="75750" y="81136"/>
                  <a:pt x="74446" y="88490"/>
                  <a:pt x="71839" y="95208"/>
                </a:cubicBezTo>
                <a:cubicBezTo>
                  <a:pt x="69233" y="101926"/>
                  <a:pt x="65816" y="107688"/>
                  <a:pt x="61588" y="112495"/>
                </a:cubicBezTo>
                <a:cubicBezTo>
                  <a:pt x="57361" y="117301"/>
                  <a:pt x="52496" y="121064"/>
                  <a:pt x="46994" y="123786"/>
                </a:cubicBezTo>
                <a:cubicBezTo>
                  <a:pt x="41493" y="126508"/>
                  <a:pt x="35847" y="127868"/>
                  <a:pt x="30057" y="127868"/>
                </a:cubicBezTo>
                <a:moveTo>
                  <a:pt x="31446" y="116750"/>
                </a:moveTo>
                <a:cubicBezTo>
                  <a:pt x="35384" y="116750"/>
                  <a:pt x="39176" y="115621"/>
                  <a:pt x="42824" y="113362"/>
                </a:cubicBezTo>
                <a:cubicBezTo>
                  <a:pt x="46474" y="111103"/>
                  <a:pt x="49746" y="108064"/>
                  <a:pt x="52641" y="104243"/>
                </a:cubicBezTo>
                <a:cubicBezTo>
                  <a:pt x="55538" y="100420"/>
                  <a:pt x="57855" y="95903"/>
                  <a:pt x="59592" y="90691"/>
                </a:cubicBezTo>
                <a:cubicBezTo>
                  <a:pt x="61329" y="85479"/>
                  <a:pt x="62198" y="79919"/>
                  <a:pt x="62198" y="74011"/>
                </a:cubicBezTo>
                <a:cubicBezTo>
                  <a:pt x="62198" y="66367"/>
                  <a:pt x="60663" y="60490"/>
                  <a:pt x="57593" y="56379"/>
                </a:cubicBezTo>
                <a:cubicBezTo>
                  <a:pt x="54523" y="52266"/>
                  <a:pt x="50035" y="50210"/>
                  <a:pt x="44129" y="50210"/>
                </a:cubicBezTo>
                <a:cubicBezTo>
                  <a:pt x="40306" y="50210"/>
                  <a:pt x="36541" y="51339"/>
                  <a:pt x="32835" y="53598"/>
                </a:cubicBezTo>
                <a:cubicBezTo>
                  <a:pt x="29129" y="55857"/>
                  <a:pt x="25828" y="58926"/>
                  <a:pt x="22931" y="62807"/>
                </a:cubicBezTo>
                <a:cubicBezTo>
                  <a:pt x="20036" y="66687"/>
                  <a:pt x="17720" y="71232"/>
                  <a:pt x="15983" y="76444"/>
                </a:cubicBezTo>
                <a:cubicBezTo>
                  <a:pt x="14246" y="81656"/>
                  <a:pt x="13377" y="87215"/>
                  <a:pt x="13377" y="93122"/>
                </a:cubicBezTo>
                <a:cubicBezTo>
                  <a:pt x="13377" y="100767"/>
                  <a:pt x="14912" y="106617"/>
                  <a:pt x="17982" y="110671"/>
                </a:cubicBezTo>
                <a:cubicBezTo>
                  <a:pt x="21052" y="114724"/>
                  <a:pt x="25540" y="116750"/>
                  <a:pt x="31446" y="116750"/>
                </a:cubicBezTo>
                <a:close/>
                <a:moveTo>
                  <a:pt x="119601" y="127868"/>
                </a:moveTo>
                <a:cubicBezTo>
                  <a:pt x="110449" y="127868"/>
                  <a:pt x="103152" y="124858"/>
                  <a:pt x="97709" y="118836"/>
                </a:cubicBezTo>
                <a:cubicBezTo>
                  <a:pt x="92265" y="112813"/>
                  <a:pt x="89544" y="104532"/>
                  <a:pt x="89544" y="93991"/>
                </a:cubicBezTo>
                <a:cubicBezTo>
                  <a:pt x="89544" y="85999"/>
                  <a:pt x="90817" y="78645"/>
                  <a:pt x="93364" y="71927"/>
                </a:cubicBezTo>
                <a:cubicBezTo>
                  <a:pt x="95912" y="65209"/>
                  <a:pt x="99329" y="59447"/>
                  <a:pt x="103615" y="54640"/>
                </a:cubicBezTo>
                <a:cubicBezTo>
                  <a:pt x="107901" y="49833"/>
                  <a:pt x="112765" y="46068"/>
                  <a:pt x="118209" y="43347"/>
                </a:cubicBezTo>
                <a:cubicBezTo>
                  <a:pt x="123654" y="40625"/>
                  <a:pt x="129271" y="39264"/>
                  <a:pt x="135061" y="39264"/>
                </a:cubicBezTo>
                <a:cubicBezTo>
                  <a:pt x="144212" y="39264"/>
                  <a:pt x="151539" y="42276"/>
                  <a:pt x="157041" y="48299"/>
                </a:cubicBezTo>
                <a:cubicBezTo>
                  <a:pt x="162542" y="54322"/>
                  <a:pt x="165293" y="62603"/>
                  <a:pt x="165293" y="73144"/>
                </a:cubicBezTo>
                <a:cubicBezTo>
                  <a:pt x="165293" y="81136"/>
                  <a:pt x="163990" y="88490"/>
                  <a:pt x="161383" y="95208"/>
                </a:cubicBezTo>
                <a:cubicBezTo>
                  <a:pt x="158776" y="101926"/>
                  <a:pt x="155359" y="107688"/>
                  <a:pt x="151132" y="112495"/>
                </a:cubicBezTo>
                <a:cubicBezTo>
                  <a:pt x="146904" y="117301"/>
                  <a:pt x="142040" y="121064"/>
                  <a:pt x="136538" y="123786"/>
                </a:cubicBezTo>
                <a:cubicBezTo>
                  <a:pt x="131036" y="126508"/>
                  <a:pt x="125390" y="127868"/>
                  <a:pt x="119601" y="127868"/>
                </a:cubicBezTo>
                <a:moveTo>
                  <a:pt x="120990" y="116750"/>
                </a:moveTo>
                <a:cubicBezTo>
                  <a:pt x="124927" y="116750"/>
                  <a:pt x="128720" y="115621"/>
                  <a:pt x="132368" y="113362"/>
                </a:cubicBezTo>
                <a:cubicBezTo>
                  <a:pt x="136017" y="111103"/>
                  <a:pt x="139290" y="108064"/>
                  <a:pt x="142184" y="104243"/>
                </a:cubicBezTo>
                <a:cubicBezTo>
                  <a:pt x="145081" y="100420"/>
                  <a:pt x="147398" y="95903"/>
                  <a:pt x="149135" y="90691"/>
                </a:cubicBezTo>
                <a:cubicBezTo>
                  <a:pt x="150873" y="85479"/>
                  <a:pt x="151741" y="79919"/>
                  <a:pt x="151741" y="74011"/>
                </a:cubicBezTo>
                <a:cubicBezTo>
                  <a:pt x="151741" y="66367"/>
                  <a:pt x="150206" y="60490"/>
                  <a:pt x="147136" y="56379"/>
                </a:cubicBezTo>
                <a:cubicBezTo>
                  <a:pt x="144067" y="52266"/>
                  <a:pt x="139578" y="50210"/>
                  <a:pt x="133672" y="50210"/>
                </a:cubicBezTo>
                <a:cubicBezTo>
                  <a:pt x="129849" y="50210"/>
                  <a:pt x="126085" y="51339"/>
                  <a:pt x="122379" y="53598"/>
                </a:cubicBezTo>
                <a:cubicBezTo>
                  <a:pt x="118673" y="55857"/>
                  <a:pt x="115371" y="58926"/>
                  <a:pt x="112475" y="62807"/>
                </a:cubicBezTo>
                <a:cubicBezTo>
                  <a:pt x="109580" y="66687"/>
                  <a:pt x="107264" y="71232"/>
                  <a:pt x="105526" y="76444"/>
                </a:cubicBezTo>
                <a:cubicBezTo>
                  <a:pt x="103789" y="81656"/>
                  <a:pt x="102920" y="87215"/>
                  <a:pt x="102920" y="93122"/>
                </a:cubicBezTo>
                <a:cubicBezTo>
                  <a:pt x="102920" y="100767"/>
                  <a:pt x="104455" y="106617"/>
                  <a:pt x="107525" y="110671"/>
                </a:cubicBezTo>
                <a:cubicBezTo>
                  <a:pt x="110595" y="114724"/>
                  <a:pt x="115083" y="116750"/>
                  <a:pt x="120990" y="116750"/>
                </a:cubicBezTo>
                <a:close/>
                <a:moveTo>
                  <a:pt x="180651" y="102331"/>
                </a:moveTo>
                <a:lnTo>
                  <a:pt x="180651" y="90863"/>
                </a:lnTo>
                <a:lnTo>
                  <a:pt x="216092" y="77139"/>
                </a:lnTo>
                <a:lnTo>
                  <a:pt x="237637" y="68626"/>
                </a:lnTo>
                <a:lnTo>
                  <a:pt x="237637" y="67932"/>
                </a:lnTo>
                <a:lnTo>
                  <a:pt x="216092" y="59592"/>
                </a:lnTo>
                <a:lnTo>
                  <a:pt x="180651" y="45693"/>
                </a:lnTo>
                <a:lnTo>
                  <a:pt x="180651" y="34399"/>
                </a:lnTo>
                <a:lnTo>
                  <a:pt x="252231" y="63415"/>
                </a:lnTo>
                <a:lnTo>
                  <a:pt x="252231" y="73491"/>
                </a:lnTo>
                <a:lnTo>
                  <a:pt x="180651" y="102331"/>
                </a:lnTo>
                <a:close/>
                <a:moveTo>
                  <a:pt x="267762" y="52121"/>
                </a:moveTo>
                <a:lnTo>
                  <a:pt x="269673" y="42217"/>
                </a:lnTo>
                <a:lnTo>
                  <a:pt x="280967" y="41350"/>
                </a:lnTo>
                <a:lnTo>
                  <a:pt x="283745" y="27276"/>
                </a:lnTo>
                <a:cubicBezTo>
                  <a:pt x="285482" y="18705"/>
                  <a:pt x="288580" y="12016"/>
                  <a:pt x="293039" y="7211"/>
                </a:cubicBezTo>
                <a:cubicBezTo>
                  <a:pt x="297498" y="2404"/>
                  <a:pt x="303319" y="0"/>
                  <a:pt x="310502" y="0"/>
                </a:cubicBezTo>
                <a:cubicBezTo>
                  <a:pt x="313513" y="0"/>
                  <a:pt x="316235" y="376"/>
                  <a:pt x="318667" y="1129"/>
                </a:cubicBezTo>
                <a:cubicBezTo>
                  <a:pt x="321098" y="1882"/>
                  <a:pt x="323357" y="2896"/>
                  <a:pt x="325443" y="4170"/>
                </a:cubicBezTo>
                <a:lnTo>
                  <a:pt x="320750" y="13724"/>
                </a:lnTo>
                <a:cubicBezTo>
                  <a:pt x="319476" y="12915"/>
                  <a:pt x="318086" y="12220"/>
                  <a:pt x="316580" y="11641"/>
                </a:cubicBezTo>
                <a:cubicBezTo>
                  <a:pt x="315074" y="11061"/>
                  <a:pt x="313337" y="10771"/>
                  <a:pt x="311368" y="10771"/>
                </a:cubicBezTo>
                <a:cubicBezTo>
                  <a:pt x="307547" y="10771"/>
                  <a:pt x="304449" y="12219"/>
                  <a:pt x="302074" y="15116"/>
                </a:cubicBezTo>
                <a:cubicBezTo>
                  <a:pt x="299700" y="18011"/>
                  <a:pt x="298050" y="21949"/>
                  <a:pt x="297122" y="26929"/>
                </a:cubicBezTo>
                <a:lnTo>
                  <a:pt x="294169" y="41350"/>
                </a:lnTo>
                <a:lnTo>
                  <a:pt x="311196" y="41350"/>
                </a:lnTo>
                <a:lnTo>
                  <a:pt x="309110" y="52121"/>
                </a:lnTo>
                <a:lnTo>
                  <a:pt x="291910" y="52121"/>
                </a:lnTo>
                <a:lnTo>
                  <a:pt x="277144" y="125785"/>
                </a:lnTo>
                <a:lnTo>
                  <a:pt x="263939" y="125785"/>
                </a:lnTo>
                <a:lnTo>
                  <a:pt x="278708" y="52121"/>
                </a:lnTo>
                <a:lnTo>
                  <a:pt x="267762" y="5212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oo1&lt;">
            <a:extLst xmlns:a="http://schemas.openxmlformats.org/drawingml/2006/main">
              <a:ext uri="{FF2B5EF4-FFF2-40B4-BE49-F238E27FC236}">
                <a16:creationId xmlns:a16="http://schemas.microsoft.com/office/drawing/2014/main" id="{7D6AF397-1D10-4C67-8E7D-A6E55D6E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240" y="3050137"/>
            <a:ext cx="336039" cy="112927"/>
          </a:xfrm>
          <a:custGeom xmlns:a="http://schemas.openxmlformats.org/drawingml/2006/main">
            <a:pathLst>
              <a:path w="336039" h="112927">
                <a:moveTo>
                  <a:pt x="30057" y="112927"/>
                </a:moveTo>
                <a:cubicBezTo>
                  <a:pt x="20906" y="112927"/>
                  <a:pt x="13608" y="109917"/>
                  <a:pt x="8165" y="103895"/>
                </a:cubicBezTo>
                <a:cubicBezTo>
                  <a:pt x="2722" y="97872"/>
                  <a:pt x="0" y="89591"/>
                  <a:pt x="0" y="79050"/>
                </a:cubicBezTo>
                <a:cubicBezTo>
                  <a:pt x="0" y="71058"/>
                  <a:pt x="1273" y="63704"/>
                  <a:pt x="3820" y="56986"/>
                </a:cubicBezTo>
                <a:cubicBezTo>
                  <a:pt x="6369" y="50268"/>
                  <a:pt x="9786" y="44506"/>
                  <a:pt x="14072" y="39699"/>
                </a:cubicBezTo>
                <a:cubicBezTo>
                  <a:pt x="18357" y="34892"/>
                  <a:pt x="23222" y="31127"/>
                  <a:pt x="28665" y="28405"/>
                </a:cubicBezTo>
                <a:cubicBezTo>
                  <a:pt x="34110" y="25684"/>
                  <a:pt x="39728" y="24323"/>
                  <a:pt x="45518" y="24323"/>
                </a:cubicBezTo>
                <a:cubicBezTo>
                  <a:pt x="54669" y="24323"/>
                  <a:pt x="61995" y="27334"/>
                  <a:pt x="67497" y="33358"/>
                </a:cubicBezTo>
                <a:cubicBezTo>
                  <a:pt x="72999" y="39381"/>
                  <a:pt x="75750" y="47662"/>
                  <a:pt x="75750" y="58203"/>
                </a:cubicBezTo>
                <a:cubicBezTo>
                  <a:pt x="75750" y="66195"/>
                  <a:pt x="74446" y="73549"/>
                  <a:pt x="71839" y="80267"/>
                </a:cubicBezTo>
                <a:cubicBezTo>
                  <a:pt x="69233" y="86985"/>
                  <a:pt x="65816" y="92747"/>
                  <a:pt x="61588" y="97554"/>
                </a:cubicBezTo>
                <a:cubicBezTo>
                  <a:pt x="57361" y="102360"/>
                  <a:pt x="52496" y="106123"/>
                  <a:pt x="46994" y="108845"/>
                </a:cubicBezTo>
                <a:cubicBezTo>
                  <a:pt x="41493" y="111566"/>
                  <a:pt x="35847" y="112927"/>
                  <a:pt x="30057" y="112927"/>
                </a:cubicBezTo>
                <a:moveTo>
                  <a:pt x="31446" y="101809"/>
                </a:moveTo>
                <a:cubicBezTo>
                  <a:pt x="35384" y="101809"/>
                  <a:pt x="39176" y="100680"/>
                  <a:pt x="42824" y="98421"/>
                </a:cubicBezTo>
                <a:cubicBezTo>
                  <a:pt x="46474" y="96162"/>
                  <a:pt x="49746" y="93123"/>
                  <a:pt x="52641" y="89302"/>
                </a:cubicBezTo>
                <a:cubicBezTo>
                  <a:pt x="55538" y="85479"/>
                  <a:pt x="57855" y="80962"/>
                  <a:pt x="59592" y="75750"/>
                </a:cubicBezTo>
                <a:cubicBezTo>
                  <a:pt x="61329" y="70538"/>
                  <a:pt x="62198" y="64978"/>
                  <a:pt x="62198" y="59070"/>
                </a:cubicBezTo>
                <a:cubicBezTo>
                  <a:pt x="62198" y="51426"/>
                  <a:pt x="60663" y="45549"/>
                  <a:pt x="57593" y="41438"/>
                </a:cubicBezTo>
                <a:cubicBezTo>
                  <a:pt x="54523" y="37325"/>
                  <a:pt x="50035" y="35269"/>
                  <a:pt x="44129" y="35269"/>
                </a:cubicBezTo>
                <a:cubicBezTo>
                  <a:pt x="40306" y="35269"/>
                  <a:pt x="36541" y="36398"/>
                  <a:pt x="32835" y="38657"/>
                </a:cubicBezTo>
                <a:cubicBezTo>
                  <a:pt x="29129" y="40916"/>
                  <a:pt x="25828" y="43985"/>
                  <a:pt x="22931" y="47866"/>
                </a:cubicBezTo>
                <a:cubicBezTo>
                  <a:pt x="20036" y="51746"/>
                  <a:pt x="17720" y="56291"/>
                  <a:pt x="15983" y="61503"/>
                </a:cubicBezTo>
                <a:cubicBezTo>
                  <a:pt x="14246" y="66715"/>
                  <a:pt x="13377" y="72274"/>
                  <a:pt x="13377" y="78181"/>
                </a:cubicBezTo>
                <a:cubicBezTo>
                  <a:pt x="13377" y="85826"/>
                  <a:pt x="14912" y="91676"/>
                  <a:pt x="17982" y="95730"/>
                </a:cubicBezTo>
                <a:cubicBezTo>
                  <a:pt x="21052" y="99783"/>
                  <a:pt x="25540" y="101809"/>
                  <a:pt x="31446" y="101809"/>
                </a:cubicBezTo>
                <a:close/>
                <a:moveTo>
                  <a:pt x="119601" y="112927"/>
                </a:moveTo>
                <a:cubicBezTo>
                  <a:pt x="110449" y="112927"/>
                  <a:pt x="103152" y="109917"/>
                  <a:pt x="97709" y="103895"/>
                </a:cubicBezTo>
                <a:cubicBezTo>
                  <a:pt x="92265" y="97872"/>
                  <a:pt x="89544" y="89591"/>
                  <a:pt x="89544" y="79050"/>
                </a:cubicBezTo>
                <a:cubicBezTo>
                  <a:pt x="89544" y="71058"/>
                  <a:pt x="90817" y="63704"/>
                  <a:pt x="93364" y="56986"/>
                </a:cubicBezTo>
                <a:cubicBezTo>
                  <a:pt x="95912" y="50268"/>
                  <a:pt x="99329" y="44506"/>
                  <a:pt x="103615" y="39699"/>
                </a:cubicBezTo>
                <a:cubicBezTo>
                  <a:pt x="107901" y="34892"/>
                  <a:pt x="112765" y="31127"/>
                  <a:pt x="118209" y="28405"/>
                </a:cubicBezTo>
                <a:cubicBezTo>
                  <a:pt x="123654" y="25684"/>
                  <a:pt x="129271" y="24323"/>
                  <a:pt x="135061" y="24323"/>
                </a:cubicBezTo>
                <a:cubicBezTo>
                  <a:pt x="144212" y="24323"/>
                  <a:pt x="151539" y="27334"/>
                  <a:pt x="157041" y="33358"/>
                </a:cubicBezTo>
                <a:cubicBezTo>
                  <a:pt x="162542" y="39381"/>
                  <a:pt x="165293" y="47662"/>
                  <a:pt x="165293" y="58203"/>
                </a:cubicBezTo>
                <a:cubicBezTo>
                  <a:pt x="165293" y="66195"/>
                  <a:pt x="163990" y="73549"/>
                  <a:pt x="161383" y="80267"/>
                </a:cubicBezTo>
                <a:cubicBezTo>
                  <a:pt x="158776" y="86985"/>
                  <a:pt x="155359" y="92747"/>
                  <a:pt x="151132" y="97554"/>
                </a:cubicBezTo>
                <a:cubicBezTo>
                  <a:pt x="146904" y="102360"/>
                  <a:pt x="142040" y="106123"/>
                  <a:pt x="136538" y="108845"/>
                </a:cubicBezTo>
                <a:cubicBezTo>
                  <a:pt x="131036" y="111566"/>
                  <a:pt x="125390" y="112927"/>
                  <a:pt x="119601" y="112927"/>
                </a:cubicBezTo>
                <a:moveTo>
                  <a:pt x="120990" y="101809"/>
                </a:moveTo>
                <a:cubicBezTo>
                  <a:pt x="124927" y="101809"/>
                  <a:pt x="128720" y="100680"/>
                  <a:pt x="132368" y="98421"/>
                </a:cubicBezTo>
                <a:cubicBezTo>
                  <a:pt x="136017" y="96162"/>
                  <a:pt x="139290" y="93123"/>
                  <a:pt x="142184" y="89302"/>
                </a:cubicBezTo>
                <a:cubicBezTo>
                  <a:pt x="145081" y="85479"/>
                  <a:pt x="147398" y="80962"/>
                  <a:pt x="149135" y="75750"/>
                </a:cubicBezTo>
                <a:cubicBezTo>
                  <a:pt x="150873" y="70538"/>
                  <a:pt x="151741" y="64978"/>
                  <a:pt x="151741" y="59070"/>
                </a:cubicBezTo>
                <a:cubicBezTo>
                  <a:pt x="151741" y="51426"/>
                  <a:pt x="150206" y="45549"/>
                  <a:pt x="147137" y="41438"/>
                </a:cubicBezTo>
                <a:cubicBezTo>
                  <a:pt x="144067" y="37325"/>
                  <a:pt x="139579" y="35269"/>
                  <a:pt x="133672" y="35269"/>
                </a:cubicBezTo>
                <a:cubicBezTo>
                  <a:pt x="129849" y="35269"/>
                  <a:pt x="126085" y="36398"/>
                  <a:pt x="122379" y="38657"/>
                </a:cubicBezTo>
                <a:cubicBezTo>
                  <a:pt x="118673" y="40916"/>
                  <a:pt x="115371" y="43985"/>
                  <a:pt x="112475" y="47866"/>
                </a:cubicBezTo>
                <a:cubicBezTo>
                  <a:pt x="109580" y="51746"/>
                  <a:pt x="107264" y="56291"/>
                  <a:pt x="105526" y="61503"/>
                </a:cubicBezTo>
                <a:cubicBezTo>
                  <a:pt x="103789" y="66715"/>
                  <a:pt x="102921" y="72274"/>
                  <a:pt x="102921" y="78181"/>
                </a:cubicBezTo>
                <a:cubicBezTo>
                  <a:pt x="102921" y="85826"/>
                  <a:pt x="104455" y="91676"/>
                  <a:pt x="107525" y="95730"/>
                </a:cubicBezTo>
                <a:cubicBezTo>
                  <a:pt x="110595" y="99783"/>
                  <a:pt x="115083" y="101809"/>
                  <a:pt x="120990" y="101809"/>
                </a:cubicBezTo>
                <a:close/>
                <a:moveTo>
                  <a:pt x="176828" y="110844"/>
                </a:moveTo>
                <a:lnTo>
                  <a:pt x="179087" y="99725"/>
                </a:lnTo>
                <a:lnTo>
                  <a:pt x="203235" y="99725"/>
                </a:lnTo>
                <a:lnTo>
                  <a:pt x="219915" y="16677"/>
                </a:lnTo>
                <a:lnTo>
                  <a:pt x="200282" y="16677"/>
                </a:lnTo>
                <a:lnTo>
                  <a:pt x="202021" y="7993"/>
                </a:lnTo>
                <a:cubicBezTo>
                  <a:pt x="211865" y="6602"/>
                  <a:pt x="219973" y="3938"/>
                  <a:pt x="226344" y="0"/>
                </a:cubicBezTo>
                <a:lnTo>
                  <a:pt x="236593" y="0"/>
                </a:lnTo>
                <a:lnTo>
                  <a:pt x="216440" y="99725"/>
                </a:lnTo>
                <a:lnTo>
                  <a:pt x="239026" y="99725"/>
                </a:lnTo>
                <a:lnTo>
                  <a:pt x="236940" y="110844"/>
                </a:lnTo>
                <a:lnTo>
                  <a:pt x="176828" y="110844"/>
                </a:lnTo>
                <a:close/>
                <a:moveTo>
                  <a:pt x="336039" y="87390"/>
                </a:moveTo>
                <a:lnTo>
                  <a:pt x="264462" y="58550"/>
                </a:lnTo>
                <a:lnTo>
                  <a:pt x="264462" y="48474"/>
                </a:lnTo>
                <a:lnTo>
                  <a:pt x="336039" y="19458"/>
                </a:lnTo>
                <a:lnTo>
                  <a:pt x="336039" y="30752"/>
                </a:lnTo>
                <a:lnTo>
                  <a:pt x="300772" y="44651"/>
                </a:lnTo>
                <a:lnTo>
                  <a:pt x="279055" y="52991"/>
                </a:lnTo>
                <a:lnTo>
                  <a:pt x="279055" y="53685"/>
                </a:lnTo>
                <a:lnTo>
                  <a:pt x="300772" y="62198"/>
                </a:lnTo>
                <a:lnTo>
                  <a:pt x="336039" y="75922"/>
                </a:lnTo>
                <a:lnTo>
                  <a:pt x="336039" y="8739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/f">
            <a:extLst xmlns:a="http://schemas.openxmlformats.org/drawingml/2006/main">
              <a:ext uri="{FF2B5EF4-FFF2-40B4-BE49-F238E27FC236}">
                <a16:creationId xmlns:a16="http://schemas.microsoft.com/office/drawing/2014/main" id="{CF2F3AB5-F0BD-4323-B63C-9079A1AD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356" y="3035196"/>
            <a:ext cx="141145" cy="153583"/>
          </a:xfrm>
          <a:custGeom xmlns:a="http://schemas.openxmlformats.org/drawingml/2006/main">
            <a:pathLst>
              <a:path w="141145" h="153583">
                <a:moveTo>
                  <a:pt x="0" y="153583"/>
                </a:moveTo>
                <a:lnTo>
                  <a:pt x="75402" y="2431"/>
                </a:lnTo>
                <a:lnTo>
                  <a:pt x="85132" y="2431"/>
                </a:lnTo>
                <a:lnTo>
                  <a:pt x="9557" y="153583"/>
                </a:lnTo>
                <a:lnTo>
                  <a:pt x="0" y="153583"/>
                </a:lnTo>
                <a:close/>
                <a:moveTo>
                  <a:pt x="83464" y="52121"/>
                </a:moveTo>
                <a:lnTo>
                  <a:pt x="85376" y="42217"/>
                </a:lnTo>
                <a:lnTo>
                  <a:pt x="96669" y="41350"/>
                </a:lnTo>
                <a:lnTo>
                  <a:pt x="99447" y="27276"/>
                </a:lnTo>
                <a:cubicBezTo>
                  <a:pt x="101184" y="18705"/>
                  <a:pt x="104283" y="12016"/>
                  <a:pt x="108742" y="7211"/>
                </a:cubicBezTo>
                <a:cubicBezTo>
                  <a:pt x="113201" y="2404"/>
                  <a:pt x="119021" y="0"/>
                  <a:pt x="126204" y="0"/>
                </a:cubicBezTo>
                <a:cubicBezTo>
                  <a:pt x="129215" y="0"/>
                  <a:pt x="131937" y="376"/>
                  <a:pt x="134369" y="1129"/>
                </a:cubicBezTo>
                <a:cubicBezTo>
                  <a:pt x="136801" y="1882"/>
                  <a:pt x="139059" y="2896"/>
                  <a:pt x="141145" y="4170"/>
                </a:cubicBezTo>
                <a:lnTo>
                  <a:pt x="136452" y="13724"/>
                </a:lnTo>
                <a:cubicBezTo>
                  <a:pt x="135178" y="12915"/>
                  <a:pt x="133788" y="12220"/>
                  <a:pt x="132282" y="11641"/>
                </a:cubicBezTo>
                <a:cubicBezTo>
                  <a:pt x="130777" y="11061"/>
                  <a:pt x="129039" y="10771"/>
                  <a:pt x="127071" y="10771"/>
                </a:cubicBezTo>
                <a:cubicBezTo>
                  <a:pt x="123250" y="10771"/>
                  <a:pt x="120151" y="12219"/>
                  <a:pt x="117776" y="15116"/>
                </a:cubicBezTo>
                <a:cubicBezTo>
                  <a:pt x="115403" y="18011"/>
                  <a:pt x="113752" y="21949"/>
                  <a:pt x="112824" y="26929"/>
                </a:cubicBezTo>
                <a:lnTo>
                  <a:pt x="109871" y="41350"/>
                </a:lnTo>
                <a:lnTo>
                  <a:pt x="126898" y="41350"/>
                </a:lnTo>
                <a:lnTo>
                  <a:pt x="124812" y="52121"/>
                </a:lnTo>
                <a:lnTo>
                  <a:pt x="107612" y="52121"/>
                </a:lnTo>
                <a:lnTo>
                  <a:pt x="92846" y="125785"/>
                </a:lnTo>
                <a:lnTo>
                  <a:pt x="79642" y="125785"/>
                </a:lnTo>
                <a:lnTo>
                  <a:pt x="94410" y="52121"/>
                </a:lnTo>
                <a:lnTo>
                  <a:pt x="83464" y="5212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oo&gt;'">
            <a:extLst xmlns:a="http://schemas.openxmlformats.org/drawingml/2006/main">
              <a:ext uri="{FF2B5EF4-FFF2-40B4-BE49-F238E27FC236}">
                <a16:creationId xmlns:a16="http://schemas.microsoft.com/office/drawing/2014/main" id="{8F8AED96-B851-4801-99B4-A6AFAFBB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93" y="3044402"/>
            <a:ext cx="298339" cy="118661"/>
          </a:xfrm>
          <a:custGeom xmlns:a="http://schemas.openxmlformats.org/drawingml/2006/main">
            <a:pathLst>
              <a:path w="298339" h="118661">
                <a:moveTo>
                  <a:pt x="30057" y="118661"/>
                </a:moveTo>
                <a:cubicBezTo>
                  <a:pt x="20906" y="118661"/>
                  <a:pt x="13608" y="115651"/>
                  <a:pt x="8165" y="109629"/>
                </a:cubicBezTo>
                <a:cubicBezTo>
                  <a:pt x="2722" y="103606"/>
                  <a:pt x="0" y="95325"/>
                  <a:pt x="0" y="84784"/>
                </a:cubicBezTo>
                <a:cubicBezTo>
                  <a:pt x="0" y="76792"/>
                  <a:pt x="1273" y="69438"/>
                  <a:pt x="3820" y="62720"/>
                </a:cubicBezTo>
                <a:cubicBezTo>
                  <a:pt x="6369" y="56002"/>
                  <a:pt x="9786" y="50240"/>
                  <a:pt x="14072" y="45433"/>
                </a:cubicBezTo>
                <a:cubicBezTo>
                  <a:pt x="18357" y="40626"/>
                  <a:pt x="23222" y="36861"/>
                  <a:pt x="28665" y="34140"/>
                </a:cubicBezTo>
                <a:cubicBezTo>
                  <a:pt x="34110" y="31418"/>
                  <a:pt x="39728" y="30057"/>
                  <a:pt x="45518" y="30057"/>
                </a:cubicBezTo>
                <a:cubicBezTo>
                  <a:pt x="54669" y="30057"/>
                  <a:pt x="61995" y="33069"/>
                  <a:pt x="67497" y="39092"/>
                </a:cubicBezTo>
                <a:cubicBezTo>
                  <a:pt x="72999" y="45115"/>
                  <a:pt x="75750" y="53396"/>
                  <a:pt x="75750" y="63937"/>
                </a:cubicBezTo>
                <a:cubicBezTo>
                  <a:pt x="75750" y="71929"/>
                  <a:pt x="74446" y="79283"/>
                  <a:pt x="71839" y="86001"/>
                </a:cubicBezTo>
                <a:cubicBezTo>
                  <a:pt x="69233" y="92719"/>
                  <a:pt x="65816" y="98481"/>
                  <a:pt x="61588" y="103288"/>
                </a:cubicBezTo>
                <a:cubicBezTo>
                  <a:pt x="57361" y="108094"/>
                  <a:pt x="52496" y="111857"/>
                  <a:pt x="46994" y="114579"/>
                </a:cubicBezTo>
                <a:cubicBezTo>
                  <a:pt x="41493" y="117301"/>
                  <a:pt x="35847" y="118661"/>
                  <a:pt x="30057" y="118661"/>
                </a:cubicBezTo>
                <a:moveTo>
                  <a:pt x="31446" y="107543"/>
                </a:moveTo>
                <a:cubicBezTo>
                  <a:pt x="35384" y="107543"/>
                  <a:pt x="39176" y="106414"/>
                  <a:pt x="42824" y="104155"/>
                </a:cubicBezTo>
                <a:cubicBezTo>
                  <a:pt x="46474" y="101897"/>
                  <a:pt x="49746" y="98857"/>
                  <a:pt x="52641" y="95036"/>
                </a:cubicBezTo>
                <a:cubicBezTo>
                  <a:pt x="55538" y="91213"/>
                  <a:pt x="57855" y="86696"/>
                  <a:pt x="59592" y="81484"/>
                </a:cubicBezTo>
                <a:cubicBezTo>
                  <a:pt x="61329" y="76272"/>
                  <a:pt x="62198" y="70712"/>
                  <a:pt x="62198" y="64804"/>
                </a:cubicBezTo>
                <a:cubicBezTo>
                  <a:pt x="62198" y="57160"/>
                  <a:pt x="60663" y="51283"/>
                  <a:pt x="57593" y="47172"/>
                </a:cubicBezTo>
                <a:cubicBezTo>
                  <a:pt x="54523" y="43059"/>
                  <a:pt x="50035" y="41003"/>
                  <a:pt x="44129" y="41003"/>
                </a:cubicBezTo>
                <a:cubicBezTo>
                  <a:pt x="40306" y="41003"/>
                  <a:pt x="36541" y="42132"/>
                  <a:pt x="32835" y="44391"/>
                </a:cubicBezTo>
                <a:cubicBezTo>
                  <a:pt x="29129" y="46650"/>
                  <a:pt x="25828" y="49720"/>
                  <a:pt x="22931" y="53601"/>
                </a:cubicBezTo>
                <a:cubicBezTo>
                  <a:pt x="20036" y="57480"/>
                  <a:pt x="17720" y="62025"/>
                  <a:pt x="15983" y="67237"/>
                </a:cubicBezTo>
                <a:cubicBezTo>
                  <a:pt x="14246" y="72449"/>
                  <a:pt x="13377" y="78008"/>
                  <a:pt x="13377" y="83915"/>
                </a:cubicBezTo>
                <a:cubicBezTo>
                  <a:pt x="13377" y="91560"/>
                  <a:pt x="14912" y="97410"/>
                  <a:pt x="17982" y="101464"/>
                </a:cubicBezTo>
                <a:cubicBezTo>
                  <a:pt x="21052" y="105517"/>
                  <a:pt x="25540" y="107543"/>
                  <a:pt x="31446" y="107543"/>
                </a:cubicBezTo>
                <a:close/>
                <a:moveTo>
                  <a:pt x="119601" y="118661"/>
                </a:moveTo>
                <a:cubicBezTo>
                  <a:pt x="110449" y="118661"/>
                  <a:pt x="103152" y="115651"/>
                  <a:pt x="97709" y="109629"/>
                </a:cubicBezTo>
                <a:cubicBezTo>
                  <a:pt x="92265" y="103606"/>
                  <a:pt x="89543" y="95325"/>
                  <a:pt x="89543" y="84784"/>
                </a:cubicBezTo>
                <a:cubicBezTo>
                  <a:pt x="89543" y="76792"/>
                  <a:pt x="90817" y="69438"/>
                  <a:pt x="93364" y="62720"/>
                </a:cubicBezTo>
                <a:cubicBezTo>
                  <a:pt x="95912" y="56002"/>
                  <a:pt x="99329" y="50240"/>
                  <a:pt x="103615" y="45433"/>
                </a:cubicBezTo>
                <a:cubicBezTo>
                  <a:pt x="107901" y="40626"/>
                  <a:pt x="112765" y="36861"/>
                  <a:pt x="118209" y="34140"/>
                </a:cubicBezTo>
                <a:cubicBezTo>
                  <a:pt x="123654" y="31418"/>
                  <a:pt x="129271" y="30057"/>
                  <a:pt x="135061" y="30057"/>
                </a:cubicBezTo>
                <a:cubicBezTo>
                  <a:pt x="144212" y="30057"/>
                  <a:pt x="151539" y="33069"/>
                  <a:pt x="157041" y="39092"/>
                </a:cubicBezTo>
                <a:cubicBezTo>
                  <a:pt x="162542" y="45115"/>
                  <a:pt x="165293" y="53396"/>
                  <a:pt x="165293" y="63937"/>
                </a:cubicBezTo>
                <a:cubicBezTo>
                  <a:pt x="165293" y="71929"/>
                  <a:pt x="163990" y="79283"/>
                  <a:pt x="161383" y="86001"/>
                </a:cubicBezTo>
                <a:cubicBezTo>
                  <a:pt x="158776" y="92719"/>
                  <a:pt x="155359" y="98481"/>
                  <a:pt x="151132" y="103288"/>
                </a:cubicBezTo>
                <a:cubicBezTo>
                  <a:pt x="146904" y="108094"/>
                  <a:pt x="142039" y="111857"/>
                  <a:pt x="136538" y="114579"/>
                </a:cubicBezTo>
                <a:cubicBezTo>
                  <a:pt x="131036" y="117301"/>
                  <a:pt x="125390" y="118661"/>
                  <a:pt x="119601" y="118661"/>
                </a:cubicBezTo>
                <a:moveTo>
                  <a:pt x="120990" y="107543"/>
                </a:moveTo>
                <a:cubicBezTo>
                  <a:pt x="124927" y="107543"/>
                  <a:pt x="128720" y="106414"/>
                  <a:pt x="132368" y="104155"/>
                </a:cubicBezTo>
                <a:cubicBezTo>
                  <a:pt x="136017" y="101897"/>
                  <a:pt x="139290" y="98857"/>
                  <a:pt x="142184" y="95036"/>
                </a:cubicBezTo>
                <a:cubicBezTo>
                  <a:pt x="145081" y="91213"/>
                  <a:pt x="147398" y="86696"/>
                  <a:pt x="149135" y="81484"/>
                </a:cubicBezTo>
                <a:cubicBezTo>
                  <a:pt x="150873" y="76272"/>
                  <a:pt x="151741" y="70712"/>
                  <a:pt x="151741" y="64804"/>
                </a:cubicBezTo>
                <a:cubicBezTo>
                  <a:pt x="151741" y="57160"/>
                  <a:pt x="150206" y="51283"/>
                  <a:pt x="147136" y="47172"/>
                </a:cubicBezTo>
                <a:cubicBezTo>
                  <a:pt x="144067" y="43059"/>
                  <a:pt x="139578" y="41003"/>
                  <a:pt x="133672" y="41003"/>
                </a:cubicBezTo>
                <a:cubicBezTo>
                  <a:pt x="129849" y="41003"/>
                  <a:pt x="126085" y="42132"/>
                  <a:pt x="122379" y="44391"/>
                </a:cubicBezTo>
                <a:cubicBezTo>
                  <a:pt x="118673" y="46650"/>
                  <a:pt x="115371" y="49720"/>
                  <a:pt x="112475" y="53601"/>
                </a:cubicBezTo>
                <a:cubicBezTo>
                  <a:pt x="109580" y="57480"/>
                  <a:pt x="107264" y="62025"/>
                  <a:pt x="105526" y="67237"/>
                </a:cubicBezTo>
                <a:cubicBezTo>
                  <a:pt x="103789" y="72449"/>
                  <a:pt x="102920" y="78008"/>
                  <a:pt x="102920" y="83915"/>
                </a:cubicBezTo>
                <a:cubicBezTo>
                  <a:pt x="102920" y="91560"/>
                  <a:pt x="104455" y="97410"/>
                  <a:pt x="107525" y="101464"/>
                </a:cubicBezTo>
                <a:cubicBezTo>
                  <a:pt x="110595" y="105517"/>
                  <a:pt x="115083" y="107543"/>
                  <a:pt x="120990" y="107543"/>
                </a:cubicBezTo>
                <a:close/>
                <a:moveTo>
                  <a:pt x="180651" y="93124"/>
                </a:moveTo>
                <a:lnTo>
                  <a:pt x="180651" y="81656"/>
                </a:lnTo>
                <a:lnTo>
                  <a:pt x="216092" y="67932"/>
                </a:lnTo>
                <a:lnTo>
                  <a:pt x="237637" y="59420"/>
                </a:lnTo>
                <a:lnTo>
                  <a:pt x="237637" y="58725"/>
                </a:lnTo>
                <a:lnTo>
                  <a:pt x="216092" y="50385"/>
                </a:lnTo>
                <a:lnTo>
                  <a:pt x="180651" y="36486"/>
                </a:lnTo>
                <a:lnTo>
                  <a:pt x="180651" y="25192"/>
                </a:lnTo>
                <a:lnTo>
                  <a:pt x="252231" y="54208"/>
                </a:lnTo>
                <a:lnTo>
                  <a:pt x="252231" y="64284"/>
                </a:lnTo>
                <a:lnTo>
                  <a:pt x="180651" y="93124"/>
                </a:lnTo>
                <a:close/>
                <a:moveTo>
                  <a:pt x="278708" y="42567"/>
                </a:moveTo>
                <a:lnTo>
                  <a:pt x="282703" y="15986"/>
                </a:lnTo>
                <a:lnTo>
                  <a:pt x="285309" y="0"/>
                </a:lnTo>
                <a:lnTo>
                  <a:pt x="298339" y="0"/>
                </a:lnTo>
                <a:lnTo>
                  <a:pt x="295038" y="15986"/>
                </a:lnTo>
                <a:lnTo>
                  <a:pt x="287740" y="42567"/>
                </a:lnTo>
                <a:lnTo>
                  <a:pt x="278708" y="42567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DAE59-00E0-4C3D-ABEF-E3ED05F3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15" y="3117790"/>
            <a:ext cx="1259586" cy="21717"/>
          </a:xfrm>
          <a:custGeom xmlns:a="http://schemas.openxmlformats.org/drawingml/2006/main">
            <a:pathLst>
              <a:path w="1259586" h="21717">
                <a:moveTo>
                  <a:pt x="0" y="0"/>
                </a:moveTo>
                <a:lnTo>
                  <a:pt x="419862" y="0"/>
                </a:lnTo>
                <a:lnTo>
                  <a:pt x="839724" y="0"/>
                </a:lnTo>
                <a:lnTo>
                  <a:pt x="1259586" y="0"/>
                </a:lnTo>
                <a:lnTo>
                  <a:pt x="1259586" y="21717"/>
                </a:lnTo>
                <a:lnTo>
                  <a:pt x="839724" y="21717"/>
                </a:lnTo>
                <a:lnTo>
                  <a:pt x="419862" y="21717"/>
                </a:lnTo>
                <a:lnTo>
                  <a:pt x="0" y="217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NULL);">
            <a:extLst xmlns:a="http://schemas.openxmlformats.org/drawingml/2006/main">
              <a:ext uri="{FF2B5EF4-FFF2-40B4-BE49-F238E27FC236}">
                <a16:creationId xmlns:a16="http://schemas.microsoft.com/office/drawing/2014/main" id="{2633C55D-9009-43E1-B350-B5B544E2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653" y="3033979"/>
            <a:ext cx="457581" cy="157578"/>
          </a:xfrm>
          <a:custGeom xmlns:a="http://schemas.openxmlformats.org/drawingml/2006/main">
            <a:pathLst>
              <a:path w="457581" h="157578">
                <a:moveTo>
                  <a:pt x="0" y="127001"/>
                </a:moveTo>
                <a:lnTo>
                  <a:pt x="22759" y="13030"/>
                </a:lnTo>
                <a:lnTo>
                  <a:pt x="36311" y="13030"/>
                </a:lnTo>
                <a:lnTo>
                  <a:pt x="62370" y="86001"/>
                </a:lnTo>
                <a:lnTo>
                  <a:pt x="69668" y="109802"/>
                </a:lnTo>
                <a:lnTo>
                  <a:pt x="70363" y="109802"/>
                </a:lnTo>
                <a:cubicBezTo>
                  <a:pt x="71057" y="104127"/>
                  <a:pt x="71781" y="98133"/>
                  <a:pt x="72534" y="91820"/>
                </a:cubicBezTo>
                <a:cubicBezTo>
                  <a:pt x="73287" y="85507"/>
                  <a:pt x="74300" y="79397"/>
                  <a:pt x="75575" y="73491"/>
                </a:cubicBezTo>
                <a:lnTo>
                  <a:pt x="87563" y="13030"/>
                </a:lnTo>
                <a:lnTo>
                  <a:pt x="100592" y="13030"/>
                </a:lnTo>
                <a:lnTo>
                  <a:pt x="77833" y="127001"/>
                </a:lnTo>
                <a:lnTo>
                  <a:pt x="64456" y="127001"/>
                </a:lnTo>
                <a:lnTo>
                  <a:pt x="38742" y="54205"/>
                </a:lnTo>
                <a:lnTo>
                  <a:pt x="31271" y="29710"/>
                </a:lnTo>
                <a:lnTo>
                  <a:pt x="30577" y="29710"/>
                </a:lnTo>
                <a:cubicBezTo>
                  <a:pt x="29882" y="35616"/>
                  <a:pt x="29100" y="41639"/>
                  <a:pt x="28231" y="47779"/>
                </a:cubicBezTo>
                <a:cubicBezTo>
                  <a:pt x="27363" y="53917"/>
                  <a:pt x="26349" y="59882"/>
                  <a:pt x="25190" y="65673"/>
                </a:cubicBezTo>
                <a:lnTo>
                  <a:pt x="13030" y="127001"/>
                </a:lnTo>
                <a:lnTo>
                  <a:pt x="0" y="127001"/>
                </a:lnTo>
                <a:close/>
                <a:moveTo>
                  <a:pt x="117967" y="76966"/>
                </a:moveTo>
                <a:lnTo>
                  <a:pt x="130822" y="13030"/>
                </a:lnTo>
                <a:lnTo>
                  <a:pt x="144374" y="13030"/>
                </a:lnTo>
                <a:lnTo>
                  <a:pt x="131344" y="78181"/>
                </a:lnTo>
                <a:cubicBezTo>
                  <a:pt x="130301" y="83394"/>
                  <a:pt x="129780" y="87970"/>
                  <a:pt x="129780" y="91908"/>
                </a:cubicBezTo>
                <a:cubicBezTo>
                  <a:pt x="129780" y="100131"/>
                  <a:pt x="131633" y="106444"/>
                  <a:pt x="135339" y="110846"/>
                </a:cubicBezTo>
                <a:cubicBezTo>
                  <a:pt x="139045" y="115247"/>
                  <a:pt x="144894" y="117447"/>
                  <a:pt x="152886" y="117447"/>
                </a:cubicBezTo>
                <a:cubicBezTo>
                  <a:pt x="156129" y="117447"/>
                  <a:pt x="159227" y="116810"/>
                  <a:pt x="162180" y="115536"/>
                </a:cubicBezTo>
                <a:cubicBezTo>
                  <a:pt x="165135" y="114262"/>
                  <a:pt x="167886" y="112235"/>
                  <a:pt x="170433" y="109455"/>
                </a:cubicBezTo>
                <a:cubicBezTo>
                  <a:pt x="172981" y="106674"/>
                  <a:pt x="175211" y="103113"/>
                  <a:pt x="177121" y="98771"/>
                </a:cubicBezTo>
                <a:cubicBezTo>
                  <a:pt x="179034" y="94427"/>
                  <a:pt x="180627" y="89128"/>
                  <a:pt x="181901" y="82873"/>
                </a:cubicBezTo>
                <a:lnTo>
                  <a:pt x="195973" y="13030"/>
                </a:lnTo>
                <a:lnTo>
                  <a:pt x="209177" y="13030"/>
                </a:lnTo>
                <a:lnTo>
                  <a:pt x="194931" y="83393"/>
                </a:lnTo>
                <a:cubicBezTo>
                  <a:pt x="193310" y="91618"/>
                  <a:pt x="191138" y="98626"/>
                  <a:pt x="188415" y="104418"/>
                </a:cubicBezTo>
                <a:cubicBezTo>
                  <a:pt x="185693" y="110207"/>
                  <a:pt x="182479" y="114927"/>
                  <a:pt x="178773" y="118577"/>
                </a:cubicBezTo>
                <a:cubicBezTo>
                  <a:pt x="175067" y="122224"/>
                  <a:pt x="170984" y="124888"/>
                  <a:pt x="166525" y="126567"/>
                </a:cubicBezTo>
                <a:cubicBezTo>
                  <a:pt x="162066" y="128246"/>
                  <a:pt x="157288" y="129085"/>
                  <a:pt x="152191" y="129085"/>
                </a:cubicBezTo>
                <a:cubicBezTo>
                  <a:pt x="140610" y="129085"/>
                  <a:pt x="131720" y="126075"/>
                  <a:pt x="125522" y="120053"/>
                </a:cubicBezTo>
                <a:cubicBezTo>
                  <a:pt x="119326" y="114030"/>
                  <a:pt x="116228" y="105053"/>
                  <a:pt x="116228" y="93122"/>
                </a:cubicBezTo>
                <a:cubicBezTo>
                  <a:pt x="116228" y="90690"/>
                  <a:pt x="116373" y="88113"/>
                  <a:pt x="116663" y="85391"/>
                </a:cubicBezTo>
                <a:cubicBezTo>
                  <a:pt x="116952" y="82670"/>
                  <a:pt x="117387" y="79861"/>
                  <a:pt x="117967" y="76966"/>
                </a:cubicBezTo>
                <a:close/>
                <a:moveTo>
                  <a:pt x="214390" y="127001"/>
                </a:moveTo>
                <a:lnTo>
                  <a:pt x="237149" y="13030"/>
                </a:lnTo>
                <a:lnTo>
                  <a:pt x="250701" y="13030"/>
                </a:lnTo>
                <a:lnTo>
                  <a:pt x="230201" y="115536"/>
                </a:lnTo>
                <a:lnTo>
                  <a:pt x="278149" y="115536"/>
                </a:lnTo>
                <a:lnTo>
                  <a:pt x="275893" y="127001"/>
                </a:lnTo>
                <a:lnTo>
                  <a:pt x="214390" y="127001"/>
                </a:lnTo>
                <a:close/>
                <a:moveTo>
                  <a:pt x="295872" y="127001"/>
                </a:moveTo>
                <a:lnTo>
                  <a:pt x="318631" y="13030"/>
                </a:lnTo>
                <a:lnTo>
                  <a:pt x="332183" y="13030"/>
                </a:lnTo>
                <a:lnTo>
                  <a:pt x="311683" y="115536"/>
                </a:lnTo>
                <a:lnTo>
                  <a:pt x="359632" y="115536"/>
                </a:lnTo>
                <a:lnTo>
                  <a:pt x="357376" y="127001"/>
                </a:lnTo>
                <a:lnTo>
                  <a:pt x="295872" y="127001"/>
                </a:lnTo>
                <a:close/>
                <a:moveTo>
                  <a:pt x="371427" y="157578"/>
                </a:moveTo>
                <a:lnTo>
                  <a:pt x="363606" y="153061"/>
                </a:lnTo>
                <a:cubicBezTo>
                  <a:pt x="388278" y="121904"/>
                  <a:pt x="400614" y="88316"/>
                  <a:pt x="400614" y="52296"/>
                </a:cubicBezTo>
                <a:cubicBezTo>
                  <a:pt x="400614" y="48242"/>
                  <a:pt x="400469" y="44015"/>
                  <a:pt x="400179" y="39614"/>
                </a:cubicBezTo>
                <a:cubicBezTo>
                  <a:pt x="399890" y="35211"/>
                  <a:pt x="399455" y="30867"/>
                  <a:pt x="398875" y="26582"/>
                </a:cubicBezTo>
                <a:cubicBezTo>
                  <a:pt x="398297" y="22296"/>
                  <a:pt x="397544" y="18184"/>
                  <a:pt x="396616" y="14246"/>
                </a:cubicBezTo>
                <a:cubicBezTo>
                  <a:pt x="395690" y="10309"/>
                  <a:pt x="394590" y="6660"/>
                  <a:pt x="393316" y="3300"/>
                </a:cubicBezTo>
                <a:lnTo>
                  <a:pt x="402003" y="0"/>
                </a:lnTo>
                <a:cubicBezTo>
                  <a:pt x="404783" y="7412"/>
                  <a:pt x="407129" y="15810"/>
                  <a:pt x="409039" y="25192"/>
                </a:cubicBezTo>
                <a:cubicBezTo>
                  <a:pt x="410950" y="34573"/>
                  <a:pt x="411905" y="44013"/>
                  <a:pt x="411905" y="53510"/>
                </a:cubicBezTo>
                <a:cubicBezTo>
                  <a:pt x="411905" y="63703"/>
                  <a:pt x="411007" y="73316"/>
                  <a:pt x="409211" y="82351"/>
                </a:cubicBezTo>
                <a:cubicBezTo>
                  <a:pt x="407418" y="91385"/>
                  <a:pt x="404783" y="100130"/>
                  <a:pt x="401309" y="108585"/>
                </a:cubicBezTo>
                <a:cubicBezTo>
                  <a:pt x="397834" y="117040"/>
                  <a:pt x="393578" y="125292"/>
                  <a:pt x="388539" y="133343"/>
                </a:cubicBezTo>
                <a:cubicBezTo>
                  <a:pt x="383500" y="141393"/>
                  <a:pt x="377796" y="149471"/>
                  <a:pt x="371427" y="157578"/>
                </a:cubicBezTo>
                <a:close/>
                <a:moveTo>
                  <a:pt x="446115" y="64976"/>
                </a:moveTo>
                <a:cubicBezTo>
                  <a:pt x="443567" y="64976"/>
                  <a:pt x="441568" y="64166"/>
                  <a:pt x="440118" y="62545"/>
                </a:cubicBezTo>
                <a:cubicBezTo>
                  <a:pt x="438671" y="60923"/>
                  <a:pt x="437947" y="58838"/>
                  <a:pt x="437947" y="56291"/>
                </a:cubicBezTo>
                <a:cubicBezTo>
                  <a:pt x="437947" y="53280"/>
                  <a:pt x="439047" y="50500"/>
                  <a:pt x="441248" y="47951"/>
                </a:cubicBezTo>
                <a:cubicBezTo>
                  <a:pt x="443450" y="45403"/>
                  <a:pt x="446230" y="44129"/>
                  <a:pt x="449588" y="44129"/>
                </a:cubicBezTo>
                <a:cubicBezTo>
                  <a:pt x="452136" y="44129"/>
                  <a:pt x="454105" y="44969"/>
                  <a:pt x="455494" y="46650"/>
                </a:cubicBezTo>
                <a:cubicBezTo>
                  <a:pt x="456885" y="48329"/>
                  <a:pt x="457581" y="50441"/>
                  <a:pt x="457581" y="52988"/>
                </a:cubicBezTo>
                <a:cubicBezTo>
                  <a:pt x="457581" y="56000"/>
                  <a:pt x="456509" y="58751"/>
                  <a:pt x="454365" y="61241"/>
                </a:cubicBezTo>
                <a:cubicBezTo>
                  <a:pt x="452223" y="63731"/>
                  <a:pt x="449473" y="64976"/>
                  <a:pt x="446115" y="64976"/>
                </a:cubicBezTo>
                <a:moveTo>
                  <a:pt x="419358" y="155494"/>
                </a:moveTo>
                <a:lnTo>
                  <a:pt x="417447" y="147502"/>
                </a:lnTo>
                <a:cubicBezTo>
                  <a:pt x="423007" y="145418"/>
                  <a:pt x="427409" y="142638"/>
                  <a:pt x="430652" y="139162"/>
                </a:cubicBezTo>
                <a:cubicBezTo>
                  <a:pt x="433895" y="135687"/>
                  <a:pt x="435922" y="131865"/>
                  <a:pt x="436733" y="127696"/>
                </a:cubicBezTo>
                <a:lnTo>
                  <a:pt x="436386" y="127696"/>
                </a:lnTo>
                <a:cubicBezTo>
                  <a:pt x="433721" y="127696"/>
                  <a:pt x="431549" y="126972"/>
                  <a:pt x="429870" y="125525"/>
                </a:cubicBezTo>
                <a:cubicBezTo>
                  <a:pt x="428191" y="124077"/>
                  <a:pt x="427351" y="122021"/>
                  <a:pt x="427351" y="119356"/>
                </a:cubicBezTo>
                <a:cubicBezTo>
                  <a:pt x="427351" y="116461"/>
                  <a:pt x="428365" y="113884"/>
                  <a:pt x="430392" y="111626"/>
                </a:cubicBezTo>
                <a:cubicBezTo>
                  <a:pt x="432419" y="109367"/>
                  <a:pt x="435112" y="108238"/>
                  <a:pt x="438470" y="108238"/>
                </a:cubicBezTo>
                <a:cubicBezTo>
                  <a:pt x="441481" y="108238"/>
                  <a:pt x="443797" y="109280"/>
                  <a:pt x="445418" y="111366"/>
                </a:cubicBezTo>
                <a:cubicBezTo>
                  <a:pt x="447040" y="113450"/>
                  <a:pt x="447851" y="116229"/>
                  <a:pt x="447851" y="119703"/>
                </a:cubicBezTo>
                <a:cubicBezTo>
                  <a:pt x="447851" y="128275"/>
                  <a:pt x="445245" y="135775"/>
                  <a:pt x="440034" y="142202"/>
                </a:cubicBezTo>
                <a:cubicBezTo>
                  <a:pt x="434822" y="148632"/>
                  <a:pt x="427930" y="153063"/>
                  <a:pt x="419358" y="15549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$nodes+=$dom-&gt;">
            <a:extLst xmlns:a="http://schemas.openxmlformats.org/drawingml/2006/main">
              <a:ext uri="{FF2B5EF4-FFF2-40B4-BE49-F238E27FC236}">
                <a16:creationId xmlns:a16="http://schemas.microsoft.com/office/drawing/2014/main" id="{FBE10673-659C-40CD-B4F9-BEAC5CEA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34" y="3249410"/>
            <a:ext cx="1279545" cy="149588"/>
          </a:xfrm>
          <a:custGeom xmlns:a="http://schemas.openxmlformats.org/drawingml/2006/main">
            <a:pathLst>
              <a:path w="1279545" h="149588">
                <a:moveTo>
                  <a:pt x="21717" y="149588"/>
                </a:moveTo>
                <a:lnTo>
                  <a:pt x="25192" y="131866"/>
                </a:lnTo>
                <a:cubicBezTo>
                  <a:pt x="19981" y="130823"/>
                  <a:pt x="15232" y="128855"/>
                  <a:pt x="10946" y="125960"/>
                </a:cubicBezTo>
                <a:cubicBezTo>
                  <a:pt x="6660" y="123065"/>
                  <a:pt x="3012" y="119822"/>
                  <a:pt x="0" y="116230"/>
                </a:cubicBezTo>
                <a:lnTo>
                  <a:pt x="8512" y="107890"/>
                </a:lnTo>
                <a:cubicBezTo>
                  <a:pt x="11178" y="111365"/>
                  <a:pt x="14536" y="114492"/>
                  <a:pt x="18589" y="117272"/>
                </a:cubicBezTo>
                <a:cubicBezTo>
                  <a:pt x="22643" y="120052"/>
                  <a:pt x="27276" y="121442"/>
                  <a:pt x="32488" y="121442"/>
                </a:cubicBezTo>
                <a:cubicBezTo>
                  <a:pt x="38859" y="121442"/>
                  <a:pt x="44071" y="119589"/>
                  <a:pt x="48124" y="115883"/>
                </a:cubicBezTo>
                <a:cubicBezTo>
                  <a:pt x="52178" y="112177"/>
                  <a:pt x="54205" y="107312"/>
                  <a:pt x="54205" y="101289"/>
                </a:cubicBezTo>
                <a:cubicBezTo>
                  <a:pt x="54205" y="97120"/>
                  <a:pt x="53278" y="93501"/>
                  <a:pt x="51424" y="90431"/>
                </a:cubicBezTo>
                <a:cubicBezTo>
                  <a:pt x="49572" y="87361"/>
                  <a:pt x="47285" y="84581"/>
                  <a:pt x="44563" y="82091"/>
                </a:cubicBezTo>
                <a:cubicBezTo>
                  <a:pt x="41842" y="79601"/>
                  <a:pt x="38859" y="77226"/>
                  <a:pt x="35616" y="74968"/>
                </a:cubicBezTo>
                <a:cubicBezTo>
                  <a:pt x="32373" y="72709"/>
                  <a:pt x="29391" y="70277"/>
                  <a:pt x="26669" y="67672"/>
                </a:cubicBezTo>
                <a:cubicBezTo>
                  <a:pt x="23947" y="65065"/>
                  <a:pt x="21660" y="62140"/>
                  <a:pt x="19806" y="58897"/>
                </a:cubicBezTo>
                <a:cubicBezTo>
                  <a:pt x="17953" y="55654"/>
                  <a:pt x="17027" y="51832"/>
                  <a:pt x="17027" y="47432"/>
                </a:cubicBezTo>
                <a:cubicBezTo>
                  <a:pt x="17027" y="43146"/>
                  <a:pt x="17780" y="39208"/>
                  <a:pt x="19286" y="35619"/>
                </a:cubicBezTo>
                <a:cubicBezTo>
                  <a:pt x="20792" y="32028"/>
                  <a:pt x="22906" y="28900"/>
                  <a:pt x="25627" y="26237"/>
                </a:cubicBezTo>
                <a:cubicBezTo>
                  <a:pt x="28349" y="23572"/>
                  <a:pt x="31563" y="21429"/>
                  <a:pt x="35269" y="19808"/>
                </a:cubicBezTo>
                <a:cubicBezTo>
                  <a:pt x="38975" y="18186"/>
                  <a:pt x="43087" y="17259"/>
                  <a:pt x="47604" y="17027"/>
                </a:cubicBezTo>
                <a:lnTo>
                  <a:pt x="51079" y="0"/>
                </a:lnTo>
                <a:lnTo>
                  <a:pt x="60809" y="0"/>
                </a:lnTo>
                <a:lnTo>
                  <a:pt x="57158" y="17897"/>
                </a:lnTo>
                <a:cubicBezTo>
                  <a:pt x="61212" y="18938"/>
                  <a:pt x="65006" y="20733"/>
                  <a:pt x="68539" y="23281"/>
                </a:cubicBezTo>
                <a:cubicBezTo>
                  <a:pt x="72072" y="25830"/>
                  <a:pt x="75113" y="28784"/>
                  <a:pt x="77661" y="32143"/>
                </a:cubicBezTo>
                <a:lnTo>
                  <a:pt x="68974" y="39961"/>
                </a:lnTo>
                <a:cubicBezTo>
                  <a:pt x="66657" y="36601"/>
                  <a:pt x="63818" y="33764"/>
                  <a:pt x="60459" y="31449"/>
                </a:cubicBezTo>
                <a:cubicBezTo>
                  <a:pt x="57101" y="29132"/>
                  <a:pt x="53395" y="27973"/>
                  <a:pt x="49340" y="27973"/>
                </a:cubicBezTo>
                <a:cubicBezTo>
                  <a:pt x="43782" y="27973"/>
                  <a:pt x="39207" y="29624"/>
                  <a:pt x="35616" y="32925"/>
                </a:cubicBezTo>
                <a:cubicBezTo>
                  <a:pt x="32025" y="36225"/>
                  <a:pt x="30229" y="40481"/>
                  <a:pt x="30229" y="45693"/>
                </a:cubicBezTo>
                <a:cubicBezTo>
                  <a:pt x="30229" y="49284"/>
                  <a:pt x="31156" y="52383"/>
                  <a:pt x="33010" y="54990"/>
                </a:cubicBezTo>
                <a:cubicBezTo>
                  <a:pt x="34864" y="57595"/>
                  <a:pt x="37152" y="60027"/>
                  <a:pt x="39874" y="62285"/>
                </a:cubicBezTo>
                <a:cubicBezTo>
                  <a:pt x="42595" y="64544"/>
                  <a:pt x="45549" y="66803"/>
                  <a:pt x="48733" y="69061"/>
                </a:cubicBezTo>
                <a:cubicBezTo>
                  <a:pt x="51918" y="71320"/>
                  <a:pt x="54871" y="73839"/>
                  <a:pt x="57593" y="76619"/>
                </a:cubicBezTo>
                <a:cubicBezTo>
                  <a:pt x="60315" y="79399"/>
                  <a:pt x="62602" y="82613"/>
                  <a:pt x="64456" y="86261"/>
                </a:cubicBezTo>
                <a:cubicBezTo>
                  <a:pt x="66310" y="89909"/>
                  <a:pt x="67237" y="94224"/>
                  <a:pt x="67237" y="99206"/>
                </a:cubicBezTo>
                <a:cubicBezTo>
                  <a:pt x="67237" y="103721"/>
                  <a:pt x="66484" y="107949"/>
                  <a:pt x="64979" y="111888"/>
                </a:cubicBezTo>
                <a:cubicBezTo>
                  <a:pt x="63473" y="115826"/>
                  <a:pt x="61301" y="119271"/>
                  <a:pt x="58463" y="122224"/>
                </a:cubicBezTo>
                <a:cubicBezTo>
                  <a:pt x="55624" y="125178"/>
                  <a:pt x="52207" y="127552"/>
                  <a:pt x="48211" y="129348"/>
                </a:cubicBezTo>
                <a:cubicBezTo>
                  <a:pt x="44215" y="131143"/>
                  <a:pt x="39785" y="132214"/>
                  <a:pt x="34922" y="132561"/>
                </a:cubicBezTo>
                <a:lnTo>
                  <a:pt x="31446" y="149588"/>
                </a:lnTo>
                <a:lnTo>
                  <a:pt x="21717" y="149588"/>
                </a:lnTo>
                <a:close/>
                <a:moveTo>
                  <a:pt x="86591" y="130477"/>
                </a:moveTo>
                <a:lnTo>
                  <a:pt x="103269" y="46043"/>
                </a:lnTo>
                <a:lnTo>
                  <a:pt x="114215" y="46043"/>
                </a:lnTo>
                <a:lnTo>
                  <a:pt x="112998" y="58725"/>
                </a:lnTo>
                <a:lnTo>
                  <a:pt x="113692" y="58725"/>
                </a:lnTo>
                <a:cubicBezTo>
                  <a:pt x="118558" y="54554"/>
                  <a:pt x="123365" y="51050"/>
                  <a:pt x="128114" y="48214"/>
                </a:cubicBezTo>
                <a:cubicBezTo>
                  <a:pt x="132863" y="45375"/>
                  <a:pt x="137901" y="43956"/>
                  <a:pt x="143227" y="43956"/>
                </a:cubicBezTo>
                <a:cubicBezTo>
                  <a:pt x="150410" y="43956"/>
                  <a:pt x="155535" y="45809"/>
                  <a:pt x="158603" y="49515"/>
                </a:cubicBezTo>
                <a:cubicBezTo>
                  <a:pt x="161673" y="53221"/>
                  <a:pt x="163208" y="58376"/>
                  <a:pt x="163208" y="64979"/>
                </a:cubicBezTo>
                <a:cubicBezTo>
                  <a:pt x="163208" y="66947"/>
                  <a:pt x="163120" y="68801"/>
                  <a:pt x="162945" y="70538"/>
                </a:cubicBezTo>
                <a:cubicBezTo>
                  <a:pt x="162772" y="72275"/>
                  <a:pt x="162397" y="74302"/>
                  <a:pt x="161819" y="76619"/>
                </a:cubicBezTo>
                <a:lnTo>
                  <a:pt x="151045" y="130477"/>
                </a:lnTo>
                <a:lnTo>
                  <a:pt x="137843" y="130477"/>
                </a:lnTo>
                <a:lnTo>
                  <a:pt x="148267" y="78356"/>
                </a:lnTo>
                <a:cubicBezTo>
                  <a:pt x="148730" y="76039"/>
                  <a:pt x="149077" y="74186"/>
                  <a:pt x="149309" y="72796"/>
                </a:cubicBezTo>
                <a:cubicBezTo>
                  <a:pt x="149540" y="71407"/>
                  <a:pt x="149656" y="69960"/>
                  <a:pt x="149656" y="68454"/>
                </a:cubicBezTo>
                <a:cubicBezTo>
                  <a:pt x="149656" y="64168"/>
                  <a:pt x="148672" y="60925"/>
                  <a:pt x="146703" y="58725"/>
                </a:cubicBezTo>
                <a:cubicBezTo>
                  <a:pt x="144734" y="56523"/>
                  <a:pt x="141549" y="55422"/>
                  <a:pt x="137149" y="55422"/>
                </a:cubicBezTo>
                <a:cubicBezTo>
                  <a:pt x="133789" y="55422"/>
                  <a:pt x="130053" y="56639"/>
                  <a:pt x="125940" y="59072"/>
                </a:cubicBezTo>
                <a:cubicBezTo>
                  <a:pt x="121829" y="61504"/>
                  <a:pt x="117110" y="65384"/>
                  <a:pt x="111781" y="70713"/>
                </a:cubicBezTo>
                <a:lnTo>
                  <a:pt x="99793" y="130477"/>
                </a:lnTo>
                <a:lnTo>
                  <a:pt x="86591" y="130477"/>
                </a:lnTo>
                <a:close/>
                <a:moveTo>
                  <a:pt x="210361" y="132561"/>
                </a:moveTo>
                <a:cubicBezTo>
                  <a:pt x="201210" y="132561"/>
                  <a:pt x="193912" y="129550"/>
                  <a:pt x="188469" y="123529"/>
                </a:cubicBezTo>
                <a:cubicBezTo>
                  <a:pt x="183025" y="117506"/>
                  <a:pt x="180304" y="109224"/>
                  <a:pt x="180304" y="98683"/>
                </a:cubicBezTo>
                <a:cubicBezTo>
                  <a:pt x="180304" y="90692"/>
                  <a:pt x="181577" y="83337"/>
                  <a:pt x="184124" y="76619"/>
                </a:cubicBezTo>
                <a:cubicBezTo>
                  <a:pt x="186672" y="69902"/>
                  <a:pt x="190089" y="64139"/>
                  <a:pt x="194375" y="59332"/>
                </a:cubicBezTo>
                <a:cubicBezTo>
                  <a:pt x="198661" y="54525"/>
                  <a:pt x="203526" y="50760"/>
                  <a:pt x="208969" y="48039"/>
                </a:cubicBezTo>
                <a:cubicBezTo>
                  <a:pt x="214414" y="45317"/>
                  <a:pt x="220032" y="43956"/>
                  <a:pt x="225821" y="43956"/>
                </a:cubicBezTo>
                <a:cubicBezTo>
                  <a:pt x="234973" y="43956"/>
                  <a:pt x="242299" y="46968"/>
                  <a:pt x="247801" y="52991"/>
                </a:cubicBezTo>
                <a:cubicBezTo>
                  <a:pt x="253303" y="59014"/>
                  <a:pt x="256053" y="67296"/>
                  <a:pt x="256053" y="77836"/>
                </a:cubicBezTo>
                <a:cubicBezTo>
                  <a:pt x="256053" y="85828"/>
                  <a:pt x="254750" y="93183"/>
                  <a:pt x="252143" y="99900"/>
                </a:cubicBezTo>
                <a:cubicBezTo>
                  <a:pt x="249536" y="106618"/>
                  <a:pt x="246119" y="112380"/>
                  <a:pt x="241892" y="117187"/>
                </a:cubicBezTo>
                <a:cubicBezTo>
                  <a:pt x="237664" y="121993"/>
                  <a:pt x="232800" y="125756"/>
                  <a:pt x="227298" y="128478"/>
                </a:cubicBezTo>
                <a:cubicBezTo>
                  <a:pt x="221796" y="131200"/>
                  <a:pt x="216151" y="132561"/>
                  <a:pt x="210361" y="132561"/>
                </a:cubicBezTo>
                <a:moveTo>
                  <a:pt x="211750" y="121442"/>
                </a:moveTo>
                <a:cubicBezTo>
                  <a:pt x="215688" y="121442"/>
                  <a:pt x="219480" y="120313"/>
                  <a:pt x="223128" y="118054"/>
                </a:cubicBezTo>
                <a:cubicBezTo>
                  <a:pt x="226778" y="115796"/>
                  <a:pt x="230050" y="112756"/>
                  <a:pt x="232945" y="108935"/>
                </a:cubicBezTo>
                <a:cubicBezTo>
                  <a:pt x="235841" y="105112"/>
                  <a:pt x="238158" y="100595"/>
                  <a:pt x="239896" y="95383"/>
                </a:cubicBezTo>
                <a:cubicBezTo>
                  <a:pt x="241633" y="90171"/>
                  <a:pt x="242502" y="84611"/>
                  <a:pt x="242502" y="78703"/>
                </a:cubicBezTo>
                <a:cubicBezTo>
                  <a:pt x="242502" y="71059"/>
                  <a:pt x="240967" y="65182"/>
                  <a:pt x="237897" y="61071"/>
                </a:cubicBezTo>
                <a:cubicBezTo>
                  <a:pt x="234827" y="56959"/>
                  <a:pt x="230339" y="54902"/>
                  <a:pt x="224432" y="54902"/>
                </a:cubicBezTo>
                <a:cubicBezTo>
                  <a:pt x="220610" y="54902"/>
                  <a:pt x="216845" y="56032"/>
                  <a:pt x="213139" y="58290"/>
                </a:cubicBezTo>
                <a:cubicBezTo>
                  <a:pt x="209433" y="60549"/>
                  <a:pt x="206132" y="63619"/>
                  <a:pt x="203235" y="67500"/>
                </a:cubicBezTo>
                <a:cubicBezTo>
                  <a:pt x="200340" y="71379"/>
                  <a:pt x="198024" y="75925"/>
                  <a:pt x="196287" y="81137"/>
                </a:cubicBezTo>
                <a:cubicBezTo>
                  <a:pt x="194549" y="86348"/>
                  <a:pt x="193681" y="91908"/>
                  <a:pt x="193681" y="97814"/>
                </a:cubicBezTo>
                <a:cubicBezTo>
                  <a:pt x="193681" y="105459"/>
                  <a:pt x="195216" y="111309"/>
                  <a:pt x="198286" y="115364"/>
                </a:cubicBezTo>
                <a:cubicBezTo>
                  <a:pt x="201355" y="119416"/>
                  <a:pt x="205844" y="121442"/>
                  <a:pt x="211750" y="121442"/>
                </a:cubicBezTo>
                <a:close/>
                <a:moveTo>
                  <a:pt x="336040" y="56291"/>
                </a:moveTo>
                <a:lnTo>
                  <a:pt x="338821" y="39786"/>
                </a:lnTo>
                <a:lnTo>
                  <a:pt x="345422" y="6776"/>
                </a:lnTo>
                <a:lnTo>
                  <a:pt x="358799" y="6776"/>
                </a:lnTo>
                <a:lnTo>
                  <a:pt x="333781" y="130477"/>
                </a:lnTo>
                <a:lnTo>
                  <a:pt x="322835" y="130477"/>
                </a:lnTo>
                <a:lnTo>
                  <a:pt x="324227" y="117967"/>
                </a:lnTo>
                <a:lnTo>
                  <a:pt x="323533" y="117967"/>
                </a:lnTo>
                <a:cubicBezTo>
                  <a:pt x="319478" y="122369"/>
                  <a:pt x="314903" y="125902"/>
                  <a:pt x="309806" y="128566"/>
                </a:cubicBezTo>
                <a:cubicBezTo>
                  <a:pt x="304711" y="131229"/>
                  <a:pt x="299499" y="132561"/>
                  <a:pt x="294170" y="132561"/>
                </a:cubicBezTo>
                <a:cubicBezTo>
                  <a:pt x="286758" y="132561"/>
                  <a:pt x="280851" y="129955"/>
                  <a:pt x="276448" y="124743"/>
                </a:cubicBezTo>
                <a:cubicBezTo>
                  <a:pt x="272048" y="119531"/>
                  <a:pt x="269847" y="111945"/>
                  <a:pt x="269847" y="101984"/>
                </a:cubicBezTo>
                <a:cubicBezTo>
                  <a:pt x="269847" y="93877"/>
                  <a:pt x="271121" y="86291"/>
                  <a:pt x="273667" y="79225"/>
                </a:cubicBezTo>
                <a:cubicBezTo>
                  <a:pt x="276216" y="72159"/>
                  <a:pt x="279633" y="66021"/>
                  <a:pt x="283919" y="60809"/>
                </a:cubicBezTo>
                <a:cubicBezTo>
                  <a:pt x="288205" y="55597"/>
                  <a:pt x="293069" y="51485"/>
                  <a:pt x="298513" y="48474"/>
                </a:cubicBezTo>
                <a:cubicBezTo>
                  <a:pt x="303958" y="45462"/>
                  <a:pt x="309633" y="43956"/>
                  <a:pt x="315540" y="43956"/>
                </a:cubicBezTo>
                <a:cubicBezTo>
                  <a:pt x="320057" y="43956"/>
                  <a:pt x="323995" y="45086"/>
                  <a:pt x="327353" y="47344"/>
                </a:cubicBezTo>
                <a:cubicBezTo>
                  <a:pt x="330712" y="49603"/>
                  <a:pt x="333435" y="52585"/>
                  <a:pt x="335521" y="56291"/>
                </a:cubicBezTo>
                <a:lnTo>
                  <a:pt x="336040" y="56291"/>
                </a:lnTo>
                <a:moveTo>
                  <a:pt x="299035" y="121442"/>
                </a:moveTo>
                <a:cubicBezTo>
                  <a:pt x="303435" y="121442"/>
                  <a:pt x="307894" y="120140"/>
                  <a:pt x="312412" y="117535"/>
                </a:cubicBezTo>
                <a:cubicBezTo>
                  <a:pt x="316929" y="114928"/>
                  <a:pt x="321331" y="110845"/>
                  <a:pt x="325616" y="105284"/>
                </a:cubicBezTo>
                <a:lnTo>
                  <a:pt x="333262" y="67585"/>
                </a:lnTo>
                <a:cubicBezTo>
                  <a:pt x="330828" y="63184"/>
                  <a:pt x="328163" y="59999"/>
                  <a:pt x="325266" y="58030"/>
                </a:cubicBezTo>
                <a:cubicBezTo>
                  <a:pt x="322372" y="56060"/>
                  <a:pt x="319303" y="55075"/>
                  <a:pt x="316060" y="55075"/>
                </a:cubicBezTo>
                <a:cubicBezTo>
                  <a:pt x="311890" y="55075"/>
                  <a:pt x="307837" y="56320"/>
                  <a:pt x="303899" y="58810"/>
                </a:cubicBezTo>
                <a:cubicBezTo>
                  <a:pt x="299962" y="61300"/>
                  <a:pt x="296487" y="64631"/>
                  <a:pt x="293476" y="68801"/>
                </a:cubicBezTo>
                <a:cubicBezTo>
                  <a:pt x="290464" y="72971"/>
                  <a:pt x="288061" y="77749"/>
                  <a:pt x="286265" y="83135"/>
                </a:cubicBezTo>
                <a:cubicBezTo>
                  <a:pt x="284469" y="88520"/>
                  <a:pt x="283572" y="94109"/>
                  <a:pt x="283572" y="99900"/>
                </a:cubicBezTo>
                <a:cubicBezTo>
                  <a:pt x="283572" y="107196"/>
                  <a:pt x="284962" y="112610"/>
                  <a:pt x="287742" y="116143"/>
                </a:cubicBezTo>
                <a:cubicBezTo>
                  <a:pt x="290522" y="119676"/>
                  <a:pt x="294286" y="121442"/>
                  <a:pt x="299035" y="121442"/>
                </a:cubicBezTo>
                <a:close/>
                <a:moveTo>
                  <a:pt x="361823" y="97294"/>
                </a:moveTo>
                <a:cubicBezTo>
                  <a:pt x="361823" y="89302"/>
                  <a:pt x="363155" y="82034"/>
                  <a:pt x="365818" y="75490"/>
                </a:cubicBezTo>
                <a:cubicBezTo>
                  <a:pt x="368482" y="68945"/>
                  <a:pt x="371927" y="63328"/>
                  <a:pt x="376155" y="58637"/>
                </a:cubicBezTo>
                <a:cubicBezTo>
                  <a:pt x="380384" y="53947"/>
                  <a:pt x="385191" y="50327"/>
                  <a:pt x="390576" y="47779"/>
                </a:cubicBezTo>
                <a:cubicBezTo>
                  <a:pt x="395961" y="45230"/>
                  <a:pt x="401434" y="43956"/>
                  <a:pt x="406994" y="43956"/>
                </a:cubicBezTo>
                <a:cubicBezTo>
                  <a:pt x="411742" y="43956"/>
                  <a:pt x="415768" y="44738"/>
                  <a:pt x="419069" y="46302"/>
                </a:cubicBezTo>
                <a:cubicBezTo>
                  <a:pt x="422370" y="47866"/>
                  <a:pt x="425063" y="50009"/>
                  <a:pt x="427147" y="52731"/>
                </a:cubicBezTo>
                <a:cubicBezTo>
                  <a:pt x="429232" y="55453"/>
                  <a:pt x="430738" y="58696"/>
                  <a:pt x="431664" y="62460"/>
                </a:cubicBezTo>
                <a:cubicBezTo>
                  <a:pt x="432592" y="66225"/>
                  <a:pt x="433056" y="70249"/>
                  <a:pt x="433056" y="74533"/>
                </a:cubicBezTo>
                <a:cubicBezTo>
                  <a:pt x="433056" y="77893"/>
                  <a:pt x="432707" y="81078"/>
                  <a:pt x="432011" y="84090"/>
                </a:cubicBezTo>
                <a:cubicBezTo>
                  <a:pt x="431317" y="87101"/>
                  <a:pt x="430679" y="89417"/>
                  <a:pt x="430100" y="91038"/>
                </a:cubicBezTo>
                <a:lnTo>
                  <a:pt x="375200" y="91038"/>
                </a:lnTo>
                <a:cubicBezTo>
                  <a:pt x="374389" y="96483"/>
                  <a:pt x="374446" y="101145"/>
                  <a:pt x="375373" y="105025"/>
                </a:cubicBezTo>
                <a:cubicBezTo>
                  <a:pt x="376300" y="108904"/>
                  <a:pt x="377835" y="112118"/>
                  <a:pt x="379977" y="114666"/>
                </a:cubicBezTo>
                <a:cubicBezTo>
                  <a:pt x="382121" y="117215"/>
                  <a:pt x="384756" y="119069"/>
                  <a:pt x="387883" y="120228"/>
                </a:cubicBezTo>
                <a:cubicBezTo>
                  <a:pt x="391011" y="121386"/>
                  <a:pt x="394428" y="121965"/>
                  <a:pt x="398134" y="121965"/>
                </a:cubicBezTo>
                <a:cubicBezTo>
                  <a:pt x="401492" y="121965"/>
                  <a:pt x="404822" y="121241"/>
                  <a:pt x="408123" y="119793"/>
                </a:cubicBezTo>
                <a:cubicBezTo>
                  <a:pt x="411424" y="118344"/>
                  <a:pt x="414407" y="116635"/>
                  <a:pt x="417070" y="114666"/>
                </a:cubicBezTo>
                <a:lnTo>
                  <a:pt x="422282" y="123529"/>
                </a:lnTo>
                <a:cubicBezTo>
                  <a:pt x="418924" y="125961"/>
                  <a:pt x="414928" y="128074"/>
                  <a:pt x="410294" y="129870"/>
                </a:cubicBezTo>
                <a:cubicBezTo>
                  <a:pt x="405662" y="131664"/>
                  <a:pt x="400566" y="132561"/>
                  <a:pt x="395006" y="132561"/>
                </a:cubicBezTo>
                <a:cubicBezTo>
                  <a:pt x="384930" y="132561"/>
                  <a:pt x="376881" y="129521"/>
                  <a:pt x="370858" y="123441"/>
                </a:cubicBezTo>
                <a:cubicBezTo>
                  <a:pt x="364835" y="117360"/>
                  <a:pt x="361823" y="108644"/>
                  <a:pt x="361823" y="97294"/>
                </a:cubicBezTo>
                <a:moveTo>
                  <a:pt x="376589" y="82003"/>
                </a:moveTo>
                <a:lnTo>
                  <a:pt x="420893" y="82003"/>
                </a:lnTo>
                <a:cubicBezTo>
                  <a:pt x="421124" y="80614"/>
                  <a:pt x="421327" y="79225"/>
                  <a:pt x="421500" y="77836"/>
                </a:cubicBezTo>
                <a:cubicBezTo>
                  <a:pt x="421675" y="76445"/>
                  <a:pt x="421762" y="74939"/>
                  <a:pt x="421762" y="73319"/>
                </a:cubicBezTo>
                <a:cubicBezTo>
                  <a:pt x="421762" y="70885"/>
                  <a:pt x="421473" y="68539"/>
                  <a:pt x="420893" y="66280"/>
                </a:cubicBezTo>
                <a:cubicBezTo>
                  <a:pt x="420313" y="64022"/>
                  <a:pt x="419386" y="62024"/>
                  <a:pt x="418112" y="60286"/>
                </a:cubicBezTo>
                <a:cubicBezTo>
                  <a:pt x="416839" y="58549"/>
                  <a:pt x="415160" y="57160"/>
                  <a:pt x="413075" y="56119"/>
                </a:cubicBezTo>
                <a:cubicBezTo>
                  <a:pt x="410990" y="55076"/>
                  <a:pt x="408441" y="54555"/>
                  <a:pt x="405430" y="54555"/>
                </a:cubicBezTo>
                <a:cubicBezTo>
                  <a:pt x="402303" y="54555"/>
                  <a:pt x="399263" y="55192"/>
                  <a:pt x="396310" y="56466"/>
                </a:cubicBezTo>
                <a:cubicBezTo>
                  <a:pt x="393357" y="57741"/>
                  <a:pt x="390606" y="59594"/>
                  <a:pt x="388058" y="62025"/>
                </a:cubicBezTo>
                <a:cubicBezTo>
                  <a:pt x="385509" y="64457"/>
                  <a:pt x="383221" y="67353"/>
                  <a:pt x="381194" y="70713"/>
                </a:cubicBezTo>
                <a:cubicBezTo>
                  <a:pt x="379167" y="74071"/>
                  <a:pt x="377632" y="77834"/>
                  <a:pt x="376589" y="82003"/>
                </a:cubicBezTo>
                <a:close/>
                <a:moveTo>
                  <a:pt x="467870" y="132561"/>
                </a:moveTo>
                <a:cubicBezTo>
                  <a:pt x="465092" y="132561"/>
                  <a:pt x="462284" y="132155"/>
                  <a:pt x="459445" y="131344"/>
                </a:cubicBezTo>
                <a:cubicBezTo>
                  <a:pt x="456607" y="130534"/>
                  <a:pt x="453885" y="129406"/>
                  <a:pt x="451278" y="127958"/>
                </a:cubicBezTo>
                <a:cubicBezTo>
                  <a:pt x="448673" y="126511"/>
                  <a:pt x="446298" y="124803"/>
                  <a:pt x="444154" y="122834"/>
                </a:cubicBezTo>
                <a:cubicBezTo>
                  <a:pt x="442012" y="120864"/>
                  <a:pt x="440247" y="118778"/>
                  <a:pt x="438858" y="116578"/>
                </a:cubicBezTo>
                <a:lnTo>
                  <a:pt x="447198" y="109977"/>
                </a:lnTo>
                <a:cubicBezTo>
                  <a:pt x="449861" y="113683"/>
                  <a:pt x="453046" y="116665"/>
                  <a:pt x="456752" y="118924"/>
                </a:cubicBezTo>
                <a:cubicBezTo>
                  <a:pt x="460458" y="121183"/>
                  <a:pt x="464512" y="122312"/>
                  <a:pt x="468915" y="122312"/>
                </a:cubicBezTo>
                <a:cubicBezTo>
                  <a:pt x="471347" y="122312"/>
                  <a:pt x="473634" y="121935"/>
                  <a:pt x="475776" y="121183"/>
                </a:cubicBezTo>
                <a:cubicBezTo>
                  <a:pt x="477919" y="120430"/>
                  <a:pt x="479831" y="119416"/>
                  <a:pt x="481510" y="118142"/>
                </a:cubicBezTo>
                <a:cubicBezTo>
                  <a:pt x="483189" y="116868"/>
                  <a:pt x="484491" y="115391"/>
                  <a:pt x="485417" y="113712"/>
                </a:cubicBezTo>
                <a:cubicBezTo>
                  <a:pt x="486345" y="112033"/>
                  <a:pt x="486809" y="110208"/>
                  <a:pt x="486809" y="108238"/>
                </a:cubicBezTo>
                <a:cubicBezTo>
                  <a:pt x="486809" y="106732"/>
                  <a:pt x="486548" y="105343"/>
                  <a:pt x="486027" y="104070"/>
                </a:cubicBezTo>
                <a:cubicBezTo>
                  <a:pt x="485506" y="102796"/>
                  <a:pt x="484665" y="101551"/>
                  <a:pt x="483506" y="100335"/>
                </a:cubicBezTo>
                <a:cubicBezTo>
                  <a:pt x="482348" y="99117"/>
                  <a:pt x="480756" y="97872"/>
                  <a:pt x="478729" y="96600"/>
                </a:cubicBezTo>
                <a:cubicBezTo>
                  <a:pt x="476702" y="95326"/>
                  <a:pt x="474241" y="93877"/>
                  <a:pt x="471346" y="92255"/>
                </a:cubicBezTo>
                <a:cubicBezTo>
                  <a:pt x="464745" y="88664"/>
                  <a:pt x="459880" y="85131"/>
                  <a:pt x="456752" y="81656"/>
                </a:cubicBezTo>
                <a:cubicBezTo>
                  <a:pt x="453626" y="78182"/>
                  <a:pt x="452062" y="74012"/>
                  <a:pt x="452062" y="69149"/>
                </a:cubicBezTo>
                <a:cubicBezTo>
                  <a:pt x="452062" y="65443"/>
                  <a:pt x="452844" y="62026"/>
                  <a:pt x="454406" y="58900"/>
                </a:cubicBezTo>
                <a:cubicBezTo>
                  <a:pt x="455970" y="55772"/>
                  <a:pt x="458055" y="53107"/>
                  <a:pt x="460660" y="50907"/>
                </a:cubicBezTo>
                <a:cubicBezTo>
                  <a:pt x="463266" y="48705"/>
                  <a:pt x="466336" y="46996"/>
                  <a:pt x="469869" y="45780"/>
                </a:cubicBezTo>
                <a:cubicBezTo>
                  <a:pt x="473402" y="44564"/>
                  <a:pt x="477137" y="43956"/>
                  <a:pt x="481075" y="43956"/>
                </a:cubicBezTo>
                <a:cubicBezTo>
                  <a:pt x="486287" y="43956"/>
                  <a:pt x="490948" y="44999"/>
                  <a:pt x="495059" y="47084"/>
                </a:cubicBezTo>
                <a:cubicBezTo>
                  <a:pt x="499172" y="49168"/>
                  <a:pt x="502792" y="51890"/>
                  <a:pt x="505920" y="55250"/>
                </a:cubicBezTo>
                <a:lnTo>
                  <a:pt x="498275" y="62720"/>
                </a:lnTo>
                <a:cubicBezTo>
                  <a:pt x="495958" y="60403"/>
                  <a:pt x="493409" y="58434"/>
                  <a:pt x="490629" y="56814"/>
                </a:cubicBezTo>
                <a:cubicBezTo>
                  <a:pt x="487851" y="55191"/>
                  <a:pt x="484550" y="54380"/>
                  <a:pt x="480728" y="54380"/>
                </a:cubicBezTo>
                <a:cubicBezTo>
                  <a:pt x="476210" y="54380"/>
                  <a:pt x="472417" y="55683"/>
                  <a:pt x="469347" y="58290"/>
                </a:cubicBezTo>
                <a:cubicBezTo>
                  <a:pt x="466279" y="60895"/>
                  <a:pt x="464745" y="63993"/>
                  <a:pt x="464745" y="67585"/>
                </a:cubicBezTo>
                <a:cubicBezTo>
                  <a:pt x="464745" y="69322"/>
                  <a:pt x="465149" y="70886"/>
                  <a:pt x="465959" y="72277"/>
                </a:cubicBezTo>
                <a:cubicBezTo>
                  <a:pt x="466770" y="73666"/>
                  <a:pt x="467870" y="74940"/>
                  <a:pt x="469259" y="76100"/>
                </a:cubicBezTo>
                <a:cubicBezTo>
                  <a:pt x="470650" y="77257"/>
                  <a:pt x="472244" y="78357"/>
                  <a:pt x="474039" y="79400"/>
                </a:cubicBezTo>
                <a:cubicBezTo>
                  <a:pt x="475835" y="80441"/>
                  <a:pt x="477717" y="81483"/>
                  <a:pt x="479686" y="82526"/>
                </a:cubicBezTo>
                <a:cubicBezTo>
                  <a:pt x="483509" y="84611"/>
                  <a:pt x="486665" y="86609"/>
                  <a:pt x="489155" y="88520"/>
                </a:cubicBezTo>
                <a:cubicBezTo>
                  <a:pt x="491645" y="90430"/>
                  <a:pt x="493672" y="92341"/>
                  <a:pt x="495234" y="94254"/>
                </a:cubicBezTo>
                <a:cubicBezTo>
                  <a:pt x="496798" y="96164"/>
                  <a:pt x="497898" y="98104"/>
                  <a:pt x="498534" y="100073"/>
                </a:cubicBezTo>
                <a:cubicBezTo>
                  <a:pt x="499172" y="102041"/>
                  <a:pt x="499491" y="104184"/>
                  <a:pt x="499491" y="106501"/>
                </a:cubicBezTo>
                <a:cubicBezTo>
                  <a:pt x="499491" y="110439"/>
                  <a:pt x="498709" y="114029"/>
                  <a:pt x="497145" y="117272"/>
                </a:cubicBezTo>
                <a:cubicBezTo>
                  <a:pt x="495581" y="120515"/>
                  <a:pt x="493380" y="123266"/>
                  <a:pt x="490542" y="125525"/>
                </a:cubicBezTo>
                <a:cubicBezTo>
                  <a:pt x="487705" y="127784"/>
                  <a:pt x="484346" y="129521"/>
                  <a:pt x="480465" y="130737"/>
                </a:cubicBezTo>
                <a:cubicBezTo>
                  <a:pt x="476586" y="131953"/>
                  <a:pt x="472388" y="132561"/>
                  <a:pt x="467870" y="132561"/>
                </a:cubicBezTo>
                <a:close/>
                <a:moveTo>
                  <a:pt x="581256" y="112583"/>
                </a:moveTo>
                <a:lnTo>
                  <a:pt x="581256" y="78008"/>
                </a:lnTo>
                <a:lnTo>
                  <a:pt x="551027" y="78008"/>
                </a:lnTo>
                <a:lnTo>
                  <a:pt x="551027" y="68107"/>
                </a:lnTo>
                <a:lnTo>
                  <a:pt x="581431" y="68107"/>
                </a:lnTo>
                <a:lnTo>
                  <a:pt x="581431" y="34227"/>
                </a:lnTo>
                <a:lnTo>
                  <a:pt x="591855" y="34227"/>
                </a:lnTo>
                <a:lnTo>
                  <a:pt x="591855" y="68107"/>
                </a:lnTo>
                <a:lnTo>
                  <a:pt x="622256" y="68107"/>
                </a:lnTo>
                <a:lnTo>
                  <a:pt x="622256" y="78008"/>
                </a:lnTo>
                <a:lnTo>
                  <a:pt x="591680" y="78008"/>
                </a:lnTo>
                <a:lnTo>
                  <a:pt x="591680" y="112583"/>
                </a:lnTo>
                <a:lnTo>
                  <a:pt x="581256" y="112583"/>
                </a:lnTo>
                <a:close/>
                <a:moveTo>
                  <a:pt x="635180" y="59592"/>
                </a:moveTo>
                <a:lnTo>
                  <a:pt x="635180" y="49690"/>
                </a:lnTo>
                <a:lnTo>
                  <a:pt x="706410" y="49690"/>
                </a:lnTo>
                <a:lnTo>
                  <a:pt x="706410" y="59592"/>
                </a:lnTo>
                <a:lnTo>
                  <a:pt x="635180" y="59592"/>
                </a:lnTo>
                <a:moveTo>
                  <a:pt x="635180" y="96425"/>
                </a:moveTo>
                <a:lnTo>
                  <a:pt x="635180" y="86523"/>
                </a:lnTo>
                <a:lnTo>
                  <a:pt x="706410" y="86523"/>
                </a:lnTo>
                <a:lnTo>
                  <a:pt x="706410" y="96425"/>
                </a:lnTo>
                <a:lnTo>
                  <a:pt x="635180" y="96425"/>
                </a:lnTo>
                <a:close/>
                <a:moveTo>
                  <a:pt x="768226" y="149588"/>
                </a:moveTo>
                <a:lnTo>
                  <a:pt x="771702" y="131866"/>
                </a:lnTo>
                <a:cubicBezTo>
                  <a:pt x="766490" y="130823"/>
                  <a:pt x="761741" y="128855"/>
                  <a:pt x="757455" y="125960"/>
                </a:cubicBezTo>
                <a:cubicBezTo>
                  <a:pt x="753169" y="123065"/>
                  <a:pt x="749521" y="119822"/>
                  <a:pt x="746509" y="116230"/>
                </a:cubicBezTo>
                <a:lnTo>
                  <a:pt x="755021" y="107890"/>
                </a:lnTo>
                <a:cubicBezTo>
                  <a:pt x="757687" y="111365"/>
                  <a:pt x="761045" y="114492"/>
                  <a:pt x="765098" y="117272"/>
                </a:cubicBezTo>
                <a:cubicBezTo>
                  <a:pt x="769152" y="120052"/>
                  <a:pt x="773785" y="121442"/>
                  <a:pt x="778997" y="121442"/>
                </a:cubicBezTo>
                <a:cubicBezTo>
                  <a:pt x="785368" y="121442"/>
                  <a:pt x="790580" y="119589"/>
                  <a:pt x="794633" y="115883"/>
                </a:cubicBezTo>
                <a:cubicBezTo>
                  <a:pt x="798687" y="112177"/>
                  <a:pt x="800714" y="107312"/>
                  <a:pt x="800714" y="101289"/>
                </a:cubicBezTo>
                <a:cubicBezTo>
                  <a:pt x="800714" y="97120"/>
                  <a:pt x="799787" y="93501"/>
                  <a:pt x="797933" y="90431"/>
                </a:cubicBezTo>
                <a:cubicBezTo>
                  <a:pt x="796081" y="87361"/>
                  <a:pt x="793794" y="84581"/>
                  <a:pt x="791072" y="82091"/>
                </a:cubicBezTo>
                <a:cubicBezTo>
                  <a:pt x="788351" y="79601"/>
                  <a:pt x="785368" y="77226"/>
                  <a:pt x="782125" y="74968"/>
                </a:cubicBezTo>
                <a:cubicBezTo>
                  <a:pt x="778882" y="72709"/>
                  <a:pt x="775900" y="70277"/>
                  <a:pt x="773178" y="67672"/>
                </a:cubicBezTo>
                <a:cubicBezTo>
                  <a:pt x="770456" y="65065"/>
                  <a:pt x="768169" y="62140"/>
                  <a:pt x="766315" y="58897"/>
                </a:cubicBezTo>
                <a:cubicBezTo>
                  <a:pt x="764463" y="55654"/>
                  <a:pt x="763536" y="51832"/>
                  <a:pt x="763536" y="47432"/>
                </a:cubicBezTo>
                <a:cubicBezTo>
                  <a:pt x="763536" y="43146"/>
                  <a:pt x="764289" y="39208"/>
                  <a:pt x="765795" y="35619"/>
                </a:cubicBezTo>
                <a:cubicBezTo>
                  <a:pt x="767301" y="32028"/>
                  <a:pt x="769415" y="28900"/>
                  <a:pt x="772136" y="26237"/>
                </a:cubicBezTo>
                <a:cubicBezTo>
                  <a:pt x="774858" y="23572"/>
                  <a:pt x="778072" y="21429"/>
                  <a:pt x="781778" y="19808"/>
                </a:cubicBezTo>
                <a:cubicBezTo>
                  <a:pt x="785484" y="18186"/>
                  <a:pt x="789596" y="17259"/>
                  <a:pt x="794113" y="17027"/>
                </a:cubicBezTo>
                <a:lnTo>
                  <a:pt x="797589" y="0"/>
                </a:lnTo>
                <a:lnTo>
                  <a:pt x="807318" y="0"/>
                </a:lnTo>
                <a:lnTo>
                  <a:pt x="803667" y="17897"/>
                </a:lnTo>
                <a:cubicBezTo>
                  <a:pt x="807722" y="18938"/>
                  <a:pt x="811515" y="20733"/>
                  <a:pt x="815048" y="23281"/>
                </a:cubicBezTo>
                <a:cubicBezTo>
                  <a:pt x="818581" y="25830"/>
                  <a:pt x="821622" y="28784"/>
                  <a:pt x="824170" y="32143"/>
                </a:cubicBezTo>
                <a:lnTo>
                  <a:pt x="815483" y="39961"/>
                </a:lnTo>
                <a:cubicBezTo>
                  <a:pt x="813166" y="36601"/>
                  <a:pt x="810327" y="33764"/>
                  <a:pt x="806968" y="31449"/>
                </a:cubicBezTo>
                <a:cubicBezTo>
                  <a:pt x="803610" y="29132"/>
                  <a:pt x="799904" y="27973"/>
                  <a:pt x="795849" y="27973"/>
                </a:cubicBezTo>
                <a:cubicBezTo>
                  <a:pt x="790291" y="27973"/>
                  <a:pt x="785716" y="29624"/>
                  <a:pt x="782125" y="32925"/>
                </a:cubicBezTo>
                <a:cubicBezTo>
                  <a:pt x="778534" y="36225"/>
                  <a:pt x="776738" y="40481"/>
                  <a:pt x="776738" y="45693"/>
                </a:cubicBezTo>
                <a:cubicBezTo>
                  <a:pt x="776738" y="49284"/>
                  <a:pt x="777665" y="52383"/>
                  <a:pt x="779519" y="54990"/>
                </a:cubicBezTo>
                <a:cubicBezTo>
                  <a:pt x="781373" y="57595"/>
                  <a:pt x="783661" y="60027"/>
                  <a:pt x="786383" y="62285"/>
                </a:cubicBezTo>
                <a:cubicBezTo>
                  <a:pt x="789104" y="64544"/>
                  <a:pt x="792058" y="66803"/>
                  <a:pt x="795242" y="69061"/>
                </a:cubicBezTo>
                <a:cubicBezTo>
                  <a:pt x="798427" y="71320"/>
                  <a:pt x="801380" y="73839"/>
                  <a:pt x="804102" y="76619"/>
                </a:cubicBezTo>
                <a:cubicBezTo>
                  <a:pt x="806824" y="79399"/>
                  <a:pt x="809112" y="82613"/>
                  <a:pt x="810965" y="86261"/>
                </a:cubicBezTo>
                <a:cubicBezTo>
                  <a:pt x="812819" y="89909"/>
                  <a:pt x="813746" y="94224"/>
                  <a:pt x="813746" y="99206"/>
                </a:cubicBezTo>
                <a:cubicBezTo>
                  <a:pt x="813746" y="103721"/>
                  <a:pt x="812993" y="107949"/>
                  <a:pt x="811488" y="111888"/>
                </a:cubicBezTo>
                <a:cubicBezTo>
                  <a:pt x="809982" y="115826"/>
                  <a:pt x="807810" y="119271"/>
                  <a:pt x="804972" y="122224"/>
                </a:cubicBezTo>
                <a:cubicBezTo>
                  <a:pt x="802133" y="125178"/>
                  <a:pt x="798716" y="127552"/>
                  <a:pt x="794720" y="129348"/>
                </a:cubicBezTo>
                <a:cubicBezTo>
                  <a:pt x="790724" y="131143"/>
                  <a:pt x="786294" y="132214"/>
                  <a:pt x="781431" y="132561"/>
                </a:cubicBezTo>
                <a:lnTo>
                  <a:pt x="777955" y="149588"/>
                </a:lnTo>
                <a:lnTo>
                  <a:pt x="768226" y="149588"/>
                </a:lnTo>
                <a:close/>
                <a:moveTo>
                  <a:pt x="900691" y="56291"/>
                </a:moveTo>
                <a:lnTo>
                  <a:pt x="903472" y="39786"/>
                </a:lnTo>
                <a:lnTo>
                  <a:pt x="910073" y="6776"/>
                </a:lnTo>
                <a:lnTo>
                  <a:pt x="923450" y="6776"/>
                </a:lnTo>
                <a:lnTo>
                  <a:pt x="898432" y="130477"/>
                </a:lnTo>
                <a:lnTo>
                  <a:pt x="887486" y="130477"/>
                </a:lnTo>
                <a:lnTo>
                  <a:pt x="888878" y="117967"/>
                </a:lnTo>
                <a:lnTo>
                  <a:pt x="888184" y="117967"/>
                </a:lnTo>
                <a:cubicBezTo>
                  <a:pt x="884129" y="122369"/>
                  <a:pt x="879554" y="125902"/>
                  <a:pt x="874457" y="128566"/>
                </a:cubicBezTo>
                <a:cubicBezTo>
                  <a:pt x="869361" y="131229"/>
                  <a:pt x="864150" y="132561"/>
                  <a:pt x="858821" y="132561"/>
                </a:cubicBezTo>
                <a:cubicBezTo>
                  <a:pt x="851409" y="132561"/>
                  <a:pt x="845502" y="129955"/>
                  <a:pt x="841099" y="124743"/>
                </a:cubicBezTo>
                <a:cubicBezTo>
                  <a:pt x="836698" y="119531"/>
                  <a:pt x="834498" y="111945"/>
                  <a:pt x="834498" y="101984"/>
                </a:cubicBezTo>
                <a:cubicBezTo>
                  <a:pt x="834498" y="93877"/>
                  <a:pt x="835771" y="86291"/>
                  <a:pt x="838318" y="79225"/>
                </a:cubicBezTo>
                <a:cubicBezTo>
                  <a:pt x="840867" y="72159"/>
                  <a:pt x="844284" y="66021"/>
                  <a:pt x="848570" y="60809"/>
                </a:cubicBezTo>
                <a:cubicBezTo>
                  <a:pt x="852855" y="55597"/>
                  <a:pt x="857720" y="51485"/>
                  <a:pt x="863163" y="48474"/>
                </a:cubicBezTo>
                <a:cubicBezTo>
                  <a:pt x="868609" y="45462"/>
                  <a:pt x="874284" y="43956"/>
                  <a:pt x="880191" y="43956"/>
                </a:cubicBezTo>
                <a:cubicBezTo>
                  <a:pt x="884708" y="43956"/>
                  <a:pt x="888646" y="45086"/>
                  <a:pt x="892004" y="47344"/>
                </a:cubicBezTo>
                <a:cubicBezTo>
                  <a:pt x="895363" y="49603"/>
                  <a:pt x="898086" y="52585"/>
                  <a:pt x="900171" y="56291"/>
                </a:cubicBezTo>
                <a:lnTo>
                  <a:pt x="900691" y="56291"/>
                </a:lnTo>
                <a:moveTo>
                  <a:pt x="863686" y="121442"/>
                </a:moveTo>
                <a:cubicBezTo>
                  <a:pt x="868086" y="121442"/>
                  <a:pt x="872545" y="120140"/>
                  <a:pt x="877063" y="117535"/>
                </a:cubicBezTo>
                <a:cubicBezTo>
                  <a:pt x="881580" y="114928"/>
                  <a:pt x="885981" y="110845"/>
                  <a:pt x="890267" y="105284"/>
                </a:cubicBezTo>
                <a:lnTo>
                  <a:pt x="897913" y="67585"/>
                </a:lnTo>
                <a:cubicBezTo>
                  <a:pt x="895479" y="63184"/>
                  <a:pt x="892814" y="59999"/>
                  <a:pt x="889917" y="58030"/>
                </a:cubicBezTo>
                <a:cubicBezTo>
                  <a:pt x="887022" y="56060"/>
                  <a:pt x="883953" y="55075"/>
                  <a:pt x="880710" y="55075"/>
                </a:cubicBezTo>
                <a:cubicBezTo>
                  <a:pt x="876541" y="55075"/>
                  <a:pt x="872488" y="56320"/>
                  <a:pt x="868550" y="58810"/>
                </a:cubicBezTo>
                <a:cubicBezTo>
                  <a:pt x="864613" y="61300"/>
                  <a:pt x="861138" y="64631"/>
                  <a:pt x="858127" y="68801"/>
                </a:cubicBezTo>
                <a:cubicBezTo>
                  <a:pt x="855115" y="72971"/>
                  <a:pt x="852711" y="77749"/>
                  <a:pt x="850916" y="83135"/>
                </a:cubicBezTo>
                <a:cubicBezTo>
                  <a:pt x="849120" y="88520"/>
                  <a:pt x="848222" y="94109"/>
                  <a:pt x="848222" y="99900"/>
                </a:cubicBezTo>
                <a:cubicBezTo>
                  <a:pt x="848222" y="107196"/>
                  <a:pt x="849612" y="112610"/>
                  <a:pt x="852392" y="116143"/>
                </a:cubicBezTo>
                <a:cubicBezTo>
                  <a:pt x="855172" y="119676"/>
                  <a:pt x="858937" y="121442"/>
                  <a:pt x="863686" y="121442"/>
                </a:cubicBezTo>
                <a:close/>
                <a:moveTo>
                  <a:pt x="956844" y="132561"/>
                </a:moveTo>
                <a:cubicBezTo>
                  <a:pt x="947692" y="132561"/>
                  <a:pt x="940395" y="129550"/>
                  <a:pt x="934952" y="123529"/>
                </a:cubicBezTo>
                <a:cubicBezTo>
                  <a:pt x="929508" y="117506"/>
                  <a:pt x="926787" y="109224"/>
                  <a:pt x="926787" y="98683"/>
                </a:cubicBezTo>
                <a:cubicBezTo>
                  <a:pt x="926787" y="90692"/>
                  <a:pt x="928060" y="83337"/>
                  <a:pt x="930607" y="76619"/>
                </a:cubicBezTo>
                <a:cubicBezTo>
                  <a:pt x="933155" y="69902"/>
                  <a:pt x="936572" y="64139"/>
                  <a:pt x="940858" y="59332"/>
                </a:cubicBezTo>
                <a:cubicBezTo>
                  <a:pt x="945144" y="54525"/>
                  <a:pt x="950009" y="50760"/>
                  <a:pt x="955452" y="48039"/>
                </a:cubicBezTo>
                <a:cubicBezTo>
                  <a:pt x="960897" y="45317"/>
                  <a:pt x="966515" y="43956"/>
                  <a:pt x="972304" y="43956"/>
                </a:cubicBezTo>
                <a:cubicBezTo>
                  <a:pt x="981456" y="43956"/>
                  <a:pt x="988782" y="46968"/>
                  <a:pt x="994284" y="52991"/>
                </a:cubicBezTo>
                <a:cubicBezTo>
                  <a:pt x="999785" y="59014"/>
                  <a:pt x="1002536" y="67296"/>
                  <a:pt x="1002536" y="77836"/>
                </a:cubicBezTo>
                <a:cubicBezTo>
                  <a:pt x="1002536" y="85828"/>
                  <a:pt x="1001233" y="93183"/>
                  <a:pt x="998626" y="99900"/>
                </a:cubicBezTo>
                <a:cubicBezTo>
                  <a:pt x="996019" y="106618"/>
                  <a:pt x="992602" y="112380"/>
                  <a:pt x="988375" y="117187"/>
                </a:cubicBezTo>
                <a:cubicBezTo>
                  <a:pt x="984147" y="121993"/>
                  <a:pt x="979283" y="125756"/>
                  <a:pt x="973781" y="128478"/>
                </a:cubicBezTo>
                <a:cubicBezTo>
                  <a:pt x="968279" y="131200"/>
                  <a:pt x="962633" y="132561"/>
                  <a:pt x="956844" y="132561"/>
                </a:cubicBezTo>
                <a:moveTo>
                  <a:pt x="958233" y="121442"/>
                </a:moveTo>
                <a:cubicBezTo>
                  <a:pt x="962170" y="121442"/>
                  <a:pt x="965963" y="120313"/>
                  <a:pt x="969611" y="118054"/>
                </a:cubicBezTo>
                <a:cubicBezTo>
                  <a:pt x="973260" y="115796"/>
                  <a:pt x="976533" y="112756"/>
                  <a:pt x="979428" y="108935"/>
                </a:cubicBezTo>
                <a:cubicBezTo>
                  <a:pt x="982324" y="105112"/>
                  <a:pt x="984641" y="100595"/>
                  <a:pt x="986378" y="95383"/>
                </a:cubicBezTo>
                <a:cubicBezTo>
                  <a:pt x="988116" y="90171"/>
                  <a:pt x="988984" y="84611"/>
                  <a:pt x="988984" y="78703"/>
                </a:cubicBezTo>
                <a:cubicBezTo>
                  <a:pt x="988984" y="71059"/>
                  <a:pt x="987449" y="65182"/>
                  <a:pt x="984380" y="61071"/>
                </a:cubicBezTo>
                <a:cubicBezTo>
                  <a:pt x="981310" y="56959"/>
                  <a:pt x="976822" y="54902"/>
                  <a:pt x="970915" y="54902"/>
                </a:cubicBezTo>
                <a:cubicBezTo>
                  <a:pt x="967092" y="54902"/>
                  <a:pt x="963328" y="56032"/>
                  <a:pt x="959622" y="58290"/>
                </a:cubicBezTo>
                <a:cubicBezTo>
                  <a:pt x="955916" y="60549"/>
                  <a:pt x="952614" y="63619"/>
                  <a:pt x="949718" y="67500"/>
                </a:cubicBezTo>
                <a:cubicBezTo>
                  <a:pt x="946823" y="71379"/>
                  <a:pt x="944507" y="75925"/>
                  <a:pt x="942770" y="81137"/>
                </a:cubicBezTo>
                <a:cubicBezTo>
                  <a:pt x="941032" y="86348"/>
                  <a:pt x="940164" y="91908"/>
                  <a:pt x="940164" y="97814"/>
                </a:cubicBezTo>
                <a:cubicBezTo>
                  <a:pt x="940164" y="105459"/>
                  <a:pt x="941699" y="111309"/>
                  <a:pt x="944768" y="115364"/>
                </a:cubicBezTo>
                <a:cubicBezTo>
                  <a:pt x="947838" y="119416"/>
                  <a:pt x="952326" y="121442"/>
                  <a:pt x="958233" y="121442"/>
                </a:cubicBezTo>
                <a:close/>
                <a:moveTo>
                  <a:pt x="1014906" y="130477"/>
                </a:moveTo>
                <a:lnTo>
                  <a:pt x="1031584" y="46043"/>
                </a:lnTo>
                <a:lnTo>
                  <a:pt x="1042530" y="46043"/>
                </a:lnTo>
                <a:lnTo>
                  <a:pt x="1041313" y="58725"/>
                </a:lnTo>
                <a:lnTo>
                  <a:pt x="1042007" y="58725"/>
                </a:lnTo>
                <a:cubicBezTo>
                  <a:pt x="1046410" y="54554"/>
                  <a:pt x="1051043" y="51050"/>
                  <a:pt x="1055907" y="48214"/>
                </a:cubicBezTo>
                <a:cubicBezTo>
                  <a:pt x="1060772" y="45375"/>
                  <a:pt x="1065405" y="43956"/>
                  <a:pt x="1069806" y="43956"/>
                </a:cubicBezTo>
                <a:cubicBezTo>
                  <a:pt x="1073166" y="43956"/>
                  <a:pt x="1076003" y="44391"/>
                  <a:pt x="1078318" y="45261"/>
                </a:cubicBezTo>
                <a:cubicBezTo>
                  <a:pt x="1080635" y="46128"/>
                  <a:pt x="1082547" y="47287"/>
                  <a:pt x="1084052" y="48736"/>
                </a:cubicBezTo>
                <a:cubicBezTo>
                  <a:pt x="1085558" y="50183"/>
                  <a:pt x="1086716" y="51921"/>
                  <a:pt x="1087525" y="53948"/>
                </a:cubicBezTo>
                <a:cubicBezTo>
                  <a:pt x="1088336" y="55973"/>
                  <a:pt x="1088916" y="58144"/>
                  <a:pt x="1089264" y="60461"/>
                </a:cubicBezTo>
                <a:cubicBezTo>
                  <a:pt x="1094708" y="55250"/>
                  <a:pt x="1099949" y="51196"/>
                  <a:pt x="1104987" y="48301"/>
                </a:cubicBezTo>
                <a:cubicBezTo>
                  <a:pt x="1110026" y="45405"/>
                  <a:pt x="1114746" y="43956"/>
                  <a:pt x="1119146" y="43956"/>
                </a:cubicBezTo>
                <a:cubicBezTo>
                  <a:pt x="1126212" y="43956"/>
                  <a:pt x="1131308" y="45809"/>
                  <a:pt x="1134435" y="49515"/>
                </a:cubicBezTo>
                <a:cubicBezTo>
                  <a:pt x="1137563" y="53221"/>
                  <a:pt x="1139127" y="58376"/>
                  <a:pt x="1139127" y="64979"/>
                </a:cubicBezTo>
                <a:cubicBezTo>
                  <a:pt x="1139127" y="66947"/>
                  <a:pt x="1139011" y="68801"/>
                  <a:pt x="1138780" y="70538"/>
                </a:cubicBezTo>
                <a:cubicBezTo>
                  <a:pt x="1138548" y="72275"/>
                  <a:pt x="1138201" y="74302"/>
                  <a:pt x="1137738" y="76619"/>
                </a:cubicBezTo>
                <a:lnTo>
                  <a:pt x="1126964" y="130477"/>
                </a:lnTo>
                <a:lnTo>
                  <a:pt x="1113587" y="130477"/>
                </a:lnTo>
                <a:lnTo>
                  <a:pt x="1124186" y="78356"/>
                </a:lnTo>
                <a:cubicBezTo>
                  <a:pt x="1124649" y="76039"/>
                  <a:pt x="1124996" y="74186"/>
                  <a:pt x="1125228" y="72796"/>
                </a:cubicBezTo>
                <a:cubicBezTo>
                  <a:pt x="1125459" y="71407"/>
                  <a:pt x="1125575" y="69960"/>
                  <a:pt x="1125575" y="68454"/>
                </a:cubicBezTo>
                <a:cubicBezTo>
                  <a:pt x="1125575" y="59766"/>
                  <a:pt x="1121463" y="55422"/>
                  <a:pt x="1113240" y="55422"/>
                </a:cubicBezTo>
                <a:cubicBezTo>
                  <a:pt x="1110808" y="55422"/>
                  <a:pt x="1107507" y="56639"/>
                  <a:pt x="1103336" y="59072"/>
                </a:cubicBezTo>
                <a:cubicBezTo>
                  <a:pt x="1099167" y="61504"/>
                  <a:pt x="1094534" y="65384"/>
                  <a:pt x="1089439" y="70713"/>
                </a:cubicBezTo>
                <a:lnTo>
                  <a:pt x="1077451" y="130477"/>
                </a:lnTo>
                <a:lnTo>
                  <a:pt x="1064247" y="130477"/>
                </a:lnTo>
                <a:lnTo>
                  <a:pt x="1074670" y="78356"/>
                </a:lnTo>
                <a:cubicBezTo>
                  <a:pt x="1075133" y="76039"/>
                  <a:pt x="1075481" y="74186"/>
                  <a:pt x="1075712" y="72796"/>
                </a:cubicBezTo>
                <a:cubicBezTo>
                  <a:pt x="1075944" y="71407"/>
                  <a:pt x="1076060" y="69960"/>
                  <a:pt x="1076060" y="68454"/>
                </a:cubicBezTo>
                <a:cubicBezTo>
                  <a:pt x="1076060" y="59766"/>
                  <a:pt x="1072006" y="55422"/>
                  <a:pt x="1063899" y="55422"/>
                </a:cubicBezTo>
                <a:cubicBezTo>
                  <a:pt x="1061351" y="55422"/>
                  <a:pt x="1057991" y="56639"/>
                  <a:pt x="1053820" y="59072"/>
                </a:cubicBezTo>
                <a:cubicBezTo>
                  <a:pt x="1049651" y="61504"/>
                  <a:pt x="1045076" y="65384"/>
                  <a:pt x="1040096" y="70713"/>
                </a:cubicBezTo>
                <a:lnTo>
                  <a:pt x="1028108" y="130477"/>
                </a:lnTo>
                <a:lnTo>
                  <a:pt x="1014906" y="130477"/>
                </a:lnTo>
                <a:close/>
                <a:moveTo>
                  <a:pt x="1154129" y="91908"/>
                </a:moveTo>
                <a:lnTo>
                  <a:pt x="1156213" y="81656"/>
                </a:lnTo>
                <a:lnTo>
                  <a:pt x="1194262" y="81656"/>
                </a:lnTo>
                <a:lnTo>
                  <a:pt x="1192004" y="91908"/>
                </a:lnTo>
                <a:lnTo>
                  <a:pt x="1154129" y="91908"/>
                </a:lnTo>
                <a:close/>
                <a:moveTo>
                  <a:pt x="1207965" y="107024"/>
                </a:moveTo>
                <a:lnTo>
                  <a:pt x="1207965" y="95555"/>
                </a:lnTo>
                <a:lnTo>
                  <a:pt x="1243407" y="81831"/>
                </a:lnTo>
                <a:lnTo>
                  <a:pt x="1264951" y="73319"/>
                </a:lnTo>
                <a:lnTo>
                  <a:pt x="1264951" y="72624"/>
                </a:lnTo>
                <a:lnTo>
                  <a:pt x="1243407" y="64284"/>
                </a:lnTo>
                <a:lnTo>
                  <a:pt x="1207965" y="50385"/>
                </a:lnTo>
                <a:lnTo>
                  <a:pt x="1207965" y="39092"/>
                </a:lnTo>
                <a:lnTo>
                  <a:pt x="1279545" y="68107"/>
                </a:lnTo>
                <a:lnTo>
                  <a:pt x="1279545" y="78183"/>
                </a:lnTo>
                <a:lnTo>
                  <a:pt x="1207965" y="1070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documentElement-&gt;">
            <a:extLst xmlns:a="http://schemas.openxmlformats.org/drawingml/2006/main">
              <a:ext uri="{FF2B5EF4-FFF2-40B4-BE49-F238E27FC236}">
                <a16:creationId xmlns:a16="http://schemas.microsoft.com/office/drawing/2014/main" id="{35B70F5E-8F5F-4E15-ACE3-E0A0372E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57" y="3469881"/>
            <a:ext cx="1433171" cy="125785"/>
          </a:xfrm>
          <a:custGeom xmlns:a="http://schemas.openxmlformats.org/drawingml/2006/main">
            <a:pathLst>
              <a:path w="1433171" h="125785">
                <a:moveTo>
                  <a:pt x="66193" y="49515"/>
                </a:moveTo>
                <a:lnTo>
                  <a:pt x="68974" y="33010"/>
                </a:lnTo>
                <a:lnTo>
                  <a:pt x="75575" y="0"/>
                </a:lnTo>
                <a:lnTo>
                  <a:pt x="88952" y="0"/>
                </a:lnTo>
                <a:lnTo>
                  <a:pt x="63934" y="123701"/>
                </a:lnTo>
                <a:lnTo>
                  <a:pt x="52988" y="123701"/>
                </a:lnTo>
                <a:lnTo>
                  <a:pt x="54380" y="111191"/>
                </a:lnTo>
                <a:lnTo>
                  <a:pt x="53685" y="111191"/>
                </a:lnTo>
                <a:cubicBezTo>
                  <a:pt x="49631" y="115593"/>
                  <a:pt x="45056" y="119126"/>
                  <a:pt x="39959" y="121790"/>
                </a:cubicBezTo>
                <a:cubicBezTo>
                  <a:pt x="34863" y="124453"/>
                  <a:pt x="29651" y="125785"/>
                  <a:pt x="24323" y="125785"/>
                </a:cubicBezTo>
                <a:cubicBezTo>
                  <a:pt x="16911" y="125785"/>
                  <a:pt x="11003" y="123179"/>
                  <a:pt x="6601" y="117967"/>
                </a:cubicBezTo>
                <a:cubicBezTo>
                  <a:pt x="2200" y="112755"/>
                  <a:pt x="0" y="105169"/>
                  <a:pt x="0" y="95208"/>
                </a:cubicBezTo>
                <a:cubicBezTo>
                  <a:pt x="0" y="87101"/>
                  <a:pt x="1273" y="79515"/>
                  <a:pt x="3820" y="72449"/>
                </a:cubicBezTo>
                <a:cubicBezTo>
                  <a:pt x="6369" y="65383"/>
                  <a:pt x="9786" y="59245"/>
                  <a:pt x="14072" y="54033"/>
                </a:cubicBezTo>
                <a:cubicBezTo>
                  <a:pt x="18357" y="48821"/>
                  <a:pt x="23222" y="44709"/>
                  <a:pt x="28665" y="41698"/>
                </a:cubicBezTo>
                <a:cubicBezTo>
                  <a:pt x="34110" y="38686"/>
                  <a:pt x="39786" y="37180"/>
                  <a:pt x="45693" y="37180"/>
                </a:cubicBezTo>
                <a:cubicBezTo>
                  <a:pt x="50210" y="37180"/>
                  <a:pt x="54148" y="38310"/>
                  <a:pt x="57506" y="40568"/>
                </a:cubicBezTo>
                <a:cubicBezTo>
                  <a:pt x="60865" y="42827"/>
                  <a:pt x="63588" y="45809"/>
                  <a:pt x="65673" y="49515"/>
                </a:cubicBezTo>
                <a:lnTo>
                  <a:pt x="66193" y="49515"/>
                </a:lnTo>
                <a:moveTo>
                  <a:pt x="29188" y="114666"/>
                </a:moveTo>
                <a:cubicBezTo>
                  <a:pt x="33588" y="114666"/>
                  <a:pt x="38047" y="113364"/>
                  <a:pt x="42564" y="110759"/>
                </a:cubicBezTo>
                <a:cubicBezTo>
                  <a:pt x="47082" y="108152"/>
                  <a:pt x="51483" y="104069"/>
                  <a:pt x="55769" y="98509"/>
                </a:cubicBezTo>
                <a:lnTo>
                  <a:pt x="63415" y="60809"/>
                </a:lnTo>
                <a:cubicBezTo>
                  <a:pt x="60981" y="56408"/>
                  <a:pt x="58316" y="53223"/>
                  <a:pt x="55419" y="51254"/>
                </a:cubicBezTo>
                <a:cubicBezTo>
                  <a:pt x="52524" y="49284"/>
                  <a:pt x="49455" y="48299"/>
                  <a:pt x="46212" y="48299"/>
                </a:cubicBezTo>
                <a:cubicBezTo>
                  <a:pt x="42043" y="48299"/>
                  <a:pt x="37990" y="49544"/>
                  <a:pt x="34052" y="52034"/>
                </a:cubicBezTo>
                <a:cubicBezTo>
                  <a:pt x="30114" y="54524"/>
                  <a:pt x="26640" y="57855"/>
                  <a:pt x="23628" y="62025"/>
                </a:cubicBezTo>
                <a:cubicBezTo>
                  <a:pt x="20617" y="66195"/>
                  <a:pt x="18213" y="70973"/>
                  <a:pt x="16418" y="76359"/>
                </a:cubicBezTo>
                <a:cubicBezTo>
                  <a:pt x="14622" y="81744"/>
                  <a:pt x="13724" y="87333"/>
                  <a:pt x="13724" y="93124"/>
                </a:cubicBezTo>
                <a:cubicBezTo>
                  <a:pt x="13724" y="100420"/>
                  <a:pt x="15114" y="105834"/>
                  <a:pt x="17894" y="109367"/>
                </a:cubicBezTo>
                <a:cubicBezTo>
                  <a:pt x="20674" y="112900"/>
                  <a:pt x="24439" y="114666"/>
                  <a:pt x="29188" y="114666"/>
                </a:cubicBezTo>
                <a:close/>
                <a:moveTo>
                  <a:pt x="122346" y="125785"/>
                </a:moveTo>
                <a:cubicBezTo>
                  <a:pt x="113194" y="125785"/>
                  <a:pt x="105897" y="122774"/>
                  <a:pt x="100454" y="116753"/>
                </a:cubicBezTo>
                <a:cubicBezTo>
                  <a:pt x="95010" y="110730"/>
                  <a:pt x="92289" y="102448"/>
                  <a:pt x="92289" y="91908"/>
                </a:cubicBezTo>
                <a:cubicBezTo>
                  <a:pt x="92289" y="83916"/>
                  <a:pt x="93562" y="76561"/>
                  <a:pt x="96109" y="69843"/>
                </a:cubicBezTo>
                <a:cubicBezTo>
                  <a:pt x="98657" y="63126"/>
                  <a:pt x="102074" y="57363"/>
                  <a:pt x="106360" y="52556"/>
                </a:cubicBezTo>
                <a:cubicBezTo>
                  <a:pt x="110646" y="47749"/>
                  <a:pt x="115510" y="43985"/>
                  <a:pt x="120954" y="41263"/>
                </a:cubicBezTo>
                <a:cubicBezTo>
                  <a:pt x="126399" y="38541"/>
                  <a:pt x="132016" y="37180"/>
                  <a:pt x="137806" y="37180"/>
                </a:cubicBezTo>
                <a:cubicBezTo>
                  <a:pt x="146957" y="37180"/>
                  <a:pt x="154284" y="40192"/>
                  <a:pt x="159786" y="46215"/>
                </a:cubicBezTo>
                <a:cubicBezTo>
                  <a:pt x="165287" y="52238"/>
                  <a:pt x="168038" y="60520"/>
                  <a:pt x="168038" y="71060"/>
                </a:cubicBezTo>
                <a:cubicBezTo>
                  <a:pt x="168038" y="79052"/>
                  <a:pt x="166735" y="86407"/>
                  <a:pt x="164128" y="93124"/>
                </a:cubicBezTo>
                <a:cubicBezTo>
                  <a:pt x="161521" y="99842"/>
                  <a:pt x="158104" y="105604"/>
                  <a:pt x="153877" y="110412"/>
                </a:cubicBezTo>
                <a:cubicBezTo>
                  <a:pt x="149649" y="115217"/>
                  <a:pt x="144785" y="118980"/>
                  <a:pt x="139283" y="121702"/>
                </a:cubicBezTo>
                <a:cubicBezTo>
                  <a:pt x="133781" y="124424"/>
                  <a:pt x="128135" y="125785"/>
                  <a:pt x="122346" y="125785"/>
                </a:cubicBezTo>
                <a:moveTo>
                  <a:pt x="123735" y="114666"/>
                </a:moveTo>
                <a:cubicBezTo>
                  <a:pt x="127672" y="114666"/>
                  <a:pt x="131465" y="113537"/>
                  <a:pt x="135113" y="111278"/>
                </a:cubicBezTo>
                <a:cubicBezTo>
                  <a:pt x="138762" y="109020"/>
                  <a:pt x="142035" y="105980"/>
                  <a:pt x="144929" y="102159"/>
                </a:cubicBezTo>
                <a:cubicBezTo>
                  <a:pt x="147826" y="98336"/>
                  <a:pt x="150143" y="93819"/>
                  <a:pt x="151880" y="88607"/>
                </a:cubicBezTo>
                <a:cubicBezTo>
                  <a:pt x="153618" y="83395"/>
                  <a:pt x="154486" y="77835"/>
                  <a:pt x="154486" y="71927"/>
                </a:cubicBezTo>
                <a:cubicBezTo>
                  <a:pt x="154486" y="64283"/>
                  <a:pt x="152951" y="58406"/>
                  <a:pt x="149882" y="54295"/>
                </a:cubicBezTo>
                <a:cubicBezTo>
                  <a:pt x="146812" y="50183"/>
                  <a:pt x="142324" y="48126"/>
                  <a:pt x="136417" y="48126"/>
                </a:cubicBezTo>
                <a:cubicBezTo>
                  <a:pt x="132594" y="48126"/>
                  <a:pt x="128830" y="49256"/>
                  <a:pt x="125124" y="51514"/>
                </a:cubicBezTo>
                <a:cubicBezTo>
                  <a:pt x="121418" y="53773"/>
                  <a:pt x="118116" y="56843"/>
                  <a:pt x="115220" y="60724"/>
                </a:cubicBezTo>
                <a:cubicBezTo>
                  <a:pt x="112325" y="64603"/>
                  <a:pt x="110009" y="69149"/>
                  <a:pt x="108271" y="74361"/>
                </a:cubicBezTo>
                <a:cubicBezTo>
                  <a:pt x="106534" y="79572"/>
                  <a:pt x="105665" y="85132"/>
                  <a:pt x="105665" y="91038"/>
                </a:cubicBezTo>
                <a:cubicBezTo>
                  <a:pt x="105665" y="98683"/>
                  <a:pt x="107200" y="104533"/>
                  <a:pt x="110270" y="108588"/>
                </a:cubicBezTo>
                <a:cubicBezTo>
                  <a:pt x="113340" y="112640"/>
                  <a:pt x="117828" y="114666"/>
                  <a:pt x="123735" y="114666"/>
                </a:cubicBezTo>
                <a:close/>
                <a:moveTo>
                  <a:pt x="212549" y="125785"/>
                </a:moveTo>
                <a:cubicBezTo>
                  <a:pt x="203283" y="125785"/>
                  <a:pt x="195783" y="122861"/>
                  <a:pt x="190050" y="117013"/>
                </a:cubicBezTo>
                <a:cubicBezTo>
                  <a:pt x="184317" y="111163"/>
                  <a:pt x="181450" y="102794"/>
                  <a:pt x="181450" y="91908"/>
                </a:cubicBezTo>
                <a:cubicBezTo>
                  <a:pt x="181450" y="84031"/>
                  <a:pt x="182753" y="76762"/>
                  <a:pt x="185358" y="70103"/>
                </a:cubicBezTo>
                <a:cubicBezTo>
                  <a:pt x="187964" y="63444"/>
                  <a:pt x="191439" y="57682"/>
                  <a:pt x="195781" y="52819"/>
                </a:cubicBezTo>
                <a:cubicBezTo>
                  <a:pt x="200125" y="47953"/>
                  <a:pt x="205135" y="44130"/>
                  <a:pt x="210810" y="41350"/>
                </a:cubicBezTo>
                <a:cubicBezTo>
                  <a:pt x="216487" y="38570"/>
                  <a:pt x="222394" y="37180"/>
                  <a:pt x="228532" y="37180"/>
                </a:cubicBezTo>
                <a:cubicBezTo>
                  <a:pt x="233629" y="37180"/>
                  <a:pt x="237915" y="38165"/>
                  <a:pt x="241389" y="40133"/>
                </a:cubicBezTo>
                <a:cubicBezTo>
                  <a:pt x="244864" y="42102"/>
                  <a:pt x="247875" y="44535"/>
                  <a:pt x="250424" y="47432"/>
                </a:cubicBezTo>
                <a:lnTo>
                  <a:pt x="242606" y="55769"/>
                </a:lnTo>
                <a:cubicBezTo>
                  <a:pt x="240404" y="53106"/>
                  <a:pt x="238203" y="51166"/>
                  <a:pt x="236002" y="49950"/>
                </a:cubicBezTo>
                <a:cubicBezTo>
                  <a:pt x="233802" y="48734"/>
                  <a:pt x="231022" y="48126"/>
                  <a:pt x="227662" y="48126"/>
                </a:cubicBezTo>
                <a:cubicBezTo>
                  <a:pt x="223493" y="48126"/>
                  <a:pt x="219440" y="49285"/>
                  <a:pt x="215502" y="51602"/>
                </a:cubicBezTo>
                <a:cubicBezTo>
                  <a:pt x="211565" y="53917"/>
                  <a:pt x="208061" y="57015"/>
                  <a:pt x="204991" y="60896"/>
                </a:cubicBezTo>
                <a:cubicBezTo>
                  <a:pt x="201921" y="64775"/>
                  <a:pt x="199488" y="69321"/>
                  <a:pt x="197693" y="74533"/>
                </a:cubicBezTo>
                <a:cubicBezTo>
                  <a:pt x="195899" y="79745"/>
                  <a:pt x="195002" y="85246"/>
                  <a:pt x="195002" y="91038"/>
                </a:cubicBezTo>
                <a:cubicBezTo>
                  <a:pt x="195002" y="98683"/>
                  <a:pt x="196652" y="104533"/>
                  <a:pt x="199951" y="108588"/>
                </a:cubicBezTo>
                <a:cubicBezTo>
                  <a:pt x="203253" y="112640"/>
                  <a:pt x="208262" y="114666"/>
                  <a:pt x="214980" y="114666"/>
                </a:cubicBezTo>
                <a:cubicBezTo>
                  <a:pt x="218686" y="114666"/>
                  <a:pt x="222074" y="113913"/>
                  <a:pt x="225144" y="112408"/>
                </a:cubicBezTo>
                <a:cubicBezTo>
                  <a:pt x="228214" y="110902"/>
                  <a:pt x="231080" y="109165"/>
                  <a:pt x="233744" y="107196"/>
                </a:cubicBezTo>
                <a:lnTo>
                  <a:pt x="239650" y="115883"/>
                </a:lnTo>
                <a:cubicBezTo>
                  <a:pt x="236639" y="118200"/>
                  <a:pt x="232932" y="120430"/>
                  <a:pt x="228532" y="122572"/>
                </a:cubicBezTo>
                <a:cubicBezTo>
                  <a:pt x="224131" y="124714"/>
                  <a:pt x="218804" y="125785"/>
                  <a:pt x="212549" y="125785"/>
                </a:cubicBezTo>
                <a:close/>
                <a:moveTo>
                  <a:pt x="336977" y="39267"/>
                </a:moveTo>
                <a:lnTo>
                  <a:pt x="320125" y="123701"/>
                </a:lnTo>
                <a:lnTo>
                  <a:pt x="309181" y="123701"/>
                </a:lnTo>
                <a:lnTo>
                  <a:pt x="310571" y="110844"/>
                </a:lnTo>
                <a:lnTo>
                  <a:pt x="309876" y="110844"/>
                </a:lnTo>
                <a:cubicBezTo>
                  <a:pt x="305242" y="114898"/>
                  <a:pt x="300522" y="118402"/>
                  <a:pt x="295714" y="121355"/>
                </a:cubicBezTo>
                <a:cubicBezTo>
                  <a:pt x="290909" y="124308"/>
                  <a:pt x="285900" y="125785"/>
                  <a:pt x="280689" y="125785"/>
                </a:cubicBezTo>
                <a:cubicBezTo>
                  <a:pt x="273506" y="125785"/>
                  <a:pt x="268380" y="123903"/>
                  <a:pt x="265310" y="120141"/>
                </a:cubicBezTo>
                <a:cubicBezTo>
                  <a:pt x="262242" y="116376"/>
                  <a:pt x="260708" y="111251"/>
                  <a:pt x="260708" y="104765"/>
                </a:cubicBezTo>
                <a:cubicBezTo>
                  <a:pt x="260708" y="102794"/>
                  <a:pt x="260795" y="100940"/>
                  <a:pt x="260968" y="99203"/>
                </a:cubicBezTo>
                <a:cubicBezTo>
                  <a:pt x="261143" y="97466"/>
                  <a:pt x="261519" y="95440"/>
                  <a:pt x="262097" y="93124"/>
                </a:cubicBezTo>
                <a:lnTo>
                  <a:pt x="272871" y="39267"/>
                </a:lnTo>
                <a:lnTo>
                  <a:pt x="286248" y="39267"/>
                </a:lnTo>
                <a:lnTo>
                  <a:pt x="275649" y="91385"/>
                </a:lnTo>
                <a:cubicBezTo>
                  <a:pt x="275186" y="93702"/>
                  <a:pt x="274839" y="95556"/>
                  <a:pt x="274607" y="96947"/>
                </a:cubicBezTo>
                <a:cubicBezTo>
                  <a:pt x="274376" y="98336"/>
                  <a:pt x="274260" y="99784"/>
                  <a:pt x="274260" y="101289"/>
                </a:cubicBezTo>
                <a:cubicBezTo>
                  <a:pt x="274260" y="105575"/>
                  <a:pt x="275244" y="108818"/>
                  <a:pt x="277213" y="111019"/>
                </a:cubicBezTo>
                <a:cubicBezTo>
                  <a:pt x="279182" y="113219"/>
                  <a:pt x="282367" y="114319"/>
                  <a:pt x="286767" y="114319"/>
                </a:cubicBezTo>
                <a:cubicBezTo>
                  <a:pt x="290127" y="114319"/>
                  <a:pt x="293833" y="113103"/>
                  <a:pt x="297886" y="110671"/>
                </a:cubicBezTo>
                <a:cubicBezTo>
                  <a:pt x="301940" y="108239"/>
                  <a:pt x="306574" y="104359"/>
                  <a:pt x="311787" y="99031"/>
                </a:cubicBezTo>
                <a:lnTo>
                  <a:pt x="323775" y="39267"/>
                </a:lnTo>
                <a:lnTo>
                  <a:pt x="336977" y="39267"/>
                </a:lnTo>
                <a:close/>
                <a:moveTo>
                  <a:pt x="348654" y="123701"/>
                </a:moveTo>
                <a:lnTo>
                  <a:pt x="365332" y="39267"/>
                </a:lnTo>
                <a:lnTo>
                  <a:pt x="376278" y="39267"/>
                </a:lnTo>
                <a:lnTo>
                  <a:pt x="375061" y="51949"/>
                </a:lnTo>
                <a:lnTo>
                  <a:pt x="375755" y="51949"/>
                </a:lnTo>
                <a:cubicBezTo>
                  <a:pt x="380158" y="47778"/>
                  <a:pt x="384791" y="44274"/>
                  <a:pt x="389655" y="41438"/>
                </a:cubicBezTo>
                <a:cubicBezTo>
                  <a:pt x="394520" y="38599"/>
                  <a:pt x="399153" y="37180"/>
                  <a:pt x="403554" y="37180"/>
                </a:cubicBezTo>
                <a:cubicBezTo>
                  <a:pt x="406913" y="37180"/>
                  <a:pt x="409751" y="37615"/>
                  <a:pt x="412066" y="38485"/>
                </a:cubicBezTo>
                <a:cubicBezTo>
                  <a:pt x="414383" y="39352"/>
                  <a:pt x="416294" y="40511"/>
                  <a:pt x="417800" y="41960"/>
                </a:cubicBezTo>
                <a:cubicBezTo>
                  <a:pt x="419306" y="43407"/>
                  <a:pt x="420464" y="45145"/>
                  <a:pt x="421273" y="47172"/>
                </a:cubicBezTo>
                <a:cubicBezTo>
                  <a:pt x="422084" y="49197"/>
                  <a:pt x="422664" y="51368"/>
                  <a:pt x="423012" y="53685"/>
                </a:cubicBezTo>
                <a:cubicBezTo>
                  <a:pt x="428455" y="48474"/>
                  <a:pt x="433696" y="44420"/>
                  <a:pt x="438735" y="41525"/>
                </a:cubicBezTo>
                <a:cubicBezTo>
                  <a:pt x="443774" y="38629"/>
                  <a:pt x="448493" y="37180"/>
                  <a:pt x="452894" y="37180"/>
                </a:cubicBezTo>
                <a:cubicBezTo>
                  <a:pt x="459960" y="37180"/>
                  <a:pt x="465056" y="39033"/>
                  <a:pt x="468182" y="42739"/>
                </a:cubicBezTo>
                <a:cubicBezTo>
                  <a:pt x="471311" y="46446"/>
                  <a:pt x="472875" y="51600"/>
                  <a:pt x="472875" y="58203"/>
                </a:cubicBezTo>
                <a:cubicBezTo>
                  <a:pt x="472875" y="60172"/>
                  <a:pt x="472759" y="62025"/>
                  <a:pt x="472527" y="63762"/>
                </a:cubicBezTo>
                <a:cubicBezTo>
                  <a:pt x="472296" y="65499"/>
                  <a:pt x="471949" y="67526"/>
                  <a:pt x="471486" y="69843"/>
                </a:cubicBezTo>
                <a:lnTo>
                  <a:pt x="460712" y="123701"/>
                </a:lnTo>
                <a:lnTo>
                  <a:pt x="447335" y="123701"/>
                </a:lnTo>
                <a:lnTo>
                  <a:pt x="457934" y="71580"/>
                </a:lnTo>
                <a:cubicBezTo>
                  <a:pt x="458397" y="69263"/>
                  <a:pt x="458744" y="67410"/>
                  <a:pt x="458976" y="66021"/>
                </a:cubicBezTo>
                <a:cubicBezTo>
                  <a:pt x="459207" y="64631"/>
                  <a:pt x="459323" y="63184"/>
                  <a:pt x="459323" y="61678"/>
                </a:cubicBezTo>
                <a:cubicBezTo>
                  <a:pt x="459323" y="52990"/>
                  <a:pt x="455211" y="48646"/>
                  <a:pt x="446988" y="48646"/>
                </a:cubicBezTo>
                <a:cubicBezTo>
                  <a:pt x="444556" y="48646"/>
                  <a:pt x="441254" y="49863"/>
                  <a:pt x="437084" y="52296"/>
                </a:cubicBezTo>
                <a:cubicBezTo>
                  <a:pt x="432914" y="54728"/>
                  <a:pt x="428282" y="58608"/>
                  <a:pt x="423187" y="63937"/>
                </a:cubicBezTo>
                <a:lnTo>
                  <a:pt x="411199" y="123701"/>
                </a:lnTo>
                <a:lnTo>
                  <a:pt x="397995" y="123701"/>
                </a:lnTo>
                <a:lnTo>
                  <a:pt x="408418" y="71580"/>
                </a:lnTo>
                <a:cubicBezTo>
                  <a:pt x="408881" y="69263"/>
                  <a:pt x="409229" y="67410"/>
                  <a:pt x="409460" y="66021"/>
                </a:cubicBezTo>
                <a:cubicBezTo>
                  <a:pt x="409692" y="64631"/>
                  <a:pt x="409807" y="63184"/>
                  <a:pt x="409807" y="61678"/>
                </a:cubicBezTo>
                <a:cubicBezTo>
                  <a:pt x="409807" y="52990"/>
                  <a:pt x="405754" y="48646"/>
                  <a:pt x="397647" y="48646"/>
                </a:cubicBezTo>
                <a:cubicBezTo>
                  <a:pt x="395099" y="48646"/>
                  <a:pt x="391739" y="49863"/>
                  <a:pt x="387568" y="52296"/>
                </a:cubicBezTo>
                <a:cubicBezTo>
                  <a:pt x="383399" y="54728"/>
                  <a:pt x="378824" y="58608"/>
                  <a:pt x="373844" y="63937"/>
                </a:cubicBezTo>
                <a:lnTo>
                  <a:pt x="361856" y="123701"/>
                </a:lnTo>
                <a:lnTo>
                  <a:pt x="348654" y="123701"/>
                </a:lnTo>
                <a:close/>
                <a:moveTo>
                  <a:pt x="488198" y="90518"/>
                </a:moveTo>
                <a:cubicBezTo>
                  <a:pt x="488198" y="82527"/>
                  <a:pt x="489530" y="75258"/>
                  <a:pt x="492193" y="68714"/>
                </a:cubicBezTo>
                <a:cubicBezTo>
                  <a:pt x="494857" y="62169"/>
                  <a:pt x="498302" y="56552"/>
                  <a:pt x="502530" y="51862"/>
                </a:cubicBezTo>
                <a:cubicBezTo>
                  <a:pt x="506759" y="47171"/>
                  <a:pt x="511566" y="43552"/>
                  <a:pt x="516951" y="41003"/>
                </a:cubicBezTo>
                <a:cubicBezTo>
                  <a:pt x="522336" y="38455"/>
                  <a:pt x="527809" y="37180"/>
                  <a:pt x="533369" y="37180"/>
                </a:cubicBezTo>
                <a:cubicBezTo>
                  <a:pt x="538117" y="37180"/>
                  <a:pt x="542143" y="37962"/>
                  <a:pt x="545444" y="39526"/>
                </a:cubicBezTo>
                <a:cubicBezTo>
                  <a:pt x="548745" y="41091"/>
                  <a:pt x="551438" y="43233"/>
                  <a:pt x="553522" y="45955"/>
                </a:cubicBezTo>
                <a:cubicBezTo>
                  <a:pt x="555607" y="48677"/>
                  <a:pt x="557113" y="51920"/>
                  <a:pt x="558039" y="55684"/>
                </a:cubicBezTo>
                <a:cubicBezTo>
                  <a:pt x="558967" y="59449"/>
                  <a:pt x="559431" y="63473"/>
                  <a:pt x="559431" y="67757"/>
                </a:cubicBezTo>
                <a:cubicBezTo>
                  <a:pt x="559431" y="71117"/>
                  <a:pt x="559082" y="74302"/>
                  <a:pt x="558386" y="77314"/>
                </a:cubicBezTo>
                <a:cubicBezTo>
                  <a:pt x="557692" y="80325"/>
                  <a:pt x="557054" y="82641"/>
                  <a:pt x="556475" y="84262"/>
                </a:cubicBezTo>
                <a:lnTo>
                  <a:pt x="501575" y="84262"/>
                </a:lnTo>
                <a:cubicBezTo>
                  <a:pt x="500764" y="89707"/>
                  <a:pt x="500821" y="94369"/>
                  <a:pt x="501747" y="98249"/>
                </a:cubicBezTo>
                <a:cubicBezTo>
                  <a:pt x="502675" y="102128"/>
                  <a:pt x="504210" y="105342"/>
                  <a:pt x="506352" y="107890"/>
                </a:cubicBezTo>
                <a:cubicBezTo>
                  <a:pt x="508496" y="110439"/>
                  <a:pt x="511131" y="112293"/>
                  <a:pt x="514258" y="113452"/>
                </a:cubicBezTo>
                <a:cubicBezTo>
                  <a:pt x="517386" y="114610"/>
                  <a:pt x="520803" y="115189"/>
                  <a:pt x="524509" y="115189"/>
                </a:cubicBezTo>
                <a:cubicBezTo>
                  <a:pt x="527867" y="115189"/>
                  <a:pt x="531197" y="114465"/>
                  <a:pt x="534498" y="113017"/>
                </a:cubicBezTo>
                <a:cubicBezTo>
                  <a:pt x="537799" y="111568"/>
                  <a:pt x="540782" y="109859"/>
                  <a:pt x="543445" y="107890"/>
                </a:cubicBezTo>
                <a:lnTo>
                  <a:pt x="548657" y="116753"/>
                </a:lnTo>
                <a:cubicBezTo>
                  <a:pt x="545299" y="119185"/>
                  <a:pt x="541303" y="121298"/>
                  <a:pt x="536669" y="123094"/>
                </a:cubicBezTo>
                <a:cubicBezTo>
                  <a:pt x="532037" y="124888"/>
                  <a:pt x="526941" y="125785"/>
                  <a:pt x="521381" y="125785"/>
                </a:cubicBezTo>
                <a:cubicBezTo>
                  <a:pt x="511305" y="125785"/>
                  <a:pt x="503256" y="122745"/>
                  <a:pt x="497233" y="116665"/>
                </a:cubicBezTo>
                <a:cubicBezTo>
                  <a:pt x="491210" y="110584"/>
                  <a:pt x="488198" y="101868"/>
                  <a:pt x="488198" y="90518"/>
                </a:cubicBezTo>
                <a:moveTo>
                  <a:pt x="502964" y="75227"/>
                </a:moveTo>
                <a:lnTo>
                  <a:pt x="547268" y="75227"/>
                </a:lnTo>
                <a:cubicBezTo>
                  <a:pt x="547499" y="73838"/>
                  <a:pt x="547702" y="72449"/>
                  <a:pt x="547875" y="71060"/>
                </a:cubicBezTo>
                <a:cubicBezTo>
                  <a:pt x="548050" y="69669"/>
                  <a:pt x="548137" y="68163"/>
                  <a:pt x="548137" y="66543"/>
                </a:cubicBezTo>
                <a:cubicBezTo>
                  <a:pt x="548137" y="64109"/>
                  <a:pt x="547847" y="61763"/>
                  <a:pt x="547268" y="59504"/>
                </a:cubicBezTo>
                <a:cubicBezTo>
                  <a:pt x="546688" y="57246"/>
                  <a:pt x="545761" y="55248"/>
                  <a:pt x="544487" y="53510"/>
                </a:cubicBezTo>
                <a:cubicBezTo>
                  <a:pt x="543214" y="51773"/>
                  <a:pt x="541535" y="50384"/>
                  <a:pt x="539450" y="49343"/>
                </a:cubicBezTo>
                <a:cubicBezTo>
                  <a:pt x="537365" y="48300"/>
                  <a:pt x="534816" y="47779"/>
                  <a:pt x="531805" y="47779"/>
                </a:cubicBezTo>
                <a:cubicBezTo>
                  <a:pt x="528678" y="47779"/>
                  <a:pt x="525638" y="48416"/>
                  <a:pt x="522685" y="49690"/>
                </a:cubicBezTo>
                <a:cubicBezTo>
                  <a:pt x="519732" y="50965"/>
                  <a:pt x="516981" y="52818"/>
                  <a:pt x="514433" y="55249"/>
                </a:cubicBezTo>
                <a:cubicBezTo>
                  <a:pt x="511884" y="57681"/>
                  <a:pt x="509596" y="60577"/>
                  <a:pt x="507569" y="63937"/>
                </a:cubicBezTo>
                <a:cubicBezTo>
                  <a:pt x="505542" y="67295"/>
                  <a:pt x="504007" y="71058"/>
                  <a:pt x="502964" y="75227"/>
                </a:cubicBezTo>
                <a:close/>
                <a:moveTo>
                  <a:pt x="571279" y="123701"/>
                </a:moveTo>
                <a:lnTo>
                  <a:pt x="587957" y="39267"/>
                </a:lnTo>
                <a:lnTo>
                  <a:pt x="598903" y="39267"/>
                </a:lnTo>
                <a:lnTo>
                  <a:pt x="597686" y="51949"/>
                </a:lnTo>
                <a:lnTo>
                  <a:pt x="598381" y="51949"/>
                </a:lnTo>
                <a:cubicBezTo>
                  <a:pt x="603246" y="47778"/>
                  <a:pt x="608053" y="44274"/>
                  <a:pt x="612802" y="41438"/>
                </a:cubicBezTo>
                <a:cubicBezTo>
                  <a:pt x="617551" y="38599"/>
                  <a:pt x="622589" y="37180"/>
                  <a:pt x="627915" y="37180"/>
                </a:cubicBezTo>
                <a:cubicBezTo>
                  <a:pt x="635098" y="37180"/>
                  <a:pt x="640223" y="39033"/>
                  <a:pt x="643291" y="42739"/>
                </a:cubicBezTo>
                <a:cubicBezTo>
                  <a:pt x="646361" y="46446"/>
                  <a:pt x="647896" y="51600"/>
                  <a:pt x="647896" y="58203"/>
                </a:cubicBezTo>
                <a:cubicBezTo>
                  <a:pt x="647896" y="60172"/>
                  <a:pt x="647808" y="62025"/>
                  <a:pt x="647633" y="63762"/>
                </a:cubicBezTo>
                <a:cubicBezTo>
                  <a:pt x="647460" y="65499"/>
                  <a:pt x="647085" y="67526"/>
                  <a:pt x="646507" y="69843"/>
                </a:cubicBezTo>
                <a:lnTo>
                  <a:pt x="635733" y="123701"/>
                </a:lnTo>
                <a:lnTo>
                  <a:pt x="622531" y="123701"/>
                </a:lnTo>
                <a:lnTo>
                  <a:pt x="632955" y="71580"/>
                </a:lnTo>
                <a:cubicBezTo>
                  <a:pt x="633418" y="69263"/>
                  <a:pt x="633765" y="67410"/>
                  <a:pt x="633997" y="66021"/>
                </a:cubicBezTo>
                <a:cubicBezTo>
                  <a:pt x="634228" y="64631"/>
                  <a:pt x="634344" y="63184"/>
                  <a:pt x="634344" y="61678"/>
                </a:cubicBezTo>
                <a:cubicBezTo>
                  <a:pt x="634344" y="57392"/>
                  <a:pt x="633360" y="54149"/>
                  <a:pt x="631391" y="51949"/>
                </a:cubicBezTo>
                <a:cubicBezTo>
                  <a:pt x="629422" y="49747"/>
                  <a:pt x="626237" y="48646"/>
                  <a:pt x="621837" y="48646"/>
                </a:cubicBezTo>
                <a:cubicBezTo>
                  <a:pt x="618477" y="48646"/>
                  <a:pt x="614741" y="49863"/>
                  <a:pt x="610628" y="52296"/>
                </a:cubicBezTo>
                <a:cubicBezTo>
                  <a:pt x="606517" y="54728"/>
                  <a:pt x="601798" y="58608"/>
                  <a:pt x="596469" y="63937"/>
                </a:cubicBezTo>
                <a:lnTo>
                  <a:pt x="584481" y="123701"/>
                </a:lnTo>
                <a:lnTo>
                  <a:pt x="571279" y="123701"/>
                </a:lnTo>
                <a:close/>
                <a:moveTo>
                  <a:pt x="690322" y="125785"/>
                </a:moveTo>
                <a:cubicBezTo>
                  <a:pt x="686616" y="125785"/>
                  <a:pt x="683488" y="125292"/>
                  <a:pt x="680940" y="124308"/>
                </a:cubicBezTo>
                <a:cubicBezTo>
                  <a:pt x="678391" y="123324"/>
                  <a:pt x="676306" y="121992"/>
                  <a:pt x="674683" y="120313"/>
                </a:cubicBezTo>
                <a:cubicBezTo>
                  <a:pt x="673063" y="118634"/>
                  <a:pt x="671905" y="116665"/>
                  <a:pt x="671211" y="114407"/>
                </a:cubicBezTo>
                <a:cubicBezTo>
                  <a:pt x="670516" y="112148"/>
                  <a:pt x="670169" y="109687"/>
                  <a:pt x="670169" y="107024"/>
                </a:cubicBezTo>
                <a:cubicBezTo>
                  <a:pt x="670169" y="105286"/>
                  <a:pt x="670255" y="103694"/>
                  <a:pt x="670429" y="102246"/>
                </a:cubicBezTo>
                <a:cubicBezTo>
                  <a:pt x="670604" y="100797"/>
                  <a:pt x="670807" y="99262"/>
                  <a:pt x="671038" y="97642"/>
                </a:cubicBezTo>
                <a:lnTo>
                  <a:pt x="680940" y="50038"/>
                </a:lnTo>
                <a:lnTo>
                  <a:pt x="668605" y="50038"/>
                </a:lnTo>
                <a:lnTo>
                  <a:pt x="670516" y="40133"/>
                </a:lnTo>
                <a:lnTo>
                  <a:pt x="683721" y="39267"/>
                </a:lnTo>
                <a:lnTo>
                  <a:pt x="689974" y="15986"/>
                </a:lnTo>
                <a:lnTo>
                  <a:pt x="701268" y="15986"/>
                </a:lnTo>
                <a:lnTo>
                  <a:pt x="696575" y="39267"/>
                </a:lnTo>
                <a:lnTo>
                  <a:pt x="717945" y="39267"/>
                </a:lnTo>
                <a:lnTo>
                  <a:pt x="715861" y="50038"/>
                </a:lnTo>
                <a:lnTo>
                  <a:pt x="694144" y="50038"/>
                </a:lnTo>
                <a:lnTo>
                  <a:pt x="684240" y="98336"/>
                </a:lnTo>
                <a:cubicBezTo>
                  <a:pt x="683894" y="100420"/>
                  <a:pt x="683721" y="102504"/>
                  <a:pt x="683721" y="104590"/>
                </a:cubicBezTo>
                <a:cubicBezTo>
                  <a:pt x="683721" y="108064"/>
                  <a:pt x="684502" y="110670"/>
                  <a:pt x="686064" y="112408"/>
                </a:cubicBezTo>
                <a:cubicBezTo>
                  <a:pt x="687628" y="114145"/>
                  <a:pt x="690438" y="115014"/>
                  <a:pt x="694492" y="115014"/>
                </a:cubicBezTo>
                <a:cubicBezTo>
                  <a:pt x="696114" y="115014"/>
                  <a:pt x="697677" y="114725"/>
                  <a:pt x="699181" y="114147"/>
                </a:cubicBezTo>
                <a:cubicBezTo>
                  <a:pt x="700687" y="113567"/>
                  <a:pt x="702077" y="112987"/>
                  <a:pt x="703351" y="112408"/>
                </a:cubicBezTo>
                <a:lnTo>
                  <a:pt x="706305" y="121965"/>
                </a:lnTo>
                <a:cubicBezTo>
                  <a:pt x="704336" y="122891"/>
                  <a:pt x="702020" y="123758"/>
                  <a:pt x="699356" y="124568"/>
                </a:cubicBezTo>
                <a:cubicBezTo>
                  <a:pt x="696693" y="125379"/>
                  <a:pt x="693681" y="125785"/>
                  <a:pt x="690322" y="125785"/>
                </a:cubicBezTo>
                <a:close/>
                <a:moveTo>
                  <a:pt x="721283" y="123701"/>
                </a:moveTo>
                <a:lnTo>
                  <a:pt x="744042" y="9729"/>
                </a:lnTo>
                <a:lnTo>
                  <a:pt x="806934" y="9729"/>
                </a:lnTo>
                <a:lnTo>
                  <a:pt x="804675" y="21022"/>
                </a:lnTo>
                <a:lnTo>
                  <a:pt x="755160" y="21022"/>
                </a:lnTo>
                <a:lnTo>
                  <a:pt x="747864" y="58028"/>
                </a:lnTo>
                <a:lnTo>
                  <a:pt x="789734" y="58028"/>
                </a:lnTo>
                <a:lnTo>
                  <a:pt x="787301" y="69496"/>
                </a:lnTo>
                <a:lnTo>
                  <a:pt x="745778" y="69496"/>
                </a:lnTo>
                <a:lnTo>
                  <a:pt x="736918" y="112235"/>
                </a:lnTo>
                <a:lnTo>
                  <a:pt x="787998" y="112235"/>
                </a:lnTo>
                <a:lnTo>
                  <a:pt x="785564" y="123701"/>
                </a:lnTo>
                <a:lnTo>
                  <a:pt x="721283" y="123701"/>
                </a:lnTo>
                <a:close/>
                <a:moveTo>
                  <a:pt x="821040" y="125785"/>
                </a:moveTo>
                <a:cubicBezTo>
                  <a:pt x="817334" y="125785"/>
                  <a:pt x="814526" y="124829"/>
                  <a:pt x="812615" y="122919"/>
                </a:cubicBezTo>
                <a:cubicBezTo>
                  <a:pt x="810705" y="121008"/>
                  <a:pt x="809749" y="118316"/>
                  <a:pt x="809749" y="114841"/>
                </a:cubicBezTo>
                <a:cubicBezTo>
                  <a:pt x="809749" y="112987"/>
                  <a:pt x="810097" y="110555"/>
                  <a:pt x="810791" y="107543"/>
                </a:cubicBezTo>
                <a:lnTo>
                  <a:pt x="832161" y="0"/>
                </a:lnTo>
                <a:lnTo>
                  <a:pt x="845538" y="0"/>
                </a:lnTo>
                <a:lnTo>
                  <a:pt x="823821" y="108238"/>
                </a:lnTo>
                <a:cubicBezTo>
                  <a:pt x="823589" y="109166"/>
                  <a:pt x="823474" y="109861"/>
                  <a:pt x="823474" y="110324"/>
                </a:cubicBezTo>
                <a:cubicBezTo>
                  <a:pt x="823474" y="110787"/>
                  <a:pt x="823474" y="111192"/>
                  <a:pt x="823474" y="111538"/>
                </a:cubicBezTo>
                <a:cubicBezTo>
                  <a:pt x="823474" y="113624"/>
                  <a:pt x="824458" y="114666"/>
                  <a:pt x="826427" y="114666"/>
                </a:cubicBezTo>
                <a:cubicBezTo>
                  <a:pt x="826775" y="114666"/>
                  <a:pt x="827122" y="114638"/>
                  <a:pt x="827469" y="114582"/>
                </a:cubicBezTo>
                <a:cubicBezTo>
                  <a:pt x="827817" y="114523"/>
                  <a:pt x="828397" y="114378"/>
                  <a:pt x="829208" y="114147"/>
                </a:cubicBezTo>
                <a:lnTo>
                  <a:pt x="829380" y="124396"/>
                </a:lnTo>
                <a:cubicBezTo>
                  <a:pt x="828223" y="124859"/>
                  <a:pt x="827007" y="125206"/>
                  <a:pt x="825732" y="125437"/>
                </a:cubicBezTo>
                <a:cubicBezTo>
                  <a:pt x="824458" y="125669"/>
                  <a:pt x="822894" y="125785"/>
                  <a:pt x="821040" y="125785"/>
                </a:cubicBezTo>
                <a:close/>
                <a:moveTo>
                  <a:pt x="852001" y="90518"/>
                </a:moveTo>
                <a:cubicBezTo>
                  <a:pt x="852001" y="82527"/>
                  <a:pt x="853333" y="75258"/>
                  <a:pt x="855996" y="68714"/>
                </a:cubicBezTo>
                <a:cubicBezTo>
                  <a:pt x="858660" y="62169"/>
                  <a:pt x="862105" y="56552"/>
                  <a:pt x="866333" y="51862"/>
                </a:cubicBezTo>
                <a:cubicBezTo>
                  <a:pt x="870562" y="47171"/>
                  <a:pt x="875369" y="43552"/>
                  <a:pt x="880754" y="41003"/>
                </a:cubicBezTo>
                <a:cubicBezTo>
                  <a:pt x="886139" y="38455"/>
                  <a:pt x="891612" y="37180"/>
                  <a:pt x="897172" y="37180"/>
                </a:cubicBezTo>
                <a:cubicBezTo>
                  <a:pt x="901921" y="37180"/>
                  <a:pt x="905946" y="37962"/>
                  <a:pt x="909247" y="39526"/>
                </a:cubicBezTo>
                <a:cubicBezTo>
                  <a:pt x="912548" y="41091"/>
                  <a:pt x="915241" y="43233"/>
                  <a:pt x="917325" y="45955"/>
                </a:cubicBezTo>
                <a:cubicBezTo>
                  <a:pt x="919410" y="48677"/>
                  <a:pt x="920916" y="51920"/>
                  <a:pt x="921842" y="55684"/>
                </a:cubicBezTo>
                <a:cubicBezTo>
                  <a:pt x="922770" y="59449"/>
                  <a:pt x="923234" y="63473"/>
                  <a:pt x="923234" y="67757"/>
                </a:cubicBezTo>
                <a:cubicBezTo>
                  <a:pt x="923234" y="71117"/>
                  <a:pt x="922886" y="74302"/>
                  <a:pt x="922189" y="77314"/>
                </a:cubicBezTo>
                <a:cubicBezTo>
                  <a:pt x="921495" y="80325"/>
                  <a:pt x="920858" y="82641"/>
                  <a:pt x="920278" y="84262"/>
                </a:cubicBezTo>
                <a:lnTo>
                  <a:pt x="865378" y="84262"/>
                </a:lnTo>
                <a:cubicBezTo>
                  <a:pt x="864567" y="89707"/>
                  <a:pt x="864625" y="94369"/>
                  <a:pt x="865551" y="98249"/>
                </a:cubicBezTo>
                <a:cubicBezTo>
                  <a:pt x="866479" y="102128"/>
                  <a:pt x="868013" y="105342"/>
                  <a:pt x="870155" y="107890"/>
                </a:cubicBezTo>
                <a:cubicBezTo>
                  <a:pt x="872299" y="110439"/>
                  <a:pt x="874934" y="112293"/>
                  <a:pt x="878061" y="113452"/>
                </a:cubicBezTo>
                <a:cubicBezTo>
                  <a:pt x="881189" y="114610"/>
                  <a:pt x="884606" y="115189"/>
                  <a:pt x="888312" y="115189"/>
                </a:cubicBezTo>
                <a:cubicBezTo>
                  <a:pt x="891670" y="115189"/>
                  <a:pt x="895000" y="114465"/>
                  <a:pt x="898301" y="113017"/>
                </a:cubicBezTo>
                <a:cubicBezTo>
                  <a:pt x="901602" y="111568"/>
                  <a:pt x="904585" y="109859"/>
                  <a:pt x="907248" y="107890"/>
                </a:cubicBezTo>
                <a:lnTo>
                  <a:pt x="912460" y="116753"/>
                </a:lnTo>
                <a:cubicBezTo>
                  <a:pt x="909102" y="119185"/>
                  <a:pt x="905106" y="121298"/>
                  <a:pt x="900472" y="123094"/>
                </a:cubicBezTo>
                <a:cubicBezTo>
                  <a:pt x="895840" y="124888"/>
                  <a:pt x="890744" y="125785"/>
                  <a:pt x="885184" y="125785"/>
                </a:cubicBezTo>
                <a:cubicBezTo>
                  <a:pt x="875108" y="125785"/>
                  <a:pt x="867059" y="122745"/>
                  <a:pt x="861036" y="116665"/>
                </a:cubicBezTo>
                <a:cubicBezTo>
                  <a:pt x="855013" y="110584"/>
                  <a:pt x="852001" y="101868"/>
                  <a:pt x="852001" y="90518"/>
                </a:cubicBezTo>
                <a:moveTo>
                  <a:pt x="866767" y="75227"/>
                </a:moveTo>
                <a:lnTo>
                  <a:pt x="911071" y="75227"/>
                </a:lnTo>
                <a:cubicBezTo>
                  <a:pt x="911303" y="73838"/>
                  <a:pt x="911505" y="72449"/>
                  <a:pt x="911678" y="71060"/>
                </a:cubicBezTo>
                <a:cubicBezTo>
                  <a:pt x="911853" y="69669"/>
                  <a:pt x="911941" y="68163"/>
                  <a:pt x="911941" y="66543"/>
                </a:cubicBezTo>
                <a:cubicBezTo>
                  <a:pt x="911941" y="64109"/>
                  <a:pt x="911651" y="61763"/>
                  <a:pt x="911071" y="59504"/>
                </a:cubicBezTo>
                <a:cubicBezTo>
                  <a:pt x="910491" y="57246"/>
                  <a:pt x="909564" y="55248"/>
                  <a:pt x="908290" y="53510"/>
                </a:cubicBezTo>
                <a:cubicBezTo>
                  <a:pt x="907018" y="51773"/>
                  <a:pt x="905339" y="50384"/>
                  <a:pt x="903253" y="49343"/>
                </a:cubicBezTo>
                <a:cubicBezTo>
                  <a:pt x="901168" y="48300"/>
                  <a:pt x="898619" y="47779"/>
                  <a:pt x="895608" y="47779"/>
                </a:cubicBezTo>
                <a:cubicBezTo>
                  <a:pt x="892481" y="47779"/>
                  <a:pt x="889441" y="48416"/>
                  <a:pt x="886488" y="49690"/>
                </a:cubicBezTo>
                <a:cubicBezTo>
                  <a:pt x="883535" y="50965"/>
                  <a:pt x="880784" y="52818"/>
                  <a:pt x="878236" y="55249"/>
                </a:cubicBezTo>
                <a:cubicBezTo>
                  <a:pt x="875687" y="57681"/>
                  <a:pt x="873399" y="60577"/>
                  <a:pt x="871372" y="63937"/>
                </a:cubicBezTo>
                <a:cubicBezTo>
                  <a:pt x="869345" y="67295"/>
                  <a:pt x="867810" y="71058"/>
                  <a:pt x="866767" y="75227"/>
                </a:cubicBezTo>
                <a:close/>
                <a:moveTo>
                  <a:pt x="935083" y="123701"/>
                </a:moveTo>
                <a:lnTo>
                  <a:pt x="951760" y="39267"/>
                </a:lnTo>
                <a:lnTo>
                  <a:pt x="962706" y="39267"/>
                </a:lnTo>
                <a:lnTo>
                  <a:pt x="961489" y="51949"/>
                </a:lnTo>
                <a:lnTo>
                  <a:pt x="962184" y="51949"/>
                </a:lnTo>
                <a:cubicBezTo>
                  <a:pt x="966586" y="47778"/>
                  <a:pt x="971219" y="44274"/>
                  <a:pt x="976083" y="41438"/>
                </a:cubicBezTo>
                <a:cubicBezTo>
                  <a:pt x="980948" y="38599"/>
                  <a:pt x="985581" y="37180"/>
                  <a:pt x="989982" y="37180"/>
                </a:cubicBezTo>
                <a:cubicBezTo>
                  <a:pt x="993342" y="37180"/>
                  <a:pt x="996179" y="37615"/>
                  <a:pt x="998494" y="38485"/>
                </a:cubicBezTo>
                <a:cubicBezTo>
                  <a:pt x="1000811" y="39352"/>
                  <a:pt x="1002723" y="40511"/>
                  <a:pt x="1004229" y="41960"/>
                </a:cubicBezTo>
                <a:cubicBezTo>
                  <a:pt x="1005734" y="43407"/>
                  <a:pt x="1006892" y="45145"/>
                  <a:pt x="1007701" y="47172"/>
                </a:cubicBezTo>
                <a:cubicBezTo>
                  <a:pt x="1008513" y="49197"/>
                  <a:pt x="1009092" y="51368"/>
                  <a:pt x="1009440" y="53685"/>
                </a:cubicBezTo>
                <a:cubicBezTo>
                  <a:pt x="1014884" y="48474"/>
                  <a:pt x="1020125" y="44420"/>
                  <a:pt x="1025164" y="41525"/>
                </a:cubicBezTo>
                <a:cubicBezTo>
                  <a:pt x="1030202" y="38629"/>
                  <a:pt x="1034922" y="37180"/>
                  <a:pt x="1039323" y="37180"/>
                </a:cubicBezTo>
                <a:cubicBezTo>
                  <a:pt x="1046388" y="37180"/>
                  <a:pt x="1051484" y="39033"/>
                  <a:pt x="1054611" y="42739"/>
                </a:cubicBezTo>
                <a:cubicBezTo>
                  <a:pt x="1057739" y="46446"/>
                  <a:pt x="1059303" y="51600"/>
                  <a:pt x="1059303" y="58203"/>
                </a:cubicBezTo>
                <a:cubicBezTo>
                  <a:pt x="1059303" y="60172"/>
                  <a:pt x="1059187" y="62025"/>
                  <a:pt x="1058956" y="63762"/>
                </a:cubicBezTo>
                <a:cubicBezTo>
                  <a:pt x="1058724" y="65499"/>
                  <a:pt x="1058377" y="67526"/>
                  <a:pt x="1057914" y="69843"/>
                </a:cubicBezTo>
                <a:lnTo>
                  <a:pt x="1047140" y="123701"/>
                </a:lnTo>
                <a:lnTo>
                  <a:pt x="1033763" y="123701"/>
                </a:lnTo>
                <a:lnTo>
                  <a:pt x="1044362" y="71580"/>
                </a:lnTo>
                <a:cubicBezTo>
                  <a:pt x="1044825" y="69263"/>
                  <a:pt x="1045172" y="67410"/>
                  <a:pt x="1045404" y="66021"/>
                </a:cubicBezTo>
                <a:cubicBezTo>
                  <a:pt x="1045635" y="64631"/>
                  <a:pt x="1045751" y="63184"/>
                  <a:pt x="1045751" y="61678"/>
                </a:cubicBezTo>
                <a:cubicBezTo>
                  <a:pt x="1045751" y="52990"/>
                  <a:pt x="1041640" y="48646"/>
                  <a:pt x="1033416" y="48646"/>
                </a:cubicBezTo>
                <a:cubicBezTo>
                  <a:pt x="1030984" y="48646"/>
                  <a:pt x="1027683" y="49863"/>
                  <a:pt x="1023512" y="52296"/>
                </a:cubicBezTo>
                <a:cubicBezTo>
                  <a:pt x="1019343" y="54728"/>
                  <a:pt x="1014711" y="58608"/>
                  <a:pt x="1009615" y="63937"/>
                </a:cubicBezTo>
                <a:lnTo>
                  <a:pt x="997628" y="123701"/>
                </a:lnTo>
                <a:lnTo>
                  <a:pt x="984423" y="123701"/>
                </a:lnTo>
                <a:lnTo>
                  <a:pt x="994847" y="71580"/>
                </a:lnTo>
                <a:cubicBezTo>
                  <a:pt x="995310" y="69263"/>
                  <a:pt x="995657" y="67410"/>
                  <a:pt x="995889" y="66021"/>
                </a:cubicBezTo>
                <a:cubicBezTo>
                  <a:pt x="996120" y="64631"/>
                  <a:pt x="996236" y="63184"/>
                  <a:pt x="996236" y="61678"/>
                </a:cubicBezTo>
                <a:cubicBezTo>
                  <a:pt x="996236" y="52990"/>
                  <a:pt x="992182" y="48646"/>
                  <a:pt x="984076" y="48646"/>
                </a:cubicBezTo>
                <a:cubicBezTo>
                  <a:pt x="981527" y="48646"/>
                  <a:pt x="978167" y="49863"/>
                  <a:pt x="973997" y="52296"/>
                </a:cubicBezTo>
                <a:cubicBezTo>
                  <a:pt x="969827" y="54728"/>
                  <a:pt x="965253" y="58608"/>
                  <a:pt x="960272" y="63937"/>
                </a:cubicBezTo>
                <a:lnTo>
                  <a:pt x="948285" y="123701"/>
                </a:lnTo>
                <a:lnTo>
                  <a:pt x="935083" y="123701"/>
                </a:lnTo>
                <a:close/>
                <a:moveTo>
                  <a:pt x="1074627" y="90518"/>
                </a:moveTo>
                <a:cubicBezTo>
                  <a:pt x="1074627" y="82527"/>
                  <a:pt x="1075958" y="75258"/>
                  <a:pt x="1078622" y="68714"/>
                </a:cubicBezTo>
                <a:cubicBezTo>
                  <a:pt x="1081285" y="62169"/>
                  <a:pt x="1084731" y="56552"/>
                  <a:pt x="1088958" y="51862"/>
                </a:cubicBezTo>
                <a:cubicBezTo>
                  <a:pt x="1093187" y="47171"/>
                  <a:pt x="1097994" y="43552"/>
                  <a:pt x="1103380" y="41003"/>
                </a:cubicBezTo>
                <a:cubicBezTo>
                  <a:pt x="1108765" y="38455"/>
                  <a:pt x="1114237" y="37180"/>
                  <a:pt x="1119797" y="37180"/>
                </a:cubicBezTo>
                <a:cubicBezTo>
                  <a:pt x="1124546" y="37180"/>
                  <a:pt x="1128571" y="37962"/>
                  <a:pt x="1131872" y="39526"/>
                </a:cubicBezTo>
                <a:cubicBezTo>
                  <a:pt x="1135174" y="41091"/>
                  <a:pt x="1137866" y="43233"/>
                  <a:pt x="1139950" y="45955"/>
                </a:cubicBezTo>
                <a:cubicBezTo>
                  <a:pt x="1142036" y="48677"/>
                  <a:pt x="1143541" y="51920"/>
                  <a:pt x="1144467" y="55684"/>
                </a:cubicBezTo>
                <a:cubicBezTo>
                  <a:pt x="1145395" y="59449"/>
                  <a:pt x="1145859" y="63473"/>
                  <a:pt x="1145859" y="67757"/>
                </a:cubicBezTo>
                <a:cubicBezTo>
                  <a:pt x="1145859" y="71117"/>
                  <a:pt x="1145511" y="74302"/>
                  <a:pt x="1144815" y="77314"/>
                </a:cubicBezTo>
                <a:cubicBezTo>
                  <a:pt x="1144120" y="80325"/>
                  <a:pt x="1143483" y="82641"/>
                  <a:pt x="1142903" y="84262"/>
                </a:cubicBezTo>
                <a:lnTo>
                  <a:pt x="1088004" y="84262"/>
                </a:lnTo>
                <a:cubicBezTo>
                  <a:pt x="1087193" y="89707"/>
                  <a:pt x="1087250" y="94369"/>
                  <a:pt x="1088176" y="98249"/>
                </a:cubicBezTo>
                <a:cubicBezTo>
                  <a:pt x="1089104" y="102128"/>
                  <a:pt x="1090639" y="105342"/>
                  <a:pt x="1092781" y="107890"/>
                </a:cubicBezTo>
                <a:cubicBezTo>
                  <a:pt x="1094925" y="110439"/>
                  <a:pt x="1097560" y="112293"/>
                  <a:pt x="1100686" y="113452"/>
                </a:cubicBezTo>
                <a:cubicBezTo>
                  <a:pt x="1103814" y="114610"/>
                  <a:pt x="1107231" y="115189"/>
                  <a:pt x="1110938" y="115189"/>
                </a:cubicBezTo>
                <a:cubicBezTo>
                  <a:pt x="1114295" y="115189"/>
                  <a:pt x="1117625" y="114465"/>
                  <a:pt x="1120927" y="113017"/>
                </a:cubicBezTo>
                <a:cubicBezTo>
                  <a:pt x="1124228" y="111568"/>
                  <a:pt x="1127210" y="109859"/>
                  <a:pt x="1129874" y="107890"/>
                </a:cubicBezTo>
                <a:lnTo>
                  <a:pt x="1135086" y="116753"/>
                </a:lnTo>
                <a:cubicBezTo>
                  <a:pt x="1131728" y="119185"/>
                  <a:pt x="1127732" y="121298"/>
                  <a:pt x="1123098" y="123094"/>
                </a:cubicBezTo>
                <a:cubicBezTo>
                  <a:pt x="1118465" y="124888"/>
                  <a:pt x="1113369" y="125785"/>
                  <a:pt x="1107809" y="125785"/>
                </a:cubicBezTo>
                <a:cubicBezTo>
                  <a:pt x="1097734" y="125785"/>
                  <a:pt x="1089684" y="122745"/>
                  <a:pt x="1083661" y="116665"/>
                </a:cubicBezTo>
                <a:cubicBezTo>
                  <a:pt x="1077638" y="110584"/>
                  <a:pt x="1074627" y="101868"/>
                  <a:pt x="1074627" y="90518"/>
                </a:cubicBezTo>
                <a:moveTo>
                  <a:pt x="1089393" y="75227"/>
                </a:moveTo>
                <a:lnTo>
                  <a:pt x="1133696" y="75227"/>
                </a:lnTo>
                <a:cubicBezTo>
                  <a:pt x="1133928" y="73838"/>
                  <a:pt x="1134130" y="72449"/>
                  <a:pt x="1134303" y="71060"/>
                </a:cubicBezTo>
                <a:cubicBezTo>
                  <a:pt x="1134478" y="69669"/>
                  <a:pt x="1134566" y="68163"/>
                  <a:pt x="1134566" y="66543"/>
                </a:cubicBezTo>
                <a:cubicBezTo>
                  <a:pt x="1134566" y="64109"/>
                  <a:pt x="1134276" y="61763"/>
                  <a:pt x="1133696" y="59504"/>
                </a:cubicBezTo>
                <a:cubicBezTo>
                  <a:pt x="1133117" y="57246"/>
                  <a:pt x="1132190" y="55248"/>
                  <a:pt x="1130915" y="53510"/>
                </a:cubicBezTo>
                <a:cubicBezTo>
                  <a:pt x="1129643" y="51773"/>
                  <a:pt x="1127964" y="50384"/>
                  <a:pt x="1125879" y="49343"/>
                </a:cubicBezTo>
                <a:cubicBezTo>
                  <a:pt x="1123793" y="48300"/>
                  <a:pt x="1121245" y="47779"/>
                  <a:pt x="1118233" y="47779"/>
                </a:cubicBezTo>
                <a:cubicBezTo>
                  <a:pt x="1115107" y="47779"/>
                  <a:pt x="1112067" y="48416"/>
                  <a:pt x="1109114" y="49690"/>
                </a:cubicBezTo>
                <a:cubicBezTo>
                  <a:pt x="1106160" y="50965"/>
                  <a:pt x="1103410" y="52818"/>
                  <a:pt x="1100861" y="55249"/>
                </a:cubicBezTo>
                <a:cubicBezTo>
                  <a:pt x="1098313" y="57681"/>
                  <a:pt x="1096025" y="60577"/>
                  <a:pt x="1093998" y="63937"/>
                </a:cubicBezTo>
                <a:cubicBezTo>
                  <a:pt x="1091971" y="67295"/>
                  <a:pt x="1090436" y="71058"/>
                  <a:pt x="1089393" y="75227"/>
                </a:cubicBezTo>
                <a:close/>
                <a:moveTo>
                  <a:pt x="1157708" y="123701"/>
                </a:moveTo>
                <a:lnTo>
                  <a:pt x="1174385" y="39267"/>
                </a:lnTo>
                <a:lnTo>
                  <a:pt x="1185331" y="39267"/>
                </a:lnTo>
                <a:lnTo>
                  <a:pt x="1184115" y="51949"/>
                </a:lnTo>
                <a:lnTo>
                  <a:pt x="1184809" y="51949"/>
                </a:lnTo>
                <a:cubicBezTo>
                  <a:pt x="1189675" y="47778"/>
                  <a:pt x="1194482" y="44274"/>
                  <a:pt x="1199231" y="41438"/>
                </a:cubicBezTo>
                <a:cubicBezTo>
                  <a:pt x="1203979" y="38599"/>
                  <a:pt x="1209017" y="37180"/>
                  <a:pt x="1214344" y="37180"/>
                </a:cubicBezTo>
                <a:cubicBezTo>
                  <a:pt x="1221526" y="37180"/>
                  <a:pt x="1226652" y="39033"/>
                  <a:pt x="1229720" y="42739"/>
                </a:cubicBezTo>
                <a:cubicBezTo>
                  <a:pt x="1232790" y="46446"/>
                  <a:pt x="1234324" y="51600"/>
                  <a:pt x="1234324" y="58203"/>
                </a:cubicBezTo>
                <a:cubicBezTo>
                  <a:pt x="1234324" y="60172"/>
                  <a:pt x="1234237" y="62025"/>
                  <a:pt x="1234062" y="63762"/>
                </a:cubicBezTo>
                <a:cubicBezTo>
                  <a:pt x="1233889" y="65499"/>
                  <a:pt x="1233513" y="67526"/>
                  <a:pt x="1232935" y="69843"/>
                </a:cubicBezTo>
                <a:lnTo>
                  <a:pt x="1222162" y="123701"/>
                </a:lnTo>
                <a:lnTo>
                  <a:pt x="1208960" y="123701"/>
                </a:lnTo>
                <a:lnTo>
                  <a:pt x="1219383" y="71580"/>
                </a:lnTo>
                <a:cubicBezTo>
                  <a:pt x="1219846" y="69263"/>
                  <a:pt x="1220194" y="67410"/>
                  <a:pt x="1220425" y="66021"/>
                </a:cubicBezTo>
                <a:cubicBezTo>
                  <a:pt x="1220657" y="64631"/>
                  <a:pt x="1220773" y="63184"/>
                  <a:pt x="1220773" y="61678"/>
                </a:cubicBezTo>
                <a:cubicBezTo>
                  <a:pt x="1220773" y="57392"/>
                  <a:pt x="1219788" y="54149"/>
                  <a:pt x="1217819" y="51949"/>
                </a:cubicBezTo>
                <a:cubicBezTo>
                  <a:pt x="1215851" y="49747"/>
                  <a:pt x="1212666" y="48646"/>
                  <a:pt x="1208265" y="48646"/>
                </a:cubicBezTo>
                <a:cubicBezTo>
                  <a:pt x="1204905" y="48646"/>
                  <a:pt x="1201169" y="49863"/>
                  <a:pt x="1197057" y="52296"/>
                </a:cubicBezTo>
                <a:cubicBezTo>
                  <a:pt x="1192946" y="54728"/>
                  <a:pt x="1188226" y="58608"/>
                  <a:pt x="1182898" y="63937"/>
                </a:cubicBezTo>
                <a:lnTo>
                  <a:pt x="1170910" y="123701"/>
                </a:lnTo>
                <a:lnTo>
                  <a:pt x="1157708" y="123701"/>
                </a:lnTo>
                <a:close/>
                <a:moveTo>
                  <a:pt x="1276750" y="125785"/>
                </a:moveTo>
                <a:cubicBezTo>
                  <a:pt x="1273044" y="125785"/>
                  <a:pt x="1269917" y="125292"/>
                  <a:pt x="1267368" y="124308"/>
                </a:cubicBezTo>
                <a:cubicBezTo>
                  <a:pt x="1264820" y="123324"/>
                  <a:pt x="1262734" y="121992"/>
                  <a:pt x="1261112" y="120313"/>
                </a:cubicBezTo>
                <a:cubicBezTo>
                  <a:pt x="1259491" y="118634"/>
                  <a:pt x="1258334" y="116665"/>
                  <a:pt x="1257639" y="114407"/>
                </a:cubicBezTo>
                <a:cubicBezTo>
                  <a:pt x="1256945" y="112148"/>
                  <a:pt x="1256597" y="109687"/>
                  <a:pt x="1256597" y="107024"/>
                </a:cubicBezTo>
                <a:cubicBezTo>
                  <a:pt x="1256597" y="105286"/>
                  <a:pt x="1256684" y="103694"/>
                  <a:pt x="1256857" y="102246"/>
                </a:cubicBezTo>
                <a:cubicBezTo>
                  <a:pt x="1257032" y="100797"/>
                  <a:pt x="1257235" y="99262"/>
                  <a:pt x="1257467" y="97642"/>
                </a:cubicBezTo>
                <a:lnTo>
                  <a:pt x="1267368" y="50038"/>
                </a:lnTo>
                <a:lnTo>
                  <a:pt x="1255033" y="50038"/>
                </a:lnTo>
                <a:lnTo>
                  <a:pt x="1256945" y="40133"/>
                </a:lnTo>
                <a:lnTo>
                  <a:pt x="1270149" y="39267"/>
                </a:lnTo>
                <a:lnTo>
                  <a:pt x="1276403" y="15986"/>
                </a:lnTo>
                <a:lnTo>
                  <a:pt x="1287696" y="15986"/>
                </a:lnTo>
                <a:lnTo>
                  <a:pt x="1283004" y="39267"/>
                </a:lnTo>
                <a:lnTo>
                  <a:pt x="1304374" y="39267"/>
                </a:lnTo>
                <a:lnTo>
                  <a:pt x="1302290" y="50038"/>
                </a:lnTo>
                <a:lnTo>
                  <a:pt x="1280573" y="50038"/>
                </a:lnTo>
                <a:lnTo>
                  <a:pt x="1270669" y="98336"/>
                </a:lnTo>
                <a:cubicBezTo>
                  <a:pt x="1270322" y="100420"/>
                  <a:pt x="1270149" y="102504"/>
                  <a:pt x="1270149" y="104590"/>
                </a:cubicBezTo>
                <a:cubicBezTo>
                  <a:pt x="1270149" y="108064"/>
                  <a:pt x="1270930" y="110670"/>
                  <a:pt x="1272493" y="112408"/>
                </a:cubicBezTo>
                <a:cubicBezTo>
                  <a:pt x="1274057" y="114145"/>
                  <a:pt x="1276866" y="115014"/>
                  <a:pt x="1280920" y="115014"/>
                </a:cubicBezTo>
                <a:cubicBezTo>
                  <a:pt x="1282543" y="115014"/>
                  <a:pt x="1284106" y="114725"/>
                  <a:pt x="1285610" y="114147"/>
                </a:cubicBezTo>
                <a:cubicBezTo>
                  <a:pt x="1287116" y="113567"/>
                  <a:pt x="1288506" y="112987"/>
                  <a:pt x="1289780" y="112408"/>
                </a:cubicBezTo>
                <a:lnTo>
                  <a:pt x="1292733" y="121965"/>
                </a:lnTo>
                <a:cubicBezTo>
                  <a:pt x="1290764" y="122891"/>
                  <a:pt x="1288448" y="123758"/>
                  <a:pt x="1285785" y="124568"/>
                </a:cubicBezTo>
                <a:cubicBezTo>
                  <a:pt x="1283122" y="125379"/>
                  <a:pt x="1280110" y="125785"/>
                  <a:pt x="1276750" y="125785"/>
                </a:cubicBezTo>
                <a:close/>
                <a:moveTo>
                  <a:pt x="1307754" y="85132"/>
                </a:moveTo>
                <a:lnTo>
                  <a:pt x="1309838" y="74880"/>
                </a:lnTo>
                <a:lnTo>
                  <a:pt x="1347888" y="74880"/>
                </a:lnTo>
                <a:lnTo>
                  <a:pt x="1345629" y="85132"/>
                </a:lnTo>
                <a:lnTo>
                  <a:pt x="1307754" y="85132"/>
                </a:lnTo>
                <a:close/>
                <a:moveTo>
                  <a:pt x="1361591" y="100248"/>
                </a:moveTo>
                <a:lnTo>
                  <a:pt x="1361591" y="88779"/>
                </a:lnTo>
                <a:lnTo>
                  <a:pt x="1397032" y="75055"/>
                </a:lnTo>
                <a:lnTo>
                  <a:pt x="1418577" y="66543"/>
                </a:lnTo>
                <a:lnTo>
                  <a:pt x="1418577" y="65848"/>
                </a:lnTo>
                <a:lnTo>
                  <a:pt x="1397032" y="57508"/>
                </a:lnTo>
                <a:lnTo>
                  <a:pt x="1361591" y="43609"/>
                </a:lnTo>
                <a:lnTo>
                  <a:pt x="1361591" y="32316"/>
                </a:lnTo>
                <a:lnTo>
                  <a:pt x="1433171" y="61331"/>
                </a:lnTo>
                <a:lnTo>
                  <a:pt x="1433171" y="71407"/>
                </a:lnTo>
                <a:lnTo>
                  <a:pt x="1361591" y="100248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childNodes;">
            <a:extLst xmlns:a="http://schemas.openxmlformats.org/drawingml/2006/main">
              <a:ext uri="{FF2B5EF4-FFF2-40B4-BE49-F238E27FC236}">
                <a16:creationId xmlns:a16="http://schemas.microsoft.com/office/drawing/2014/main" id="{B9CEF521-CD80-49E7-8308-8C4FA92B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10" y="3667940"/>
            <a:ext cx="815559" cy="152194"/>
          </a:xfrm>
          <a:custGeom xmlns:a="http://schemas.openxmlformats.org/drawingml/2006/main">
            <a:pathLst>
              <a:path w="815559" h="152194">
                <a:moveTo>
                  <a:pt x="31099" y="125785"/>
                </a:moveTo>
                <a:cubicBezTo>
                  <a:pt x="21833" y="125785"/>
                  <a:pt x="14333" y="122861"/>
                  <a:pt x="8600" y="117013"/>
                </a:cubicBezTo>
                <a:cubicBezTo>
                  <a:pt x="2867" y="111163"/>
                  <a:pt x="0" y="102794"/>
                  <a:pt x="0" y="91908"/>
                </a:cubicBezTo>
                <a:cubicBezTo>
                  <a:pt x="0" y="84031"/>
                  <a:pt x="1303" y="76762"/>
                  <a:pt x="3908" y="70103"/>
                </a:cubicBezTo>
                <a:cubicBezTo>
                  <a:pt x="6514" y="63444"/>
                  <a:pt x="9989" y="57682"/>
                  <a:pt x="14331" y="52819"/>
                </a:cubicBezTo>
                <a:cubicBezTo>
                  <a:pt x="18675" y="47953"/>
                  <a:pt x="23685" y="44130"/>
                  <a:pt x="29360" y="41350"/>
                </a:cubicBezTo>
                <a:cubicBezTo>
                  <a:pt x="35037" y="38570"/>
                  <a:pt x="40944" y="37180"/>
                  <a:pt x="47082" y="37180"/>
                </a:cubicBezTo>
                <a:cubicBezTo>
                  <a:pt x="52179" y="37180"/>
                  <a:pt x="56465" y="38165"/>
                  <a:pt x="59939" y="40133"/>
                </a:cubicBezTo>
                <a:cubicBezTo>
                  <a:pt x="63414" y="42102"/>
                  <a:pt x="66425" y="44535"/>
                  <a:pt x="68974" y="47432"/>
                </a:cubicBezTo>
                <a:lnTo>
                  <a:pt x="61156" y="55769"/>
                </a:lnTo>
                <a:cubicBezTo>
                  <a:pt x="58954" y="53106"/>
                  <a:pt x="56753" y="51166"/>
                  <a:pt x="54552" y="49950"/>
                </a:cubicBezTo>
                <a:cubicBezTo>
                  <a:pt x="52352" y="48734"/>
                  <a:pt x="49572" y="48126"/>
                  <a:pt x="46212" y="48126"/>
                </a:cubicBezTo>
                <a:cubicBezTo>
                  <a:pt x="42043" y="48126"/>
                  <a:pt x="37990" y="49285"/>
                  <a:pt x="34052" y="51602"/>
                </a:cubicBezTo>
                <a:cubicBezTo>
                  <a:pt x="30114" y="53917"/>
                  <a:pt x="26611" y="57015"/>
                  <a:pt x="23541" y="60896"/>
                </a:cubicBezTo>
                <a:cubicBezTo>
                  <a:pt x="20471" y="64775"/>
                  <a:pt x="18038" y="69321"/>
                  <a:pt x="16243" y="74533"/>
                </a:cubicBezTo>
                <a:cubicBezTo>
                  <a:pt x="14449" y="79745"/>
                  <a:pt x="13552" y="85246"/>
                  <a:pt x="13552" y="91038"/>
                </a:cubicBezTo>
                <a:cubicBezTo>
                  <a:pt x="13552" y="98683"/>
                  <a:pt x="15202" y="104533"/>
                  <a:pt x="18501" y="108588"/>
                </a:cubicBezTo>
                <a:cubicBezTo>
                  <a:pt x="21803" y="112640"/>
                  <a:pt x="26812" y="114666"/>
                  <a:pt x="33530" y="114666"/>
                </a:cubicBezTo>
                <a:cubicBezTo>
                  <a:pt x="37236" y="114666"/>
                  <a:pt x="40624" y="113913"/>
                  <a:pt x="43694" y="112408"/>
                </a:cubicBezTo>
                <a:cubicBezTo>
                  <a:pt x="46764" y="110902"/>
                  <a:pt x="49630" y="109165"/>
                  <a:pt x="52294" y="107196"/>
                </a:cubicBezTo>
                <a:lnTo>
                  <a:pt x="58200" y="115883"/>
                </a:lnTo>
                <a:cubicBezTo>
                  <a:pt x="55189" y="118200"/>
                  <a:pt x="51482" y="120430"/>
                  <a:pt x="47082" y="122572"/>
                </a:cubicBezTo>
                <a:cubicBezTo>
                  <a:pt x="42681" y="124714"/>
                  <a:pt x="37353" y="125785"/>
                  <a:pt x="31099" y="125785"/>
                </a:cubicBezTo>
                <a:close/>
                <a:moveTo>
                  <a:pt x="74968" y="123701"/>
                </a:moveTo>
                <a:lnTo>
                  <a:pt x="99638" y="0"/>
                </a:lnTo>
                <a:lnTo>
                  <a:pt x="113015" y="0"/>
                </a:lnTo>
                <a:lnTo>
                  <a:pt x="104675" y="40828"/>
                </a:lnTo>
                <a:lnTo>
                  <a:pt x="101896" y="51427"/>
                </a:lnTo>
                <a:lnTo>
                  <a:pt x="102591" y="51427"/>
                </a:lnTo>
                <a:cubicBezTo>
                  <a:pt x="107455" y="47372"/>
                  <a:pt x="112203" y="43985"/>
                  <a:pt x="116835" y="41263"/>
                </a:cubicBezTo>
                <a:cubicBezTo>
                  <a:pt x="121469" y="38541"/>
                  <a:pt x="126392" y="37180"/>
                  <a:pt x="131604" y="37180"/>
                </a:cubicBezTo>
                <a:cubicBezTo>
                  <a:pt x="138786" y="37180"/>
                  <a:pt x="143911" y="39033"/>
                  <a:pt x="146979" y="42739"/>
                </a:cubicBezTo>
                <a:cubicBezTo>
                  <a:pt x="150049" y="46446"/>
                  <a:pt x="151584" y="51600"/>
                  <a:pt x="151584" y="58203"/>
                </a:cubicBezTo>
                <a:cubicBezTo>
                  <a:pt x="151584" y="60172"/>
                  <a:pt x="151497" y="62025"/>
                  <a:pt x="151322" y="63762"/>
                </a:cubicBezTo>
                <a:cubicBezTo>
                  <a:pt x="151149" y="65499"/>
                  <a:pt x="150773" y="67526"/>
                  <a:pt x="150195" y="69843"/>
                </a:cubicBezTo>
                <a:lnTo>
                  <a:pt x="139421" y="123701"/>
                </a:lnTo>
                <a:lnTo>
                  <a:pt x="126219" y="123701"/>
                </a:lnTo>
                <a:lnTo>
                  <a:pt x="136643" y="71580"/>
                </a:lnTo>
                <a:cubicBezTo>
                  <a:pt x="137106" y="69263"/>
                  <a:pt x="137453" y="67410"/>
                  <a:pt x="137685" y="66021"/>
                </a:cubicBezTo>
                <a:cubicBezTo>
                  <a:pt x="137917" y="64631"/>
                  <a:pt x="138032" y="63184"/>
                  <a:pt x="138032" y="61678"/>
                </a:cubicBezTo>
                <a:cubicBezTo>
                  <a:pt x="138032" y="57392"/>
                  <a:pt x="137048" y="54149"/>
                  <a:pt x="135079" y="51949"/>
                </a:cubicBezTo>
                <a:cubicBezTo>
                  <a:pt x="133110" y="49747"/>
                  <a:pt x="129926" y="48646"/>
                  <a:pt x="125525" y="48646"/>
                </a:cubicBezTo>
                <a:cubicBezTo>
                  <a:pt x="122165" y="48646"/>
                  <a:pt x="118429" y="49863"/>
                  <a:pt x="114316" y="52296"/>
                </a:cubicBezTo>
                <a:cubicBezTo>
                  <a:pt x="110206" y="54728"/>
                  <a:pt x="105486" y="58608"/>
                  <a:pt x="100157" y="63937"/>
                </a:cubicBezTo>
                <a:lnTo>
                  <a:pt x="88170" y="123701"/>
                </a:lnTo>
                <a:lnTo>
                  <a:pt x="74968" y="123701"/>
                </a:lnTo>
                <a:close/>
                <a:moveTo>
                  <a:pt x="164529" y="123701"/>
                </a:moveTo>
                <a:lnTo>
                  <a:pt x="181381" y="39267"/>
                </a:lnTo>
                <a:lnTo>
                  <a:pt x="194758" y="39267"/>
                </a:lnTo>
                <a:lnTo>
                  <a:pt x="177731" y="123701"/>
                </a:lnTo>
                <a:lnTo>
                  <a:pt x="164529" y="123701"/>
                </a:lnTo>
                <a:moveTo>
                  <a:pt x="192672" y="21717"/>
                </a:moveTo>
                <a:cubicBezTo>
                  <a:pt x="190356" y="21717"/>
                  <a:pt x="188358" y="21052"/>
                  <a:pt x="186678" y="19721"/>
                </a:cubicBezTo>
                <a:cubicBezTo>
                  <a:pt x="184999" y="18388"/>
                  <a:pt x="184159" y="16448"/>
                  <a:pt x="184159" y="13899"/>
                </a:cubicBezTo>
                <a:cubicBezTo>
                  <a:pt x="184159" y="11004"/>
                  <a:pt x="185173" y="8602"/>
                  <a:pt x="187200" y="6691"/>
                </a:cubicBezTo>
                <a:cubicBezTo>
                  <a:pt x="189227" y="4779"/>
                  <a:pt x="191572" y="3823"/>
                  <a:pt x="194236" y="3823"/>
                </a:cubicBezTo>
                <a:cubicBezTo>
                  <a:pt x="196553" y="3823"/>
                  <a:pt x="198551" y="4518"/>
                  <a:pt x="200230" y="5909"/>
                </a:cubicBezTo>
                <a:cubicBezTo>
                  <a:pt x="201910" y="7298"/>
                  <a:pt x="202751" y="9267"/>
                  <a:pt x="202751" y="11816"/>
                </a:cubicBezTo>
                <a:cubicBezTo>
                  <a:pt x="202751" y="14710"/>
                  <a:pt x="201737" y="17085"/>
                  <a:pt x="199710" y="18939"/>
                </a:cubicBezTo>
                <a:cubicBezTo>
                  <a:pt x="197683" y="20791"/>
                  <a:pt x="195337" y="21717"/>
                  <a:pt x="192672" y="21717"/>
                </a:cubicBezTo>
                <a:close/>
                <a:moveTo>
                  <a:pt x="218819" y="125785"/>
                </a:moveTo>
                <a:cubicBezTo>
                  <a:pt x="215113" y="125785"/>
                  <a:pt x="212304" y="124829"/>
                  <a:pt x="210394" y="122919"/>
                </a:cubicBezTo>
                <a:cubicBezTo>
                  <a:pt x="208484" y="121008"/>
                  <a:pt x="207528" y="118316"/>
                  <a:pt x="207528" y="114841"/>
                </a:cubicBezTo>
                <a:cubicBezTo>
                  <a:pt x="207528" y="112987"/>
                  <a:pt x="207876" y="110555"/>
                  <a:pt x="208570" y="107543"/>
                </a:cubicBezTo>
                <a:lnTo>
                  <a:pt x="229940" y="0"/>
                </a:lnTo>
                <a:lnTo>
                  <a:pt x="243317" y="0"/>
                </a:lnTo>
                <a:lnTo>
                  <a:pt x="221600" y="108238"/>
                </a:lnTo>
                <a:cubicBezTo>
                  <a:pt x="221368" y="109166"/>
                  <a:pt x="221253" y="109861"/>
                  <a:pt x="221253" y="110324"/>
                </a:cubicBezTo>
                <a:cubicBezTo>
                  <a:pt x="221253" y="110787"/>
                  <a:pt x="221253" y="111192"/>
                  <a:pt x="221253" y="111538"/>
                </a:cubicBezTo>
                <a:cubicBezTo>
                  <a:pt x="221253" y="113624"/>
                  <a:pt x="222237" y="114666"/>
                  <a:pt x="224206" y="114666"/>
                </a:cubicBezTo>
                <a:cubicBezTo>
                  <a:pt x="224554" y="114666"/>
                  <a:pt x="224901" y="114638"/>
                  <a:pt x="225248" y="114582"/>
                </a:cubicBezTo>
                <a:cubicBezTo>
                  <a:pt x="225596" y="114523"/>
                  <a:pt x="226175" y="114378"/>
                  <a:pt x="226987" y="114147"/>
                </a:cubicBezTo>
                <a:lnTo>
                  <a:pt x="227159" y="124396"/>
                </a:lnTo>
                <a:cubicBezTo>
                  <a:pt x="226001" y="124859"/>
                  <a:pt x="224785" y="125206"/>
                  <a:pt x="223511" y="125437"/>
                </a:cubicBezTo>
                <a:cubicBezTo>
                  <a:pt x="222237" y="125669"/>
                  <a:pt x="220673" y="125785"/>
                  <a:pt x="218819" y="125785"/>
                </a:cubicBezTo>
                <a:close/>
                <a:moveTo>
                  <a:pt x="316199" y="49515"/>
                </a:moveTo>
                <a:lnTo>
                  <a:pt x="318980" y="33010"/>
                </a:lnTo>
                <a:lnTo>
                  <a:pt x="325581" y="0"/>
                </a:lnTo>
                <a:lnTo>
                  <a:pt x="338958" y="0"/>
                </a:lnTo>
                <a:lnTo>
                  <a:pt x="313940" y="123701"/>
                </a:lnTo>
                <a:lnTo>
                  <a:pt x="302994" y="123701"/>
                </a:lnTo>
                <a:lnTo>
                  <a:pt x="304386" y="111191"/>
                </a:lnTo>
                <a:lnTo>
                  <a:pt x="303691" y="111191"/>
                </a:lnTo>
                <a:cubicBezTo>
                  <a:pt x="299637" y="115593"/>
                  <a:pt x="295061" y="119126"/>
                  <a:pt x="289964" y="121790"/>
                </a:cubicBezTo>
                <a:cubicBezTo>
                  <a:pt x="284869" y="124453"/>
                  <a:pt x="279657" y="125785"/>
                  <a:pt x="274329" y="125785"/>
                </a:cubicBezTo>
                <a:cubicBezTo>
                  <a:pt x="266917" y="125785"/>
                  <a:pt x="261009" y="123179"/>
                  <a:pt x="256607" y="117967"/>
                </a:cubicBezTo>
                <a:cubicBezTo>
                  <a:pt x="252206" y="112755"/>
                  <a:pt x="250006" y="105169"/>
                  <a:pt x="250006" y="95208"/>
                </a:cubicBezTo>
                <a:cubicBezTo>
                  <a:pt x="250006" y="87101"/>
                  <a:pt x="251279" y="79515"/>
                  <a:pt x="253826" y="72449"/>
                </a:cubicBezTo>
                <a:cubicBezTo>
                  <a:pt x="256374" y="65383"/>
                  <a:pt x="259792" y="59245"/>
                  <a:pt x="264077" y="54033"/>
                </a:cubicBezTo>
                <a:cubicBezTo>
                  <a:pt x="268363" y="48821"/>
                  <a:pt x="273228" y="44709"/>
                  <a:pt x="278671" y="41698"/>
                </a:cubicBezTo>
                <a:cubicBezTo>
                  <a:pt x="284116" y="38686"/>
                  <a:pt x="289792" y="37180"/>
                  <a:pt x="295698" y="37180"/>
                </a:cubicBezTo>
                <a:cubicBezTo>
                  <a:pt x="300216" y="37180"/>
                  <a:pt x="304153" y="38310"/>
                  <a:pt x="307511" y="40568"/>
                </a:cubicBezTo>
                <a:cubicBezTo>
                  <a:pt x="310871" y="42827"/>
                  <a:pt x="313594" y="45809"/>
                  <a:pt x="315679" y="49515"/>
                </a:cubicBezTo>
                <a:lnTo>
                  <a:pt x="316199" y="49515"/>
                </a:lnTo>
                <a:moveTo>
                  <a:pt x="279193" y="114666"/>
                </a:moveTo>
                <a:cubicBezTo>
                  <a:pt x="283594" y="114666"/>
                  <a:pt x="288053" y="113364"/>
                  <a:pt x="292570" y="110759"/>
                </a:cubicBezTo>
                <a:cubicBezTo>
                  <a:pt x="297088" y="108152"/>
                  <a:pt x="301489" y="104069"/>
                  <a:pt x="305775" y="98509"/>
                </a:cubicBezTo>
                <a:lnTo>
                  <a:pt x="313420" y="60809"/>
                </a:lnTo>
                <a:cubicBezTo>
                  <a:pt x="310987" y="56408"/>
                  <a:pt x="308322" y="53223"/>
                  <a:pt x="305425" y="51254"/>
                </a:cubicBezTo>
                <a:cubicBezTo>
                  <a:pt x="302530" y="49284"/>
                  <a:pt x="299461" y="48299"/>
                  <a:pt x="296218" y="48299"/>
                </a:cubicBezTo>
                <a:cubicBezTo>
                  <a:pt x="292049" y="48299"/>
                  <a:pt x="287996" y="49544"/>
                  <a:pt x="284058" y="52034"/>
                </a:cubicBezTo>
                <a:cubicBezTo>
                  <a:pt x="280120" y="54524"/>
                  <a:pt x="276646" y="57855"/>
                  <a:pt x="273634" y="62025"/>
                </a:cubicBezTo>
                <a:cubicBezTo>
                  <a:pt x="270623" y="66195"/>
                  <a:pt x="268219" y="70973"/>
                  <a:pt x="266424" y="76359"/>
                </a:cubicBezTo>
                <a:cubicBezTo>
                  <a:pt x="264628" y="81744"/>
                  <a:pt x="263730" y="87333"/>
                  <a:pt x="263730" y="93124"/>
                </a:cubicBezTo>
                <a:cubicBezTo>
                  <a:pt x="263730" y="100420"/>
                  <a:pt x="265120" y="105834"/>
                  <a:pt x="267900" y="109367"/>
                </a:cubicBezTo>
                <a:cubicBezTo>
                  <a:pt x="270680" y="112900"/>
                  <a:pt x="274445" y="114666"/>
                  <a:pt x="279193" y="114666"/>
                </a:cubicBezTo>
                <a:close/>
                <a:moveTo>
                  <a:pt x="341652" y="123701"/>
                </a:moveTo>
                <a:lnTo>
                  <a:pt x="364411" y="9729"/>
                </a:lnTo>
                <a:lnTo>
                  <a:pt x="377963" y="9729"/>
                </a:lnTo>
                <a:lnTo>
                  <a:pt x="404022" y="82701"/>
                </a:lnTo>
                <a:lnTo>
                  <a:pt x="411320" y="106501"/>
                </a:lnTo>
                <a:lnTo>
                  <a:pt x="412015" y="106501"/>
                </a:lnTo>
                <a:cubicBezTo>
                  <a:pt x="412709" y="100826"/>
                  <a:pt x="413433" y="94832"/>
                  <a:pt x="414186" y="88520"/>
                </a:cubicBezTo>
                <a:cubicBezTo>
                  <a:pt x="414939" y="82207"/>
                  <a:pt x="415952" y="76097"/>
                  <a:pt x="417227" y="70191"/>
                </a:cubicBezTo>
                <a:lnTo>
                  <a:pt x="429215" y="9729"/>
                </a:lnTo>
                <a:lnTo>
                  <a:pt x="442244" y="9729"/>
                </a:lnTo>
                <a:lnTo>
                  <a:pt x="419485" y="123701"/>
                </a:lnTo>
                <a:lnTo>
                  <a:pt x="406108" y="123701"/>
                </a:lnTo>
                <a:lnTo>
                  <a:pt x="380394" y="50905"/>
                </a:lnTo>
                <a:lnTo>
                  <a:pt x="372923" y="26409"/>
                </a:lnTo>
                <a:lnTo>
                  <a:pt x="372229" y="26409"/>
                </a:lnTo>
                <a:cubicBezTo>
                  <a:pt x="371534" y="32316"/>
                  <a:pt x="370752" y="38339"/>
                  <a:pt x="369883" y="44478"/>
                </a:cubicBezTo>
                <a:cubicBezTo>
                  <a:pt x="369015" y="50616"/>
                  <a:pt x="368001" y="56581"/>
                  <a:pt x="366842" y="62373"/>
                </a:cubicBezTo>
                <a:lnTo>
                  <a:pt x="354682" y="123701"/>
                </a:lnTo>
                <a:lnTo>
                  <a:pt x="341652" y="123701"/>
                </a:lnTo>
                <a:close/>
                <a:moveTo>
                  <a:pt x="481075" y="125785"/>
                </a:moveTo>
                <a:cubicBezTo>
                  <a:pt x="471924" y="125785"/>
                  <a:pt x="464627" y="122774"/>
                  <a:pt x="459184" y="116753"/>
                </a:cubicBezTo>
                <a:cubicBezTo>
                  <a:pt x="453740" y="110730"/>
                  <a:pt x="451018" y="102448"/>
                  <a:pt x="451018" y="91908"/>
                </a:cubicBezTo>
                <a:cubicBezTo>
                  <a:pt x="451018" y="83916"/>
                  <a:pt x="452292" y="76561"/>
                  <a:pt x="454839" y="69843"/>
                </a:cubicBezTo>
                <a:cubicBezTo>
                  <a:pt x="457387" y="63126"/>
                  <a:pt x="460804" y="57363"/>
                  <a:pt x="465090" y="52556"/>
                </a:cubicBezTo>
                <a:cubicBezTo>
                  <a:pt x="469376" y="47749"/>
                  <a:pt x="474240" y="43985"/>
                  <a:pt x="479684" y="41263"/>
                </a:cubicBezTo>
                <a:cubicBezTo>
                  <a:pt x="485129" y="38541"/>
                  <a:pt x="490746" y="37180"/>
                  <a:pt x="496536" y="37180"/>
                </a:cubicBezTo>
                <a:cubicBezTo>
                  <a:pt x="505687" y="37180"/>
                  <a:pt x="513014" y="40192"/>
                  <a:pt x="518516" y="46215"/>
                </a:cubicBezTo>
                <a:cubicBezTo>
                  <a:pt x="524017" y="52238"/>
                  <a:pt x="526768" y="60520"/>
                  <a:pt x="526768" y="71060"/>
                </a:cubicBezTo>
                <a:cubicBezTo>
                  <a:pt x="526768" y="79052"/>
                  <a:pt x="525465" y="86407"/>
                  <a:pt x="522858" y="93124"/>
                </a:cubicBezTo>
                <a:cubicBezTo>
                  <a:pt x="520251" y="99842"/>
                  <a:pt x="516834" y="105604"/>
                  <a:pt x="512606" y="110412"/>
                </a:cubicBezTo>
                <a:cubicBezTo>
                  <a:pt x="508379" y="115217"/>
                  <a:pt x="503514" y="118980"/>
                  <a:pt x="498013" y="121702"/>
                </a:cubicBezTo>
                <a:cubicBezTo>
                  <a:pt x="492511" y="124424"/>
                  <a:pt x="486865" y="125785"/>
                  <a:pt x="481075" y="125785"/>
                </a:cubicBezTo>
                <a:moveTo>
                  <a:pt x="482465" y="114666"/>
                </a:moveTo>
                <a:cubicBezTo>
                  <a:pt x="486402" y="114666"/>
                  <a:pt x="490195" y="113537"/>
                  <a:pt x="493843" y="111278"/>
                </a:cubicBezTo>
                <a:cubicBezTo>
                  <a:pt x="497492" y="109020"/>
                  <a:pt x="500764" y="105980"/>
                  <a:pt x="503659" y="102159"/>
                </a:cubicBezTo>
                <a:cubicBezTo>
                  <a:pt x="506556" y="98336"/>
                  <a:pt x="508873" y="93819"/>
                  <a:pt x="510610" y="88607"/>
                </a:cubicBezTo>
                <a:cubicBezTo>
                  <a:pt x="512348" y="83395"/>
                  <a:pt x="513216" y="77835"/>
                  <a:pt x="513216" y="71927"/>
                </a:cubicBezTo>
                <a:cubicBezTo>
                  <a:pt x="513216" y="64283"/>
                  <a:pt x="511681" y="58406"/>
                  <a:pt x="508611" y="54295"/>
                </a:cubicBezTo>
                <a:cubicBezTo>
                  <a:pt x="505542" y="50183"/>
                  <a:pt x="501053" y="48126"/>
                  <a:pt x="495147" y="48126"/>
                </a:cubicBezTo>
                <a:cubicBezTo>
                  <a:pt x="491324" y="48126"/>
                  <a:pt x="487560" y="49256"/>
                  <a:pt x="483854" y="51514"/>
                </a:cubicBezTo>
                <a:cubicBezTo>
                  <a:pt x="480148" y="53773"/>
                  <a:pt x="476846" y="56843"/>
                  <a:pt x="473950" y="60724"/>
                </a:cubicBezTo>
                <a:cubicBezTo>
                  <a:pt x="471055" y="64603"/>
                  <a:pt x="468739" y="69149"/>
                  <a:pt x="467001" y="74361"/>
                </a:cubicBezTo>
                <a:cubicBezTo>
                  <a:pt x="465264" y="79572"/>
                  <a:pt x="464395" y="85132"/>
                  <a:pt x="464395" y="91038"/>
                </a:cubicBezTo>
                <a:cubicBezTo>
                  <a:pt x="464395" y="98683"/>
                  <a:pt x="465930" y="104533"/>
                  <a:pt x="469000" y="108588"/>
                </a:cubicBezTo>
                <a:cubicBezTo>
                  <a:pt x="472070" y="112640"/>
                  <a:pt x="476558" y="114666"/>
                  <a:pt x="482465" y="114666"/>
                </a:cubicBezTo>
                <a:close/>
                <a:moveTo>
                  <a:pt x="606772" y="49515"/>
                </a:moveTo>
                <a:lnTo>
                  <a:pt x="609553" y="33010"/>
                </a:lnTo>
                <a:lnTo>
                  <a:pt x="616154" y="0"/>
                </a:lnTo>
                <a:lnTo>
                  <a:pt x="629531" y="0"/>
                </a:lnTo>
                <a:lnTo>
                  <a:pt x="604513" y="123701"/>
                </a:lnTo>
                <a:lnTo>
                  <a:pt x="593568" y="123701"/>
                </a:lnTo>
                <a:lnTo>
                  <a:pt x="594959" y="111191"/>
                </a:lnTo>
                <a:lnTo>
                  <a:pt x="594265" y="111191"/>
                </a:lnTo>
                <a:cubicBezTo>
                  <a:pt x="590210" y="115593"/>
                  <a:pt x="585635" y="119126"/>
                  <a:pt x="580538" y="121790"/>
                </a:cubicBezTo>
                <a:cubicBezTo>
                  <a:pt x="575443" y="124453"/>
                  <a:pt x="570231" y="125785"/>
                  <a:pt x="564902" y="125785"/>
                </a:cubicBezTo>
                <a:cubicBezTo>
                  <a:pt x="557490" y="125785"/>
                  <a:pt x="551583" y="123179"/>
                  <a:pt x="547180" y="117967"/>
                </a:cubicBezTo>
                <a:cubicBezTo>
                  <a:pt x="542780" y="112755"/>
                  <a:pt x="540579" y="105169"/>
                  <a:pt x="540579" y="95208"/>
                </a:cubicBezTo>
                <a:cubicBezTo>
                  <a:pt x="540579" y="87101"/>
                  <a:pt x="541853" y="79515"/>
                  <a:pt x="544399" y="72449"/>
                </a:cubicBezTo>
                <a:cubicBezTo>
                  <a:pt x="546948" y="65383"/>
                  <a:pt x="550365" y="59245"/>
                  <a:pt x="554651" y="54033"/>
                </a:cubicBezTo>
                <a:cubicBezTo>
                  <a:pt x="558937" y="48821"/>
                  <a:pt x="563801" y="44709"/>
                  <a:pt x="569245" y="41698"/>
                </a:cubicBezTo>
                <a:cubicBezTo>
                  <a:pt x="574690" y="38686"/>
                  <a:pt x="580366" y="37180"/>
                  <a:pt x="586272" y="37180"/>
                </a:cubicBezTo>
                <a:cubicBezTo>
                  <a:pt x="590789" y="37180"/>
                  <a:pt x="594727" y="38310"/>
                  <a:pt x="598085" y="40568"/>
                </a:cubicBezTo>
                <a:cubicBezTo>
                  <a:pt x="601445" y="42827"/>
                  <a:pt x="604167" y="45809"/>
                  <a:pt x="606253" y="49515"/>
                </a:cubicBezTo>
                <a:lnTo>
                  <a:pt x="606772" y="49515"/>
                </a:lnTo>
                <a:moveTo>
                  <a:pt x="569767" y="114666"/>
                </a:moveTo>
                <a:cubicBezTo>
                  <a:pt x="574167" y="114666"/>
                  <a:pt x="578626" y="113364"/>
                  <a:pt x="583144" y="110759"/>
                </a:cubicBezTo>
                <a:cubicBezTo>
                  <a:pt x="587661" y="108152"/>
                  <a:pt x="592063" y="104069"/>
                  <a:pt x="596348" y="98509"/>
                </a:cubicBezTo>
                <a:lnTo>
                  <a:pt x="603994" y="60809"/>
                </a:lnTo>
                <a:cubicBezTo>
                  <a:pt x="601560" y="56408"/>
                  <a:pt x="598895" y="53223"/>
                  <a:pt x="595998" y="51254"/>
                </a:cubicBezTo>
                <a:cubicBezTo>
                  <a:pt x="593104" y="49284"/>
                  <a:pt x="590035" y="48299"/>
                  <a:pt x="586792" y="48299"/>
                </a:cubicBezTo>
                <a:cubicBezTo>
                  <a:pt x="582622" y="48299"/>
                  <a:pt x="578569" y="49544"/>
                  <a:pt x="574631" y="52034"/>
                </a:cubicBezTo>
                <a:cubicBezTo>
                  <a:pt x="570694" y="54524"/>
                  <a:pt x="567219" y="57855"/>
                  <a:pt x="564208" y="62025"/>
                </a:cubicBezTo>
                <a:cubicBezTo>
                  <a:pt x="561196" y="66195"/>
                  <a:pt x="558793" y="70973"/>
                  <a:pt x="556997" y="76359"/>
                </a:cubicBezTo>
                <a:cubicBezTo>
                  <a:pt x="555201" y="81744"/>
                  <a:pt x="554304" y="87333"/>
                  <a:pt x="554304" y="93124"/>
                </a:cubicBezTo>
                <a:cubicBezTo>
                  <a:pt x="554304" y="100420"/>
                  <a:pt x="555694" y="105834"/>
                  <a:pt x="558474" y="109367"/>
                </a:cubicBezTo>
                <a:cubicBezTo>
                  <a:pt x="561254" y="112900"/>
                  <a:pt x="565018" y="114666"/>
                  <a:pt x="569767" y="114666"/>
                </a:cubicBezTo>
                <a:close/>
                <a:moveTo>
                  <a:pt x="632573" y="90518"/>
                </a:moveTo>
                <a:cubicBezTo>
                  <a:pt x="632573" y="82527"/>
                  <a:pt x="633904" y="75258"/>
                  <a:pt x="636568" y="68714"/>
                </a:cubicBezTo>
                <a:cubicBezTo>
                  <a:pt x="639231" y="62169"/>
                  <a:pt x="642677" y="56552"/>
                  <a:pt x="646904" y="51862"/>
                </a:cubicBezTo>
                <a:cubicBezTo>
                  <a:pt x="651133" y="47171"/>
                  <a:pt x="655940" y="43552"/>
                  <a:pt x="661325" y="41003"/>
                </a:cubicBezTo>
                <a:cubicBezTo>
                  <a:pt x="666711" y="38455"/>
                  <a:pt x="672183" y="37180"/>
                  <a:pt x="677743" y="37180"/>
                </a:cubicBezTo>
                <a:cubicBezTo>
                  <a:pt x="682492" y="37180"/>
                  <a:pt x="686517" y="37962"/>
                  <a:pt x="689818" y="39526"/>
                </a:cubicBezTo>
                <a:cubicBezTo>
                  <a:pt x="693120" y="41091"/>
                  <a:pt x="695812" y="43233"/>
                  <a:pt x="697896" y="45955"/>
                </a:cubicBezTo>
                <a:cubicBezTo>
                  <a:pt x="699981" y="48677"/>
                  <a:pt x="701487" y="51920"/>
                  <a:pt x="702413" y="55684"/>
                </a:cubicBezTo>
                <a:cubicBezTo>
                  <a:pt x="703341" y="59449"/>
                  <a:pt x="703805" y="63473"/>
                  <a:pt x="703805" y="67757"/>
                </a:cubicBezTo>
                <a:cubicBezTo>
                  <a:pt x="703805" y="71117"/>
                  <a:pt x="703457" y="74302"/>
                  <a:pt x="702761" y="77314"/>
                </a:cubicBezTo>
                <a:cubicBezTo>
                  <a:pt x="702066" y="80325"/>
                  <a:pt x="701429" y="82641"/>
                  <a:pt x="700849" y="84262"/>
                </a:cubicBezTo>
                <a:lnTo>
                  <a:pt x="645950" y="84262"/>
                </a:lnTo>
                <a:cubicBezTo>
                  <a:pt x="645138" y="89707"/>
                  <a:pt x="645196" y="94369"/>
                  <a:pt x="646122" y="98249"/>
                </a:cubicBezTo>
                <a:cubicBezTo>
                  <a:pt x="647050" y="102128"/>
                  <a:pt x="648585" y="105342"/>
                  <a:pt x="650727" y="107890"/>
                </a:cubicBezTo>
                <a:cubicBezTo>
                  <a:pt x="652871" y="110439"/>
                  <a:pt x="655506" y="112293"/>
                  <a:pt x="658632" y="113452"/>
                </a:cubicBezTo>
                <a:cubicBezTo>
                  <a:pt x="661760" y="114610"/>
                  <a:pt x="665177" y="115189"/>
                  <a:pt x="668883" y="115189"/>
                </a:cubicBezTo>
                <a:cubicBezTo>
                  <a:pt x="672241" y="115189"/>
                  <a:pt x="675571" y="114465"/>
                  <a:pt x="678872" y="113017"/>
                </a:cubicBezTo>
                <a:cubicBezTo>
                  <a:pt x="682174" y="111568"/>
                  <a:pt x="685156" y="109859"/>
                  <a:pt x="687820" y="107890"/>
                </a:cubicBezTo>
                <a:lnTo>
                  <a:pt x="693031" y="116753"/>
                </a:lnTo>
                <a:cubicBezTo>
                  <a:pt x="689674" y="119185"/>
                  <a:pt x="685678" y="121298"/>
                  <a:pt x="681044" y="123094"/>
                </a:cubicBezTo>
                <a:cubicBezTo>
                  <a:pt x="676411" y="124888"/>
                  <a:pt x="671315" y="125785"/>
                  <a:pt x="665755" y="125785"/>
                </a:cubicBezTo>
                <a:cubicBezTo>
                  <a:pt x="655680" y="125785"/>
                  <a:pt x="647630" y="122745"/>
                  <a:pt x="641607" y="116665"/>
                </a:cubicBezTo>
                <a:cubicBezTo>
                  <a:pt x="635584" y="110584"/>
                  <a:pt x="632573" y="101868"/>
                  <a:pt x="632573" y="90518"/>
                </a:cubicBezTo>
                <a:moveTo>
                  <a:pt x="647339" y="75227"/>
                </a:moveTo>
                <a:lnTo>
                  <a:pt x="691642" y="75227"/>
                </a:lnTo>
                <a:cubicBezTo>
                  <a:pt x="691874" y="73838"/>
                  <a:pt x="692076" y="72449"/>
                  <a:pt x="692249" y="71060"/>
                </a:cubicBezTo>
                <a:cubicBezTo>
                  <a:pt x="692424" y="69669"/>
                  <a:pt x="692512" y="68163"/>
                  <a:pt x="692512" y="66543"/>
                </a:cubicBezTo>
                <a:cubicBezTo>
                  <a:pt x="692512" y="64109"/>
                  <a:pt x="692222" y="61763"/>
                  <a:pt x="691642" y="59504"/>
                </a:cubicBezTo>
                <a:cubicBezTo>
                  <a:pt x="691063" y="57246"/>
                  <a:pt x="690136" y="55248"/>
                  <a:pt x="688861" y="53510"/>
                </a:cubicBezTo>
                <a:cubicBezTo>
                  <a:pt x="687589" y="51773"/>
                  <a:pt x="685910" y="50384"/>
                  <a:pt x="683825" y="49343"/>
                </a:cubicBezTo>
                <a:cubicBezTo>
                  <a:pt x="681739" y="48300"/>
                  <a:pt x="679191" y="47779"/>
                  <a:pt x="676179" y="47779"/>
                </a:cubicBezTo>
                <a:cubicBezTo>
                  <a:pt x="673053" y="47779"/>
                  <a:pt x="670013" y="48416"/>
                  <a:pt x="667060" y="49690"/>
                </a:cubicBezTo>
                <a:cubicBezTo>
                  <a:pt x="664106" y="50965"/>
                  <a:pt x="661356" y="52818"/>
                  <a:pt x="658807" y="55249"/>
                </a:cubicBezTo>
                <a:cubicBezTo>
                  <a:pt x="656259" y="57681"/>
                  <a:pt x="653971" y="60577"/>
                  <a:pt x="651944" y="63937"/>
                </a:cubicBezTo>
                <a:cubicBezTo>
                  <a:pt x="649916" y="67295"/>
                  <a:pt x="648382" y="71058"/>
                  <a:pt x="647339" y="75227"/>
                </a:cubicBezTo>
                <a:close/>
                <a:moveTo>
                  <a:pt x="738637" y="125785"/>
                </a:moveTo>
                <a:cubicBezTo>
                  <a:pt x="735859" y="125785"/>
                  <a:pt x="733051" y="125379"/>
                  <a:pt x="730212" y="124568"/>
                </a:cubicBezTo>
                <a:cubicBezTo>
                  <a:pt x="727374" y="123758"/>
                  <a:pt x="724651" y="122630"/>
                  <a:pt x="722045" y="121183"/>
                </a:cubicBezTo>
                <a:cubicBezTo>
                  <a:pt x="719439" y="119735"/>
                  <a:pt x="717065" y="118027"/>
                  <a:pt x="714921" y="116058"/>
                </a:cubicBezTo>
                <a:cubicBezTo>
                  <a:pt x="712779" y="114088"/>
                  <a:pt x="711014" y="112002"/>
                  <a:pt x="709625" y="109802"/>
                </a:cubicBezTo>
                <a:lnTo>
                  <a:pt x="717965" y="103201"/>
                </a:lnTo>
                <a:cubicBezTo>
                  <a:pt x="720628" y="106907"/>
                  <a:pt x="723813" y="109889"/>
                  <a:pt x="727519" y="112148"/>
                </a:cubicBezTo>
                <a:cubicBezTo>
                  <a:pt x="731225" y="114407"/>
                  <a:pt x="735279" y="115536"/>
                  <a:pt x="739682" y="115536"/>
                </a:cubicBezTo>
                <a:cubicBezTo>
                  <a:pt x="742113" y="115536"/>
                  <a:pt x="744400" y="115159"/>
                  <a:pt x="746542" y="114407"/>
                </a:cubicBezTo>
                <a:cubicBezTo>
                  <a:pt x="748686" y="113654"/>
                  <a:pt x="750598" y="112640"/>
                  <a:pt x="752277" y="111366"/>
                </a:cubicBezTo>
                <a:cubicBezTo>
                  <a:pt x="753956" y="110092"/>
                  <a:pt x="755258" y="108615"/>
                  <a:pt x="756184" y="106936"/>
                </a:cubicBezTo>
                <a:cubicBezTo>
                  <a:pt x="757112" y="105257"/>
                  <a:pt x="757576" y="103432"/>
                  <a:pt x="757576" y="101462"/>
                </a:cubicBezTo>
                <a:cubicBezTo>
                  <a:pt x="757576" y="99956"/>
                  <a:pt x="757315" y="98567"/>
                  <a:pt x="756794" y="97294"/>
                </a:cubicBezTo>
                <a:cubicBezTo>
                  <a:pt x="756272" y="96020"/>
                  <a:pt x="755432" y="94775"/>
                  <a:pt x="754273" y="93559"/>
                </a:cubicBezTo>
                <a:cubicBezTo>
                  <a:pt x="753115" y="92341"/>
                  <a:pt x="751523" y="91096"/>
                  <a:pt x="749496" y="89824"/>
                </a:cubicBezTo>
                <a:cubicBezTo>
                  <a:pt x="747469" y="88550"/>
                  <a:pt x="745008" y="87101"/>
                  <a:pt x="742113" y="85479"/>
                </a:cubicBezTo>
                <a:cubicBezTo>
                  <a:pt x="735512" y="81888"/>
                  <a:pt x="730647" y="78355"/>
                  <a:pt x="727519" y="74880"/>
                </a:cubicBezTo>
                <a:cubicBezTo>
                  <a:pt x="724392" y="71406"/>
                  <a:pt x="722829" y="67236"/>
                  <a:pt x="722829" y="62373"/>
                </a:cubicBezTo>
                <a:cubicBezTo>
                  <a:pt x="722829" y="58667"/>
                  <a:pt x="723610" y="55250"/>
                  <a:pt x="725173" y="52124"/>
                </a:cubicBezTo>
                <a:cubicBezTo>
                  <a:pt x="726737" y="48996"/>
                  <a:pt x="728821" y="46332"/>
                  <a:pt x="731426" y="44131"/>
                </a:cubicBezTo>
                <a:cubicBezTo>
                  <a:pt x="734033" y="41929"/>
                  <a:pt x="737103" y="40220"/>
                  <a:pt x="740636" y="39004"/>
                </a:cubicBezTo>
                <a:cubicBezTo>
                  <a:pt x="744169" y="37788"/>
                  <a:pt x="747904" y="37180"/>
                  <a:pt x="751842" y="37180"/>
                </a:cubicBezTo>
                <a:cubicBezTo>
                  <a:pt x="757054" y="37180"/>
                  <a:pt x="761715" y="38223"/>
                  <a:pt x="765826" y="40308"/>
                </a:cubicBezTo>
                <a:cubicBezTo>
                  <a:pt x="769938" y="42392"/>
                  <a:pt x="773559" y="45114"/>
                  <a:pt x="776687" y="48474"/>
                </a:cubicBezTo>
                <a:lnTo>
                  <a:pt x="769041" y="55944"/>
                </a:lnTo>
                <a:cubicBezTo>
                  <a:pt x="766724" y="53627"/>
                  <a:pt x="764176" y="51658"/>
                  <a:pt x="761396" y="50038"/>
                </a:cubicBezTo>
                <a:cubicBezTo>
                  <a:pt x="758618" y="48415"/>
                  <a:pt x="755317" y="47604"/>
                  <a:pt x="751495" y="47604"/>
                </a:cubicBezTo>
                <a:cubicBezTo>
                  <a:pt x="746977" y="47604"/>
                  <a:pt x="743184" y="48907"/>
                  <a:pt x="740114" y="51514"/>
                </a:cubicBezTo>
                <a:cubicBezTo>
                  <a:pt x="737046" y="54119"/>
                  <a:pt x="735512" y="57217"/>
                  <a:pt x="735512" y="60809"/>
                </a:cubicBezTo>
                <a:cubicBezTo>
                  <a:pt x="735512" y="62546"/>
                  <a:pt x="735916" y="64110"/>
                  <a:pt x="736726" y="65501"/>
                </a:cubicBezTo>
                <a:cubicBezTo>
                  <a:pt x="737537" y="66890"/>
                  <a:pt x="738637" y="68164"/>
                  <a:pt x="740026" y="69324"/>
                </a:cubicBezTo>
                <a:cubicBezTo>
                  <a:pt x="741417" y="70481"/>
                  <a:pt x="743010" y="71581"/>
                  <a:pt x="744806" y="72624"/>
                </a:cubicBezTo>
                <a:cubicBezTo>
                  <a:pt x="746602" y="73665"/>
                  <a:pt x="748484" y="74707"/>
                  <a:pt x="750453" y="75750"/>
                </a:cubicBezTo>
                <a:cubicBezTo>
                  <a:pt x="754275" y="77835"/>
                  <a:pt x="757432" y="79833"/>
                  <a:pt x="759922" y="81744"/>
                </a:cubicBezTo>
                <a:cubicBezTo>
                  <a:pt x="762412" y="83654"/>
                  <a:pt x="764438" y="85565"/>
                  <a:pt x="766001" y="87478"/>
                </a:cubicBezTo>
                <a:cubicBezTo>
                  <a:pt x="767565" y="89388"/>
                  <a:pt x="768665" y="91328"/>
                  <a:pt x="769301" y="93297"/>
                </a:cubicBezTo>
                <a:cubicBezTo>
                  <a:pt x="769939" y="95265"/>
                  <a:pt x="770258" y="97408"/>
                  <a:pt x="770258" y="99725"/>
                </a:cubicBezTo>
                <a:cubicBezTo>
                  <a:pt x="770258" y="103663"/>
                  <a:pt x="769476" y="107253"/>
                  <a:pt x="767912" y="110496"/>
                </a:cubicBezTo>
                <a:cubicBezTo>
                  <a:pt x="766348" y="113739"/>
                  <a:pt x="764147" y="116490"/>
                  <a:pt x="761309" y="118749"/>
                </a:cubicBezTo>
                <a:cubicBezTo>
                  <a:pt x="758472" y="121008"/>
                  <a:pt x="755113" y="122745"/>
                  <a:pt x="751232" y="123961"/>
                </a:cubicBezTo>
                <a:cubicBezTo>
                  <a:pt x="747353" y="125177"/>
                  <a:pt x="743154" y="125785"/>
                  <a:pt x="738637" y="125785"/>
                </a:cubicBezTo>
                <a:close/>
                <a:moveTo>
                  <a:pt x="804094" y="61676"/>
                </a:moveTo>
                <a:cubicBezTo>
                  <a:pt x="801545" y="61676"/>
                  <a:pt x="799546" y="60865"/>
                  <a:pt x="798097" y="59245"/>
                </a:cubicBezTo>
                <a:cubicBezTo>
                  <a:pt x="796650" y="57622"/>
                  <a:pt x="795926" y="55538"/>
                  <a:pt x="795926" y="52991"/>
                </a:cubicBezTo>
                <a:cubicBezTo>
                  <a:pt x="795926" y="49979"/>
                  <a:pt x="797026" y="47199"/>
                  <a:pt x="799227" y="44651"/>
                </a:cubicBezTo>
                <a:cubicBezTo>
                  <a:pt x="801429" y="42102"/>
                  <a:pt x="804209" y="40828"/>
                  <a:pt x="807567" y="40828"/>
                </a:cubicBezTo>
                <a:cubicBezTo>
                  <a:pt x="810115" y="40828"/>
                  <a:pt x="812084" y="41668"/>
                  <a:pt x="813473" y="43349"/>
                </a:cubicBezTo>
                <a:cubicBezTo>
                  <a:pt x="814864" y="45028"/>
                  <a:pt x="815559" y="47141"/>
                  <a:pt x="815559" y="49688"/>
                </a:cubicBezTo>
                <a:cubicBezTo>
                  <a:pt x="815559" y="52699"/>
                  <a:pt x="814487" y="55450"/>
                  <a:pt x="812344" y="57940"/>
                </a:cubicBezTo>
                <a:cubicBezTo>
                  <a:pt x="810202" y="60430"/>
                  <a:pt x="807452" y="61676"/>
                  <a:pt x="804094" y="61676"/>
                </a:cubicBezTo>
                <a:moveTo>
                  <a:pt x="777337" y="152194"/>
                </a:moveTo>
                <a:lnTo>
                  <a:pt x="775426" y="144201"/>
                </a:lnTo>
                <a:cubicBezTo>
                  <a:pt x="780986" y="142117"/>
                  <a:pt x="785387" y="139337"/>
                  <a:pt x="788631" y="135861"/>
                </a:cubicBezTo>
                <a:cubicBezTo>
                  <a:pt x="791874" y="132387"/>
                  <a:pt x="793901" y="128565"/>
                  <a:pt x="794712" y="124396"/>
                </a:cubicBezTo>
                <a:lnTo>
                  <a:pt x="794365" y="124396"/>
                </a:lnTo>
                <a:cubicBezTo>
                  <a:pt x="791699" y="124396"/>
                  <a:pt x="789527" y="123672"/>
                  <a:pt x="787848" y="122224"/>
                </a:cubicBezTo>
                <a:cubicBezTo>
                  <a:pt x="786170" y="120777"/>
                  <a:pt x="785330" y="118721"/>
                  <a:pt x="785330" y="116055"/>
                </a:cubicBezTo>
                <a:cubicBezTo>
                  <a:pt x="785330" y="113161"/>
                  <a:pt x="786344" y="110584"/>
                  <a:pt x="788371" y="108325"/>
                </a:cubicBezTo>
                <a:cubicBezTo>
                  <a:pt x="790398" y="106067"/>
                  <a:pt x="793090" y="104937"/>
                  <a:pt x="796448" y="104937"/>
                </a:cubicBezTo>
                <a:cubicBezTo>
                  <a:pt x="799460" y="104937"/>
                  <a:pt x="801776" y="105980"/>
                  <a:pt x="803397" y="108065"/>
                </a:cubicBezTo>
                <a:cubicBezTo>
                  <a:pt x="805019" y="110149"/>
                  <a:pt x="805830" y="112928"/>
                  <a:pt x="805830" y="116403"/>
                </a:cubicBezTo>
                <a:cubicBezTo>
                  <a:pt x="805830" y="124974"/>
                  <a:pt x="803224" y="132474"/>
                  <a:pt x="798012" y="138902"/>
                </a:cubicBezTo>
                <a:cubicBezTo>
                  <a:pt x="792801" y="145331"/>
                  <a:pt x="785909" y="149762"/>
                  <a:pt x="777337" y="15219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$iter=">
            <a:extLst xmlns:a="http://schemas.openxmlformats.org/drawingml/2006/main">
              <a:ext uri="{FF2B5EF4-FFF2-40B4-BE49-F238E27FC236}">
                <a16:creationId xmlns:a16="http://schemas.microsoft.com/office/drawing/2014/main" id="{4E3CF86A-8DF8-4262-BA25-58A864F7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34" y="3880071"/>
            <a:ext cx="434947" cy="149588"/>
          </a:xfrm>
          <a:custGeom xmlns:a="http://schemas.openxmlformats.org/drawingml/2006/main">
            <a:pathLst>
              <a:path w="434947" h="149588">
                <a:moveTo>
                  <a:pt x="21717" y="149588"/>
                </a:moveTo>
                <a:lnTo>
                  <a:pt x="25192" y="131866"/>
                </a:lnTo>
                <a:cubicBezTo>
                  <a:pt x="19981" y="130823"/>
                  <a:pt x="15232" y="128855"/>
                  <a:pt x="10946" y="125960"/>
                </a:cubicBezTo>
                <a:cubicBezTo>
                  <a:pt x="6660" y="123065"/>
                  <a:pt x="3012" y="119822"/>
                  <a:pt x="0" y="116230"/>
                </a:cubicBezTo>
                <a:lnTo>
                  <a:pt x="8512" y="107890"/>
                </a:lnTo>
                <a:cubicBezTo>
                  <a:pt x="11178" y="111365"/>
                  <a:pt x="14536" y="114492"/>
                  <a:pt x="18589" y="117272"/>
                </a:cubicBezTo>
                <a:cubicBezTo>
                  <a:pt x="22643" y="120052"/>
                  <a:pt x="27276" y="121442"/>
                  <a:pt x="32488" y="121442"/>
                </a:cubicBezTo>
                <a:cubicBezTo>
                  <a:pt x="38859" y="121442"/>
                  <a:pt x="44071" y="119589"/>
                  <a:pt x="48124" y="115883"/>
                </a:cubicBezTo>
                <a:cubicBezTo>
                  <a:pt x="52178" y="112177"/>
                  <a:pt x="54205" y="107312"/>
                  <a:pt x="54205" y="101289"/>
                </a:cubicBezTo>
                <a:cubicBezTo>
                  <a:pt x="54205" y="97120"/>
                  <a:pt x="53278" y="93501"/>
                  <a:pt x="51424" y="90431"/>
                </a:cubicBezTo>
                <a:cubicBezTo>
                  <a:pt x="49572" y="87361"/>
                  <a:pt x="47285" y="84581"/>
                  <a:pt x="44563" y="82091"/>
                </a:cubicBezTo>
                <a:cubicBezTo>
                  <a:pt x="41842" y="79601"/>
                  <a:pt x="38859" y="77226"/>
                  <a:pt x="35616" y="74968"/>
                </a:cubicBezTo>
                <a:cubicBezTo>
                  <a:pt x="32373" y="72709"/>
                  <a:pt x="29391" y="70277"/>
                  <a:pt x="26669" y="67672"/>
                </a:cubicBezTo>
                <a:cubicBezTo>
                  <a:pt x="23947" y="65065"/>
                  <a:pt x="21660" y="62140"/>
                  <a:pt x="19806" y="58897"/>
                </a:cubicBezTo>
                <a:cubicBezTo>
                  <a:pt x="17953" y="55654"/>
                  <a:pt x="17027" y="51832"/>
                  <a:pt x="17027" y="47432"/>
                </a:cubicBezTo>
                <a:cubicBezTo>
                  <a:pt x="17027" y="43146"/>
                  <a:pt x="17780" y="39208"/>
                  <a:pt x="19286" y="35619"/>
                </a:cubicBezTo>
                <a:cubicBezTo>
                  <a:pt x="20792" y="32028"/>
                  <a:pt x="22906" y="28900"/>
                  <a:pt x="25627" y="26237"/>
                </a:cubicBezTo>
                <a:cubicBezTo>
                  <a:pt x="28349" y="23572"/>
                  <a:pt x="31563" y="21429"/>
                  <a:pt x="35269" y="19808"/>
                </a:cubicBezTo>
                <a:cubicBezTo>
                  <a:pt x="38975" y="18186"/>
                  <a:pt x="43087" y="17259"/>
                  <a:pt x="47604" y="17027"/>
                </a:cubicBezTo>
                <a:lnTo>
                  <a:pt x="51079" y="0"/>
                </a:lnTo>
                <a:lnTo>
                  <a:pt x="60809" y="0"/>
                </a:lnTo>
                <a:lnTo>
                  <a:pt x="57158" y="17897"/>
                </a:lnTo>
                <a:cubicBezTo>
                  <a:pt x="61212" y="18938"/>
                  <a:pt x="65006" y="20733"/>
                  <a:pt x="68539" y="23281"/>
                </a:cubicBezTo>
                <a:cubicBezTo>
                  <a:pt x="72072" y="25830"/>
                  <a:pt x="75113" y="28784"/>
                  <a:pt x="77661" y="32143"/>
                </a:cubicBezTo>
                <a:lnTo>
                  <a:pt x="68974" y="39961"/>
                </a:lnTo>
                <a:cubicBezTo>
                  <a:pt x="66657" y="36601"/>
                  <a:pt x="63818" y="33764"/>
                  <a:pt x="60459" y="31449"/>
                </a:cubicBezTo>
                <a:cubicBezTo>
                  <a:pt x="57101" y="29132"/>
                  <a:pt x="53395" y="27973"/>
                  <a:pt x="49340" y="27973"/>
                </a:cubicBezTo>
                <a:cubicBezTo>
                  <a:pt x="43782" y="27973"/>
                  <a:pt x="39207" y="29624"/>
                  <a:pt x="35616" y="32925"/>
                </a:cubicBezTo>
                <a:cubicBezTo>
                  <a:pt x="32025" y="36225"/>
                  <a:pt x="30229" y="40481"/>
                  <a:pt x="30229" y="45693"/>
                </a:cubicBezTo>
                <a:cubicBezTo>
                  <a:pt x="30229" y="49284"/>
                  <a:pt x="31156" y="52383"/>
                  <a:pt x="33010" y="54990"/>
                </a:cubicBezTo>
                <a:cubicBezTo>
                  <a:pt x="34864" y="57595"/>
                  <a:pt x="37152" y="60027"/>
                  <a:pt x="39874" y="62285"/>
                </a:cubicBezTo>
                <a:cubicBezTo>
                  <a:pt x="42595" y="64544"/>
                  <a:pt x="45549" y="66803"/>
                  <a:pt x="48733" y="69061"/>
                </a:cubicBezTo>
                <a:cubicBezTo>
                  <a:pt x="51918" y="71320"/>
                  <a:pt x="54871" y="73839"/>
                  <a:pt x="57593" y="76619"/>
                </a:cubicBezTo>
                <a:cubicBezTo>
                  <a:pt x="60315" y="79399"/>
                  <a:pt x="62602" y="82613"/>
                  <a:pt x="64456" y="86261"/>
                </a:cubicBezTo>
                <a:cubicBezTo>
                  <a:pt x="66310" y="89909"/>
                  <a:pt x="67237" y="94224"/>
                  <a:pt x="67237" y="99206"/>
                </a:cubicBezTo>
                <a:cubicBezTo>
                  <a:pt x="67237" y="103721"/>
                  <a:pt x="66484" y="107949"/>
                  <a:pt x="64979" y="111888"/>
                </a:cubicBezTo>
                <a:cubicBezTo>
                  <a:pt x="63473" y="115826"/>
                  <a:pt x="61301" y="119271"/>
                  <a:pt x="58463" y="122224"/>
                </a:cubicBezTo>
                <a:cubicBezTo>
                  <a:pt x="55624" y="125178"/>
                  <a:pt x="52207" y="127552"/>
                  <a:pt x="48211" y="129348"/>
                </a:cubicBezTo>
                <a:cubicBezTo>
                  <a:pt x="44215" y="131143"/>
                  <a:pt x="39785" y="132214"/>
                  <a:pt x="34922" y="132561"/>
                </a:cubicBezTo>
                <a:lnTo>
                  <a:pt x="31446" y="149588"/>
                </a:lnTo>
                <a:lnTo>
                  <a:pt x="21717" y="149588"/>
                </a:lnTo>
                <a:close/>
                <a:moveTo>
                  <a:pt x="86587" y="130477"/>
                </a:moveTo>
                <a:lnTo>
                  <a:pt x="103439" y="46043"/>
                </a:lnTo>
                <a:lnTo>
                  <a:pt x="116816" y="46043"/>
                </a:lnTo>
                <a:lnTo>
                  <a:pt x="99789" y="130477"/>
                </a:lnTo>
                <a:lnTo>
                  <a:pt x="86587" y="130477"/>
                </a:lnTo>
                <a:moveTo>
                  <a:pt x="114730" y="28493"/>
                </a:moveTo>
                <a:cubicBezTo>
                  <a:pt x="112415" y="28493"/>
                  <a:pt x="110417" y="27828"/>
                  <a:pt x="108736" y="26497"/>
                </a:cubicBezTo>
                <a:cubicBezTo>
                  <a:pt x="107057" y="25164"/>
                  <a:pt x="106218" y="23224"/>
                  <a:pt x="106218" y="20675"/>
                </a:cubicBezTo>
                <a:cubicBezTo>
                  <a:pt x="106218" y="17780"/>
                  <a:pt x="107231" y="15378"/>
                  <a:pt x="109258" y="13467"/>
                </a:cubicBezTo>
                <a:cubicBezTo>
                  <a:pt x="111286" y="11555"/>
                  <a:pt x="113631" y="10599"/>
                  <a:pt x="116294" y="10599"/>
                </a:cubicBezTo>
                <a:cubicBezTo>
                  <a:pt x="118611" y="10599"/>
                  <a:pt x="120609" y="11294"/>
                  <a:pt x="122288" y="12685"/>
                </a:cubicBezTo>
                <a:cubicBezTo>
                  <a:pt x="123969" y="14074"/>
                  <a:pt x="124809" y="16043"/>
                  <a:pt x="124809" y="18591"/>
                </a:cubicBezTo>
                <a:cubicBezTo>
                  <a:pt x="124809" y="21486"/>
                  <a:pt x="123796" y="23861"/>
                  <a:pt x="121769" y="25715"/>
                </a:cubicBezTo>
                <a:cubicBezTo>
                  <a:pt x="119741" y="27567"/>
                  <a:pt x="117395" y="28493"/>
                  <a:pt x="114730" y="28493"/>
                </a:cubicBezTo>
                <a:close/>
                <a:moveTo>
                  <a:pt x="154065" y="132561"/>
                </a:moveTo>
                <a:cubicBezTo>
                  <a:pt x="150359" y="132561"/>
                  <a:pt x="147231" y="132068"/>
                  <a:pt x="144683" y="131084"/>
                </a:cubicBezTo>
                <a:cubicBezTo>
                  <a:pt x="142134" y="130100"/>
                  <a:pt x="140049" y="128768"/>
                  <a:pt x="138426" y="127089"/>
                </a:cubicBezTo>
                <a:cubicBezTo>
                  <a:pt x="136806" y="125410"/>
                  <a:pt x="135648" y="123441"/>
                  <a:pt x="134954" y="121183"/>
                </a:cubicBezTo>
                <a:cubicBezTo>
                  <a:pt x="134259" y="118924"/>
                  <a:pt x="133912" y="116463"/>
                  <a:pt x="133912" y="113799"/>
                </a:cubicBezTo>
                <a:cubicBezTo>
                  <a:pt x="133912" y="112062"/>
                  <a:pt x="133998" y="110470"/>
                  <a:pt x="134172" y="109022"/>
                </a:cubicBezTo>
                <a:cubicBezTo>
                  <a:pt x="134347" y="107573"/>
                  <a:pt x="134550" y="106038"/>
                  <a:pt x="134781" y="104418"/>
                </a:cubicBezTo>
                <a:lnTo>
                  <a:pt x="144683" y="56814"/>
                </a:lnTo>
                <a:lnTo>
                  <a:pt x="132348" y="56814"/>
                </a:lnTo>
                <a:lnTo>
                  <a:pt x="134259" y="46909"/>
                </a:lnTo>
                <a:lnTo>
                  <a:pt x="147464" y="46043"/>
                </a:lnTo>
                <a:lnTo>
                  <a:pt x="153717" y="22761"/>
                </a:lnTo>
                <a:lnTo>
                  <a:pt x="165011" y="22761"/>
                </a:lnTo>
                <a:lnTo>
                  <a:pt x="160318" y="46043"/>
                </a:lnTo>
                <a:lnTo>
                  <a:pt x="181688" y="46043"/>
                </a:lnTo>
                <a:lnTo>
                  <a:pt x="179604" y="56814"/>
                </a:lnTo>
                <a:lnTo>
                  <a:pt x="157887" y="56814"/>
                </a:lnTo>
                <a:lnTo>
                  <a:pt x="147983" y="105112"/>
                </a:lnTo>
                <a:cubicBezTo>
                  <a:pt x="147637" y="107196"/>
                  <a:pt x="147464" y="109280"/>
                  <a:pt x="147464" y="111366"/>
                </a:cubicBezTo>
                <a:cubicBezTo>
                  <a:pt x="147464" y="114840"/>
                  <a:pt x="148245" y="117446"/>
                  <a:pt x="149807" y="119184"/>
                </a:cubicBezTo>
                <a:cubicBezTo>
                  <a:pt x="151371" y="120921"/>
                  <a:pt x="154180" y="121790"/>
                  <a:pt x="158235" y="121790"/>
                </a:cubicBezTo>
                <a:cubicBezTo>
                  <a:pt x="159857" y="121790"/>
                  <a:pt x="161420" y="121501"/>
                  <a:pt x="162924" y="120923"/>
                </a:cubicBezTo>
                <a:cubicBezTo>
                  <a:pt x="164430" y="120343"/>
                  <a:pt x="165820" y="119763"/>
                  <a:pt x="167094" y="119184"/>
                </a:cubicBezTo>
                <a:lnTo>
                  <a:pt x="170048" y="128741"/>
                </a:lnTo>
                <a:cubicBezTo>
                  <a:pt x="168079" y="129667"/>
                  <a:pt x="165763" y="130534"/>
                  <a:pt x="163099" y="131344"/>
                </a:cubicBezTo>
                <a:cubicBezTo>
                  <a:pt x="160436" y="132155"/>
                  <a:pt x="157424" y="132561"/>
                  <a:pt x="154065" y="132561"/>
                </a:cubicBezTo>
                <a:close/>
                <a:moveTo>
                  <a:pt x="185408" y="97294"/>
                </a:moveTo>
                <a:cubicBezTo>
                  <a:pt x="185408" y="89302"/>
                  <a:pt x="186739" y="82034"/>
                  <a:pt x="189403" y="75490"/>
                </a:cubicBezTo>
                <a:cubicBezTo>
                  <a:pt x="192066" y="68945"/>
                  <a:pt x="195511" y="63328"/>
                  <a:pt x="199739" y="58637"/>
                </a:cubicBezTo>
                <a:cubicBezTo>
                  <a:pt x="203968" y="53947"/>
                  <a:pt x="208775" y="50327"/>
                  <a:pt x="214160" y="47779"/>
                </a:cubicBezTo>
                <a:cubicBezTo>
                  <a:pt x="219545" y="45230"/>
                  <a:pt x="225018" y="43956"/>
                  <a:pt x="230578" y="43956"/>
                </a:cubicBezTo>
                <a:cubicBezTo>
                  <a:pt x="235327" y="43956"/>
                  <a:pt x="239352" y="44738"/>
                  <a:pt x="242653" y="46302"/>
                </a:cubicBezTo>
                <a:cubicBezTo>
                  <a:pt x="245955" y="47866"/>
                  <a:pt x="248647" y="50009"/>
                  <a:pt x="250731" y="52731"/>
                </a:cubicBezTo>
                <a:cubicBezTo>
                  <a:pt x="252816" y="55453"/>
                  <a:pt x="254322" y="58696"/>
                  <a:pt x="255248" y="62460"/>
                </a:cubicBezTo>
                <a:cubicBezTo>
                  <a:pt x="256176" y="66225"/>
                  <a:pt x="256640" y="70249"/>
                  <a:pt x="256640" y="74533"/>
                </a:cubicBezTo>
                <a:cubicBezTo>
                  <a:pt x="256640" y="77893"/>
                  <a:pt x="256292" y="81078"/>
                  <a:pt x="255595" y="84090"/>
                </a:cubicBezTo>
                <a:cubicBezTo>
                  <a:pt x="254901" y="87101"/>
                  <a:pt x="254264" y="89417"/>
                  <a:pt x="253684" y="91038"/>
                </a:cubicBezTo>
                <a:lnTo>
                  <a:pt x="198784" y="91038"/>
                </a:lnTo>
                <a:cubicBezTo>
                  <a:pt x="197973" y="96483"/>
                  <a:pt x="198031" y="101145"/>
                  <a:pt x="198957" y="105025"/>
                </a:cubicBezTo>
                <a:cubicBezTo>
                  <a:pt x="199885" y="108904"/>
                  <a:pt x="201420" y="112118"/>
                  <a:pt x="203562" y="114666"/>
                </a:cubicBezTo>
                <a:cubicBezTo>
                  <a:pt x="205705" y="117215"/>
                  <a:pt x="208340" y="119069"/>
                  <a:pt x="211467" y="120228"/>
                </a:cubicBezTo>
                <a:cubicBezTo>
                  <a:pt x="214595" y="121386"/>
                  <a:pt x="218012" y="121965"/>
                  <a:pt x="221718" y="121965"/>
                </a:cubicBezTo>
                <a:cubicBezTo>
                  <a:pt x="225076" y="121965"/>
                  <a:pt x="228406" y="121241"/>
                  <a:pt x="231707" y="119793"/>
                </a:cubicBezTo>
                <a:cubicBezTo>
                  <a:pt x="235009" y="118344"/>
                  <a:pt x="237991" y="116635"/>
                  <a:pt x="240654" y="114666"/>
                </a:cubicBezTo>
                <a:lnTo>
                  <a:pt x="245866" y="123529"/>
                </a:lnTo>
                <a:cubicBezTo>
                  <a:pt x="242508" y="125961"/>
                  <a:pt x="238512" y="128074"/>
                  <a:pt x="233878" y="129870"/>
                </a:cubicBezTo>
                <a:cubicBezTo>
                  <a:pt x="229246" y="131664"/>
                  <a:pt x="224150" y="132561"/>
                  <a:pt x="218590" y="132561"/>
                </a:cubicBezTo>
                <a:cubicBezTo>
                  <a:pt x="208515" y="132561"/>
                  <a:pt x="200465" y="129521"/>
                  <a:pt x="194442" y="123441"/>
                </a:cubicBezTo>
                <a:cubicBezTo>
                  <a:pt x="188419" y="117360"/>
                  <a:pt x="185408" y="108644"/>
                  <a:pt x="185408" y="97294"/>
                </a:cubicBezTo>
                <a:moveTo>
                  <a:pt x="200174" y="82003"/>
                </a:moveTo>
                <a:lnTo>
                  <a:pt x="244477" y="82003"/>
                </a:lnTo>
                <a:cubicBezTo>
                  <a:pt x="244709" y="80614"/>
                  <a:pt x="244911" y="79225"/>
                  <a:pt x="245084" y="77836"/>
                </a:cubicBezTo>
                <a:cubicBezTo>
                  <a:pt x="245259" y="76445"/>
                  <a:pt x="245347" y="74939"/>
                  <a:pt x="245347" y="73319"/>
                </a:cubicBezTo>
                <a:cubicBezTo>
                  <a:pt x="245347" y="70885"/>
                  <a:pt x="245057" y="68539"/>
                  <a:pt x="244477" y="66280"/>
                </a:cubicBezTo>
                <a:cubicBezTo>
                  <a:pt x="243897" y="64022"/>
                  <a:pt x="242970" y="62024"/>
                  <a:pt x="241696" y="60286"/>
                </a:cubicBezTo>
                <a:cubicBezTo>
                  <a:pt x="240424" y="58549"/>
                  <a:pt x="238745" y="57160"/>
                  <a:pt x="236659" y="56119"/>
                </a:cubicBezTo>
                <a:cubicBezTo>
                  <a:pt x="234574" y="55076"/>
                  <a:pt x="232025" y="54555"/>
                  <a:pt x="229014" y="54555"/>
                </a:cubicBezTo>
                <a:cubicBezTo>
                  <a:pt x="225887" y="54555"/>
                  <a:pt x="222848" y="55192"/>
                  <a:pt x="219894" y="56466"/>
                </a:cubicBezTo>
                <a:cubicBezTo>
                  <a:pt x="216941" y="57741"/>
                  <a:pt x="214190" y="59594"/>
                  <a:pt x="211642" y="62025"/>
                </a:cubicBezTo>
                <a:cubicBezTo>
                  <a:pt x="209093" y="64457"/>
                  <a:pt x="206806" y="67353"/>
                  <a:pt x="204778" y="70713"/>
                </a:cubicBezTo>
                <a:cubicBezTo>
                  <a:pt x="202751" y="74071"/>
                  <a:pt x="201216" y="77834"/>
                  <a:pt x="200174" y="82003"/>
                </a:cubicBezTo>
                <a:close/>
                <a:moveTo>
                  <a:pt x="268523" y="130477"/>
                </a:moveTo>
                <a:lnTo>
                  <a:pt x="285201" y="46043"/>
                </a:lnTo>
                <a:lnTo>
                  <a:pt x="296147" y="46043"/>
                </a:lnTo>
                <a:lnTo>
                  <a:pt x="294235" y="62198"/>
                </a:lnTo>
                <a:lnTo>
                  <a:pt x="294930" y="62198"/>
                </a:lnTo>
                <a:cubicBezTo>
                  <a:pt x="298290" y="56986"/>
                  <a:pt x="302199" y="52643"/>
                  <a:pt x="306658" y="49168"/>
                </a:cubicBezTo>
                <a:cubicBezTo>
                  <a:pt x="311117" y="45694"/>
                  <a:pt x="315952" y="43956"/>
                  <a:pt x="321164" y="43956"/>
                </a:cubicBezTo>
                <a:cubicBezTo>
                  <a:pt x="324059" y="43956"/>
                  <a:pt x="326723" y="44478"/>
                  <a:pt x="329157" y="45520"/>
                </a:cubicBezTo>
                <a:lnTo>
                  <a:pt x="324465" y="57333"/>
                </a:lnTo>
                <a:cubicBezTo>
                  <a:pt x="322613" y="56407"/>
                  <a:pt x="320181" y="55944"/>
                  <a:pt x="317169" y="55944"/>
                </a:cubicBezTo>
                <a:cubicBezTo>
                  <a:pt x="312998" y="55944"/>
                  <a:pt x="308713" y="57740"/>
                  <a:pt x="304312" y="61331"/>
                </a:cubicBezTo>
                <a:cubicBezTo>
                  <a:pt x="299911" y="64920"/>
                  <a:pt x="295915" y="70190"/>
                  <a:pt x="292324" y="77139"/>
                </a:cubicBezTo>
                <a:lnTo>
                  <a:pt x="281725" y="130477"/>
                </a:lnTo>
                <a:lnTo>
                  <a:pt x="268523" y="130477"/>
                </a:lnTo>
                <a:close/>
                <a:moveTo>
                  <a:pt x="363717" y="59592"/>
                </a:moveTo>
                <a:lnTo>
                  <a:pt x="363717" y="49690"/>
                </a:lnTo>
                <a:lnTo>
                  <a:pt x="434947" y="49690"/>
                </a:lnTo>
                <a:lnTo>
                  <a:pt x="434947" y="59592"/>
                </a:lnTo>
                <a:lnTo>
                  <a:pt x="363717" y="59592"/>
                </a:lnTo>
                <a:moveTo>
                  <a:pt x="363717" y="96425"/>
                </a:moveTo>
                <a:lnTo>
                  <a:pt x="363717" y="86523"/>
                </a:lnTo>
                <a:lnTo>
                  <a:pt x="434947" y="86523"/>
                </a:lnTo>
                <a:lnTo>
                  <a:pt x="434947" y="96425"/>
                </a:lnTo>
                <a:lnTo>
                  <a:pt x="363717" y="9642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582973-D846-40B4-90B7-03545A1A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55" y="3964751"/>
            <a:ext cx="651510" cy="21717"/>
          </a:xfrm>
          <a:custGeom xmlns:a="http://schemas.openxmlformats.org/drawingml/2006/main">
            <a:pathLst>
              <a:path w="651510" h="21717">
                <a:moveTo>
                  <a:pt x="0" y="0"/>
                </a:moveTo>
                <a:lnTo>
                  <a:pt x="325755" y="0"/>
                </a:lnTo>
                <a:lnTo>
                  <a:pt x="651510" y="0"/>
                </a:lnTo>
                <a:lnTo>
                  <a:pt x="651510" y="21717"/>
                </a:lnTo>
                <a:lnTo>
                  <a:pt x="325755" y="21717"/>
                </a:lnTo>
                <a:lnTo>
                  <a:pt x="0" y="217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$nodes-&gt;$dom-&gt;">
            <a:extLst xmlns:a="http://schemas.openxmlformats.org/drawingml/2006/main">
              <a:ext uri="{FF2B5EF4-FFF2-40B4-BE49-F238E27FC236}">
                <a16:creationId xmlns:a16="http://schemas.microsoft.com/office/drawing/2014/main" id="{9C88E628-98E2-4B6B-8C5D-931350BC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94" y="3880071"/>
            <a:ext cx="1181819" cy="149588"/>
          </a:xfrm>
          <a:custGeom xmlns:a="http://schemas.openxmlformats.org/drawingml/2006/main">
            <a:pathLst>
              <a:path w="1181819" h="149588">
                <a:moveTo>
                  <a:pt x="21717" y="149588"/>
                </a:moveTo>
                <a:lnTo>
                  <a:pt x="25192" y="131866"/>
                </a:lnTo>
                <a:cubicBezTo>
                  <a:pt x="19981" y="130823"/>
                  <a:pt x="15232" y="128855"/>
                  <a:pt x="10946" y="125960"/>
                </a:cubicBezTo>
                <a:cubicBezTo>
                  <a:pt x="6660" y="123065"/>
                  <a:pt x="3012" y="119822"/>
                  <a:pt x="0" y="116230"/>
                </a:cubicBezTo>
                <a:lnTo>
                  <a:pt x="8512" y="107890"/>
                </a:lnTo>
                <a:cubicBezTo>
                  <a:pt x="11178" y="111365"/>
                  <a:pt x="14536" y="114492"/>
                  <a:pt x="18589" y="117272"/>
                </a:cubicBezTo>
                <a:cubicBezTo>
                  <a:pt x="22643" y="120052"/>
                  <a:pt x="27276" y="121442"/>
                  <a:pt x="32488" y="121442"/>
                </a:cubicBezTo>
                <a:cubicBezTo>
                  <a:pt x="38859" y="121442"/>
                  <a:pt x="44071" y="119589"/>
                  <a:pt x="48124" y="115883"/>
                </a:cubicBezTo>
                <a:cubicBezTo>
                  <a:pt x="52178" y="112177"/>
                  <a:pt x="54205" y="107312"/>
                  <a:pt x="54205" y="101289"/>
                </a:cubicBezTo>
                <a:cubicBezTo>
                  <a:pt x="54205" y="97120"/>
                  <a:pt x="53278" y="93501"/>
                  <a:pt x="51424" y="90431"/>
                </a:cubicBezTo>
                <a:cubicBezTo>
                  <a:pt x="49572" y="87361"/>
                  <a:pt x="47285" y="84581"/>
                  <a:pt x="44563" y="82091"/>
                </a:cubicBezTo>
                <a:cubicBezTo>
                  <a:pt x="41842" y="79601"/>
                  <a:pt x="38859" y="77226"/>
                  <a:pt x="35616" y="74968"/>
                </a:cubicBezTo>
                <a:cubicBezTo>
                  <a:pt x="32373" y="72709"/>
                  <a:pt x="29391" y="70277"/>
                  <a:pt x="26669" y="67672"/>
                </a:cubicBezTo>
                <a:cubicBezTo>
                  <a:pt x="23947" y="65065"/>
                  <a:pt x="21660" y="62140"/>
                  <a:pt x="19806" y="58897"/>
                </a:cubicBezTo>
                <a:cubicBezTo>
                  <a:pt x="17953" y="55654"/>
                  <a:pt x="17027" y="51832"/>
                  <a:pt x="17027" y="47432"/>
                </a:cubicBezTo>
                <a:cubicBezTo>
                  <a:pt x="17027" y="43146"/>
                  <a:pt x="17780" y="39208"/>
                  <a:pt x="19286" y="35619"/>
                </a:cubicBezTo>
                <a:cubicBezTo>
                  <a:pt x="20792" y="32028"/>
                  <a:pt x="22906" y="28900"/>
                  <a:pt x="25627" y="26237"/>
                </a:cubicBezTo>
                <a:cubicBezTo>
                  <a:pt x="28349" y="23572"/>
                  <a:pt x="31563" y="21429"/>
                  <a:pt x="35269" y="19808"/>
                </a:cubicBezTo>
                <a:cubicBezTo>
                  <a:pt x="38975" y="18186"/>
                  <a:pt x="43087" y="17259"/>
                  <a:pt x="47604" y="17027"/>
                </a:cubicBezTo>
                <a:lnTo>
                  <a:pt x="51079" y="0"/>
                </a:lnTo>
                <a:lnTo>
                  <a:pt x="60809" y="0"/>
                </a:lnTo>
                <a:lnTo>
                  <a:pt x="57158" y="17897"/>
                </a:lnTo>
                <a:cubicBezTo>
                  <a:pt x="61212" y="18938"/>
                  <a:pt x="65006" y="20733"/>
                  <a:pt x="68539" y="23281"/>
                </a:cubicBezTo>
                <a:cubicBezTo>
                  <a:pt x="72072" y="25830"/>
                  <a:pt x="75113" y="28784"/>
                  <a:pt x="77661" y="32143"/>
                </a:cubicBezTo>
                <a:lnTo>
                  <a:pt x="68974" y="39961"/>
                </a:lnTo>
                <a:cubicBezTo>
                  <a:pt x="66657" y="36601"/>
                  <a:pt x="63818" y="33764"/>
                  <a:pt x="60459" y="31449"/>
                </a:cubicBezTo>
                <a:cubicBezTo>
                  <a:pt x="57101" y="29132"/>
                  <a:pt x="53395" y="27973"/>
                  <a:pt x="49340" y="27973"/>
                </a:cubicBezTo>
                <a:cubicBezTo>
                  <a:pt x="43782" y="27973"/>
                  <a:pt x="39207" y="29624"/>
                  <a:pt x="35616" y="32925"/>
                </a:cubicBezTo>
                <a:cubicBezTo>
                  <a:pt x="32025" y="36225"/>
                  <a:pt x="30229" y="40481"/>
                  <a:pt x="30229" y="45693"/>
                </a:cubicBezTo>
                <a:cubicBezTo>
                  <a:pt x="30229" y="49284"/>
                  <a:pt x="31156" y="52383"/>
                  <a:pt x="33010" y="54990"/>
                </a:cubicBezTo>
                <a:cubicBezTo>
                  <a:pt x="34864" y="57595"/>
                  <a:pt x="37152" y="60027"/>
                  <a:pt x="39874" y="62285"/>
                </a:cubicBezTo>
                <a:cubicBezTo>
                  <a:pt x="42595" y="64544"/>
                  <a:pt x="45549" y="66803"/>
                  <a:pt x="48733" y="69061"/>
                </a:cubicBezTo>
                <a:cubicBezTo>
                  <a:pt x="51918" y="71320"/>
                  <a:pt x="54871" y="73839"/>
                  <a:pt x="57593" y="76619"/>
                </a:cubicBezTo>
                <a:cubicBezTo>
                  <a:pt x="60315" y="79399"/>
                  <a:pt x="62602" y="82613"/>
                  <a:pt x="64456" y="86261"/>
                </a:cubicBezTo>
                <a:cubicBezTo>
                  <a:pt x="66310" y="89909"/>
                  <a:pt x="67237" y="94224"/>
                  <a:pt x="67237" y="99206"/>
                </a:cubicBezTo>
                <a:cubicBezTo>
                  <a:pt x="67237" y="103721"/>
                  <a:pt x="66484" y="107949"/>
                  <a:pt x="64979" y="111888"/>
                </a:cubicBezTo>
                <a:cubicBezTo>
                  <a:pt x="63473" y="115826"/>
                  <a:pt x="61301" y="119271"/>
                  <a:pt x="58463" y="122224"/>
                </a:cubicBezTo>
                <a:cubicBezTo>
                  <a:pt x="55624" y="125178"/>
                  <a:pt x="52207" y="127552"/>
                  <a:pt x="48211" y="129348"/>
                </a:cubicBezTo>
                <a:cubicBezTo>
                  <a:pt x="44215" y="131143"/>
                  <a:pt x="39785" y="132214"/>
                  <a:pt x="34922" y="132561"/>
                </a:cubicBezTo>
                <a:lnTo>
                  <a:pt x="31446" y="149588"/>
                </a:lnTo>
                <a:lnTo>
                  <a:pt x="21717" y="149588"/>
                </a:lnTo>
                <a:close/>
                <a:moveTo>
                  <a:pt x="86591" y="130477"/>
                </a:moveTo>
                <a:lnTo>
                  <a:pt x="103269" y="46043"/>
                </a:lnTo>
                <a:lnTo>
                  <a:pt x="114215" y="46043"/>
                </a:lnTo>
                <a:lnTo>
                  <a:pt x="112998" y="58725"/>
                </a:lnTo>
                <a:lnTo>
                  <a:pt x="113692" y="58725"/>
                </a:lnTo>
                <a:cubicBezTo>
                  <a:pt x="118558" y="54554"/>
                  <a:pt x="123365" y="51050"/>
                  <a:pt x="128114" y="48214"/>
                </a:cubicBezTo>
                <a:cubicBezTo>
                  <a:pt x="132863" y="45375"/>
                  <a:pt x="137901" y="43956"/>
                  <a:pt x="143227" y="43956"/>
                </a:cubicBezTo>
                <a:cubicBezTo>
                  <a:pt x="150410" y="43956"/>
                  <a:pt x="155535" y="45809"/>
                  <a:pt x="158603" y="49515"/>
                </a:cubicBezTo>
                <a:cubicBezTo>
                  <a:pt x="161673" y="53221"/>
                  <a:pt x="163208" y="58376"/>
                  <a:pt x="163208" y="64979"/>
                </a:cubicBezTo>
                <a:cubicBezTo>
                  <a:pt x="163208" y="66947"/>
                  <a:pt x="163120" y="68801"/>
                  <a:pt x="162945" y="70538"/>
                </a:cubicBezTo>
                <a:cubicBezTo>
                  <a:pt x="162772" y="72275"/>
                  <a:pt x="162397" y="74302"/>
                  <a:pt x="161819" y="76619"/>
                </a:cubicBezTo>
                <a:lnTo>
                  <a:pt x="151045" y="130477"/>
                </a:lnTo>
                <a:lnTo>
                  <a:pt x="137843" y="130477"/>
                </a:lnTo>
                <a:lnTo>
                  <a:pt x="148267" y="78356"/>
                </a:lnTo>
                <a:cubicBezTo>
                  <a:pt x="148730" y="76039"/>
                  <a:pt x="149077" y="74186"/>
                  <a:pt x="149309" y="72796"/>
                </a:cubicBezTo>
                <a:cubicBezTo>
                  <a:pt x="149540" y="71407"/>
                  <a:pt x="149656" y="69960"/>
                  <a:pt x="149656" y="68454"/>
                </a:cubicBezTo>
                <a:cubicBezTo>
                  <a:pt x="149656" y="64168"/>
                  <a:pt x="148672" y="60925"/>
                  <a:pt x="146703" y="58725"/>
                </a:cubicBezTo>
                <a:cubicBezTo>
                  <a:pt x="144734" y="56523"/>
                  <a:pt x="141549" y="55422"/>
                  <a:pt x="137149" y="55422"/>
                </a:cubicBezTo>
                <a:cubicBezTo>
                  <a:pt x="133789" y="55422"/>
                  <a:pt x="130053" y="56639"/>
                  <a:pt x="125940" y="59072"/>
                </a:cubicBezTo>
                <a:cubicBezTo>
                  <a:pt x="121829" y="61504"/>
                  <a:pt x="117110" y="65384"/>
                  <a:pt x="111781" y="70713"/>
                </a:cubicBezTo>
                <a:lnTo>
                  <a:pt x="99793" y="130477"/>
                </a:lnTo>
                <a:lnTo>
                  <a:pt x="86591" y="130477"/>
                </a:lnTo>
                <a:close/>
                <a:moveTo>
                  <a:pt x="210361" y="132561"/>
                </a:moveTo>
                <a:cubicBezTo>
                  <a:pt x="201210" y="132561"/>
                  <a:pt x="193912" y="129550"/>
                  <a:pt x="188469" y="123529"/>
                </a:cubicBezTo>
                <a:cubicBezTo>
                  <a:pt x="183025" y="117506"/>
                  <a:pt x="180304" y="109224"/>
                  <a:pt x="180304" y="98683"/>
                </a:cubicBezTo>
                <a:cubicBezTo>
                  <a:pt x="180304" y="90692"/>
                  <a:pt x="181577" y="83337"/>
                  <a:pt x="184124" y="76619"/>
                </a:cubicBezTo>
                <a:cubicBezTo>
                  <a:pt x="186672" y="69902"/>
                  <a:pt x="190089" y="64139"/>
                  <a:pt x="194375" y="59332"/>
                </a:cubicBezTo>
                <a:cubicBezTo>
                  <a:pt x="198661" y="54525"/>
                  <a:pt x="203526" y="50760"/>
                  <a:pt x="208969" y="48039"/>
                </a:cubicBezTo>
                <a:cubicBezTo>
                  <a:pt x="214414" y="45317"/>
                  <a:pt x="220032" y="43956"/>
                  <a:pt x="225821" y="43956"/>
                </a:cubicBezTo>
                <a:cubicBezTo>
                  <a:pt x="234973" y="43956"/>
                  <a:pt x="242299" y="46968"/>
                  <a:pt x="247801" y="52991"/>
                </a:cubicBezTo>
                <a:cubicBezTo>
                  <a:pt x="253303" y="59014"/>
                  <a:pt x="256053" y="67296"/>
                  <a:pt x="256053" y="77836"/>
                </a:cubicBezTo>
                <a:cubicBezTo>
                  <a:pt x="256053" y="85828"/>
                  <a:pt x="254750" y="93183"/>
                  <a:pt x="252143" y="99900"/>
                </a:cubicBezTo>
                <a:cubicBezTo>
                  <a:pt x="249536" y="106618"/>
                  <a:pt x="246119" y="112380"/>
                  <a:pt x="241892" y="117187"/>
                </a:cubicBezTo>
                <a:cubicBezTo>
                  <a:pt x="237664" y="121993"/>
                  <a:pt x="232800" y="125756"/>
                  <a:pt x="227298" y="128478"/>
                </a:cubicBezTo>
                <a:cubicBezTo>
                  <a:pt x="221796" y="131200"/>
                  <a:pt x="216151" y="132561"/>
                  <a:pt x="210361" y="132561"/>
                </a:cubicBezTo>
                <a:moveTo>
                  <a:pt x="211750" y="121442"/>
                </a:moveTo>
                <a:cubicBezTo>
                  <a:pt x="215688" y="121442"/>
                  <a:pt x="219480" y="120313"/>
                  <a:pt x="223128" y="118054"/>
                </a:cubicBezTo>
                <a:cubicBezTo>
                  <a:pt x="226778" y="115796"/>
                  <a:pt x="230050" y="112756"/>
                  <a:pt x="232945" y="108935"/>
                </a:cubicBezTo>
                <a:cubicBezTo>
                  <a:pt x="235841" y="105112"/>
                  <a:pt x="238158" y="100595"/>
                  <a:pt x="239896" y="95383"/>
                </a:cubicBezTo>
                <a:cubicBezTo>
                  <a:pt x="241633" y="90171"/>
                  <a:pt x="242502" y="84611"/>
                  <a:pt x="242502" y="78703"/>
                </a:cubicBezTo>
                <a:cubicBezTo>
                  <a:pt x="242502" y="71059"/>
                  <a:pt x="240967" y="65182"/>
                  <a:pt x="237897" y="61071"/>
                </a:cubicBezTo>
                <a:cubicBezTo>
                  <a:pt x="234827" y="56959"/>
                  <a:pt x="230339" y="54902"/>
                  <a:pt x="224432" y="54902"/>
                </a:cubicBezTo>
                <a:cubicBezTo>
                  <a:pt x="220610" y="54902"/>
                  <a:pt x="216845" y="56032"/>
                  <a:pt x="213139" y="58290"/>
                </a:cubicBezTo>
                <a:cubicBezTo>
                  <a:pt x="209433" y="60549"/>
                  <a:pt x="206132" y="63619"/>
                  <a:pt x="203235" y="67500"/>
                </a:cubicBezTo>
                <a:cubicBezTo>
                  <a:pt x="200340" y="71379"/>
                  <a:pt x="198024" y="75925"/>
                  <a:pt x="196287" y="81137"/>
                </a:cubicBezTo>
                <a:cubicBezTo>
                  <a:pt x="194549" y="86348"/>
                  <a:pt x="193681" y="91908"/>
                  <a:pt x="193681" y="97814"/>
                </a:cubicBezTo>
                <a:cubicBezTo>
                  <a:pt x="193681" y="105459"/>
                  <a:pt x="195216" y="111309"/>
                  <a:pt x="198286" y="115364"/>
                </a:cubicBezTo>
                <a:cubicBezTo>
                  <a:pt x="201355" y="119416"/>
                  <a:pt x="205844" y="121442"/>
                  <a:pt x="211750" y="121442"/>
                </a:cubicBezTo>
                <a:close/>
                <a:moveTo>
                  <a:pt x="336040" y="56291"/>
                </a:moveTo>
                <a:lnTo>
                  <a:pt x="338821" y="39786"/>
                </a:lnTo>
                <a:lnTo>
                  <a:pt x="345422" y="6776"/>
                </a:lnTo>
                <a:lnTo>
                  <a:pt x="358799" y="6776"/>
                </a:lnTo>
                <a:lnTo>
                  <a:pt x="333782" y="130477"/>
                </a:lnTo>
                <a:lnTo>
                  <a:pt x="322836" y="130477"/>
                </a:lnTo>
                <a:lnTo>
                  <a:pt x="324227" y="117967"/>
                </a:lnTo>
                <a:lnTo>
                  <a:pt x="323533" y="117967"/>
                </a:lnTo>
                <a:cubicBezTo>
                  <a:pt x="319478" y="122369"/>
                  <a:pt x="314903" y="125902"/>
                  <a:pt x="309806" y="128566"/>
                </a:cubicBezTo>
                <a:cubicBezTo>
                  <a:pt x="304711" y="131229"/>
                  <a:pt x="299499" y="132561"/>
                  <a:pt x="294170" y="132561"/>
                </a:cubicBezTo>
                <a:cubicBezTo>
                  <a:pt x="286758" y="132561"/>
                  <a:pt x="280851" y="129955"/>
                  <a:pt x="276448" y="124743"/>
                </a:cubicBezTo>
                <a:cubicBezTo>
                  <a:pt x="272048" y="119531"/>
                  <a:pt x="269847" y="111945"/>
                  <a:pt x="269847" y="101984"/>
                </a:cubicBezTo>
                <a:cubicBezTo>
                  <a:pt x="269847" y="93877"/>
                  <a:pt x="271121" y="86291"/>
                  <a:pt x="273667" y="79225"/>
                </a:cubicBezTo>
                <a:cubicBezTo>
                  <a:pt x="276216" y="72159"/>
                  <a:pt x="279633" y="66021"/>
                  <a:pt x="283919" y="60809"/>
                </a:cubicBezTo>
                <a:cubicBezTo>
                  <a:pt x="288205" y="55597"/>
                  <a:pt x="293069" y="51485"/>
                  <a:pt x="298513" y="48474"/>
                </a:cubicBezTo>
                <a:cubicBezTo>
                  <a:pt x="303958" y="45462"/>
                  <a:pt x="309634" y="43956"/>
                  <a:pt x="315540" y="43956"/>
                </a:cubicBezTo>
                <a:cubicBezTo>
                  <a:pt x="320057" y="43956"/>
                  <a:pt x="323995" y="45086"/>
                  <a:pt x="327353" y="47344"/>
                </a:cubicBezTo>
                <a:cubicBezTo>
                  <a:pt x="330713" y="49603"/>
                  <a:pt x="333435" y="52585"/>
                  <a:pt x="335521" y="56291"/>
                </a:cubicBezTo>
                <a:lnTo>
                  <a:pt x="336040" y="56291"/>
                </a:lnTo>
                <a:moveTo>
                  <a:pt x="299035" y="121442"/>
                </a:moveTo>
                <a:cubicBezTo>
                  <a:pt x="303436" y="121442"/>
                  <a:pt x="307894" y="120140"/>
                  <a:pt x="312412" y="117535"/>
                </a:cubicBezTo>
                <a:cubicBezTo>
                  <a:pt x="316929" y="114928"/>
                  <a:pt x="321331" y="110845"/>
                  <a:pt x="325616" y="105284"/>
                </a:cubicBezTo>
                <a:lnTo>
                  <a:pt x="333262" y="67585"/>
                </a:lnTo>
                <a:cubicBezTo>
                  <a:pt x="330828" y="63184"/>
                  <a:pt x="328163" y="59999"/>
                  <a:pt x="325266" y="58030"/>
                </a:cubicBezTo>
                <a:cubicBezTo>
                  <a:pt x="322372" y="56060"/>
                  <a:pt x="319303" y="55075"/>
                  <a:pt x="316060" y="55075"/>
                </a:cubicBezTo>
                <a:cubicBezTo>
                  <a:pt x="311890" y="55075"/>
                  <a:pt x="307837" y="56320"/>
                  <a:pt x="303899" y="58810"/>
                </a:cubicBezTo>
                <a:cubicBezTo>
                  <a:pt x="299962" y="61300"/>
                  <a:pt x="296487" y="64631"/>
                  <a:pt x="293476" y="68801"/>
                </a:cubicBezTo>
                <a:cubicBezTo>
                  <a:pt x="290464" y="72971"/>
                  <a:pt x="288061" y="77749"/>
                  <a:pt x="286265" y="83135"/>
                </a:cubicBezTo>
                <a:cubicBezTo>
                  <a:pt x="284469" y="88520"/>
                  <a:pt x="283572" y="94109"/>
                  <a:pt x="283572" y="99900"/>
                </a:cubicBezTo>
                <a:cubicBezTo>
                  <a:pt x="283572" y="107196"/>
                  <a:pt x="284962" y="112610"/>
                  <a:pt x="287742" y="116143"/>
                </a:cubicBezTo>
                <a:cubicBezTo>
                  <a:pt x="290522" y="119676"/>
                  <a:pt x="294286" y="121442"/>
                  <a:pt x="299035" y="121442"/>
                </a:cubicBezTo>
                <a:close/>
                <a:moveTo>
                  <a:pt x="361823" y="97294"/>
                </a:moveTo>
                <a:cubicBezTo>
                  <a:pt x="361823" y="89302"/>
                  <a:pt x="363155" y="82034"/>
                  <a:pt x="365818" y="75490"/>
                </a:cubicBezTo>
                <a:cubicBezTo>
                  <a:pt x="368482" y="68945"/>
                  <a:pt x="371927" y="63328"/>
                  <a:pt x="376155" y="58637"/>
                </a:cubicBezTo>
                <a:cubicBezTo>
                  <a:pt x="380384" y="53947"/>
                  <a:pt x="385191" y="50327"/>
                  <a:pt x="390576" y="47779"/>
                </a:cubicBezTo>
                <a:cubicBezTo>
                  <a:pt x="395961" y="45230"/>
                  <a:pt x="401434" y="43956"/>
                  <a:pt x="406994" y="43956"/>
                </a:cubicBezTo>
                <a:cubicBezTo>
                  <a:pt x="411743" y="43956"/>
                  <a:pt x="415768" y="44738"/>
                  <a:pt x="419069" y="46302"/>
                </a:cubicBezTo>
                <a:cubicBezTo>
                  <a:pt x="422370" y="47866"/>
                  <a:pt x="425063" y="50009"/>
                  <a:pt x="427147" y="52731"/>
                </a:cubicBezTo>
                <a:cubicBezTo>
                  <a:pt x="429232" y="55453"/>
                  <a:pt x="430738" y="58696"/>
                  <a:pt x="431664" y="62460"/>
                </a:cubicBezTo>
                <a:cubicBezTo>
                  <a:pt x="432592" y="66225"/>
                  <a:pt x="433056" y="70249"/>
                  <a:pt x="433056" y="74533"/>
                </a:cubicBezTo>
                <a:cubicBezTo>
                  <a:pt x="433056" y="77893"/>
                  <a:pt x="432708" y="81078"/>
                  <a:pt x="432011" y="84090"/>
                </a:cubicBezTo>
                <a:cubicBezTo>
                  <a:pt x="431317" y="87101"/>
                  <a:pt x="430680" y="89417"/>
                  <a:pt x="430100" y="91038"/>
                </a:cubicBezTo>
                <a:lnTo>
                  <a:pt x="375200" y="91038"/>
                </a:lnTo>
                <a:cubicBezTo>
                  <a:pt x="374389" y="96483"/>
                  <a:pt x="374447" y="101145"/>
                  <a:pt x="375373" y="105025"/>
                </a:cubicBezTo>
                <a:cubicBezTo>
                  <a:pt x="376300" y="108904"/>
                  <a:pt x="377835" y="112118"/>
                  <a:pt x="379977" y="114666"/>
                </a:cubicBezTo>
                <a:cubicBezTo>
                  <a:pt x="382121" y="117215"/>
                  <a:pt x="384756" y="119069"/>
                  <a:pt x="387883" y="120228"/>
                </a:cubicBezTo>
                <a:cubicBezTo>
                  <a:pt x="391011" y="121386"/>
                  <a:pt x="394428" y="121965"/>
                  <a:pt x="398134" y="121965"/>
                </a:cubicBezTo>
                <a:cubicBezTo>
                  <a:pt x="401492" y="121965"/>
                  <a:pt x="404822" y="121241"/>
                  <a:pt x="408123" y="119793"/>
                </a:cubicBezTo>
                <a:cubicBezTo>
                  <a:pt x="411424" y="118344"/>
                  <a:pt x="414407" y="116635"/>
                  <a:pt x="417070" y="114666"/>
                </a:cubicBezTo>
                <a:lnTo>
                  <a:pt x="422282" y="123529"/>
                </a:lnTo>
                <a:cubicBezTo>
                  <a:pt x="418924" y="125961"/>
                  <a:pt x="414928" y="128074"/>
                  <a:pt x="410294" y="129870"/>
                </a:cubicBezTo>
                <a:cubicBezTo>
                  <a:pt x="405662" y="131664"/>
                  <a:pt x="400566" y="132561"/>
                  <a:pt x="395006" y="132561"/>
                </a:cubicBezTo>
                <a:cubicBezTo>
                  <a:pt x="384930" y="132561"/>
                  <a:pt x="376881" y="129521"/>
                  <a:pt x="370858" y="123441"/>
                </a:cubicBezTo>
                <a:cubicBezTo>
                  <a:pt x="364835" y="117360"/>
                  <a:pt x="361823" y="108644"/>
                  <a:pt x="361823" y="97294"/>
                </a:cubicBezTo>
                <a:moveTo>
                  <a:pt x="376589" y="82003"/>
                </a:moveTo>
                <a:lnTo>
                  <a:pt x="420893" y="82003"/>
                </a:lnTo>
                <a:cubicBezTo>
                  <a:pt x="421124" y="80614"/>
                  <a:pt x="421327" y="79225"/>
                  <a:pt x="421500" y="77836"/>
                </a:cubicBezTo>
                <a:cubicBezTo>
                  <a:pt x="421675" y="76445"/>
                  <a:pt x="421762" y="74939"/>
                  <a:pt x="421762" y="73319"/>
                </a:cubicBezTo>
                <a:cubicBezTo>
                  <a:pt x="421762" y="70885"/>
                  <a:pt x="421473" y="68539"/>
                  <a:pt x="420893" y="66280"/>
                </a:cubicBezTo>
                <a:cubicBezTo>
                  <a:pt x="420313" y="64022"/>
                  <a:pt x="419386" y="62024"/>
                  <a:pt x="418112" y="60286"/>
                </a:cubicBezTo>
                <a:cubicBezTo>
                  <a:pt x="416840" y="58549"/>
                  <a:pt x="415161" y="57160"/>
                  <a:pt x="413075" y="56119"/>
                </a:cubicBezTo>
                <a:cubicBezTo>
                  <a:pt x="410990" y="55076"/>
                  <a:pt x="408441" y="54555"/>
                  <a:pt x="405430" y="54555"/>
                </a:cubicBezTo>
                <a:cubicBezTo>
                  <a:pt x="402303" y="54555"/>
                  <a:pt x="399263" y="55192"/>
                  <a:pt x="396310" y="56466"/>
                </a:cubicBezTo>
                <a:cubicBezTo>
                  <a:pt x="393357" y="57741"/>
                  <a:pt x="390606" y="59594"/>
                  <a:pt x="388058" y="62025"/>
                </a:cubicBezTo>
                <a:cubicBezTo>
                  <a:pt x="385509" y="64457"/>
                  <a:pt x="383221" y="67353"/>
                  <a:pt x="381194" y="70713"/>
                </a:cubicBezTo>
                <a:cubicBezTo>
                  <a:pt x="379167" y="74071"/>
                  <a:pt x="377632" y="77834"/>
                  <a:pt x="376589" y="82003"/>
                </a:cubicBezTo>
                <a:close/>
                <a:moveTo>
                  <a:pt x="467870" y="132561"/>
                </a:moveTo>
                <a:cubicBezTo>
                  <a:pt x="465092" y="132561"/>
                  <a:pt x="462284" y="132155"/>
                  <a:pt x="459446" y="131344"/>
                </a:cubicBezTo>
                <a:cubicBezTo>
                  <a:pt x="456607" y="130534"/>
                  <a:pt x="453885" y="129406"/>
                  <a:pt x="451278" y="127958"/>
                </a:cubicBezTo>
                <a:cubicBezTo>
                  <a:pt x="448673" y="126511"/>
                  <a:pt x="446298" y="124803"/>
                  <a:pt x="444155" y="122834"/>
                </a:cubicBezTo>
                <a:cubicBezTo>
                  <a:pt x="442013" y="120864"/>
                  <a:pt x="440247" y="118778"/>
                  <a:pt x="438858" y="116578"/>
                </a:cubicBezTo>
                <a:lnTo>
                  <a:pt x="447198" y="109977"/>
                </a:lnTo>
                <a:cubicBezTo>
                  <a:pt x="449861" y="113683"/>
                  <a:pt x="453046" y="116665"/>
                  <a:pt x="456752" y="118924"/>
                </a:cubicBezTo>
                <a:cubicBezTo>
                  <a:pt x="460458" y="121183"/>
                  <a:pt x="464512" y="122312"/>
                  <a:pt x="468915" y="122312"/>
                </a:cubicBezTo>
                <a:cubicBezTo>
                  <a:pt x="471347" y="122312"/>
                  <a:pt x="473634" y="121935"/>
                  <a:pt x="475776" y="121183"/>
                </a:cubicBezTo>
                <a:cubicBezTo>
                  <a:pt x="477919" y="120430"/>
                  <a:pt x="479831" y="119416"/>
                  <a:pt x="481510" y="118142"/>
                </a:cubicBezTo>
                <a:cubicBezTo>
                  <a:pt x="483189" y="116868"/>
                  <a:pt x="484491" y="115391"/>
                  <a:pt x="485417" y="113712"/>
                </a:cubicBezTo>
                <a:cubicBezTo>
                  <a:pt x="486345" y="112033"/>
                  <a:pt x="486809" y="110208"/>
                  <a:pt x="486809" y="108238"/>
                </a:cubicBezTo>
                <a:cubicBezTo>
                  <a:pt x="486809" y="106732"/>
                  <a:pt x="486548" y="105343"/>
                  <a:pt x="486027" y="104070"/>
                </a:cubicBezTo>
                <a:cubicBezTo>
                  <a:pt x="485506" y="102796"/>
                  <a:pt x="484665" y="101551"/>
                  <a:pt x="483506" y="100335"/>
                </a:cubicBezTo>
                <a:cubicBezTo>
                  <a:pt x="482348" y="99117"/>
                  <a:pt x="480756" y="97872"/>
                  <a:pt x="478729" y="96600"/>
                </a:cubicBezTo>
                <a:cubicBezTo>
                  <a:pt x="476702" y="95326"/>
                  <a:pt x="474241" y="93877"/>
                  <a:pt x="471346" y="92255"/>
                </a:cubicBezTo>
                <a:cubicBezTo>
                  <a:pt x="464745" y="88664"/>
                  <a:pt x="459880" y="85131"/>
                  <a:pt x="456752" y="81656"/>
                </a:cubicBezTo>
                <a:cubicBezTo>
                  <a:pt x="453626" y="78182"/>
                  <a:pt x="452062" y="74012"/>
                  <a:pt x="452062" y="69149"/>
                </a:cubicBezTo>
                <a:cubicBezTo>
                  <a:pt x="452062" y="65443"/>
                  <a:pt x="452844" y="62026"/>
                  <a:pt x="454406" y="58900"/>
                </a:cubicBezTo>
                <a:cubicBezTo>
                  <a:pt x="455970" y="55772"/>
                  <a:pt x="458055" y="53107"/>
                  <a:pt x="460660" y="50907"/>
                </a:cubicBezTo>
                <a:cubicBezTo>
                  <a:pt x="463266" y="48705"/>
                  <a:pt x="466336" y="46996"/>
                  <a:pt x="469869" y="45780"/>
                </a:cubicBezTo>
                <a:cubicBezTo>
                  <a:pt x="473402" y="44564"/>
                  <a:pt x="477137" y="43956"/>
                  <a:pt x="481075" y="43956"/>
                </a:cubicBezTo>
                <a:cubicBezTo>
                  <a:pt x="486287" y="43956"/>
                  <a:pt x="490948" y="44999"/>
                  <a:pt x="495059" y="47084"/>
                </a:cubicBezTo>
                <a:cubicBezTo>
                  <a:pt x="499172" y="49168"/>
                  <a:pt x="502792" y="51890"/>
                  <a:pt x="505920" y="55250"/>
                </a:cubicBezTo>
                <a:lnTo>
                  <a:pt x="498275" y="62720"/>
                </a:lnTo>
                <a:cubicBezTo>
                  <a:pt x="495958" y="60403"/>
                  <a:pt x="493409" y="58434"/>
                  <a:pt x="490629" y="56814"/>
                </a:cubicBezTo>
                <a:cubicBezTo>
                  <a:pt x="487851" y="55191"/>
                  <a:pt x="484550" y="54380"/>
                  <a:pt x="480728" y="54380"/>
                </a:cubicBezTo>
                <a:cubicBezTo>
                  <a:pt x="476210" y="54380"/>
                  <a:pt x="472417" y="55683"/>
                  <a:pt x="469347" y="58290"/>
                </a:cubicBezTo>
                <a:cubicBezTo>
                  <a:pt x="466279" y="60895"/>
                  <a:pt x="464745" y="63993"/>
                  <a:pt x="464745" y="67585"/>
                </a:cubicBezTo>
                <a:cubicBezTo>
                  <a:pt x="464745" y="69322"/>
                  <a:pt x="465150" y="70886"/>
                  <a:pt x="465959" y="72277"/>
                </a:cubicBezTo>
                <a:cubicBezTo>
                  <a:pt x="466770" y="73666"/>
                  <a:pt x="467870" y="74940"/>
                  <a:pt x="469260" y="76100"/>
                </a:cubicBezTo>
                <a:cubicBezTo>
                  <a:pt x="470650" y="77257"/>
                  <a:pt x="472244" y="78357"/>
                  <a:pt x="474039" y="79400"/>
                </a:cubicBezTo>
                <a:cubicBezTo>
                  <a:pt x="475835" y="80441"/>
                  <a:pt x="477717" y="81483"/>
                  <a:pt x="479686" y="82526"/>
                </a:cubicBezTo>
                <a:cubicBezTo>
                  <a:pt x="483509" y="84611"/>
                  <a:pt x="486665" y="86609"/>
                  <a:pt x="489155" y="88520"/>
                </a:cubicBezTo>
                <a:cubicBezTo>
                  <a:pt x="491645" y="90430"/>
                  <a:pt x="493672" y="92341"/>
                  <a:pt x="495234" y="94254"/>
                </a:cubicBezTo>
                <a:cubicBezTo>
                  <a:pt x="496798" y="96164"/>
                  <a:pt x="497898" y="98104"/>
                  <a:pt x="498535" y="100073"/>
                </a:cubicBezTo>
                <a:cubicBezTo>
                  <a:pt x="499173" y="102041"/>
                  <a:pt x="499492" y="104184"/>
                  <a:pt x="499492" y="106501"/>
                </a:cubicBezTo>
                <a:cubicBezTo>
                  <a:pt x="499492" y="110439"/>
                  <a:pt x="498709" y="114029"/>
                  <a:pt x="497145" y="117272"/>
                </a:cubicBezTo>
                <a:cubicBezTo>
                  <a:pt x="495581" y="120515"/>
                  <a:pt x="493380" y="123266"/>
                  <a:pt x="490542" y="125525"/>
                </a:cubicBezTo>
                <a:cubicBezTo>
                  <a:pt x="487705" y="127784"/>
                  <a:pt x="484346" y="129521"/>
                  <a:pt x="480465" y="130737"/>
                </a:cubicBezTo>
                <a:cubicBezTo>
                  <a:pt x="476586" y="131953"/>
                  <a:pt x="472388" y="132561"/>
                  <a:pt x="467870" y="132561"/>
                </a:cubicBezTo>
                <a:close/>
                <a:moveTo>
                  <a:pt x="516192" y="91908"/>
                </a:moveTo>
                <a:lnTo>
                  <a:pt x="518276" y="81656"/>
                </a:lnTo>
                <a:lnTo>
                  <a:pt x="556325" y="81656"/>
                </a:lnTo>
                <a:lnTo>
                  <a:pt x="554067" y="91908"/>
                </a:lnTo>
                <a:lnTo>
                  <a:pt x="516192" y="91908"/>
                </a:lnTo>
                <a:close/>
                <a:moveTo>
                  <a:pt x="570028" y="107024"/>
                </a:moveTo>
                <a:lnTo>
                  <a:pt x="570028" y="95555"/>
                </a:lnTo>
                <a:lnTo>
                  <a:pt x="605469" y="81831"/>
                </a:lnTo>
                <a:lnTo>
                  <a:pt x="627014" y="73319"/>
                </a:lnTo>
                <a:lnTo>
                  <a:pt x="627014" y="72624"/>
                </a:lnTo>
                <a:lnTo>
                  <a:pt x="605469" y="64284"/>
                </a:lnTo>
                <a:lnTo>
                  <a:pt x="570028" y="50385"/>
                </a:lnTo>
                <a:lnTo>
                  <a:pt x="570028" y="39092"/>
                </a:lnTo>
                <a:lnTo>
                  <a:pt x="641608" y="68107"/>
                </a:lnTo>
                <a:lnTo>
                  <a:pt x="641608" y="78183"/>
                </a:lnTo>
                <a:lnTo>
                  <a:pt x="570028" y="107024"/>
                </a:lnTo>
                <a:close/>
                <a:moveTo>
                  <a:pt x="670512" y="149588"/>
                </a:moveTo>
                <a:lnTo>
                  <a:pt x="673987" y="131866"/>
                </a:lnTo>
                <a:cubicBezTo>
                  <a:pt x="668775" y="130823"/>
                  <a:pt x="664027" y="128855"/>
                  <a:pt x="659741" y="125960"/>
                </a:cubicBezTo>
                <a:cubicBezTo>
                  <a:pt x="655455" y="123065"/>
                  <a:pt x="651806" y="119822"/>
                  <a:pt x="648795" y="116230"/>
                </a:cubicBezTo>
                <a:lnTo>
                  <a:pt x="657307" y="107890"/>
                </a:lnTo>
                <a:cubicBezTo>
                  <a:pt x="659972" y="111365"/>
                  <a:pt x="663331" y="114492"/>
                  <a:pt x="667384" y="117272"/>
                </a:cubicBezTo>
                <a:cubicBezTo>
                  <a:pt x="671438" y="120052"/>
                  <a:pt x="676071" y="121442"/>
                  <a:pt x="681283" y="121442"/>
                </a:cubicBezTo>
                <a:cubicBezTo>
                  <a:pt x="687654" y="121442"/>
                  <a:pt x="692866" y="119589"/>
                  <a:pt x="696918" y="115883"/>
                </a:cubicBezTo>
                <a:cubicBezTo>
                  <a:pt x="700973" y="112177"/>
                  <a:pt x="703000" y="107312"/>
                  <a:pt x="703000" y="101289"/>
                </a:cubicBezTo>
                <a:cubicBezTo>
                  <a:pt x="703000" y="97120"/>
                  <a:pt x="702073" y="93501"/>
                  <a:pt x="700219" y="90431"/>
                </a:cubicBezTo>
                <a:cubicBezTo>
                  <a:pt x="698367" y="87361"/>
                  <a:pt x="696080" y="84581"/>
                  <a:pt x="693358" y="82091"/>
                </a:cubicBezTo>
                <a:cubicBezTo>
                  <a:pt x="690636" y="79601"/>
                  <a:pt x="687654" y="77226"/>
                  <a:pt x="684411" y="74968"/>
                </a:cubicBezTo>
                <a:cubicBezTo>
                  <a:pt x="681168" y="72709"/>
                  <a:pt x="678186" y="70277"/>
                  <a:pt x="675464" y="67672"/>
                </a:cubicBezTo>
                <a:cubicBezTo>
                  <a:pt x="672742" y="65065"/>
                  <a:pt x="670454" y="62140"/>
                  <a:pt x="668600" y="58897"/>
                </a:cubicBezTo>
                <a:cubicBezTo>
                  <a:pt x="666748" y="55654"/>
                  <a:pt x="665822" y="51832"/>
                  <a:pt x="665822" y="47432"/>
                </a:cubicBezTo>
                <a:cubicBezTo>
                  <a:pt x="665822" y="43146"/>
                  <a:pt x="666575" y="39208"/>
                  <a:pt x="668081" y="35619"/>
                </a:cubicBezTo>
                <a:cubicBezTo>
                  <a:pt x="669587" y="32028"/>
                  <a:pt x="671700" y="28900"/>
                  <a:pt x="674422" y="26237"/>
                </a:cubicBezTo>
                <a:cubicBezTo>
                  <a:pt x="677144" y="23572"/>
                  <a:pt x="680358" y="21429"/>
                  <a:pt x="684064" y="19808"/>
                </a:cubicBezTo>
                <a:cubicBezTo>
                  <a:pt x="687770" y="18186"/>
                  <a:pt x="691882" y="17259"/>
                  <a:pt x="696399" y="17027"/>
                </a:cubicBezTo>
                <a:lnTo>
                  <a:pt x="699874" y="0"/>
                </a:lnTo>
                <a:lnTo>
                  <a:pt x="709603" y="0"/>
                </a:lnTo>
                <a:lnTo>
                  <a:pt x="705953" y="17897"/>
                </a:lnTo>
                <a:cubicBezTo>
                  <a:pt x="710007" y="18938"/>
                  <a:pt x="713801" y="20733"/>
                  <a:pt x="717334" y="23281"/>
                </a:cubicBezTo>
                <a:cubicBezTo>
                  <a:pt x="720867" y="25830"/>
                  <a:pt x="723907" y="28784"/>
                  <a:pt x="726456" y="32143"/>
                </a:cubicBezTo>
                <a:lnTo>
                  <a:pt x="717769" y="39961"/>
                </a:lnTo>
                <a:cubicBezTo>
                  <a:pt x="715452" y="36601"/>
                  <a:pt x="712613" y="33764"/>
                  <a:pt x="709254" y="31449"/>
                </a:cubicBezTo>
                <a:cubicBezTo>
                  <a:pt x="705896" y="29132"/>
                  <a:pt x="702189" y="27973"/>
                  <a:pt x="698135" y="27973"/>
                </a:cubicBezTo>
                <a:cubicBezTo>
                  <a:pt x="692577" y="27973"/>
                  <a:pt x="688002" y="29624"/>
                  <a:pt x="684411" y="32925"/>
                </a:cubicBezTo>
                <a:cubicBezTo>
                  <a:pt x="680820" y="36225"/>
                  <a:pt x="679024" y="40481"/>
                  <a:pt x="679024" y="45693"/>
                </a:cubicBezTo>
                <a:cubicBezTo>
                  <a:pt x="679024" y="49284"/>
                  <a:pt x="679951" y="52383"/>
                  <a:pt x="681805" y="54990"/>
                </a:cubicBezTo>
                <a:cubicBezTo>
                  <a:pt x="683659" y="57595"/>
                  <a:pt x="685947" y="60027"/>
                  <a:pt x="688669" y="62285"/>
                </a:cubicBezTo>
                <a:cubicBezTo>
                  <a:pt x="691390" y="64544"/>
                  <a:pt x="694343" y="66803"/>
                  <a:pt x="697528" y="69061"/>
                </a:cubicBezTo>
                <a:cubicBezTo>
                  <a:pt x="700713" y="71320"/>
                  <a:pt x="703666" y="73839"/>
                  <a:pt x="706388" y="76619"/>
                </a:cubicBezTo>
                <a:cubicBezTo>
                  <a:pt x="709109" y="79399"/>
                  <a:pt x="711397" y="82613"/>
                  <a:pt x="713251" y="86261"/>
                </a:cubicBezTo>
                <a:cubicBezTo>
                  <a:pt x="715105" y="89909"/>
                  <a:pt x="716032" y="94224"/>
                  <a:pt x="716032" y="99206"/>
                </a:cubicBezTo>
                <a:cubicBezTo>
                  <a:pt x="716032" y="103721"/>
                  <a:pt x="715279" y="107949"/>
                  <a:pt x="713773" y="111888"/>
                </a:cubicBezTo>
                <a:cubicBezTo>
                  <a:pt x="712268" y="115826"/>
                  <a:pt x="710096" y="119271"/>
                  <a:pt x="707257" y="122224"/>
                </a:cubicBezTo>
                <a:cubicBezTo>
                  <a:pt x="704419" y="125178"/>
                  <a:pt x="701002" y="127552"/>
                  <a:pt x="697006" y="129348"/>
                </a:cubicBezTo>
                <a:cubicBezTo>
                  <a:pt x="693010" y="131143"/>
                  <a:pt x="688580" y="132214"/>
                  <a:pt x="683716" y="132561"/>
                </a:cubicBezTo>
                <a:lnTo>
                  <a:pt x="680241" y="149588"/>
                </a:lnTo>
                <a:lnTo>
                  <a:pt x="670512" y="149588"/>
                </a:lnTo>
                <a:close/>
                <a:moveTo>
                  <a:pt x="802964" y="56291"/>
                </a:moveTo>
                <a:lnTo>
                  <a:pt x="805745" y="39786"/>
                </a:lnTo>
                <a:lnTo>
                  <a:pt x="812346" y="6776"/>
                </a:lnTo>
                <a:lnTo>
                  <a:pt x="825723" y="6776"/>
                </a:lnTo>
                <a:lnTo>
                  <a:pt x="800705" y="130477"/>
                </a:lnTo>
                <a:lnTo>
                  <a:pt x="789759" y="130477"/>
                </a:lnTo>
                <a:lnTo>
                  <a:pt x="791151" y="117967"/>
                </a:lnTo>
                <a:lnTo>
                  <a:pt x="790457" y="117967"/>
                </a:lnTo>
                <a:cubicBezTo>
                  <a:pt x="786402" y="122369"/>
                  <a:pt x="781827" y="125902"/>
                  <a:pt x="776730" y="128566"/>
                </a:cubicBezTo>
                <a:cubicBezTo>
                  <a:pt x="771634" y="131229"/>
                  <a:pt x="766423" y="132561"/>
                  <a:pt x="761094" y="132561"/>
                </a:cubicBezTo>
                <a:cubicBezTo>
                  <a:pt x="753682" y="132561"/>
                  <a:pt x="747775" y="129955"/>
                  <a:pt x="743372" y="124743"/>
                </a:cubicBezTo>
                <a:cubicBezTo>
                  <a:pt x="738971" y="119531"/>
                  <a:pt x="736771" y="111945"/>
                  <a:pt x="736771" y="101984"/>
                </a:cubicBezTo>
                <a:cubicBezTo>
                  <a:pt x="736771" y="93877"/>
                  <a:pt x="738044" y="86291"/>
                  <a:pt x="740591" y="79225"/>
                </a:cubicBezTo>
                <a:cubicBezTo>
                  <a:pt x="743140" y="72159"/>
                  <a:pt x="746557" y="66021"/>
                  <a:pt x="750843" y="60809"/>
                </a:cubicBezTo>
                <a:cubicBezTo>
                  <a:pt x="755128" y="55597"/>
                  <a:pt x="759993" y="51485"/>
                  <a:pt x="765436" y="48474"/>
                </a:cubicBezTo>
                <a:cubicBezTo>
                  <a:pt x="770882" y="45462"/>
                  <a:pt x="776557" y="43956"/>
                  <a:pt x="782464" y="43956"/>
                </a:cubicBezTo>
                <a:cubicBezTo>
                  <a:pt x="786981" y="43956"/>
                  <a:pt x="790919" y="45086"/>
                  <a:pt x="794277" y="47344"/>
                </a:cubicBezTo>
                <a:cubicBezTo>
                  <a:pt x="797636" y="49603"/>
                  <a:pt x="800359" y="52585"/>
                  <a:pt x="802444" y="56291"/>
                </a:cubicBezTo>
                <a:lnTo>
                  <a:pt x="802964" y="56291"/>
                </a:lnTo>
                <a:moveTo>
                  <a:pt x="765959" y="121442"/>
                </a:moveTo>
                <a:cubicBezTo>
                  <a:pt x="770359" y="121442"/>
                  <a:pt x="774818" y="120140"/>
                  <a:pt x="779336" y="117535"/>
                </a:cubicBezTo>
                <a:cubicBezTo>
                  <a:pt x="783853" y="114928"/>
                  <a:pt x="788254" y="110845"/>
                  <a:pt x="792540" y="105284"/>
                </a:cubicBezTo>
                <a:lnTo>
                  <a:pt x="800186" y="67585"/>
                </a:lnTo>
                <a:cubicBezTo>
                  <a:pt x="797752" y="63184"/>
                  <a:pt x="795087" y="59999"/>
                  <a:pt x="792190" y="58030"/>
                </a:cubicBezTo>
                <a:cubicBezTo>
                  <a:pt x="789295" y="56060"/>
                  <a:pt x="786226" y="55075"/>
                  <a:pt x="782983" y="55075"/>
                </a:cubicBezTo>
                <a:cubicBezTo>
                  <a:pt x="778814" y="55075"/>
                  <a:pt x="774761" y="56320"/>
                  <a:pt x="770823" y="58810"/>
                </a:cubicBezTo>
                <a:cubicBezTo>
                  <a:pt x="766886" y="61300"/>
                  <a:pt x="763411" y="64631"/>
                  <a:pt x="760399" y="68801"/>
                </a:cubicBezTo>
                <a:cubicBezTo>
                  <a:pt x="757388" y="72971"/>
                  <a:pt x="754984" y="77749"/>
                  <a:pt x="753189" y="83135"/>
                </a:cubicBezTo>
                <a:cubicBezTo>
                  <a:pt x="751393" y="88520"/>
                  <a:pt x="750495" y="94109"/>
                  <a:pt x="750495" y="99900"/>
                </a:cubicBezTo>
                <a:cubicBezTo>
                  <a:pt x="750495" y="107196"/>
                  <a:pt x="751885" y="112610"/>
                  <a:pt x="754665" y="116143"/>
                </a:cubicBezTo>
                <a:cubicBezTo>
                  <a:pt x="757445" y="119676"/>
                  <a:pt x="761210" y="121442"/>
                  <a:pt x="765959" y="121442"/>
                </a:cubicBezTo>
                <a:close/>
                <a:moveTo>
                  <a:pt x="859117" y="132561"/>
                </a:moveTo>
                <a:cubicBezTo>
                  <a:pt x="849965" y="132561"/>
                  <a:pt x="842668" y="129550"/>
                  <a:pt x="837225" y="123529"/>
                </a:cubicBezTo>
                <a:cubicBezTo>
                  <a:pt x="831781" y="117506"/>
                  <a:pt x="829060" y="109224"/>
                  <a:pt x="829060" y="98683"/>
                </a:cubicBezTo>
                <a:cubicBezTo>
                  <a:pt x="829060" y="90692"/>
                  <a:pt x="830333" y="83337"/>
                  <a:pt x="832880" y="76619"/>
                </a:cubicBezTo>
                <a:cubicBezTo>
                  <a:pt x="835428" y="69902"/>
                  <a:pt x="838845" y="64139"/>
                  <a:pt x="843131" y="59332"/>
                </a:cubicBezTo>
                <a:cubicBezTo>
                  <a:pt x="847417" y="54525"/>
                  <a:pt x="852282" y="50760"/>
                  <a:pt x="857725" y="48039"/>
                </a:cubicBezTo>
                <a:cubicBezTo>
                  <a:pt x="863170" y="45317"/>
                  <a:pt x="868788" y="43956"/>
                  <a:pt x="874577" y="43956"/>
                </a:cubicBezTo>
                <a:cubicBezTo>
                  <a:pt x="883729" y="43956"/>
                  <a:pt x="891055" y="46968"/>
                  <a:pt x="896557" y="52991"/>
                </a:cubicBezTo>
                <a:cubicBezTo>
                  <a:pt x="902058" y="59014"/>
                  <a:pt x="904809" y="67296"/>
                  <a:pt x="904809" y="77836"/>
                </a:cubicBezTo>
                <a:cubicBezTo>
                  <a:pt x="904809" y="85828"/>
                  <a:pt x="903506" y="93183"/>
                  <a:pt x="900899" y="99900"/>
                </a:cubicBezTo>
                <a:cubicBezTo>
                  <a:pt x="898292" y="106618"/>
                  <a:pt x="894875" y="112380"/>
                  <a:pt x="890648" y="117187"/>
                </a:cubicBezTo>
                <a:cubicBezTo>
                  <a:pt x="886420" y="121993"/>
                  <a:pt x="881556" y="125756"/>
                  <a:pt x="876054" y="128478"/>
                </a:cubicBezTo>
                <a:cubicBezTo>
                  <a:pt x="870552" y="131200"/>
                  <a:pt x="864906" y="132561"/>
                  <a:pt x="859117" y="132561"/>
                </a:cubicBezTo>
                <a:moveTo>
                  <a:pt x="860506" y="121442"/>
                </a:moveTo>
                <a:cubicBezTo>
                  <a:pt x="864443" y="121442"/>
                  <a:pt x="868236" y="120313"/>
                  <a:pt x="871884" y="118054"/>
                </a:cubicBezTo>
                <a:cubicBezTo>
                  <a:pt x="875533" y="115796"/>
                  <a:pt x="878806" y="112756"/>
                  <a:pt x="881701" y="108935"/>
                </a:cubicBezTo>
                <a:cubicBezTo>
                  <a:pt x="884597" y="105112"/>
                  <a:pt x="886914" y="100595"/>
                  <a:pt x="888651" y="95383"/>
                </a:cubicBezTo>
                <a:cubicBezTo>
                  <a:pt x="890389" y="90171"/>
                  <a:pt x="891257" y="84611"/>
                  <a:pt x="891257" y="78703"/>
                </a:cubicBezTo>
                <a:cubicBezTo>
                  <a:pt x="891257" y="71059"/>
                  <a:pt x="889722" y="65182"/>
                  <a:pt x="886653" y="61071"/>
                </a:cubicBezTo>
                <a:cubicBezTo>
                  <a:pt x="883583" y="56959"/>
                  <a:pt x="879095" y="54902"/>
                  <a:pt x="873188" y="54902"/>
                </a:cubicBezTo>
                <a:cubicBezTo>
                  <a:pt x="869365" y="54902"/>
                  <a:pt x="865601" y="56032"/>
                  <a:pt x="861895" y="58290"/>
                </a:cubicBezTo>
                <a:cubicBezTo>
                  <a:pt x="858189" y="60549"/>
                  <a:pt x="854887" y="63619"/>
                  <a:pt x="851991" y="67500"/>
                </a:cubicBezTo>
                <a:cubicBezTo>
                  <a:pt x="849096" y="71379"/>
                  <a:pt x="846780" y="75925"/>
                  <a:pt x="845043" y="81137"/>
                </a:cubicBezTo>
                <a:cubicBezTo>
                  <a:pt x="843305" y="86348"/>
                  <a:pt x="842437" y="91908"/>
                  <a:pt x="842437" y="97814"/>
                </a:cubicBezTo>
                <a:cubicBezTo>
                  <a:pt x="842437" y="105459"/>
                  <a:pt x="843972" y="111309"/>
                  <a:pt x="847041" y="115364"/>
                </a:cubicBezTo>
                <a:cubicBezTo>
                  <a:pt x="850111" y="119416"/>
                  <a:pt x="854599" y="121442"/>
                  <a:pt x="860506" y="121442"/>
                </a:cubicBezTo>
                <a:close/>
                <a:moveTo>
                  <a:pt x="917179" y="130477"/>
                </a:moveTo>
                <a:lnTo>
                  <a:pt x="933857" y="46043"/>
                </a:lnTo>
                <a:lnTo>
                  <a:pt x="944803" y="46043"/>
                </a:lnTo>
                <a:lnTo>
                  <a:pt x="943586" y="58725"/>
                </a:lnTo>
                <a:lnTo>
                  <a:pt x="944280" y="58725"/>
                </a:lnTo>
                <a:cubicBezTo>
                  <a:pt x="948683" y="54554"/>
                  <a:pt x="953316" y="51050"/>
                  <a:pt x="958180" y="48214"/>
                </a:cubicBezTo>
                <a:cubicBezTo>
                  <a:pt x="963045" y="45375"/>
                  <a:pt x="967678" y="43956"/>
                  <a:pt x="972079" y="43956"/>
                </a:cubicBezTo>
                <a:cubicBezTo>
                  <a:pt x="975439" y="43956"/>
                  <a:pt x="978276" y="44391"/>
                  <a:pt x="980591" y="45261"/>
                </a:cubicBezTo>
                <a:cubicBezTo>
                  <a:pt x="982908" y="46128"/>
                  <a:pt x="984820" y="47287"/>
                  <a:pt x="986325" y="48736"/>
                </a:cubicBezTo>
                <a:cubicBezTo>
                  <a:pt x="987831" y="50183"/>
                  <a:pt x="988989" y="51921"/>
                  <a:pt x="989798" y="53948"/>
                </a:cubicBezTo>
                <a:cubicBezTo>
                  <a:pt x="990609" y="55973"/>
                  <a:pt x="991189" y="58144"/>
                  <a:pt x="991537" y="60461"/>
                </a:cubicBezTo>
                <a:cubicBezTo>
                  <a:pt x="996981" y="55250"/>
                  <a:pt x="1002222" y="51196"/>
                  <a:pt x="1007260" y="48301"/>
                </a:cubicBezTo>
                <a:cubicBezTo>
                  <a:pt x="1012299" y="45405"/>
                  <a:pt x="1017019" y="43956"/>
                  <a:pt x="1021419" y="43956"/>
                </a:cubicBezTo>
                <a:cubicBezTo>
                  <a:pt x="1028485" y="43956"/>
                  <a:pt x="1033581" y="45809"/>
                  <a:pt x="1036708" y="49515"/>
                </a:cubicBezTo>
                <a:cubicBezTo>
                  <a:pt x="1039836" y="53221"/>
                  <a:pt x="1041400" y="58376"/>
                  <a:pt x="1041400" y="64979"/>
                </a:cubicBezTo>
                <a:cubicBezTo>
                  <a:pt x="1041400" y="66947"/>
                  <a:pt x="1041284" y="68801"/>
                  <a:pt x="1041053" y="70538"/>
                </a:cubicBezTo>
                <a:cubicBezTo>
                  <a:pt x="1040821" y="72275"/>
                  <a:pt x="1040474" y="74302"/>
                  <a:pt x="1040011" y="76619"/>
                </a:cubicBezTo>
                <a:lnTo>
                  <a:pt x="1029237" y="130477"/>
                </a:lnTo>
                <a:lnTo>
                  <a:pt x="1015860" y="130477"/>
                </a:lnTo>
                <a:lnTo>
                  <a:pt x="1026459" y="78356"/>
                </a:lnTo>
                <a:cubicBezTo>
                  <a:pt x="1026922" y="76039"/>
                  <a:pt x="1027269" y="74186"/>
                  <a:pt x="1027501" y="72796"/>
                </a:cubicBezTo>
                <a:cubicBezTo>
                  <a:pt x="1027732" y="71407"/>
                  <a:pt x="1027848" y="69960"/>
                  <a:pt x="1027848" y="68454"/>
                </a:cubicBezTo>
                <a:cubicBezTo>
                  <a:pt x="1027848" y="59766"/>
                  <a:pt x="1023736" y="55422"/>
                  <a:pt x="1015513" y="55422"/>
                </a:cubicBezTo>
                <a:cubicBezTo>
                  <a:pt x="1013081" y="55422"/>
                  <a:pt x="1009780" y="56639"/>
                  <a:pt x="1005609" y="59072"/>
                </a:cubicBezTo>
                <a:cubicBezTo>
                  <a:pt x="1001440" y="61504"/>
                  <a:pt x="996807" y="65384"/>
                  <a:pt x="991712" y="70713"/>
                </a:cubicBezTo>
                <a:lnTo>
                  <a:pt x="979724" y="130477"/>
                </a:lnTo>
                <a:lnTo>
                  <a:pt x="966520" y="130477"/>
                </a:lnTo>
                <a:lnTo>
                  <a:pt x="976943" y="78356"/>
                </a:lnTo>
                <a:cubicBezTo>
                  <a:pt x="977406" y="76039"/>
                  <a:pt x="977754" y="74186"/>
                  <a:pt x="977985" y="72796"/>
                </a:cubicBezTo>
                <a:cubicBezTo>
                  <a:pt x="978217" y="71407"/>
                  <a:pt x="978333" y="69960"/>
                  <a:pt x="978333" y="68454"/>
                </a:cubicBezTo>
                <a:cubicBezTo>
                  <a:pt x="978333" y="59766"/>
                  <a:pt x="974279" y="55422"/>
                  <a:pt x="966172" y="55422"/>
                </a:cubicBezTo>
                <a:cubicBezTo>
                  <a:pt x="963624" y="55422"/>
                  <a:pt x="960264" y="56639"/>
                  <a:pt x="956093" y="59072"/>
                </a:cubicBezTo>
                <a:cubicBezTo>
                  <a:pt x="951924" y="61504"/>
                  <a:pt x="947349" y="65384"/>
                  <a:pt x="942369" y="70713"/>
                </a:cubicBezTo>
                <a:lnTo>
                  <a:pt x="930381" y="130477"/>
                </a:lnTo>
                <a:lnTo>
                  <a:pt x="917179" y="130477"/>
                </a:lnTo>
                <a:close/>
                <a:moveTo>
                  <a:pt x="1056402" y="91908"/>
                </a:moveTo>
                <a:lnTo>
                  <a:pt x="1058486" y="81656"/>
                </a:lnTo>
                <a:lnTo>
                  <a:pt x="1096536" y="81656"/>
                </a:lnTo>
                <a:lnTo>
                  <a:pt x="1094277" y="91908"/>
                </a:lnTo>
                <a:lnTo>
                  <a:pt x="1056402" y="91908"/>
                </a:lnTo>
                <a:close/>
                <a:moveTo>
                  <a:pt x="1110239" y="107024"/>
                </a:moveTo>
                <a:lnTo>
                  <a:pt x="1110239" y="95555"/>
                </a:lnTo>
                <a:lnTo>
                  <a:pt x="1145680" y="81831"/>
                </a:lnTo>
                <a:lnTo>
                  <a:pt x="1167225" y="73319"/>
                </a:lnTo>
                <a:lnTo>
                  <a:pt x="1167225" y="72624"/>
                </a:lnTo>
                <a:lnTo>
                  <a:pt x="1145680" y="64284"/>
                </a:lnTo>
                <a:lnTo>
                  <a:pt x="1110239" y="50385"/>
                </a:lnTo>
                <a:lnTo>
                  <a:pt x="1110239" y="39092"/>
                </a:lnTo>
                <a:lnTo>
                  <a:pt x="1181819" y="68107"/>
                </a:lnTo>
                <a:lnTo>
                  <a:pt x="1181819" y="78183"/>
                </a:lnTo>
                <a:lnTo>
                  <a:pt x="1110239" y="1070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getIterator(">
            <a:extLst xmlns:a="http://schemas.openxmlformats.org/drawingml/2006/main">
              <a:ext uri="{FF2B5EF4-FFF2-40B4-BE49-F238E27FC236}">
                <a16:creationId xmlns:a16="http://schemas.microsoft.com/office/drawing/2014/main" id="{B30A05F1-80B3-4E22-89A7-05A8002D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34" y="4076394"/>
            <a:ext cx="836322" cy="165918"/>
          </a:xfrm>
          <a:custGeom xmlns:a="http://schemas.openxmlformats.org/drawingml/2006/main">
            <a:pathLst>
              <a:path w="836322" h="165918">
                <a:moveTo>
                  <a:pt x="29535" y="165918"/>
                </a:moveTo>
                <a:cubicBezTo>
                  <a:pt x="23860" y="165918"/>
                  <a:pt x="18532" y="164818"/>
                  <a:pt x="13552" y="162618"/>
                </a:cubicBezTo>
                <a:cubicBezTo>
                  <a:pt x="8572" y="160417"/>
                  <a:pt x="4054" y="157637"/>
                  <a:pt x="0" y="154278"/>
                </a:cubicBezTo>
                <a:lnTo>
                  <a:pt x="6254" y="145071"/>
                </a:lnTo>
                <a:cubicBezTo>
                  <a:pt x="9497" y="147851"/>
                  <a:pt x="13087" y="150225"/>
                  <a:pt x="17025" y="152194"/>
                </a:cubicBezTo>
                <a:cubicBezTo>
                  <a:pt x="20964" y="154163"/>
                  <a:pt x="25308" y="155147"/>
                  <a:pt x="30057" y="155147"/>
                </a:cubicBezTo>
                <a:cubicBezTo>
                  <a:pt x="37353" y="155147"/>
                  <a:pt x="43143" y="152859"/>
                  <a:pt x="47429" y="148284"/>
                </a:cubicBezTo>
                <a:cubicBezTo>
                  <a:pt x="51715" y="143708"/>
                  <a:pt x="54785" y="137598"/>
                  <a:pt x="56639" y="129955"/>
                </a:cubicBezTo>
                <a:lnTo>
                  <a:pt x="60981" y="111885"/>
                </a:lnTo>
                <a:cubicBezTo>
                  <a:pt x="56580" y="116288"/>
                  <a:pt x="51947" y="119763"/>
                  <a:pt x="47082" y="122312"/>
                </a:cubicBezTo>
                <a:cubicBezTo>
                  <a:pt x="42218" y="124859"/>
                  <a:pt x="37064" y="126132"/>
                  <a:pt x="31618" y="126132"/>
                </a:cubicBezTo>
                <a:cubicBezTo>
                  <a:pt x="24438" y="126132"/>
                  <a:pt x="18560" y="123642"/>
                  <a:pt x="13984" y="118661"/>
                </a:cubicBezTo>
                <a:cubicBezTo>
                  <a:pt x="9410" y="113681"/>
                  <a:pt x="7123" y="106269"/>
                  <a:pt x="7123" y="96425"/>
                </a:cubicBezTo>
                <a:cubicBezTo>
                  <a:pt x="7123" y="88664"/>
                  <a:pt x="8368" y="81396"/>
                  <a:pt x="10858" y="74620"/>
                </a:cubicBezTo>
                <a:cubicBezTo>
                  <a:pt x="13349" y="67844"/>
                  <a:pt x="16678" y="61937"/>
                  <a:pt x="20847" y="56898"/>
                </a:cubicBezTo>
                <a:cubicBezTo>
                  <a:pt x="25018" y="51860"/>
                  <a:pt x="29796" y="47864"/>
                  <a:pt x="35181" y="44911"/>
                </a:cubicBezTo>
                <a:cubicBezTo>
                  <a:pt x="40566" y="41957"/>
                  <a:pt x="46097" y="40481"/>
                  <a:pt x="51774" y="40481"/>
                </a:cubicBezTo>
                <a:cubicBezTo>
                  <a:pt x="56175" y="40481"/>
                  <a:pt x="60170" y="41639"/>
                  <a:pt x="63759" y="43956"/>
                </a:cubicBezTo>
                <a:cubicBezTo>
                  <a:pt x="67350" y="46273"/>
                  <a:pt x="70130" y="49342"/>
                  <a:pt x="72099" y="53163"/>
                </a:cubicBezTo>
                <a:lnTo>
                  <a:pt x="72622" y="53163"/>
                </a:lnTo>
                <a:lnTo>
                  <a:pt x="75922" y="42567"/>
                </a:lnTo>
                <a:lnTo>
                  <a:pt x="86868" y="42567"/>
                </a:lnTo>
                <a:lnTo>
                  <a:pt x="69146" y="130997"/>
                </a:lnTo>
                <a:cubicBezTo>
                  <a:pt x="66831" y="142231"/>
                  <a:pt x="62314" y="150860"/>
                  <a:pt x="55594" y="156884"/>
                </a:cubicBezTo>
                <a:cubicBezTo>
                  <a:pt x="48876" y="162907"/>
                  <a:pt x="40190" y="165918"/>
                  <a:pt x="29535" y="165918"/>
                </a:cubicBezTo>
                <a:moveTo>
                  <a:pt x="35963" y="115014"/>
                </a:moveTo>
                <a:cubicBezTo>
                  <a:pt x="40018" y="115014"/>
                  <a:pt x="44361" y="113769"/>
                  <a:pt x="48993" y="111278"/>
                </a:cubicBezTo>
                <a:cubicBezTo>
                  <a:pt x="53627" y="108788"/>
                  <a:pt x="57970" y="105110"/>
                  <a:pt x="62023" y="100245"/>
                </a:cubicBezTo>
                <a:lnTo>
                  <a:pt x="69493" y="64109"/>
                </a:lnTo>
                <a:cubicBezTo>
                  <a:pt x="66830" y="59708"/>
                  <a:pt x="64108" y="56524"/>
                  <a:pt x="61328" y="54555"/>
                </a:cubicBezTo>
                <a:cubicBezTo>
                  <a:pt x="58548" y="52584"/>
                  <a:pt x="55537" y="51599"/>
                  <a:pt x="52294" y="51599"/>
                </a:cubicBezTo>
                <a:cubicBezTo>
                  <a:pt x="48241" y="51599"/>
                  <a:pt x="44304" y="52787"/>
                  <a:pt x="40481" y="55162"/>
                </a:cubicBezTo>
                <a:cubicBezTo>
                  <a:pt x="36658" y="57536"/>
                  <a:pt x="33298" y="60720"/>
                  <a:pt x="30402" y="64716"/>
                </a:cubicBezTo>
                <a:cubicBezTo>
                  <a:pt x="27507" y="68712"/>
                  <a:pt x="25191" y="73288"/>
                  <a:pt x="23453" y="78443"/>
                </a:cubicBezTo>
                <a:cubicBezTo>
                  <a:pt x="21716" y="83597"/>
                  <a:pt x="20847" y="88953"/>
                  <a:pt x="20847" y="94513"/>
                </a:cubicBezTo>
                <a:cubicBezTo>
                  <a:pt x="20847" y="101463"/>
                  <a:pt x="22179" y="106617"/>
                  <a:pt x="24843" y="109977"/>
                </a:cubicBezTo>
                <a:cubicBezTo>
                  <a:pt x="27508" y="113335"/>
                  <a:pt x="31215" y="115014"/>
                  <a:pt x="35963" y="115014"/>
                </a:cubicBezTo>
                <a:close/>
                <a:moveTo>
                  <a:pt x="99064" y="93819"/>
                </a:moveTo>
                <a:cubicBezTo>
                  <a:pt x="99064" y="85827"/>
                  <a:pt x="100396" y="78559"/>
                  <a:pt x="103060" y="72014"/>
                </a:cubicBezTo>
                <a:cubicBezTo>
                  <a:pt x="105723" y="65470"/>
                  <a:pt x="109168" y="59853"/>
                  <a:pt x="113396" y="55162"/>
                </a:cubicBezTo>
                <a:cubicBezTo>
                  <a:pt x="117625" y="50472"/>
                  <a:pt x="122432" y="46852"/>
                  <a:pt x="127817" y="44304"/>
                </a:cubicBezTo>
                <a:cubicBezTo>
                  <a:pt x="133202" y="41755"/>
                  <a:pt x="138675" y="40481"/>
                  <a:pt x="144235" y="40481"/>
                </a:cubicBezTo>
                <a:cubicBezTo>
                  <a:pt x="148984" y="40481"/>
                  <a:pt x="153009" y="41263"/>
                  <a:pt x="156310" y="42827"/>
                </a:cubicBezTo>
                <a:cubicBezTo>
                  <a:pt x="159612" y="44391"/>
                  <a:pt x="162304" y="46534"/>
                  <a:pt x="164388" y="49256"/>
                </a:cubicBezTo>
                <a:cubicBezTo>
                  <a:pt x="166473" y="51977"/>
                  <a:pt x="167979" y="55220"/>
                  <a:pt x="168905" y="58985"/>
                </a:cubicBezTo>
                <a:cubicBezTo>
                  <a:pt x="169833" y="62749"/>
                  <a:pt x="170297" y="66773"/>
                  <a:pt x="170297" y="71057"/>
                </a:cubicBezTo>
                <a:cubicBezTo>
                  <a:pt x="170297" y="74417"/>
                  <a:pt x="169949" y="77603"/>
                  <a:pt x="169252" y="80614"/>
                </a:cubicBezTo>
                <a:cubicBezTo>
                  <a:pt x="168558" y="83626"/>
                  <a:pt x="167921" y="85942"/>
                  <a:pt x="167341" y="87563"/>
                </a:cubicBezTo>
                <a:lnTo>
                  <a:pt x="112441" y="87563"/>
                </a:lnTo>
                <a:cubicBezTo>
                  <a:pt x="111630" y="93008"/>
                  <a:pt x="111688" y="97670"/>
                  <a:pt x="112614" y="101549"/>
                </a:cubicBezTo>
                <a:cubicBezTo>
                  <a:pt x="113542" y="105429"/>
                  <a:pt x="115077" y="108642"/>
                  <a:pt x="117219" y="111191"/>
                </a:cubicBezTo>
                <a:cubicBezTo>
                  <a:pt x="119362" y="113739"/>
                  <a:pt x="121997" y="115593"/>
                  <a:pt x="125124" y="116753"/>
                </a:cubicBezTo>
                <a:cubicBezTo>
                  <a:pt x="128252" y="117910"/>
                  <a:pt x="131669" y="118489"/>
                  <a:pt x="135375" y="118489"/>
                </a:cubicBezTo>
                <a:cubicBezTo>
                  <a:pt x="138733" y="118489"/>
                  <a:pt x="142063" y="117765"/>
                  <a:pt x="145364" y="116318"/>
                </a:cubicBezTo>
                <a:cubicBezTo>
                  <a:pt x="148666" y="114869"/>
                  <a:pt x="151648" y="113160"/>
                  <a:pt x="154311" y="111191"/>
                </a:cubicBezTo>
                <a:lnTo>
                  <a:pt x="159523" y="120053"/>
                </a:lnTo>
                <a:cubicBezTo>
                  <a:pt x="156165" y="122485"/>
                  <a:pt x="152169" y="124599"/>
                  <a:pt x="147535" y="126394"/>
                </a:cubicBezTo>
                <a:cubicBezTo>
                  <a:pt x="142903" y="128188"/>
                  <a:pt x="137807" y="129085"/>
                  <a:pt x="132247" y="129085"/>
                </a:cubicBezTo>
                <a:cubicBezTo>
                  <a:pt x="122171" y="129085"/>
                  <a:pt x="114122" y="126045"/>
                  <a:pt x="108099" y="119966"/>
                </a:cubicBezTo>
                <a:cubicBezTo>
                  <a:pt x="102076" y="113884"/>
                  <a:pt x="99064" y="105169"/>
                  <a:pt x="99064" y="93819"/>
                </a:cubicBezTo>
                <a:moveTo>
                  <a:pt x="113831" y="78528"/>
                </a:moveTo>
                <a:lnTo>
                  <a:pt x="158134" y="78528"/>
                </a:lnTo>
                <a:cubicBezTo>
                  <a:pt x="158366" y="77139"/>
                  <a:pt x="158568" y="75750"/>
                  <a:pt x="158741" y="74361"/>
                </a:cubicBezTo>
                <a:cubicBezTo>
                  <a:pt x="158916" y="72970"/>
                  <a:pt x="159004" y="71464"/>
                  <a:pt x="159004" y="69843"/>
                </a:cubicBezTo>
                <a:cubicBezTo>
                  <a:pt x="159004" y="67410"/>
                  <a:pt x="158714" y="65063"/>
                  <a:pt x="158134" y="62805"/>
                </a:cubicBezTo>
                <a:cubicBezTo>
                  <a:pt x="157554" y="60546"/>
                  <a:pt x="156627" y="58548"/>
                  <a:pt x="155353" y="56811"/>
                </a:cubicBezTo>
                <a:cubicBezTo>
                  <a:pt x="154081" y="55074"/>
                  <a:pt x="152402" y="53685"/>
                  <a:pt x="150316" y="52644"/>
                </a:cubicBezTo>
                <a:cubicBezTo>
                  <a:pt x="148231" y="51601"/>
                  <a:pt x="145682" y="51079"/>
                  <a:pt x="142671" y="51079"/>
                </a:cubicBezTo>
                <a:cubicBezTo>
                  <a:pt x="139544" y="51079"/>
                  <a:pt x="136505" y="51717"/>
                  <a:pt x="133551" y="52991"/>
                </a:cubicBezTo>
                <a:cubicBezTo>
                  <a:pt x="130598" y="54265"/>
                  <a:pt x="127847" y="56118"/>
                  <a:pt x="125299" y="58550"/>
                </a:cubicBezTo>
                <a:cubicBezTo>
                  <a:pt x="122750" y="60982"/>
                  <a:pt x="120462" y="63878"/>
                  <a:pt x="118435" y="67237"/>
                </a:cubicBezTo>
                <a:cubicBezTo>
                  <a:pt x="116408" y="70595"/>
                  <a:pt x="114873" y="74359"/>
                  <a:pt x="113831" y="78528"/>
                </a:cubicBezTo>
                <a:close/>
                <a:moveTo>
                  <a:pt x="208899" y="129085"/>
                </a:moveTo>
                <a:cubicBezTo>
                  <a:pt x="205193" y="129085"/>
                  <a:pt x="202066" y="128593"/>
                  <a:pt x="199518" y="127609"/>
                </a:cubicBezTo>
                <a:cubicBezTo>
                  <a:pt x="196969" y="126624"/>
                  <a:pt x="194884" y="125292"/>
                  <a:pt x="193261" y="123613"/>
                </a:cubicBezTo>
                <a:cubicBezTo>
                  <a:pt x="191641" y="121935"/>
                  <a:pt x="190483" y="119966"/>
                  <a:pt x="189788" y="117707"/>
                </a:cubicBezTo>
                <a:cubicBezTo>
                  <a:pt x="189094" y="115448"/>
                  <a:pt x="188747" y="112987"/>
                  <a:pt x="188747" y="110324"/>
                </a:cubicBezTo>
                <a:cubicBezTo>
                  <a:pt x="188747" y="108587"/>
                  <a:pt x="188833" y="106994"/>
                  <a:pt x="189006" y="105547"/>
                </a:cubicBezTo>
                <a:cubicBezTo>
                  <a:pt x="189181" y="104098"/>
                  <a:pt x="189385" y="102563"/>
                  <a:pt x="189616" y="100942"/>
                </a:cubicBezTo>
                <a:lnTo>
                  <a:pt x="199518" y="53338"/>
                </a:lnTo>
                <a:lnTo>
                  <a:pt x="187182" y="53338"/>
                </a:lnTo>
                <a:lnTo>
                  <a:pt x="189094" y="43434"/>
                </a:lnTo>
                <a:lnTo>
                  <a:pt x="202298" y="42567"/>
                </a:lnTo>
                <a:lnTo>
                  <a:pt x="208552" y="19286"/>
                </a:lnTo>
                <a:lnTo>
                  <a:pt x="219845" y="19286"/>
                </a:lnTo>
                <a:lnTo>
                  <a:pt x="215153" y="42567"/>
                </a:lnTo>
                <a:lnTo>
                  <a:pt x="236523" y="42567"/>
                </a:lnTo>
                <a:lnTo>
                  <a:pt x="234439" y="53338"/>
                </a:lnTo>
                <a:lnTo>
                  <a:pt x="212722" y="53338"/>
                </a:lnTo>
                <a:lnTo>
                  <a:pt x="202818" y="101637"/>
                </a:lnTo>
                <a:cubicBezTo>
                  <a:pt x="202472" y="103720"/>
                  <a:pt x="202298" y="105805"/>
                  <a:pt x="202298" y="107890"/>
                </a:cubicBezTo>
                <a:cubicBezTo>
                  <a:pt x="202298" y="111365"/>
                  <a:pt x="203080" y="113971"/>
                  <a:pt x="204642" y="115708"/>
                </a:cubicBezTo>
                <a:cubicBezTo>
                  <a:pt x="206206" y="117446"/>
                  <a:pt x="209015" y="118314"/>
                  <a:pt x="213070" y="118314"/>
                </a:cubicBezTo>
                <a:cubicBezTo>
                  <a:pt x="214692" y="118314"/>
                  <a:pt x="216255" y="118025"/>
                  <a:pt x="217759" y="117447"/>
                </a:cubicBezTo>
                <a:cubicBezTo>
                  <a:pt x="219265" y="116868"/>
                  <a:pt x="220655" y="116288"/>
                  <a:pt x="221929" y="115708"/>
                </a:cubicBezTo>
                <a:lnTo>
                  <a:pt x="224882" y="125265"/>
                </a:lnTo>
                <a:cubicBezTo>
                  <a:pt x="222914" y="126191"/>
                  <a:pt x="220597" y="127059"/>
                  <a:pt x="217934" y="127868"/>
                </a:cubicBezTo>
                <a:cubicBezTo>
                  <a:pt x="215271" y="128680"/>
                  <a:pt x="212259" y="129085"/>
                  <a:pt x="208899" y="129085"/>
                </a:cubicBezTo>
                <a:close/>
                <a:moveTo>
                  <a:pt x="239860" y="127001"/>
                </a:moveTo>
                <a:lnTo>
                  <a:pt x="262619" y="13030"/>
                </a:lnTo>
                <a:lnTo>
                  <a:pt x="276171" y="13030"/>
                </a:lnTo>
                <a:lnTo>
                  <a:pt x="253412" y="127001"/>
                </a:lnTo>
                <a:lnTo>
                  <a:pt x="239860" y="127001"/>
                </a:lnTo>
                <a:close/>
                <a:moveTo>
                  <a:pt x="309388" y="129085"/>
                </a:moveTo>
                <a:cubicBezTo>
                  <a:pt x="305682" y="129085"/>
                  <a:pt x="302555" y="128593"/>
                  <a:pt x="300006" y="127609"/>
                </a:cubicBezTo>
                <a:cubicBezTo>
                  <a:pt x="297458" y="126624"/>
                  <a:pt x="295373" y="125292"/>
                  <a:pt x="293750" y="123613"/>
                </a:cubicBezTo>
                <a:cubicBezTo>
                  <a:pt x="292129" y="121935"/>
                  <a:pt x="290972" y="119966"/>
                  <a:pt x="290277" y="117707"/>
                </a:cubicBezTo>
                <a:cubicBezTo>
                  <a:pt x="289583" y="115448"/>
                  <a:pt x="289235" y="112987"/>
                  <a:pt x="289235" y="110324"/>
                </a:cubicBezTo>
                <a:cubicBezTo>
                  <a:pt x="289235" y="108587"/>
                  <a:pt x="289322" y="106994"/>
                  <a:pt x="289495" y="105547"/>
                </a:cubicBezTo>
                <a:cubicBezTo>
                  <a:pt x="289670" y="104098"/>
                  <a:pt x="289873" y="102563"/>
                  <a:pt x="290105" y="100942"/>
                </a:cubicBezTo>
                <a:lnTo>
                  <a:pt x="300006" y="53338"/>
                </a:lnTo>
                <a:lnTo>
                  <a:pt x="287671" y="53338"/>
                </a:lnTo>
                <a:lnTo>
                  <a:pt x="289583" y="43434"/>
                </a:lnTo>
                <a:lnTo>
                  <a:pt x="302787" y="42567"/>
                </a:lnTo>
                <a:lnTo>
                  <a:pt x="309041" y="19286"/>
                </a:lnTo>
                <a:lnTo>
                  <a:pt x="320334" y="19286"/>
                </a:lnTo>
                <a:lnTo>
                  <a:pt x="315642" y="42567"/>
                </a:lnTo>
                <a:lnTo>
                  <a:pt x="337012" y="42567"/>
                </a:lnTo>
                <a:lnTo>
                  <a:pt x="334928" y="53338"/>
                </a:lnTo>
                <a:lnTo>
                  <a:pt x="313211" y="53338"/>
                </a:lnTo>
                <a:lnTo>
                  <a:pt x="303307" y="101637"/>
                </a:lnTo>
                <a:cubicBezTo>
                  <a:pt x="302961" y="103720"/>
                  <a:pt x="302787" y="105805"/>
                  <a:pt x="302787" y="107890"/>
                </a:cubicBezTo>
                <a:cubicBezTo>
                  <a:pt x="302787" y="111365"/>
                  <a:pt x="303569" y="113971"/>
                  <a:pt x="305131" y="115708"/>
                </a:cubicBezTo>
                <a:cubicBezTo>
                  <a:pt x="306695" y="117446"/>
                  <a:pt x="309504" y="118314"/>
                  <a:pt x="313558" y="118314"/>
                </a:cubicBezTo>
                <a:cubicBezTo>
                  <a:pt x="315181" y="118314"/>
                  <a:pt x="316744" y="118025"/>
                  <a:pt x="318248" y="117447"/>
                </a:cubicBezTo>
                <a:cubicBezTo>
                  <a:pt x="319754" y="116868"/>
                  <a:pt x="321144" y="116288"/>
                  <a:pt x="322418" y="115708"/>
                </a:cubicBezTo>
                <a:lnTo>
                  <a:pt x="325371" y="125265"/>
                </a:lnTo>
                <a:cubicBezTo>
                  <a:pt x="323402" y="126191"/>
                  <a:pt x="321086" y="127059"/>
                  <a:pt x="318423" y="127868"/>
                </a:cubicBezTo>
                <a:cubicBezTo>
                  <a:pt x="315760" y="128680"/>
                  <a:pt x="312748" y="129085"/>
                  <a:pt x="309388" y="129085"/>
                </a:cubicBezTo>
                <a:close/>
                <a:moveTo>
                  <a:pt x="340696" y="93819"/>
                </a:moveTo>
                <a:cubicBezTo>
                  <a:pt x="340696" y="85827"/>
                  <a:pt x="342028" y="78559"/>
                  <a:pt x="344692" y="72014"/>
                </a:cubicBezTo>
                <a:cubicBezTo>
                  <a:pt x="347355" y="65470"/>
                  <a:pt x="350800" y="59853"/>
                  <a:pt x="355028" y="55162"/>
                </a:cubicBezTo>
                <a:cubicBezTo>
                  <a:pt x="359257" y="50472"/>
                  <a:pt x="364064" y="46852"/>
                  <a:pt x="369449" y="44304"/>
                </a:cubicBezTo>
                <a:cubicBezTo>
                  <a:pt x="374834" y="41755"/>
                  <a:pt x="380307" y="40481"/>
                  <a:pt x="385867" y="40481"/>
                </a:cubicBezTo>
                <a:cubicBezTo>
                  <a:pt x="390616" y="40481"/>
                  <a:pt x="394641" y="41263"/>
                  <a:pt x="397942" y="42827"/>
                </a:cubicBezTo>
                <a:cubicBezTo>
                  <a:pt x="401244" y="44391"/>
                  <a:pt x="403936" y="46534"/>
                  <a:pt x="406020" y="49256"/>
                </a:cubicBezTo>
                <a:cubicBezTo>
                  <a:pt x="408105" y="51977"/>
                  <a:pt x="409611" y="55220"/>
                  <a:pt x="410537" y="58985"/>
                </a:cubicBezTo>
                <a:cubicBezTo>
                  <a:pt x="411465" y="62749"/>
                  <a:pt x="411929" y="66773"/>
                  <a:pt x="411929" y="71057"/>
                </a:cubicBezTo>
                <a:cubicBezTo>
                  <a:pt x="411929" y="74417"/>
                  <a:pt x="411581" y="77603"/>
                  <a:pt x="410884" y="80614"/>
                </a:cubicBezTo>
                <a:cubicBezTo>
                  <a:pt x="410190" y="83626"/>
                  <a:pt x="409553" y="85942"/>
                  <a:pt x="408973" y="87563"/>
                </a:cubicBezTo>
                <a:lnTo>
                  <a:pt x="354073" y="87563"/>
                </a:lnTo>
                <a:cubicBezTo>
                  <a:pt x="353262" y="93008"/>
                  <a:pt x="353320" y="97670"/>
                  <a:pt x="354246" y="101549"/>
                </a:cubicBezTo>
                <a:cubicBezTo>
                  <a:pt x="355174" y="105429"/>
                  <a:pt x="356709" y="108642"/>
                  <a:pt x="358851" y="111191"/>
                </a:cubicBezTo>
                <a:cubicBezTo>
                  <a:pt x="360994" y="113739"/>
                  <a:pt x="363629" y="115593"/>
                  <a:pt x="366756" y="116753"/>
                </a:cubicBezTo>
                <a:cubicBezTo>
                  <a:pt x="369884" y="117910"/>
                  <a:pt x="373301" y="118489"/>
                  <a:pt x="377007" y="118489"/>
                </a:cubicBezTo>
                <a:cubicBezTo>
                  <a:pt x="380365" y="118489"/>
                  <a:pt x="383695" y="117765"/>
                  <a:pt x="386996" y="116318"/>
                </a:cubicBezTo>
                <a:cubicBezTo>
                  <a:pt x="390298" y="114869"/>
                  <a:pt x="393280" y="113160"/>
                  <a:pt x="395943" y="111191"/>
                </a:cubicBezTo>
                <a:lnTo>
                  <a:pt x="401155" y="120053"/>
                </a:lnTo>
                <a:cubicBezTo>
                  <a:pt x="397797" y="122485"/>
                  <a:pt x="393801" y="124599"/>
                  <a:pt x="389167" y="126394"/>
                </a:cubicBezTo>
                <a:cubicBezTo>
                  <a:pt x="384535" y="128188"/>
                  <a:pt x="379439" y="129085"/>
                  <a:pt x="373879" y="129085"/>
                </a:cubicBezTo>
                <a:cubicBezTo>
                  <a:pt x="363803" y="129085"/>
                  <a:pt x="355754" y="126045"/>
                  <a:pt x="349731" y="119966"/>
                </a:cubicBezTo>
                <a:cubicBezTo>
                  <a:pt x="343708" y="113884"/>
                  <a:pt x="340696" y="105169"/>
                  <a:pt x="340696" y="93819"/>
                </a:cubicBezTo>
                <a:moveTo>
                  <a:pt x="355463" y="78528"/>
                </a:moveTo>
                <a:lnTo>
                  <a:pt x="399766" y="78528"/>
                </a:lnTo>
                <a:cubicBezTo>
                  <a:pt x="399998" y="77139"/>
                  <a:pt x="400200" y="75750"/>
                  <a:pt x="400373" y="74361"/>
                </a:cubicBezTo>
                <a:cubicBezTo>
                  <a:pt x="400548" y="72970"/>
                  <a:pt x="400636" y="71464"/>
                  <a:pt x="400636" y="69843"/>
                </a:cubicBezTo>
                <a:cubicBezTo>
                  <a:pt x="400636" y="67410"/>
                  <a:pt x="400346" y="65063"/>
                  <a:pt x="399766" y="62805"/>
                </a:cubicBezTo>
                <a:cubicBezTo>
                  <a:pt x="399186" y="60546"/>
                  <a:pt x="398259" y="58548"/>
                  <a:pt x="396985" y="56811"/>
                </a:cubicBezTo>
                <a:cubicBezTo>
                  <a:pt x="395713" y="55074"/>
                  <a:pt x="394034" y="53685"/>
                  <a:pt x="391948" y="52644"/>
                </a:cubicBezTo>
                <a:cubicBezTo>
                  <a:pt x="389863" y="51601"/>
                  <a:pt x="387314" y="51079"/>
                  <a:pt x="384303" y="51079"/>
                </a:cubicBezTo>
                <a:cubicBezTo>
                  <a:pt x="381176" y="51079"/>
                  <a:pt x="378137" y="51717"/>
                  <a:pt x="375183" y="52991"/>
                </a:cubicBezTo>
                <a:cubicBezTo>
                  <a:pt x="372230" y="54265"/>
                  <a:pt x="369479" y="56118"/>
                  <a:pt x="366931" y="58550"/>
                </a:cubicBezTo>
                <a:cubicBezTo>
                  <a:pt x="364382" y="60982"/>
                  <a:pt x="362094" y="63878"/>
                  <a:pt x="360067" y="67237"/>
                </a:cubicBezTo>
                <a:cubicBezTo>
                  <a:pt x="358040" y="70595"/>
                  <a:pt x="356505" y="74359"/>
                  <a:pt x="355463" y="78528"/>
                </a:cubicBezTo>
                <a:close/>
                <a:moveTo>
                  <a:pt x="423778" y="127001"/>
                </a:moveTo>
                <a:lnTo>
                  <a:pt x="440455" y="42567"/>
                </a:lnTo>
                <a:lnTo>
                  <a:pt x="451401" y="42567"/>
                </a:lnTo>
                <a:lnTo>
                  <a:pt x="449490" y="58722"/>
                </a:lnTo>
                <a:lnTo>
                  <a:pt x="450184" y="58722"/>
                </a:lnTo>
                <a:cubicBezTo>
                  <a:pt x="453544" y="53510"/>
                  <a:pt x="457453" y="49167"/>
                  <a:pt x="461912" y="45693"/>
                </a:cubicBezTo>
                <a:cubicBezTo>
                  <a:pt x="466371" y="42218"/>
                  <a:pt x="471207" y="40481"/>
                  <a:pt x="476418" y="40481"/>
                </a:cubicBezTo>
                <a:cubicBezTo>
                  <a:pt x="479313" y="40481"/>
                  <a:pt x="481978" y="41002"/>
                  <a:pt x="484411" y="42045"/>
                </a:cubicBezTo>
                <a:lnTo>
                  <a:pt x="479719" y="53858"/>
                </a:lnTo>
                <a:cubicBezTo>
                  <a:pt x="477867" y="52932"/>
                  <a:pt x="475435" y="52469"/>
                  <a:pt x="472423" y="52469"/>
                </a:cubicBezTo>
                <a:cubicBezTo>
                  <a:pt x="468253" y="52469"/>
                  <a:pt x="463967" y="54264"/>
                  <a:pt x="459566" y="57855"/>
                </a:cubicBezTo>
                <a:cubicBezTo>
                  <a:pt x="455165" y="61445"/>
                  <a:pt x="451169" y="66714"/>
                  <a:pt x="447578" y="73663"/>
                </a:cubicBezTo>
                <a:lnTo>
                  <a:pt x="436980" y="127001"/>
                </a:lnTo>
                <a:lnTo>
                  <a:pt x="423778" y="127001"/>
                </a:lnTo>
                <a:close/>
                <a:moveTo>
                  <a:pt x="509290" y="129085"/>
                </a:moveTo>
                <a:cubicBezTo>
                  <a:pt x="501877" y="129085"/>
                  <a:pt x="495970" y="126479"/>
                  <a:pt x="491568" y="121267"/>
                </a:cubicBezTo>
                <a:cubicBezTo>
                  <a:pt x="487167" y="116055"/>
                  <a:pt x="484967" y="108469"/>
                  <a:pt x="484967" y="98509"/>
                </a:cubicBezTo>
                <a:cubicBezTo>
                  <a:pt x="484967" y="90402"/>
                  <a:pt x="486240" y="82815"/>
                  <a:pt x="488787" y="75750"/>
                </a:cubicBezTo>
                <a:cubicBezTo>
                  <a:pt x="491335" y="68684"/>
                  <a:pt x="494752" y="62545"/>
                  <a:pt x="499038" y="57333"/>
                </a:cubicBezTo>
                <a:cubicBezTo>
                  <a:pt x="503324" y="52121"/>
                  <a:pt x="508188" y="48010"/>
                  <a:pt x="513632" y="44998"/>
                </a:cubicBezTo>
                <a:cubicBezTo>
                  <a:pt x="519077" y="41987"/>
                  <a:pt x="524753" y="40481"/>
                  <a:pt x="530659" y="40481"/>
                </a:cubicBezTo>
                <a:cubicBezTo>
                  <a:pt x="535177" y="40481"/>
                  <a:pt x="539201" y="41639"/>
                  <a:pt x="542732" y="43956"/>
                </a:cubicBezTo>
                <a:cubicBezTo>
                  <a:pt x="546265" y="46273"/>
                  <a:pt x="549017" y="49342"/>
                  <a:pt x="550987" y="53163"/>
                </a:cubicBezTo>
                <a:lnTo>
                  <a:pt x="551682" y="53163"/>
                </a:lnTo>
                <a:lnTo>
                  <a:pt x="554982" y="42567"/>
                </a:lnTo>
                <a:lnTo>
                  <a:pt x="565753" y="42567"/>
                </a:lnTo>
                <a:lnTo>
                  <a:pt x="548901" y="127001"/>
                </a:lnTo>
                <a:lnTo>
                  <a:pt x="537955" y="127001"/>
                </a:lnTo>
                <a:lnTo>
                  <a:pt x="539347" y="114491"/>
                </a:lnTo>
                <a:lnTo>
                  <a:pt x="538652" y="114491"/>
                </a:lnTo>
                <a:cubicBezTo>
                  <a:pt x="534598" y="118894"/>
                  <a:pt x="530022" y="122427"/>
                  <a:pt x="524925" y="125090"/>
                </a:cubicBezTo>
                <a:cubicBezTo>
                  <a:pt x="519830" y="127753"/>
                  <a:pt x="514618" y="129085"/>
                  <a:pt x="509290" y="129085"/>
                </a:cubicBezTo>
                <a:moveTo>
                  <a:pt x="514154" y="117967"/>
                </a:moveTo>
                <a:cubicBezTo>
                  <a:pt x="518555" y="117967"/>
                  <a:pt x="523043" y="116664"/>
                  <a:pt x="527619" y="114059"/>
                </a:cubicBezTo>
                <a:cubicBezTo>
                  <a:pt x="532194" y="111452"/>
                  <a:pt x="536567" y="107369"/>
                  <a:pt x="540736" y="101809"/>
                </a:cubicBezTo>
                <a:lnTo>
                  <a:pt x="548381" y="64109"/>
                </a:lnTo>
                <a:cubicBezTo>
                  <a:pt x="545948" y="59708"/>
                  <a:pt x="543282" y="56524"/>
                  <a:pt x="540386" y="54555"/>
                </a:cubicBezTo>
                <a:cubicBezTo>
                  <a:pt x="537491" y="52584"/>
                  <a:pt x="534422" y="51599"/>
                  <a:pt x="531179" y="51599"/>
                </a:cubicBezTo>
                <a:cubicBezTo>
                  <a:pt x="527010" y="51599"/>
                  <a:pt x="522956" y="52844"/>
                  <a:pt x="519019" y="55334"/>
                </a:cubicBezTo>
                <a:cubicBezTo>
                  <a:pt x="515081" y="57825"/>
                  <a:pt x="511606" y="61155"/>
                  <a:pt x="508595" y="65326"/>
                </a:cubicBezTo>
                <a:cubicBezTo>
                  <a:pt x="505583" y="69495"/>
                  <a:pt x="503180" y="74273"/>
                  <a:pt x="501384" y="79660"/>
                </a:cubicBezTo>
                <a:cubicBezTo>
                  <a:pt x="499589" y="85045"/>
                  <a:pt x="498691" y="90633"/>
                  <a:pt x="498691" y="96425"/>
                </a:cubicBezTo>
                <a:cubicBezTo>
                  <a:pt x="498691" y="103720"/>
                  <a:pt x="500081" y="109135"/>
                  <a:pt x="502861" y="112668"/>
                </a:cubicBezTo>
                <a:cubicBezTo>
                  <a:pt x="505641" y="116200"/>
                  <a:pt x="509405" y="117967"/>
                  <a:pt x="514154" y="117967"/>
                </a:cubicBezTo>
                <a:close/>
                <a:moveTo>
                  <a:pt x="602620" y="129085"/>
                </a:moveTo>
                <a:cubicBezTo>
                  <a:pt x="598914" y="129085"/>
                  <a:pt x="595787" y="128593"/>
                  <a:pt x="593238" y="127609"/>
                </a:cubicBezTo>
                <a:cubicBezTo>
                  <a:pt x="590690" y="126624"/>
                  <a:pt x="588604" y="125292"/>
                  <a:pt x="586982" y="123613"/>
                </a:cubicBezTo>
                <a:cubicBezTo>
                  <a:pt x="585361" y="121935"/>
                  <a:pt x="584203" y="119966"/>
                  <a:pt x="583509" y="117707"/>
                </a:cubicBezTo>
                <a:cubicBezTo>
                  <a:pt x="582814" y="115448"/>
                  <a:pt x="582467" y="112987"/>
                  <a:pt x="582467" y="110324"/>
                </a:cubicBezTo>
                <a:cubicBezTo>
                  <a:pt x="582467" y="108587"/>
                  <a:pt x="582554" y="106994"/>
                  <a:pt x="582727" y="105547"/>
                </a:cubicBezTo>
                <a:cubicBezTo>
                  <a:pt x="582902" y="104098"/>
                  <a:pt x="583105" y="102563"/>
                  <a:pt x="583337" y="100942"/>
                </a:cubicBezTo>
                <a:lnTo>
                  <a:pt x="593238" y="53338"/>
                </a:lnTo>
                <a:lnTo>
                  <a:pt x="580903" y="53338"/>
                </a:lnTo>
                <a:lnTo>
                  <a:pt x="582814" y="43434"/>
                </a:lnTo>
                <a:lnTo>
                  <a:pt x="596019" y="42567"/>
                </a:lnTo>
                <a:lnTo>
                  <a:pt x="602273" y="19286"/>
                </a:lnTo>
                <a:lnTo>
                  <a:pt x="613566" y="19286"/>
                </a:lnTo>
                <a:lnTo>
                  <a:pt x="608874" y="42567"/>
                </a:lnTo>
                <a:lnTo>
                  <a:pt x="630243" y="42567"/>
                </a:lnTo>
                <a:lnTo>
                  <a:pt x="628160" y="53338"/>
                </a:lnTo>
                <a:lnTo>
                  <a:pt x="606443" y="53338"/>
                </a:lnTo>
                <a:lnTo>
                  <a:pt x="596539" y="101637"/>
                </a:lnTo>
                <a:cubicBezTo>
                  <a:pt x="596192" y="103720"/>
                  <a:pt x="596019" y="105805"/>
                  <a:pt x="596019" y="107890"/>
                </a:cubicBezTo>
                <a:cubicBezTo>
                  <a:pt x="596019" y="111365"/>
                  <a:pt x="596800" y="113971"/>
                  <a:pt x="598362" y="115708"/>
                </a:cubicBezTo>
                <a:cubicBezTo>
                  <a:pt x="599927" y="117446"/>
                  <a:pt x="602736" y="118314"/>
                  <a:pt x="606790" y="118314"/>
                </a:cubicBezTo>
                <a:cubicBezTo>
                  <a:pt x="608412" y="118314"/>
                  <a:pt x="609976" y="118025"/>
                  <a:pt x="611480" y="117447"/>
                </a:cubicBezTo>
                <a:cubicBezTo>
                  <a:pt x="612985" y="116868"/>
                  <a:pt x="614375" y="116288"/>
                  <a:pt x="615650" y="115708"/>
                </a:cubicBezTo>
                <a:lnTo>
                  <a:pt x="618603" y="125265"/>
                </a:lnTo>
                <a:cubicBezTo>
                  <a:pt x="616634" y="126191"/>
                  <a:pt x="614318" y="127059"/>
                  <a:pt x="611655" y="127868"/>
                </a:cubicBezTo>
                <a:cubicBezTo>
                  <a:pt x="608991" y="128680"/>
                  <a:pt x="605980" y="129085"/>
                  <a:pt x="602620" y="129085"/>
                </a:cubicBezTo>
                <a:close/>
                <a:moveTo>
                  <a:pt x="664332" y="129085"/>
                </a:moveTo>
                <a:cubicBezTo>
                  <a:pt x="655181" y="129085"/>
                  <a:pt x="647884" y="126075"/>
                  <a:pt x="642440" y="120053"/>
                </a:cubicBezTo>
                <a:cubicBezTo>
                  <a:pt x="636997" y="114030"/>
                  <a:pt x="634275" y="105748"/>
                  <a:pt x="634275" y="95208"/>
                </a:cubicBezTo>
                <a:cubicBezTo>
                  <a:pt x="634275" y="87216"/>
                  <a:pt x="635549" y="79861"/>
                  <a:pt x="638095" y="73144"/>
                </a:cubicBezTo>
                <a:cubicBezTo>
                  <a:pt x="640644" y="66426"/>
                  <a:pt x="644061" y="60664"/>
                  <a:pt x="648347" y="55857"/>
                </a:cubicBezTo>
                <a:cubicBezTo>
                  <a:pt x="652633" y="51049"/>
                  <a:pt x="657497" y="47285"/>
                  <a:pt x="662941" y="44563"/>
                </a:cubicBezTo>
                <a:cubicBezTo>
                  <a:pt x="668386" y="41842"/>
                  <a:pt x="674003" y="40481"/>
                  <a:pt x="679793" y="40481"/>
                </a:cubicBezTo>
                <a:cubicBezTo>
                  <a:pt x="688944" y="40481"/>
                  <a:pt x="696271" y="43492"/>
                  <a:pt x="701772" y="49515"/>
                </a:cubicBezTo>
                <a:cubicBezTo>
                  <a:pt x="707274" y="55538"/>
                  <a:pt x="710025" y="63820"/>
                  <a:pt x="710025" y="74361"/>
                </a:cubicBezTo>
                <a:cubicBezTo>
                  <a:pt x="710025" y="82352"/>
                  <a:pt x="708722" y="89707"/>
                  <a:pt x="706115" y="96425"/>
                </a:cubicBezTo>
                <a:cubicBezTo>
                  <a:pt x="703508" y="103142"/>
                  <a:pt x="700091" y="108905"/>
                  <a:pt x="695863" y="113712"/>
                </a:cubicBezTo>
                <a:cubicBezTo>
                  <a:pt x="691636" y="118517"/>
                  <a:pt x="686771" y="122281"/>
                  <a:pt x="681270" y="125003"/>
                </a:cubicBezTo>
                <a:cubicBezTo>
                  <a:pt x="675768" y="127724"/>
                  <a:pt x="670122" y="129085"/>
                  <a:pt x="664332" y="129085"/>
                </a:cubicBezTo>
                <a:moveTo>
                  <a:pt x="665721" y="117967"/>
                </a:moveTo>
                <a:cubicBezTo>
                  <a:pt x="669659" y="117967"/>
                  <a:pt x="673452" y="116838"/>
                  <a:pt x="677100" y="114579"/>
                </a:cubicBezTo>
                <a:cubicBezTo>
                  <a:pt x="680749" y="112320"/>
                  <a:pt x="684021" y="109280"/>
                  <a:pt x="686916" y="105459"/>
                </a:cubicBezTo>
                <a:cubicBezTo>
                  <a:pt x="689813" y="101637"/>
                  <a:pt x="692130" y="97119"/>
                  <a:pt x="693867" y="91908"/>
                </a:cubicBezTo>
                <a:cubicBezTo>
                  <a:pt x="695604" y="86696"/>
                  <a:pt x="696473" y="81136"/>
                  <a:pt x="696473" y="75227"/>
                </a:cubicBezTo>
                <a:cubicBezTo>
                  <a:pt x="696473" y="67584"/>
                  <a:pt x="694938" y="61706"/>
                  <a:pt x="691868" y="57596"/>
                </a:cubicBezTo>
                <a:cubicBezTo>
                  <a:pt x="688798" y="53483"/>
                  <a:pt x="684310" y="51427"/>
                  <a:pt x="678404" y="51427"/>
                </a:cubicBezTo>
                <a:cubicBezTo>
                  <a:pt x="674581" y="51427"/>
                  <a:pt x="670817" y="52556"/>
                  <a:pt x="667111" y="54815"/>
                </a:cubicBezTo>
                <a:cubicBezTo>
                  <a:pt x="663405" y="57073"/>
                  <a:pt x="660103" y="60143"/>
                  <a:pt x="657206" y="64024"/>
                </a:cubicBezTo>
                <a:cubicBezTo>
                  <a:pt x="654312" y="67904"/>
                  <a:pt x="651995" y="72449"/>
                  <a:pt x="650258" y="77661"/>
                </a:cubicBezTo>
                <a:cubicBezTo>
                  <a:pt x="648521" y="82873"/>
                  <a:pt x="647652" y="88432"/>
                  <a:pt x="647652" y="94338"/>
                </a:cubicBezTo>
                <a:cubicBezTo>
                  <a:pt x="647652" y="101984"/>
                  <a:pt x="649187" y="107834"/>
                  <a:pt x="652257" y="111888"/>
                </a:cubicBezTo>
                <a:cubicBezTo>
                  <a:pt x="655327" y="115941"/>
                  <a:pt x="659815" y="117967"/>
                  <a:pt x="665721" y="117967"/>
                </a:cubicBezTo>
                <a:close/>
                <a:moveTo>
                  <a:pt x="722395" y="127001"/>
                </a:moveTo>
                <a:lnTo>
                  <a:pt x="739072" y="42567"/>
                </a:lnTo>
                <a:lnTo>
                  <a:pt x="750018" y="42567"/>
                </a:lnTo>
                <a:lnTo>
                  <a:pt x="748107" y="58722"/>
                </a:lnTo>
                <a:lnTo>
                  <a:pt x="748802" y="58722"/>
                </a:lnTo>
                <a:cubicBezTo>
                  <a:pt x="752161" y="53510"/>
                  <a:pt x="756071" y="49167"/>
                  <a:pt x="760530" y="45693"/>
                </a:cubicBezTo>
                <a:cubicBezTo>
                  <a:pt x="764989" y="42218"/>
                  <a:pt x="769824" y="40481"/>
                  <a:pt x="775036" y="40481"/>
                </a:cubicBezTo>
                <a:cubicBezTo>
                  <a:pt x="777931" y="40481"/>
                  <a:pt x="780595" y="41002"/>
                  <a:pt x="783029" y="42045"/>
                </a:cubicBezTo>
                <a:lnTo>
                  <a:pt x="778336" y="53858"/>
                </a:lnTo>
                <a:cubicBezTo>
                  <a:pt x="776484" y="52932"/>
                  <a:pt x="774052" y="52469"/>
                  <a:pt x="771041" y="52469"/>
                </a:cubicBezTo>
                <a:cubicBezTo>
                  <a:pt x="766870" y="52469"/>
                  <a:pt x="762584" y="54264"/>
                  <a:pt x="758183" y="57855"/>
                </a:cubicBezTo>
                <a:cubicBezTo>
                  <a:pt x="753783" y="61445"/>
                  <a:pt x="749787" y="66714"/>
                  <a:pt x="746196" y="73663"/>
                </a:cubicBezTo>
                <a:lnTo>
                  <a:pt x="735597" y="127001"/>
                </a:lnTo>
                <a:lnTo>
                  <a:pt x="722395" y="127001"/>
                </a:lnTo>
                <a:close/>
                <a:moveTo>
                  <a:pt x="797925" y="157578"/>
                </a:moveTo>
                <a:cubicBezTo>
                  <a:pt x="795146" y="150166"/>
                  <a:pt x="792801" y="141768"/>
                  <a:pt x="790889" y="132386"/>
                </a:cubicBezTo>
                <a:cubicBezTo>
                  <a:pt x="788978" y="123005"/>
                  <a:pt x="788023" y="113508"/>
                  <a:pt x="788023" y="103895"/>
                </a:cubicBezTo>
                <a:cubicBezTo>
                  <a:pt x="788023" y="93818"/>
                  <a:pt x="788920" y="84262"/>
                  <a:pt x="790714" y="75227"/>
                </a:cubicBezTo>
                <a:cubicBezTo>
                  <a:pt x="792510" y="66193"/>
                  <a:pt x="795145" y="57448"/>
                  <a:pt x="798619" y="48993"/>
                </a:cubicBezTo>
                <a:cubicBezTo>
                  <a:pt x="802096" y="40538"/>
                  <a:pt x="806324" y="32287"/>
                  <a:pt x="811304" y="24238"/>
                </a:cubicBezTo>
                <a:cubicBezTo>
                  <a:pt x="816285" y="16188"/>
                  <a:pt x="822018" y="8109"/>
                  <a:pt x="828504" y="0"/>
                </a:cubicBezTo>
                <a:lnTo>
                  <a:pt x="836322" y="4345"/>
                </a:lnTo>
                <a:cubicBezTo>
                  <a:pt x="824044" y="19981"/>
                  <a:pt x="814778" y="36138"/>
                  <a:pt x="808523" y="52816"/>
                </a:cubicBezTo>
                <a:cubicBezTo>
                  <a:pt x="802269" y="69494"/>
                  <a:pt x="799141" y="86984"/>
                  <a:pt x="799141" y="105284"/>
                </a:cubicBezTo>
                <a:cubicBezTo>
                  <a:pt x="799141" y="109339"/>
                  <a:pt x="799286" y="113538"/>
                  <a:pt x="799576" y="117882"/>
                </a:cubicBezTo>
                <a:cubicBezTo>
                  <a:pt x="799866" y="122224"/>
                  <a:pt x="800329" y="126538"/>
                  <a:pt x="800965" y="130824"/>
                </a:cubicBezTo>
                <a:cubicBezTo>
                  <a:pt x="801603" y="135110"/>
                  <a:pt x="802385" y="139279"/>
                  <a:pt x="803311" y="143332"/>
                </a:cubicBezTo>
                <a:cubicBezTo>
                  <a:pt x="804238" y="147386"/>
                  <a:pt x="805338" y="151035"/>
                  <a:pt x="806612" y="154278"/>
                </a:cubicBezTo>
                <a:lnTo>
                  <a:pt x="797925" y="157578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);">
            <a:extLst xmlns:a="http://schemas.openxmlformats.org/drawingml/2006/main">
              <a:ext uri="{FF2B5EF4-FFF2-40B4-BE49-F238E27FC236}">
                <a16:creationId xmlns:a16="http://schemas.microsoft.com/office/drawing/2014/main" id="{860037B5-8F91-4505-9A42-760AB5CA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01" y="4076394"/>
            <a:ext cx="93974" cy="157578"/>
          </a:xfrm>
          <a:custGeom xmlns:a="http://schemas.openxmlformats.org/drawingml/2006/main">
            <a:pathLst>
              <a:path w="93974" h="157578">
                <a:moveTo>
                  <a:pt x="7820" y="157578"/>
                </a:moveTo>
                <a:lnTo>
                  <a:pt x="0" y="153061"/>
                </a:lnTo>
                <a:cubicBezTo>
                  <a:pt x="24672" y="121904"/>
                  <a:pt x="37008" y="88316"/>
                  <a:pt x="37008" y="52296"/>
                </a:cubicBezTo>
                <a:cubicBezTo>
                  <a:pt x="37008" y="48242"/>
                  <a:pt x="36863" y="44015"/>
                  <a:pt x="36573" y="39614"/>
                </a:cubicBezTo>
                <a:cubicBezTo>
                  <a:pt x="36283" y="35211"/>
                  <a:pt x="35849" y="30867"/>
                  <a:pt x="35269" y="26582"/>
                </a:cubicBezTo>
                <a:cubicBezTo>
                  <a:pt x="34691" y="22296"/>
                  <a:pt x="33938" y="18184"/>
                  <a:pt x="33010" y="14246"/>
                </a:cubicBezTo>
                <a:cubicBezTo>
                  <a:pt x="32084" y="10309"/>
                  <a:pt x="30984" y="6660"/>
                  <a:pt x="29710" y="3300"/>
                </a:cubicBezTo>
                <a:lnTo>
                  <a:pt x="38397" y="0"/>
                </a:lnTo>
                <a:cubicBezTo>
                  <a:pt x="41177" y="7412"/>
                  <a:pt x="43522" y="15810"/>
                  <a:pt x="45433" y="25192"/>
                </a:cubicBezTo>
                <a:cubicBezTo>
                  <a:pt x="47343" y="34573"/>
                  <a:pt x="48299" y="44013"/>
                  <a:pt x="48299" y="53510"/>
                </a:cubicBezTo>
                <a:cubicBezTo>
                  <a:pt x="48299" y="63703"/>
                  <a:pt x="47401" y="73316"/>
                  <a:pt x="45605" y="82351"/>
                </a:cubicBezTo>
                <a:cubicBezTo>
                  <a:pt x="43811" y="91385"/>
                  <a:pt x="41177" y="100130"/>
                  <a:pt x="37703" y="108585"/>
                </a:cubicBezTo>
                <a:cubicBezTo>
                  <a:pt x="34228" y="117040"/>
                  <a:pt x="29971" y="125292"/>
                  <a:pt x="24933" y="133343"/>
                </a:cubicBezTo>
                <a:cubicBezTo>
                  <a:pt x="19894" y="141393"/>
                  <a:pt x="14190" y="149471"/>
                  <a:pt x="7820" y="157578"/>
                </a:cubicBezTo>
                <a:close/>
                <a:moveTo>
                  <a:pt x="82509" y="64976"/>
                </a:moveTo>
                <a:cubicBezTo>
                  <a:pt x="79960" y="64976"/>
                  <a:pt x="77961" y="64166"/>
                  <a:pt x="76512" y="62545"/>
                </a:cubicBezTo>
                <a:cubicBezTo>
                  <a:pt x="75065" y="60923"/>
                  <a:pt x="74341" y="58838"/>
                  <a:pt x="74341" y="56291"/>
                </a:cubicBezTo>
                <a:cubicBezTo>
                  <a:pt x="74341" y="53280"/>
                  <a:pt x="75441" y="50500"/>
                  <a:pt x="77641" y="47951"/>
                </a:cubicBezTo>
                <a:cubicBezTo>
                  <a:pt x="79844" y="45403"/>
                  <a:pt x="82624" y="44129"/>
                  <a:pt x="85982" y="44129"/>
                </a:cubicBezTo>
                <a:cubicBezTo>
                  <a:pt x="88530" y="44129"/>
                  <a:pt x="90499" y="44969"/>
                  <a:pt x="91888" y="46650"/>
                </a:cubicBezTo>
                <a:cubicBezTo>
                  <a:pt x="93279" y="48329"/>
                  <a:pt x="93974" y="50441"/>
                  <a:pt x="93974" y="52988"/>
                </a:cubicBezTo>
                <a:cubicBezTo>
                  <a:pt x="93974" y="56000"/>
                  <a:pt x="92902" y="58751"/>
                  <a:pt x="90759" y="61241"/>
                </a:cubicBezTo>
                <a:cubicBezTo>
                  <a:pt x="88617" y="63731"/>
                  <a:pt x="85867" y="64976"/>
                  <a:pt x="82509" y="64976"/>
                </a:cubicBezTo>
                <a:moveTo>
                  <a:pt x="55752" y="155494"/>
                </a:moveTo>
                <a:lnTo>
                  <a:pt x="53841" y="147502"/>
                </a:lnTo>
                <a:cubicBezTo>
                  <a:pt x="59401" y="145418"/>
                  <a:pt x="63802" y="142638"/>
                  <a:pt x="67045" y="139162"/>
                </a:cubicBezTo>
                <a:cubicBezTo>
                  <a:pt x="70289" y="135687"/>
                  <a:pt x="72316" y="131865"/>
                  <a:pt x="73127" y="127696"/>
                </a:cubicBezTo>
                <a:lnTo>
                  <a:pt x="72780" y="127696"/>
                </a:lnTo>
                <a:cubicBezTo>
                  <a:pt x="70114" y="127696"/>
                  <a:pt x="67942" y="126972"/>
                  <a:pt x="66263" y="125525"/>
                </a:cubicBezTo>
                <a:cubicBezTo>
                  <a:pt x="64584" y="124077"/>
                  <a:pt x="63745" y="122021"/>
                  <a:pt x="63745" y="119356"/>
                </a:cubicBezTo>
                <a:cubicBezTo>
                  <a:pt x="63745" y="116461"/>
                  <a:pt x="64759" y="113884"/>
                  <a:pt x="66786" y="111626"/>
                </a:cubicBezTo>
                <a:cubicBezTo>
                  <a:pt x="68813" y="109367"/>
                  <a:pt x="71505" y="108238"/>
                  <a:pt x="74863" y="108238"/>
                </a:cubicBezTo>
                <a:cubicBezTo>
                  <a:pt x="77875" y="108238"/>
                  <a:pt x="80191" y="109280"/>
                  <a:pt x="81812" y="111366"/>
                </a:cubicBezTo>
                <a:cubicBezTo>
                  <a:pt x="83434" y="113450"/>
                  <a:pt x="84245" y="116229"/>
                  <a:pt x="84245" y="119703"/>
                </a:cubicBezTo>
                <a:cubicBezTo>
                  <a:pt x="84245" y="128275"/>
                  <a:pt x="81639" y="135775"/>
                  <a:pt x="76427" y="142202"/>
                </a:cubicBezTo>
                <a:cubicBezTo>
                  <a:pt x="71215" y="148632"/>
                  <a:pt x="64324" y="153063"/>
                  <a:pt x="55752" y="15549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diffconst">
            <a:extLst xmlns:a="http://schemas.openxmlformats.org/drawingml/2006/main">
              <a:ext uri="{FF2B5EF4-FFF2-40B4-BE49-F238E27FC236}">
                <a16:creationId xmlns:a16="http://schemas.microsoft.com/office/drawing/2014/main" id="{317B0463-D904-4B65-BD3E-01CCB1A9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439" y="4359151"/>
            <a:ext cx="579709" cy="111885"/>
          </a:xfrm>
          <a:custGeom xmlns:a="http://schemas.openxmlformats.org/drawingml/2006/main">
            <a:pathLst>
              <a:path w="579709" h="111885">
                <a:moveTo>
                  <a:pt x="30556" y="111885"/>
                </a:moveTo>
                <a:cubicBezTo>
                  <a:pt x="21233" y="111885"/>
                  <a:pt x="13810" y="108541"/>
                  <a:pt x="8286" y="101852"/>
                </a:cubicBezTo>
                <a:cubicBezTo>
                  <a:pt x="2762" y="95164"/>
                  <a:pt x="0" y="85637"/>
                  <a:pt x="0" y="73272"/>
                </a:cubicBezTo>
                <a:cubicBezTo>
                  <a:pt x="0" y="67294"/>
                  <a:pt x="887" y="61898"/>
                  <a:pt x="2661" y="57084"/>
                </a:cubicBezTo>
                <a:cubicBezTo>
                  <a:pt x="4434" y="52270"/>
                  <a:pt x="6790" y="48190"/>
                  <a:pt x="9729" y="44845"/>
                </a:cubicBezTo>
                <a:cubicBezTo>
                  <a:pt x="12668" y="41500"/>
                  <a:pt x="16063" y="38916"/>
                  <a:pt x="19914" y="37093"/>
                </a:cubicBezTo>
                <a:cubicBezTo>
                  <a:pt x="23766" y="35268"/>
                  <a:pt x="27820" y="34356"/>
                  <a:pt x="32076" y="34356"/>
                </a:cubicBezTo>
                <a:cubicBezTo>
                  <a:pt x="36333" y="34356"/>
                  <a:pt x="40032" y="35116"/>
                  <a:pt x="43173" y="36636"/>
                </a:cubicBezTo>
                <a:cubicBezTo>
                  <a:pt x="46315" y="38156"/>
                  <a:pt x="49508" y="40234"/>
                  <a:pt x="52751" y="42869"/>
                </a:cubicBezTo>
                <a:lnTo>
                  <a:pt x="52143" y="30253"/>
                </a:lnTo>
                <a:lnTo>
                  <a:pt x="52143" y="1823"/>
                </a:lnTo>
                <a:lnTo>
                  <a:pt x="64762" y="1823"/>
                </a:lnTo>
                <a:lnTo>
                  <a:pt x="64762" y="110062"/>
                </a:lnTo>
                <a:lnTo>
                  <a:pt x="54423" y="110062"/>
                </a:lnTo>
                <a:lnTo>
                  <a:pt x="53358" y="101395"/>
                </a:lnTo>
                <a:lnTo>
                  <a:pt x="52904" y="101395"/>
                </a:lnTo>
                <a:cubicBezTo>
                  <a:pt x="49964" y="104233"/>
                  <a:pt x="46594" y="106691"/>
                  <a:pt x="42792" y="108770"/>
                </a:cubicBezTo>
                <a:cubicBezTo>
                  <a:pt x="38993" y="110846"/>
                  <a:pt x="34914" y="111885"/>
                  <a:pt x="30556" y="111885"/>
                </a:cubicBezTo>
                <a:moveTo>
                  <a:pt x="33294" y="101395"/>
                </a:moveTo>
                <a:cubicBezTo>
                  <a:pt x="36739" y="101395"/>
                  <a:pt x="39982" y="100560"/>
                  <a:pt x="43022" y="98888"/>
                </a:cubicBezTo>
                <a:cubicBezTo>
                  <a:pt x="46062" y="97216"/>
                  <a:pt x="49103" y="94658"/>
                  <a:pt x="52143" y="91212"/>
                </a:cubicBezTo>
                <a:lnTo>
                  <a:pt x="52143" y="52598"/>
                </a:lnTo>
                <a:cubicBezTo>
                  <a:pt x="49001" y="49760"/>
                  <a:pt x="45985" y="47759"/>
                  <a:pt x="43096" y="46594"/>
                </a:cubicBezTo>
                <a:cubicBezTo>
                  <a:pt x="40209" y="45428"/>
                  <a:pt x="37245" y="44845"/>
                  <a:pt x="34205" y="44845"/>
                </a:cubicBezTo>
                <a:cubicBezTo>
                  <a:pt x="31265" y="44845"/>
                  <a:pt x="28504" y="45530"/>
                  <a:pt x="25919" y="46898"/>
                </a:cubicBezTo>
                <a:cubicBezTo>
                  <a:pt x="23335" y="48267"/>
                  <a:pt x="21081" y="50193"/>
                  <a:pt x="19155" y="52676"/>
                </a:cubicBezTo>
                <a:cubicBezTo>
                  <a:pt x="17230" y="55158"/>
                  <a:pt x="15710" y="58122"/>
                  <a:pt x="14595" y="61568"/>
                </a:cubicBezTo>
                <a:cubicBezTo>
                  <a:pt x="13480" y="65013"/>
                  <a:pt x="12923" y="68864"/>
                  <a:pt x="12923" y="73122"/>
                </a:cubicBezTo>
                <a:cubicBezTo>
                  <a:pt x="12923" y="82040"/>
                  <a:pt x="14696" y="88982"/>
                  <a:pt x="18242" y="93947"/>
                </a:cubicBezTo>
                <a:cubicBezTo>
                  <a:pt x="21789" y="98913"/>
                  <a:pt x="26806" y="101395"/>
                  <a:pt x="33294" y="101395"/>
                </a:cubicBezTo>
                <a:close/>
                <a:moveTo>
                  <a:pt x="89479" y="110062"/>
                </a:moveTo>
                <a:lnTo>
                  <a:pt x="89479" y="36182"/>
                </a:lnTo>
                <a:lnTo>
                  <a:pt x="101945" y="36182"/>
                </a:lnTo>
                <a:lnTo>
                  <a:pt x="101945" y="110062"/>
                </a:lnTo>
                <a:lnTo>
                  <a:pt x="89479" y="110062"/>
                </a:lnTo>
                <a:moveTo>
                  <a:pt x="95862" y="20979"/>
                </a:moveTo>
                <a:cubicBezTo>
                  <a:pt x="93432" y="20979"/>
                  <a:pt x="91379" y="20219"/>
                  <a:pt x="89706" y="18699"/>
                </a:cubicBezTo>
                <a:cubicBezTo>
                  <a:pt x="88035" y="17178"/>
                  <a:pt x="87199" y="15252"/>
                  <a:pt x="87199" y="12920"/>
                </a:cubicBezTo>
                <a:cubicBezTo>
                  <a:pt x="87199" y="10489"/>
                  <a:pt x="88035" y="8539"/>
                  <a:pt x="89706" y="7070"/>
                </a:cubicBezTo>
                <a:cubicBezTo>
                  <a:pt x="91379" y="5600"/>
                  <a:pt x="93432" y="4864"/>
                  <a:pt x="95862" y="4864"/>
                </a:cubicBezTo>
                <a:cubicBezTo>
                  <a:pt x="98295" y="4864"/>
                  <a:pt x="100347" y="5600"/>
                  <a:pt x="102019" y="7070"/>
                </a:cubicBezTo>
                <a:cubicBezTo>
                  <a:pt x="103692" y="8539"/>
                  <a:pt x="104529" y="10489"/>
                  <a:pt x="104529" y="12920"/>
                </a:cubicBezTo>
                <a:cubicBezTo>
                  <a:pt x="104529" y="15252"/>
                  <a:pt x="103692" y="17178"/>
                  <a:pt x="102019" y="18699"/>
                </a:cubicBezTo>
                <a:cubicBezTo>
                  <a:pt x="100347" y="20219"/>
                  <a:pt x="98295" y="20979"/>
                  <a:pt x="95862" y="20979"/>
                </a:cubicBezTo>
                <a:close/>
                <a:moveTo>
                  <a:pt x="129550" y="110062"/>
                </a:moveTo>
                <a:lnTo>
                  <a:pt x="129550" y="46365"/>
                </a:lnTo>
                <a:lnTo>
                  <a:pt x="119518" y="46365"/>
                </a:lnTo>
                <a:lnTo>
                  <a:pt x="119518" y="36940"/>
                </a:lnTo>
                <a:lnTo>
                  <a:pt x="129550" y="36182"/>
                </a:lnTo>
                <a:lnTo>
                  <a:pt x="129550" y="24474"/>
                </a:lnTo>
                <a:cubicBezTo>
                  <a:pt x="129550" y="16874"/>
                  <a:pt x="131298" y="10895"/>
                  <a:pt x="134795" y="6537"/>
                </a:cubicBezTo>
                <a:cubicBezTo>
                  <a:pt x="138291" y="2179"/>
                  <a:pt x="143739" y="0"/>
                  <a:pt x="151139" y="0"/>
                </a:cubicBezTo>
                <a:cubicBezTo>
                  <a:pt x="153469" y="0"/>
                  <a:pt x="155673" y="228"/>
                  <a:pt x="157750" y="684"/>
                </a:cubicBezTo>
                <a:cubicBezTo>
                  <a:pt x="159828" y="1140"/>
                  <a:pt x="161729" y="1723"/>
                  <a:pt x="163451" y="2433"/>
                </a:cubicBezTo>
                <a:lnTo>
                  <a:pt x="160714" y="12009"/>
                </a:lnTo>
                <a:cubicBezTo>
                  <a:pt x="157979" y="10793"/>
                  <a:pt x="155192" y="10185"/>
                  <a:pt x="152354" y="10185"/>
                </a:cubicBezTo>
                <a:cubicBezTo>
                  <a:pt x="145462" y="10185"/>
                  <a:pt x="142016" y="14948"/>
                  <a:pt x="142016" y="24474"/>
                </a:cubicBezTo>
                <a:lnTo>
                  <a:pt x="142016" y="36182"/>
                </a:lnTo>
                <a:lnTo>
                  <a:pt x="157676" y="36182"/>
                </a:lnTo>
                <a:lnTo>
                  <a:pt x="157676" y="46365"/>
                </a:lnTo>
                <a:lnTo>
                  <a:pt x="142016" y="46365"/>
                </a:lnTo>
                <a:lnTo>
                  <a:pt x="142016" y="110062"/>
                </a:lnTo>
                <a:lnTo>
                  <a:pt x="129550" y="110062"/>
                </a:lnTo>
                <a:close/>
                <a:moveTo>
                  <a:pt x="172967" y="110062"/>
                </a:moveTo>
                <a:lnTo>
                  <a:pt x="172967" y="46365"/>
                </a:lnTo>
                <a:lnTo>
                  <a:pt x="162934" y="46365"/>
                </a:lnTo>
                <a:lnTo>
                  <a:pt x="162934" y="36940"/>
                </a:lnTo>
                <a:lnTo>
                  <a:pt x="172967" y="36182"/>
                </a:lnTo>
                <a:lnTo>
                  <a:pt x="172967" y="24474"/>
                </a:lnTo>
                <a:cubicBezTo>
                  <a:pt x="172967" y="16874"/>
                  <a:pt x="174715" y="10895"/>
                  <a:pt x="178211" y="6537"/>
                </a:cubicBezTo>
                <a:cubicBezTo>
                  <a:pt x="181708" y="2179"/>
                  <a:pt x="187156" y="0"/>
                  <a:pt x="194555" y="0"/>
                </a:cubicBezTo>
                <a:cubicBezTo>
                  <a:pt x="196886" y="0"/>
                  <a:pt x="199090" y="228"/>
                  <a:pt x="201166" y="684"/>
                </a:cubicBezTo>
                <a:cubicBezTo>
                  <a:pt x="203245" y="1140"/>
                  <a:pt x="205145" y="1723"/>
                  <a:pt x="206868" y="2433"/>
                </a:cubicBezTo>
                <a:lnTo>
                  <a:pt x="204131" y="12009"/>
                </a:lnTo>
                <a:cubicBezTo>
                  <a:pt x="201395" y="10793"/>
                  <a:pt x="198609" y="10185"/>
                  <a:pt x="195771" y="10185"/>
                </a:cubicBezTo>
                <a:cubicBezTo>
                  <a:pt x="188879" y="10185"/>
                  <a:pt x="185432" y="14948"/>
                  <a:pt x="185432" y="24474"/>
                </a:cubicBezTo>
                <a:lnTo>
                  <a:pt x="185432" y="36182"/>
                </a:lnTo>
                <a:lnTo>
                  <a:pt x="201092" y="36182"/>
                </a:lnTo>
                <a:lnTo>
                  <a:pt x="201092" y="46365"/>
                </a:lnTo>
                <a:lnTo>
                  <a:pt x="185432" y="46365"/>
                </a:lnTo>
                <a:lnTo>
                  <a:pt x="185432" y="110062"/>
                </a:lnTo>
                <a:lnTo>
                  <a:pt x="172967" y="110062"/>
                </a:lnTo>
                <a:close/>
                <a:moveTo>
                  <a:pt x="273331" y="111885"/>
                </a:moveTo>
                <a:cubicBezTo>
                  <a:pt x="268466" y="111885"/>
                  <a:pt x="263905" y="111023"/>
                  <a:pt x="259648" y="109301"/>
                </a:cubicBezTo>
                <a:cubicBezTo>
                  <a:pt x="255392" y="107578"/>
                  <a:pt x="251718" y="105070"/>
                  <a:pt x="248627" y="101776"/>
                </a:cubicBezTo>
                <a:cubicBezTo>
                  <a:pt x="245536" y="98482"/>
                  <a:pt x="243103" y="94428"/>
                  <a:pt x="241330" y="89614"/>
                </a:cubicBezTo>
                <a:cubicBezTo>
                  <a:pt x="239557" y="84800"/>
                  <a:pt x="238671" y="79353"/>
                  <a:pt x="238671" y="73272"/>
                </a:cubicBezTo>
                <a:cubicBezTo>
                  <a:pt x="238671" y="67091"/>
                  <a:pt x="239634" y="61594"/>
                  <a:pt x="241559" y="56780"/>
                </a:cubicBezTo>
                <a:cubicBezTo>
                  <a:pt x="243485" y="51966"/>
                  <a:pt x="246069" y="47886"/>
                  <a:pt x="249311" y="44541"/>
                </a:cubicBezTo>
                <a:cubicBezTo>
                  <a:pt x="252554" y="41197"/>
                  <a:pt x="256329" y="38663"/>
                  <a:pt x="260636" y="36940"/>
                </a:cubicBezTo>
                <a:cubicBezTo>
                  <a:pt x="264944" y="35217"/>
                  <a:pt x="269480" y="34356"/>
                  <a:pt x="274243" y="34356"/>
                </a:cubicBezTo>
                <a:cubicBezTo>
                  <a:pt x="279108" y="34356"/>
                  <a:pt x="283263" y="35217"/>
                  <a:pt x="286708" y="36940"/>
                </a:cubicBezTo>
                <a:cubicBezTo>
                  <a:pt x="290154" y="38663"/>
                  <a:pt x="293194" y="40690"/>
                  <a:pt x="295829" y="43022"/>
                </a:cubicBezTo>
                <a:lnTo>
                  <a:pt x="289446" y="51231"/>
                </a:lnTo>
                <a:cubicBezTo>
                  <a:pt x="287316" y="49304"/>
                  <a:pt x="285061" y="47733"/>
                  <a:pt x="282679" y="46518"/>
                </a:cubicBezTo>
                <a:cubicBezTo>
                  <a:pt x="280298" y="45302"/>
                  <a:pt x="277638" y="44695"/>
                  <a:pt x="274700" y="44695"/>
                </a:cubicBezTo>
                <a:cubicBezTo>
                  <a:pt x="271355" y="44695"/>
                  <a:pt x="268264" y="45379"/>
                  <a:pt x="265426" y="46747"/>
                </a:cubicBezTo>
                <a:cubicBezTo>
                  <a:pt x="262588" y="48114"/>
                  <a:pt x="260156" y="50065"/>
                  <a:pt x="258128" y="52600"/>
                </a:cubicBezTo>
                <a:cubicBezTo>
                  <a:pt x="256103" y="55133"/>
                  <a:pt x="254507" y="58148"/>
                  <a:pt x="253341" y="61644"/>
                </a:cubicBezTo>
                <a:cubicBezTo>
                  <a:pt x="252175" y="65141"/>
                  <a:pt x="251592" y="69017"/>
                  <a:pt x="251592" y="73272"/>
                </a:cubicBezTo>
                <a:cubicBezTo>
                  <a:pt x="251592" y="77530"/>
                  <a:pt x="252149" y="81381"/>
                  <a:pt x="253264" y="84826"/>
                </a:cubicBezTo>
                <a:cubicBezTo>
                  <a:pt x="254379" y="88272"/>
                  <a:pt x="255925" y="91236"/>
                  <a:pt x="257901" y="93720"/>
                </a:cubicBezTo>
                <a:cubicBezTo>
                  <a:pt x="259877" y="96203"/>
                  <a:pt x="262284" y="98129"/>
                  <a:pt x="265122" y="99498"/>
                </a:cubicBezTo>
                <a:cubicBezTo>
                  <a:pt x="267960" y="100865"/>
                  <a:pt x="271051" y="101549"/>
                  <a:pt x="274396" y="101549"/>
                </a:cubicBezTo>
                <a:cubicBezTo>
                  <a:pt x="277841" y="101549"/>
                  <a:pt x="281008" y="100814"/>
                  <a:pt x="283895" y="99345"/>
                </a:cubicBezTo>
                <a:cubicBezTo>
                  <a:pt x="286783" y="97874"/>
                  <a:pt x="289394" y="96126"/>
                  <a:pt x="291726" y="94100"/>
                </a:cubicBezTo>
                <a:lnTo>
                  <a:pt x="297198" y="102460"/>
                </a:lnTo>
                <a:cubicBezTo>
                  <a:pt x="293853" y="105400"/>
                  <a:pt x="290153" y="107706"/>
                  <a:pt x="286098" y="109377"/>
                </a:cubicBezTo>
                <a:cubicBezTo>
                  <a:pt x="282045" y="111049"/>
                  <a:pt x="277790" y="111885"/>
                  <a:pt x="273331" y="111885"/>
                </a:cubicBezTo>
                <a:close/>
                <a:moveTo>
                  <a:pt x="343502" y="111885"/>
                </a:moveTo>
                <a:cubicBezTo>
                  <a:pt x="338942" y="111885"/>
                  <a:pt x="334609" y="111023"/>
                  <a:pt x="330505" y="109301"/>
                </a:cubicBezTo>
                <a:cubicBezTo>
                  <a:pt x="326401" y="107578"/>
                  <a:pt x="322778" y="105070"/>
                  <a:pt x="319635" y="101776"/>
                </a:cubicBezTo>
                <a:cubicBezTo>
                  <a:pt x="316493" y="98482"/>
                  <a:pt x="313985" y="94428"/>
                  <a:pt x="312110" y="89614"/>
                </a:cubicBezTo>
                <a:cubicBezTo>
                  <a:pt x="310236" y="84800"/>
                  <a:pt x="309299" y="79353"/>
                  <a:pt x="309299" y="73272"/>
                </a:cubicBezTo>
                <a:cubicBezTo>
                  <a:pt x="309299" y="67091"/>
                  <a:pt x="310236" y="61594"/>
                  <a:pt x="312110" y="56780"/>
                </a:cubicBezTo>
                <a:cubicBezTo>
                  <a:pt x="313985" y="51966"/>
                  <a:pt x="316493" y="47886"/>
                  <a:pt x="319635" y="44541"/>
                </a:cubicBezTo>
                <a:cubicBezTo>
                  <a:pt x="322778" y="41197"/>
                  <a:pt x="326401" y="38663"/>
                  <a:pt x="330505" y="36940"/>
                </a:cubicBezTo>
                <a:cubicBezTo>
                  <a:pt x="334609" y="35217"/>
                  <a:pt x="338942" y="34356"/>
                  <a:pt x="343502" y="34356"/>
                </a:cubicBezTo>
                <a:cubicBezTo>
                  <a:pt x="348062" y="34356"/>
                  <a:pt x="352395" y="35217"/>
                  <a:pt x="356499" y="36940"/>
                </a:cubicBezTo>
                <a:cubicBezTo>
                  <a:pt x="360605" y="38663"/>
                  <a:pt x="364228" y="41197"/>
                  <a:pt x="367369" y="44541"/>
                </a:cubicBezTo>
                <a:cubicBezTo>
                  <a:pt x="370511" y="47886"/>
                  <a:pt x="373019" y="51966"/>
                  <a:pt x="374893" y="56780"/>
                </a:cubicBezTo>
                <a:cubicBezTo>
                  <a:pt x="376769" y="61594"/>
                  <a:pt x="377707" y="67091"/>
                  <a:pt x="377707" y="73272"/>
                </a:cubicBezTo>
                <a:cubicBezTo>
                  <a:pt x="377707" y="79353"/>
                  <a:pt x="376769" y="84800"/>
                  <a:pt x="374893" y="89614"/>
                </a:cubicBezTo>
                <a:cubicBezTo>
                  <a:pt x="373019" y="94428"/>
                  <a:pt x="370511" y="98482"/>
                  <a:pt x="367369" y="101776"/>
                </a:cubicBezTo>
                <a:cubicBezTo>
                  <a:pt x="364228" y="105070"/>
                  <a:pt x="360605" y="107578"/>
                  <a:pt x="356499" y="109301"/>
                </a:cubicBezTo>
                <a:cubicBezTo>
                  <a:pt x="352395" y="111023"/>
                  <a:pt x="348062" y="111885"/>
                  <a:pt x="343502" y="111885"/>
                </a:cubicBezTo>
                <a:moveTo>
                  <a:pt x="343502" y="101549"/>
                </a:moveTo>
                <a:cubicBezTo>
                  <a:pt x="346644" y="101549"/>
                  <a:pt x="349533" y="100865"/>
                  <a:pt x="352168" y="99498"/>
                </a:cubicBezTo>
                <a:cubicBezTo>
                  <a:pt x="354803" y="98129"/>
                  <a:pt x="357058" y="96203"/>
                  <a:pt x="358932" y="93720"/>
                </a:cubicBezTo>
                <a:cubicBezTo>
                  <a:pt x="360808" y="91236"/>
                  <a:pt x="362252" y="88272"/>
                  <a:pt x="363265" y="84826"/>
                </a:cubicBezTo>
                <a:cubicBezTo>
                  <a:pt x="364278" y="81381"/>
                  <a:pt x="364784" y="77530"/>
                  <a:pt x="364784" y="73272"/>
                </a:cubicBezTo>
                <a:cubicBezTo>
                  <a:pt x="364784" y="69017"/>
                  <a:pt x="364278" y="65141"/>
                  <a:pt x="363265" y="61644"/>
                </a:cubicBezTo>
                <a:cubicBezTo>
                  <a:pt x="362252" y="58148"/>
                  <a:pt x="360808" y="55133"/>
                  <a:pt x="358932" y="52600"/>
                </a:cubicBezTo>
                <a:cubicBezTo>
                  <a:pt x="357058" y="50065"/>
                  <a:pt x="354803" y="48114"/>
                  <a:pt x="352168" y="46747"/>
                </a:cubicBezTo>
                <a:cubicBezTo>
                  <a:pt x="349533" y="45379"/>
                  <a:pt x="346644" y="44695"/>
                  <a:pt x="343502" y="44695"/>
                </a:cubicBezTo>
                <a:cubicBezTo>
                  <a:pt x="340361" y="44695"/>
                  <a:pt x="337473" y="45379"/>
                  <a:pt x="334838" y="46747"/>
                </a:cubicBezTo>
                <a:cubicBezTo>
                  <a:pt x="332203" y="48114"/>
                  <a:pt x="329948" y="50065"/>
                  <a:pt x="328072" y="52600"/>
                </a:cubicBezTo>
                <a:cubicBezTo>
                  <a:pt x="326198" y="55133"/>
                  <a:pt x="324753" y="58148"/>
                  <a:pt x="323739" y="61644"/>
                </a:cubicBezTo>
                <a:cubicBezTo>
                  <a:pt x="322726" y="65141"/>
                  <a:pt x="322219" y="69017"/>
                  <a:pt x="322219" y="73272"/>
                </a:cubicBezTo>
                <a:cubicBezTo>
                  <a:pt x="322219" y="77530"/>
                  <a:pt x="322726" y="81381"/>
                  <a:pt x="323739" y="84826"/>
                </a:cubicBezTo>
                <a:cubicBezTo>
                  <a:pt x="324753" y="88272"/>
                  <a:pt x="326198" y="91236"/>
                  <a:pt x="328072" y="93720"/>
                </a:cubicBezTo>
                <a:cubicBezTo>
                  <a:pt x="329948" y="96203"/>
                  <a:pt x="332203" y="98129"/>
                  <a:pt x="334838" y="99498"/>
                </a:cubicBezTo>
                <a:cubicBezTo>
                  <a:pt x="337473" y="100865"/>
                  <a:pt x="340361" y="101549"/>
                  <a:pt x="343502" y="101549"/>
                </a:cubicBezTo>
                <a:close/>
                <a:moveTo>
                  <a:pt x="396193" y="110062"/>
                </a:moveTo>
                <a:lnTo>
                  <a:pt x="396193" y="36182"/>
                </a:lnTo>
                <a:lnTo>
                  <a:pt x="406529" y="36182"/>
                </a:lnTo>
                <a:lnTo>
                  <a:pt x="407594" y="46822"/>
                </a:lnTo>
                <a:lnTo>
                  <a:pt x="408051" y="46822"/>
                </a:lnTo>
                <a:cubicBezTo>
                  <a:pt x="411598" y="43274"/>
                  <a:pt x="415323" y="40310"/>
                  <a:pt x="419224" y="37928"/>
                </a:cubicBezTo>
                <a:cubicBezTo>
                  <a:pt x="423126" y="35547"/>
                  <a:pt x="427661" y="34356"/>
                  <a:pt x="432829" y="34356"/>
                </a:cubicBezTo>
                <a:cubicBezTo>
                  <a:pt x="440632" y="34356"/>
                  <a:pt x="446332" y="36788"/>
                  <a:pt x="449929" y="41654"/>
                </a:cubicBezTo>
                <a:cubicBezTo>
                  <a:pt x="453528" y="46519"/>
                  <a:pt x="455327" y="53714"/>
                  <a:pt x="455327" y="63240"/>
                </a:cubicBezTo>
                <a:lnTo>
                  <a:pt x="455327" y="110062"/>
                </a:lnTo>
                <a:lnTo>
                  <a:pt x="442864" y="110062"/>
                </a:lnTo>
                <a:lnTo>
                  <a:pt x="442864" y="64912"/>
                </a:lnTo>
                <a:cubicBezTo>
                  <a:pt x="442864" y="57920"/>
                  <a:pt x="441749" y="52877"/>
                  <a:pt x="439519" y="49786"/>
                </a:cubicBezTo>
                <a:cubicBezTo>
                  <a:pt x="437289" y="46695"/>
                  <a:pt x="433741" y="45149"/>
                  <a:pt x="428876" y="45149"/>
                </a:cubicBezTo>
                <a:cubicBezTo>
                  <a:pt x="425026" y="45149"/>
                  <a:pt x="421630" y="46112"/>
                  <a:pt x="418691" y="48037"/>
                </a:cubicBezTo>
                <a:cubicBezTo>
                  <a:pt x="415753" y="49962"/>
                  <a:pt x="412408" y="52800"/>
                  <a:pt x="408658" y="56550"/>
                </a:cubicBezTo>
                <a:lnTo>
                  <a:pt x="408658" y="110062"/>
                </a:lnTo>
                <a:lnTo>
                  <a:pt x="396193" y="110062"/>
                </a:lnTo>
                <a:close/>
                <a:moveTo>
                  <a:pt x="499656" y="111885"/>
                </a:moveTo>
                <a:cubicBezTo>
                  <a:pt x="494386" y="111885"/>
                  <a:pt x="489369" y="110922"/>
                  <a:pt x="484607" y="108997"/>
                </a:cubicBezTo>
                <a:cubicBezTo>
                  <a:pt x="479844" y="107072"/>
                  <a:pt x="475688" y="104640"/>
                  <a:pt x="472141" y="101702"/>
                </a:cubicBezTo>
                <a:lnTo>
                  <a:pt x="478374" y="93339"/>
                </a:lnTo>
                <a:cubicBezTo>
                  <a:pt x="481617" y="95975"/>
                  <a:pt x="484935" y="98103"/>
                  <a:pt x="488330" y="99725"/>
                </a:cubicBezTo>
                <a:cubicBezTo>
                  <a:pt x="491725" y="101346"/>
                  <a:pt x="495653" y="102156"/>
                  <a:pt x="500113" y="102156"/>
                </a:cubicBezTo>
                <a:cubicBezTo>
                  <a:pt x="504977" y="102156"/>
                  <a:pt x="508625" y="101042"/>
                  <a:pt x="511057" y="98814"/>
                </a:cubicBezTo>
                <a:cubicBezTo>
                  <a:pt x="513490" y="96584"/>
                  <a:pt x="514706" y="93847"/>
                  <a:pt x="514706" y="90602"/>
                </a:cubicBezTo>
                <a:cubicBezTo>
                  <a:pt x="514706" y="88677"/>
                  <a:pt x="514199" y="87005"/>
                  <a:pt x="513184" y="85587"/>
                </a:cubicBezTo>
                <a:cubicBezTo>
                  <a:pt x="512171" y="84168"/>
                  <a:pt x="510879" y="82926"/>
                  <a:pt x="509308" y="81862"/>
                </a:cubicBezTo>
                <a:cubicBezTo>
                  <a:pt x="507739" y="80798"/>
                  <a:pt x="505940" y="79861"/>
                  <a:pt x="503913" y="79051"/>
                </a:cubicBezTo>
                <a:cubicBezTo>
                  <a:pt x="501885" y="78239"/>
                  <a:pt x="499859" y="77428"/>
                  <a:pt x="497833" y="76617"/>
                </a:cubicBezTo>
                <a:cubicBezTo>
                  <a:pt x="495198" y="75705"/>
                  <a:pt x="492563" y="74666"/>
                  <a:pt x="489928" y="73502"/>
                </a:cubicBezTo>
                <a:cubicBezTo>
                  <a:pt x="487293" y="72336"/>
                  <a:pt x="484936" y="70917"/>
                  <a:pt x="482858" y="69245"/>
                </a:cubicBezTo>
                <a:cubicBezTo>
                  <a:pt x="480781" y="67572"/>
                  <a:pt x="479084" y="65621"/>
                  <a:pt x="477766" y="63393"/>
                </a:cubicBezTo>
                <a:cubicBezTo>
                  <a:pt x="476448" y="61163"/>
                  <a:pt x="475790" y="58477"/>
                  <a:pt x="475790" y="55335"/>
                </a:cubicBezTo>
                <a:cubicBezTo>
                  <a:pt x="475790" y="52395"/>
                  <a:pt x="476372" y="49633"/>
                  <a:pt x="477536" y="47049"/>
                </a:cubicBezTo>
                <a:cubicBezTo>
                  <a:pt x="478702" y="44465"/>
                  <a:pt x="480375" y="42236"/>
                  <a:pt x="482554" y="40361"/>
                </a:cubicBezTo>
                <a:cubicBezTo>
                  <a:pt x="484733" y="38486"/>
                  <a:pt x="487392" y="37016"/>
                  <a:pt x="490533" y="35952"/>
                </a:cubicBezTo>
                <a:cubicBezTo>
                  <a:pt x="493676" y="34888"/>
                  <a:pt x="497223" y="34356"/>
                  <a:pt x="501176" y="34356"/>
                </a:cubicBezTo>
                <a:cubicBezTo>
                  <a:pt x="505838" y="34356"/>
                  <a:pt x="510120" y="35167"/>
                  <a:pt x="514022" y="36789"/>
                </a:cubicBezTo>
                <a:cubicBezTo>
                  <a:pt x="517923" y="38410"/>
                  <a:pt x="521293" y="40386"/>
                  <a:pt x="524131" y="42718"/>
                </a:cubicBezTo>
                <a:lnTo>
                  <a:pt x="518202" y="50621"/>
                </a:lnTo>
                <a:cubicBezTo>
                  <a:pt x="515669" y="48696"/>
                  <a:pt x="513034" y="47126"/>
                  <a:pt x="510296" y="45910"/>
                </a:cubicBezTo>
                <a:cubicBezTo>
                  <a:pt x="507561" y="44693"/>
                  <a:pt x="504572" y="44084"/>
                  <a:pt x="501329" y="44084"/>
                </a:cubicBezTo>
                <a:cubicBezTo>
                  <a:pt x="496666" y="44084"/>
                  <a:pt x="493246" y="45149"/>
                  <a:pt x="491067" y="47279"/>
                </a:cubicBezTo>
                <a:cubicBezTo>
                  <a:pt x="488888" y="49406"/>
                  <a:pt x="487798" y="51889"/>
                  <a:pt x="487798" y="54727"/>
                </a:cubicBezTo>
                <a:cubicBezTo>
                  <a:pt x="487798" y="56450"/>
                  <a:pt x="488255" y="57944"/>
                  <a:pt x="489167" y="59211"/>
                </a:cubicBezTo>
                <a:cubicBezTo>
                  <a:pt x="490079" y="60477"/>
                  <a:pt x="491296" y="61592"/>
                  <a:pt x="492816" y="62556"/>
                </a:cubicBezTo>
                <a:cubicBezTo>
                  <a:pt x="494336" y="63519"/>
                  <a:pt x="496084" y="64381"/>
                  <a:pt x="498060" y="65142"/>
                </a:cubicBezTo>
                <a:cubicBezTo>
                  <a:pt x="500037" y="65901"/>
                  <a:pt x="502089" y="66686"/>
                  <a:pt x="504217" y="67496"/>
                </a:cubicBezTo>
                <a:cubicBezTo>
                  <a:pt x="506852" y="68509"/>
                  <a:pt x="509512" y="69573"/>
                  <a:pt x="512196" y="70688"/>
                </a:cubicBezTo>
                <a:cubicBezTo>
                  <a:pt x="514882" y="71803"/>
                  <a:pt x="517289" y="73197"/>
                  <a:pt x="519417" y="74871"/>
                </a:cubicBezTo>
                <a:cubicBezTo>
                  <a:pt x="521547" y="76542"/>
                  <a:pt x="523295" y="78594"/>
                  <a:pt x="524662" y="81027"/>
                </a:cubicBezTo>
                <a:cubicBezTo>
                  <a:pt x="526030" y="83458"/>
                  <a:pt x="526715" y="86397"/>
                  <a:pt x="526715" y="89844"/>
                </a:cubicBezTo>
                <a:cubicBezTo>
                  <a:pt x="526715" y="92884"/>
                  <a:pt x="526132" y="95722"/>
                  <a:pt x="524966" y="98357"/>
                </a:cubicBezTo>
                <a:cubicBezTo>
                  <a:pt x="523801" y="100992"/>
                  <a:pt x="522079" y="103323"/>
                  <a:pt x="519798" y="105350"/>
                </a:cubicBezTo>
                <a:cubicBezTo>
                  <a:pt x="517518" y="107376"/>
                  <a:pt x="514680" y="108971"/>
                  <a:pt x="511285" y="110136"/>
                </a:cubicBezTo>
                <a:cubicBezTo>
                  <a:pt x="507890" y="111302"/>
                  <a:pt x="504014" y="111885"/>
                  <a:pt x="499656" y="111885"/>
                </a:cubicBezTo>
                <a:close/>
                <a:moveTo>
                  <a:pt x="566028" y="111885"/>
                </a:moveTo>
                <a:cubicBezTo>
                  <a:pt x="562075" y="111885"/>
                  <a:pt x="558756" y="111277"/>
                  <a:pt x="556070" y="110062"/>
                </a:cubicBezTo>
                <a:cubicBezTo>
                  <a:pt x="553385" y="108846"/>
                  <a:pt x="551207" y="107174"/>
                  <a:pt x="549533" y="105047"/>
                </a:cubicBezTo>
                <a:cubicBezTo>
                  <a:pt x="547862" y="102917"/>
                  <a:pt x="546671" y="100332"/>
                  <a:pt x="545961" y="97292"/>
                </a:cubicBezTo>
                <a:cubicBezTo>
                  <a:pt x="545251" y="94252"/>
                  <a:pt x="544896" y="90908"/>
                  <a:pt x="544896" y="87260"/>
                </a:cubicBezTo>
                <a:lnTo>
                  <a:pt x="544896" y="46365"/>
                </a:lnTo>
                <a:lnTo>
                  <a:pt x="533952" y="46365"/>
                </a:lnTo>
                <a:lnTo>
                  <a:pt x="533952" y="36940"/>
                </a:lnTo>
                <a:lnTo>
                  <a:pt x="545506" y="36182"/>
                </a:lnTo>
                <a:lnTo>
                  <a:pt x="547026" y="15507"/>
                </a:lnTo>
                <a:lnTo>
                  <a:pt x="557515" y="15507"/>
                </a:lnTo>
                <a:lnTo>
                  <a:pt x="557515" y="36182"/>
                </a:lnTo>
                <a:lnTo>
                  <a:pt x="577429" y="36182"/>
                </a:lnTo>
                <a:lnTo>
                  <a:pt x="577429" y="46365"/>
                </a:lnTo>
                <a:lnTo>
                  <a:pt x="557515" y="46365"/>
                </a:lnTo>
                <a:lnTo>
                  <a:pt x="557515" y="87410"/>
                </a:lnTo>
                <a:cubicBezTo>
                  <a:pt x="557515" y="91971"/>
                  <a:pt x="558351" y="95493"/>
                  <a:pt x="560023" y="97976"/>
                </a:cubicBezTo>
                <a:cubicBezTo>
                  <a:pt x="561696" y="100460"/>
                  <a:pt x="564660" y="101702"/>
                  <a:pt x="568916" y="101702"/>
                </a:cubicBezTo>
                <a:cubicBezTo>
                  <a:pt x="570234" y="101702"/>
                  <a:pt x="571652" y="101499"/>
                  <a:pt x="573173" y="101094"/>
                </a:cubicBezTo>
                <a:cubicBezTo>
                  <a:pt x="574693" y="100687"/>
                  <a:pt x="576061" y="100231"/>
                  <a:pt x="577278" y="99725"/>
                </a:cubicBezTo>
                <a:lnTo>
                  <a:pt x="579709" y="109150"/>
                </a:lnTo>
                <a:cubicBezTo>
                  <a:pt x="577682" y="109860"/>
                  <a:pt x="575478" y="110493"/>
                  <a:pt x="573096" y="111050"/>
                </a:cubicBezTo>
                <a:cubicBezTo>
                  <a:pt x="570715" y="111606"/>
                  <a:pt x="568359" y="111885"/>
                  <a:pt x="566028" y="11188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28ECBA-B4E1-4E3E-B16F-D5B5899C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43" y="819778"/>
            <a:ext cx="1236768" cy="167888"/>
          </a:xfrm>
          <a:custGeom xmlns:a="http://schemas.openxmlformats.org/drawingml/2006/main">
            <a:pathLst>
              <a:path w="1236768" h="167888">
                <a:moveTo>
                  <a:pt x="0" y="0"/>
                </a:moveTo>
                <a:lnTo>
                  <a:pt x="1214382" y="0"/>
                </a:lnTo>
                <a:lnTo>
                  <a:pt x="1236768" y="22386"/>
                </a:lnTo>
                <a:lnTo>
                  <a:pt x="1236768" y="167888"/>
                </a:lnTo>
                <a:lnTo>
                  <a:pt x="0" y="1678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69675-FAD5-4900-AC9F-B9E05E3E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43" y="819778"/>
            <a:ext cx="1236769" cy="167888"/>
          </a:xfrm>
          <a:custGeom xmlns:a="http://schemas.openxmlformats.org/drawingml/2006/main">
            <a:pathLst>
              <a:path w="1236769" h="167888" fill="none">
                <a:moveTo>
                  <a:pt x="0" y="0"/>
                </a:moveTo>
                <a:lnTo>
                  <a:pt x="1214384" y="0"/>
                </a:lnTo>
                <a:lnTo>
                  <a:pt x="1236769" y="22386"/>
                </a:lnTo>
                <a:lnTo>
                  <a:pt x="1236769" y="167888"/>
                </a:lnTo>
                <a:lnTo>
                  <a:pt x="0" y="1678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A5A5A5"/>
            </a:solidFill>
            <a:miter/>
          </a:ln>
        </p:spPr>
      </p:sp>
      <p:sp>
        <p:nvSpPr>
          <p:cNvPr id="42" name="Text fused1.phpt">
            <a:extLst xmlns:a="http://schemas.openxmlformats.org/drawingml/2006/main">
              <a:ext uri="{FF2B5EF4-FFF2-40B4-BE49-F238E27FC236}">
                <a16:creationId xmlns:a16="http://schemas.microsoft.com/office/drawing/2014/main" id="{D1B30462-A3E6-4DAE-A592-1B877797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012" y="867143"/>
            <a:ext cx="654637" cy="121051"/>
          </a:xfrm>
          <a:custGeom xmlns:a="http://schemas.openxmlformats.org/drawingml/2006/main">
            <a:pathLst>
              <a:path w="654637" h="121051">
                <a:moveTo>
                  <a:pt x="8599" y="94339"/>
                </a:moveTo>
                <a:lnTo>
                  <a:pt x="8599" y="39741"/>
                </a:lnTo>
                <a:lnTo>
                  <a:pt x="0" y="39741"/>
                </a:lnTo>
                <a:lnTo>
                  <a:pt x="0" y="31663"/>
                </a:lnTo>
                <a:lnTo>
                  <a:pt x="8599" y="31013"/>
                </a:lnTo>
                <a:lnTo>
                  <a:pt x="8599" y="20978"/>
                </a:lnTo>
                <a:cubicBezTo>
                  <a:pt x="8599" y="14463"/>
                  <a:pt x="10098" y="9338"/>
                  <a:pt x="13095" y="5603"/>
                </a:cubicBezTo>
                <a:cubicBezTo>
                  <a:pt x="16092" y="1868"/>
                  <a:pt x="20761" y="0"/>
                  <a:pt x="27104" y="0"/>
                </a:cubicBezTo>
                <a:cubicBezTo>
                  <a:pt x="29101" y="0"/>
                  <a:pt x="30990" y="196"/>
                  <a:pt x="32770" y="587"/>
                </a:cubicBezTo>
                <a:cubicBezTo>
                  <a:pt x="34552" y="978"/>
                  <a:pt x="36181" y="1477"/>
                  <a:pt x="37657" y="2086"/>
                </a:cubicBezTo>
                <a:lnTo>
                  <a:pt x="35311" y="10293"/>
                </a:lnTo>
                <a:cubicBezTo>
                  <a:pt x="32967" y="9251"/>
                  <a:pt x="30578" y="8730"/>
                  <a:pt x="28146" y="8730"/>
                </a:cubicBezTo>
                <a:cubicBezTo>
                  <a:pt x="22238" y="8730"/>
                  <a:pt x="19284" y="12813"/>
                  <a:pt x="19284" y="20978"/>
                </a:cubicBezTo>
                <a:lnTo>
                  <a:pt x="19284" y="31013"/>
                </a:lnTo>
                <a:lnTo>
                  <a:pt x="32707" y="31013"/>
                </a:lnTo>
                <a:lnTo>
                  <a:pt x="32707" y="39741"/>
                </a:lnTo>
                <a:lnTo>
                  <a:pt x="19284" y="39741"/>
                </a:lnTo>
                <a:lnTo>
                  <a:pt x="19284" y="94339"/>
                </a:lnTo>
                <a:lnTo>
                  <a:pt x="8599" y="94339"/>
                </a:lnTo>
                <a:close/>
                <a:moveTo>
                  <a:pt x="63288" y="95901"/>
                </a:moveTo>
                <a:cubicBezTo>
                  <a:pt x="56512" y="95901"/>
                  <a:pt x="51581" y="93817"/>
                  <a:pt x="48497" y="89648"/>
                </a:cubicBezTo>
                <a:cubicBezTo>
                  <a:pt x="45414" y="85478"/>
                  <a:pt x="43872" y="79311"/>
                  <a:pt x="43872" y="71146"/>
                </a:cubicBezTo>
                <a:lnTo>
                  <a:pt x="43872" y="31013"/>
                </a:lnTo>
                <a:lnTo>
                  <a:pt x="54688" y="31013"/>
                </a:lnTo>
                <a:lnTo>
                  <a:pt x="54688" y="69712"/>
                </a:lnTo>
                <a:cubicBezTo>
                  <a:pt x="54688" y="75706"/>
                  <a:pt x="55622" y="80028"/>
                  <a:pt x="57490" y="82677"/>
                </a:cubicBezTo>
                <a:cubicBezTo>
                  <a:pt x="59358" y="85326"/>
                  <a:pt x="62376" y="86650"/>
                  <a:pt x="66544" y="86650"/>
                </a:cubicBezTo>
                <a:cubicBezTo>
                  <a:pt x="69846" y="86650"/>
                  <a:pt x="72756" y="85803"/>
                  <a:pt x="75275" y="84109"/>
                </a:cubicBezTo>
                <a:cubicBezTo>
                  <a:pt x="77795" y="82415"/>
                  <a:pt x="80575" y="79700"/>
                  <a:pt x="83616" y="75965"/>
                </a:cubicBezTo>
                <a:lnTo>
                  <a:pt x="83616" y="31013"/>
                </a:lnTo>
                <a:lnTo>
                  <a:pt x="94300" y="31013"/>
                </a:lnTo>
                <a:lnTo>
                  <a:pt x="94300" y="94339"/>
                </a:lnTo>
                <a:lnTo>
                  <a:pt x="85439" y="94339"/>
                </a:lnTo>
                <a:lnTo>
                  <a:pt x="84526" y="84435"/>
                </a:lnTo>
                <a:lnTo>
                  <a:pt x="84136" y="84435"/>
                </a:lnTo>
                <a:cubicBezTo>
                  <a:pt x="81183" y="87910"/>
                  <a:pt x="78078" y="90691"/>
                  <a:pt x="74820" y="92776"/>
                </a:cubicBezTo>
                <a:cubicBezTo>
                  <a:pt x="71561" y="94859"/>
                  <a:pt x="67717" y="95901"/>
                  <a:pt x="63288" y="95901"/>
                </a:cubicBezTo>
                <a:close/>
                <a:moveTo>
                  <a:pt x="131918" y="95901"/>
                </a:moveTo>
                <a:cubicBezTo>
                  <a:pt x="127401" y="95901"/>
                  <a:pt x="123101" y="95076"/>
                  <a:pt x="119018" y="93426"/>
                </a:cubicBezTo>
                <a:cubicBezTo>
                  <a:pt x="114936" y="91776"/>
                  <a:pt x="111374" y="89691"/>
                  <a:pt x="108333" y="87173"/>
                </a:cubicBezTo>
                <a:lnTo>
                  <a:pt x="113676" y="80005"/>
                </a:lnTo>
                <a:cubicBezTo>
                  <a:pt x="116455" y="82264"/>
                  <a:pt x="119300" y="84088"/>
                  <a:pt x="122209" y="85479"/>
                </a:cubicBezTo>
                <a:cubicBezTo>
                  <a:pt x="125120" y="86868"/>
                  <a:pt x="128487" y="87563"/>
                  <a:pt x="132310" y="87563"/>
                </a:cubicBezTo>
                <a:cubicBezTo>
                  <a:pt x="136478" y="87563"/>
                  <a:pt x="139605" y="86608"/>
                  <a:pt x="141690" y="84697"/>
                </a:cubicBezTo>
                <a:cubicBezTo>
                  <a:pt x="143775" y="82786"/>
                  <a:pt x="144818" y="80440"/>
                  <a:pt x="144818" y="77659"/>
                </a:cubicBezTo>
                <a:cubicBezTo>
                  <a:pt x="144818" y="76009"/>
                  <a:pt x="144383" y="74576"/>
                  <a:pt x="143513" y="73360"/>
                </a:cubicBezTo>
                <a:cubicBezTo>
                  <a:pt x="142645" y="72144"/>
                  <a:pt x="141538" y="71079"/>
                  <a:pt x="140191" y="70167"/>
                </a:cubicBezTo>
                <a:cubicBezTo>
                  <a:pt x="138846" y="69255"/>
                  <a:pt x="137304" y="68452"/>
                  <a:pt x="135566" y="67758"/>
                </a:cubicBezTo>
                <a:cubicBezTo>
                  <a:pt x="133829" y="67062"/>
                  <a:pt x="132091" y="66366"/>
                  <a:pt x="130355" y="65672"/>
                </a:cubicBezTo>
                <a:cubicBezTo>
                  <a:pt x="128096" y="64890"/>
                  <a:pt x="125838" y="64000"/>
                  <a:pt x="123579" y="63002"/>
                </a:cubicBezTo>
                <a:cubicBezTo>
                  <a:pt x="121320" y="62002"/>
                  <a:pt x="119300" y="60786"/>
                  <a:pt x="117519" y="59353"/>
                </a:cubicBezTo>
                <a:cubicBezTo>
                  <a:pt x="115739" y="57919"/>
                  <a:pt x="114284" y="56247"/>
                  <a:pt x="113155" y="54337"/>
                </a:cubicBezTo>
                <a:cubicBezTo>
                  <a:pt x="112025" y="52426"/>
                  <a:pt x="111461" y="50123"/>
                  <a:pt x="111461" y="47430"/>
                </a:cubicBezTo>
                <a:cubicBezTo>
                  <a:pt x="111461" y="44910"/>
                  <a:pt x="111960" y="42543"/>
                  <a:pt x="112958" y="40328"/>
                </a:cubicBezTo>
                <a:cubicBezTo>
                  <a:pt x="113957" y="38113"/>
                  <a:pt x="115391" y="36202"/>
                  <a:pt x="117258" y="34596"/>
                </a:cubicBezTo>
                <a:cubicBezTo>
                  <a:pt x="119126" y="32988"/>
                  <a:pt x="121406" y="31728"/>
                  <a:pt x="124098" y="30816"/>
                </a:cubicBezTo>
                <a:cubicBezTo>
                  <a:pt x="126791" y="29904"/>
                  <a:pt x="129832" y="29448"/>
                  <a:pt x="133220" y="29448"/>
                </a:cubicBezTo>
                <a:cubicBezTo>
                  <a:pt x="137217" y="29448"/>
                  <a:pt x="140887" y="30143"/>
                  <a:pt x="144231" y="31534"/>
                </a:cubicBezTo>
                <a:cubicBezTo>
                  <a:pt x="147575" y="32923"/>
                  <a:pt x="150464" y="34617"/>
                  <a:pt x="152896" y="36616"/>
                </a:cubicBezTo>
                <a:lnTo>
                  <a:pt x="147814" y="43390"/>
                </a:lnTo>
                <a:cubicBezTo>
                  <a:pt x="145643" y="41739"/>
                  <a:pt x="143384" y="40393"/>
                  <a:pt x="141038" y="39351"/>
                </a:cubicBezTo>
                <a:cubicBezTo>
                  <a:pt x="138693" y="38308"/>
                  <a:pt x="136131" y="37787"/>
                  <a:pt x="133351" y="37787"/>
                </a:cubicBezTo>
                <a:cubicBezTo>
                  <a:pt x="129355" y="37787"/>
                  <a:pt x="126423" y="38699"/>
                  <a:pt x="124555" y="40525"/>
                </a:cubicBezTo>
                <a:cubicBezTo>
                  <a:pt x="122688" y="42348"/>
                  <a:pt x="121754" y="44476"/>
                  <a:pt x="121754" y="46909"/>
                </a:cubicBezTo>
                <a:cubicBezTo>
                  <a:pt x="121754" y="48385"/>
                  <a:pt x="122145" y="49666"/>
                  <a:pt x="122927" y="50752"/>
                </a:cubicBezTo>
                <a:cubicBezTo>
                  <a:pt x="123709" y="51838"/>
                  <a:pt x="124752" y="52793"/>
                  <a:pt x="126055" y="53619"/>
                </a:cubicBezTo>
                <a:cubicBezTo>
                  <a:pt x="127357" y="54445"/>
                  <a:pt x="128856" y="55184"/>
                  <a:pt x="130550" y="55836"/>
                </a:cubicBezTo>
                <a:cubicBezTo>
                  <a:pt x="132244" y="56487"/>
                  <a:pt x="134003" y="57160"/>
                  <a:pt x="135827" y="57854"/>
                </a:cubicBezTo>
                <a:cubicBezTo>
                  <a:pt x="138085" y="58722"/>
                  <a:pt x="140365" y="59634"/>
                  <a:pt x="142666" y="60590"/>
                </a:cubicBezTo>
                <a:cubicBezTo>
                  <a:pt x="144969" y="61546"/>
                  <a:pt x="147032" y="62741"/>
                  <a:pt x="148856" y="64175"/>
                </a:cubicBezTo>
                <a:cubicBezTo>
                  <a:pt x="150681" y="65608"/>
                  <a:pt x="152179" y="67367"/>
                  <a:pt x="153351" y="69452"/>
                </a:cubicBezTo>
                <a:cubicBezTo>
                  <a:pt x="154524" y="71535"/>
                  <a:pt x="155111" y="74054"/>
                  <a:pt x="155111" y="77009"/>
                </a:cubicBezTo>
                <a:cubicBezTo>
                  <a:pt x="155111" y="79615"/>
                  <a:pt x="154611" y="82047"/>
                  <a:pt x="153612" y="84306"/>
                </a:cubicBezTo>
                <a:cubicBezTo>
                  <a:pt x="152614" y="86564"/>
                  <a:pt x="151137" y="88563"/>
                  <a:pt x="149182" y="90300"/>
                </a:cubicBezTo>
                <a:cubicBezTo>
                  <a:pt x="147228" y="92037"/>
                  <a:pt x="144796" y="93404"/>
                  <a:pt x="141885" y="94402"/>
                </a:cubicBezTo>
                <a:cubicBezTo>
                  <a:pt x="138975" y="95402"/>
                  <a:pt x="135653" y="95901"/>
                  <a:pt x="131918" y="95901"/>
                </a:cubicBezTo>
                <a:close/>
                <a:moveTo>
                  <a:pt x="195337" y="95901"/>
                </a:moveTo>
                <a:cubicBezTo>
                  <a:pt x="191079" y="95901"/>
                  <a:pt x="187105" y="95142"/>
                  <a:pt x="183413" y="93623"/>
                </a:cubicBezTo>
                <a:cubicBezTo>
                  <a:pt x="179722" y="92102"/>
                  <a:pt x="176507" y="89931"/>
                  <a:pt x="173770" y="87107"/>
                </a:cubicBezTo>
                <a:cubicBezTo>
                  <a:pt x="171034" y="84284"/>
                  <a:pt x="168884" y="80831"/>
                  <a:pt x="167320" y="76748"/>
                </a:cubicBezTo>
                <a:cubicBezTo>
                  <a:pt x="165758" y="72665"/>
                  <a:pt x="164976" y="68017"/>
                  <a:pt x="164976" y="62805"/>
                </a:cubicBezTo>
                <a:cubicBezTo>
                  <a:pt x="164976" y="57593"/>
                  <a:pt x="165779" y="52924"/>
                  <a:pt x="167386" y="48798"/>
                </a:cubicBezTo>
                <a:cubicBezTo>
                  <a:pt x="168992" y="44671"/>
                  <a:pt x="171121" y="41175"/>
                  <a:pt x="173770" y="38310"/>
                </a:cubicBezTo>
                <a:cubicBezTo>
                  <a:pt x="176420" y="35443"/>
                  <a:pt x="179439" y="33249"/>
                  <a:pt x="182827" y="31728"/>
                </a:cubicBezTo>
                <a:cubicBezTo>
                  <a:pt x="186215" y="30208"/>
                  <a:pt x="189733" y="29448"/>
                  <a:pt x="193382" y="29448"/>
                </a:cubicBezTo>
                <a:cubicBezTo>
                  <a:pt x="197377" y="29448"/>
                  <a:pt x="200960" y="30143"/>
                  <a:pt x="204131" y="31534"/>
                </a:cubicBezTo>
                <a:cubicBezTo>
                  <a:pt x="207301" y="32923"/>
                  <a:pt x="209951" y="34920"/>
                  <a:pt x="212080" y="37526"/>
                </a:cubicBezTo>
                <a:cubicBezTo>
                  <a:pt x="214209" y="40132"/>
                  <a:pt x="215837" y="43260"/>
                  <a:pt x="216965" y="46909"/>
                </a:cubicBezTo>
                <a:cubicBezTo>
                  <a:pt x="218094" y="50557"/>
                  <a:pt x="218659" y="54639"/>
                  <a:pt x="218659" y="59156"/>
                </a:cubicBezTo>
                <a:cubicBezTo>
                  <a:pt x="218659" y="60286"/>
                  <a:pt x="218637" y="61394"/>
                  <a:pt x="218593" y="62481"/>
                </a:cubicBezTo>
                <a:cubicBezTo>
                  <a:pt x="218551" y="63566"/>
                  <a:pt x="218443" y="64500"/>
                  <a:pt x="218269" y="65280"/>
                </a:cubicBezTo>
                <a:lnTo>
                  <a:pt x="175530" y="65280"/>
                </a:lnTo>
                <a:cubicBezTo>
                  <a:pt x="175965" y="72056"/>
                  <a:pt x="178071" y="77420"/>
                  <a:pt x="181848" y="81373"/>
                </a:cubicBezTo>
                <a:cubicBezTo>
                  <a:pt x="185627" y="85326"/>
                  <a:pt x="190558" y="87302"/>
                  <a:pt x="196639" y="87302"/>
                </a:cubicBezTo>
                <a:cubicBezTo>
                  <a:pt x="199680" y="87302"/>
                  <a:pt x="202481" y="86846"/>
                  <a:pt x="205043" y="85934"/>
                </a:cubicBezTo>
                <a:cubicBezTo>
                  <a:pt x="207606" y="85022"/>
                  <a:pt x="210060" y="83828"/>
                  <a:pt x="212406" y="82351"/>
                </a:cubicBezTo>
                <a:lnTo>
                  <a:pt x="216184" y="89388"/>
                </a:lnTo>
                <a:cubicBezTo>
                  <a:pt x="213404" y="91124"/>
                  <a:pt x="210320" y="92644"/>
                  <a:pt x="206932" y="93947"/>
                </a:cubicBezTo>
                <a:cubicBezTo>
                  <a:pt x="203544" y="95250"/>
                  <a:pt x="199679" y="95901"/>
                  <a:pt x="195337" y="95901"/>
                </a:cubicBezTo>
                <a:moveTo>
                  <a:pt x="175401" y="57594"/>
                </a:moveTo>
                <a:lnTo>
                  <a:pt x="209278" y="57594"/>
                </a:lnTo>
                <a:cubicBezTo>
                  <a:pt x="209278" y="51165"/>
                  <a:pt x="207910" y="46279"/>
                  <a:pt x="205173" y="42934"/>
                </a:cubicBezTo>
                <a:cubicBezTo>
                  <a:pt x="202437" y="39590"/>
                  <a:pt x="198594" y="37918"/>
                  <a:pt x="193643" y="37918"/>
                </a:cubicBezTo>
                <a:cubicBezTo>
                  <a:pt x="191384" y="37918"/>
                  <a:pt x="189233" y="38353"/>
                  <a:pt x="187191" y="39222"/>
                </a:cubicBezTo>
                <a:cubicBezTo>
                  <a:pt x="185150" y="40090"/>
                  <a:pt x="183304" y="41372"/>
                  <a:pt x="181654" y="43066"/>
                </a:cubicBezTo>
                <a:cubicBezTo>
                  <a:pt x="180003" y="44759"/>
                  <a:pt x="178635" y="46823"/>
                  <a:pt x="177550" y="49255"/>
                </a:cubicBezTo>
                <a:cubicBezTo>
                  <a:pt x="176464" y="51687"/>
                  <a:pt x="175748" y="54467"/>
                  <a:pt x="175401" y="57594"/>
                </a:cubicBezTo>
                <a:close/>
                <a:moveTo>
                  <a:pt x="256408" y="95901"/>
                </a:moveTo>
                <a:cubicBezTo>
                  <a:pt x="248417" y="95901"/>
                  <a:pt x="242054" y="93035"/>
                  <a:pt x="237319" y="87302"/>
                </a:cubicBezTo>
                <a:cubicBezTo>
                  <a:pt x="232585" y="81569"/>
                  <a:pt x="230217" y="73404"/>
                  <a:pt x="230217" y="62805"/>
                </a:cubicBezTo>
                <a:cubicBezTo>
                  <a:pt x="230217" y="57680"/>
                  <a:pt x="230977" y="53055"/>
                  <a:pt x="232498" y="48929"/>
                </a:cubicBezTo>
                <a:cubicBezTo>
                  <a:pt x="234018" y="44803"/>
                  <a:pt x="236038" y="41306"/>
                  <a:pt x="238556" y="38439"/>
                </a:cubicBezTo>
                <a:cubicBezTo>
                  <a:pt x="241076" y="35572"/>
                  <a:pt x="243986" y="33357"/>
                  <a:pt x="247286" y="31794"/>
                </a:cubicBezTo>
                <a:cubicBezTo>
                  <a:pt x="250588" y="30230"/>
                  <a:pt x="254063" y="29448"/>
                  <a:pt x="257711" y="29448"/>
                </a:cubicBezTo>
                <a:cubicBezTo>
                  <a:pt x="261360" y="29448"/>
                  <a:pt x="264530" y="30099"/>
                  <a:pt x="267223" y="31402"/>
                </a:cubicBezTo>
                <a:cubicBezTo>
                  <a:pt x="269916" y="32705"/>
                  <a:pt x="272652" y="34486"/>
                  <a:pt x="275432" y="36745"/>
                </a:cubicBezTo>
                <a:lnTo>
                  <a:pt x="274911" y="25931"/>
                </a:lnTo>
                <a:lnTo>
                  <a:pt x="274911" y="1563"/>
                </a:lnTo>
                <a:lnTo>
                  <a:pt x="285727" y="1563"/>
                </a:lnTo>
                <a:lnTo>
                  <a:pt x="285727" y="94339"/>
                </a:lnTo>
                <a:lnTo>
                  <a:pt x="276866" y="94339"/>
                </a:lnTo>
                <a:lnTo>
                  <a:pt x="275953" y="86910"/>
                </a:lnTo>
                <a:lnTo>
                  <a:pt x="275563" y="86910"/>
                </a:lnTo>
                <a:cubicBezTo>
                  <a:pt x="273044" y="89343"/>
                  <a:pt x="270155" y="91450"/>
                  <a:pt x="266897" y="93231"/>
                </a:cubicBezTo>
                <a:cubicBezTo>
                  <a:pt x="263640" y="95011"/>
                  <a:pt x="260144" y="95901"/>
                  <a:pt x="256408" y="95901"/>
                </a:cubicBezTo>
                <a:moveTo>
                  <a:pt x="258755" y="86910"/>
                </a:moveTo>
                <a:cubicBezTo>
                  <a:pt x="261708" y="86910"/>
                  <a:pt x="264487" y="86194"/>
                  <a:pt x="267093" y="84761"/>
                </a:cubicBezTo>
                <a:cubicBezTo>
                  <a:pt x="269699" y="83328"/>
                  <a:pt x="272305" y="81135"/>
                  <a:pt x="274911" y="78182"/>
                </a:cubicBezTo>
                <a:lnTo>
                  <a:pt x="274911" y="45084"/>
                </a:lnTo>
                <a:cubicBezTo>
                  <a:pt x="272218" y="42651"/>
                  <a:pt x="269633" y="40936"/>
                  <a:pt x="267157" y="39938"/>
                </a:cubicBezTo>
                <a:cubicBezTo>
                  <a:pt x="264682" y="38939"/>
                  <a:pt x="262142" y="38439"/>
                  <a:pt x="259536" y="38439"/>
                </a:cubicBezTo>
                <a:cubicBezTo>
                  <a:pt x="257016" y="38439"/>
                  <a:pt x="254649" y="39025"/>
                  <a:pt x="252434" y="40198"/>
                </a:cubicBezTo>
                <a:cubicBezTo>
                  <a:pt x="250219" y="41372"/>
                  <a:pt x="248286" y="43022"/>
                  <a:pt x="246636" y="45151"/>
                </a:cubicBezTo>
                <a:cubicBezTo>
                  <a:pt x="244986" y="47279"/>
                  <a:pt x="243683" y="49819"/>
                  <a:pt x="242727" y="52772"/>
                </a:cubicBezTo>
                <a:cubicBezTo>
                  <a:pt x="241772" y="55725"/>
                  <a:pt x="241294" y="59027"/>
                  <a:pt x="241294" y="62676"/>
                </a:cubicBezTo>
                <a:cubicBezTo>
                  <a:pt x="241294" y="70320"/>
                  <a:pt x="242813" y="76270"/>
                  <a:pt x="245853" y="80526"/>
                </a:cubicBezTo>
                <a:cubicBezTo>
                  <a:pt x="248894" y="84782"/>
                  <a:pt x="253194" y="86910"/>
                  <a:pt x="258755" y="86910"/>
                </a:cubicBezTo>
                <a:close/>
                <a:moveTo>
                  <a:pt x="307708" y="94339"/>
                </a:moveTo>
                <a:lnTo>
                  <a:pt x="307708" y="85479"/>
                </a:lnTo>
                <a:lnTo>
                  <a:pt x="326733" y="85479"/>
                </a:lnTo>
                <a:lnTo>
                  <a:pt x="326733" y="24237"/>
                </a:lnTo>
                <a:lnTo>
                  <a:pt x="311617" y="24237"/>
                </a:lnTo>
                <a:lnTo>
                  <a:pt x="311617" y="17330"/>
                </a:lnTo>
                <a:cubicBezTo>
                  <a:pt x="315439" y="16635"/>
                  <a:pt x="318762" y="15789"/>
                  <a:pt x="321586" y="14791"/>
                </a:cubicBezTo>
                <a:cubicBezTo>
                  <a:pt x="324409" y="13791"/>
                  <a:pt x="326950" y="12596"/>
                  <a:pt x="329209" y="11206"/>
                </a:cubicBezTo>
                <a:lnTo>
                  <a:pt x="337418" y="11206"/>
                </a:lnTo>
                <a:lnTo>
                  <a:pt x="337418" y="85479"/>
                </a:lnTo>
                <a:lnTo>
                  <a:pt x="354617" y="85479"/>
                </a:lnTo>
                <a:lnTo>
                  <a:pt x="354617" y="94339"/>
                </a:lnTo>
                <a:lnTo>
                  <a:pt x="307708" y="94339"/>
                </a:lnTo>
                <a:close/>
                <a:moveTo>
                  <a:pt x="378814" y="95901"/>
                </a:moveTo>
                <a:cubicBezTo>
                  <a:pt x="376643" y="95901"/>
                  <a:pt x="374797" y="95142"/>
                  <a:pt x="373277" y="93623"/>
                </a:cubicBezTo>
                <a:cubicBezTo>
                  <a:pt x="371757" y="92102"/>
                  <a:pt x="370996" y="90169"/>
                  <a:pt x="370996" y="87823"/>
                </a:cubicBezTo>
                <a:cubicBezTo>
                  <a:pt x="370996" y="85305"/>
                  <a:pt x="371757" y="83285"/>
                  <a:pt x="373277" y="81765"/>
                </a:cubicBezTo>
                <a:cubicBezTo>
                  <a:pt x="374797" y="80244"/>
                  <a:pt x="376643" y="79484"/>
                  <a:pt x="378814" y="79484"/>
                </a:cubicBezTo>
                <a:cubicBezTo>
                  <a:pt x="380899" y="79484"/>
                  <a:pt x="382702" y="80244"/>
                  <a:pt x="384222" y="81765"/>
                </a:cubicBezTo>
                <a:cubicBezTo>
                  <a:pt x="385743" y="83285"/>
                  <a:pt x="386503" y="85305"/>
                  <a:pt x="386503" y="87823"/>
                </a:cubicBezTo>
                <a:cubicBezTo>
                  <a:pt x="386503" y="90169"/>
                  <a:pt x="385743" y="92102"/>
                  <a:pt x="384222" y="93623"/>
                </a:cubicBezTo>
                <a:cubicBezTo>
                  <a:pt x="382702" y="95142"/>
                  <a:pt x="380899" y="95901"/>
                  <a:pt x="378814" y="95901"/>
                </a:cubicBezTo>
                <a:close/>
                <a:moveTo>
                  <a:pt x="405748" y="121051"/>
                </a:moveTo>
                <a:lnTo>
                  <a:pt x="405748" y="31013"/>
                </a:lnTo>
                <a:lnTo>
                  <a:pt x="414607" y="31013"/>
                </a:lnTo>
                <a:lnTo>
                  <a:pt x="415520" y="38310"/>
                </a:lnTo>
                <a:lnTo>
                  <a:pt x="415912" y="38310"/>
                </a:lnTo>
                <a:cubicBezTo>
                  <a:pt x="418777" y="35877"/>
                  <a:pt x="421926" y="33792"/>
                  <a:pt x="425358" y="32055"/>
                </a:cubicBezTo>
                <a:cubicBezTo>
                  <a:pt x="428789" y="30317"/>
                  <a:pt x="432373" y="29448"/>
                  <a:pt x="436108" y="29448"/>
                </a:cubicBezTo>
                <a:cubicBezTo>
                  <a:pt x="440191" y="29448"/>
                  <a:pt x="443795" y="30208"/>
                  <a:pt x="446922" y="31728"/>
                </a:cubicBezTo>
                <a:cubicBezTo>
                  <a:pt x="450050" y="33249"/>
                  <a:pt x="452656" y="35421"/>
                  <a:pt x="454740" y="38244"/>
                </a:cubicBezTo>
                <a:cubicBezTo>
                  <a:pt x="456825" y="41067"/>
                  <a:pt x="458410" y="44455"/>
                  <a:pt x="459496" y="48408"/>
                </a:cubicBezTo>
                <a:cubicBezTo>
                  <a:pt x="460583" y="52359"/>
                  <a:pt x="461126" y="56811"/>
                  <a:pt x="461126" y="61763"/>
                </a:cubicBezTo>
                <a:cubicBezTo>
                  <a:pt x="461126" y="67149"/>
                  <a:pt x="460388" y="71948"/>
                  <a:pt x="458911" y="76162"/>
                </a:cubicBezTo>
                <a:cubicBezTo>
                  <a:pt x="457435" y="80374"/>
                  <a:pt x="455437" y="83958"/>
                  <a:pt x="452917" y="86912"/>
                </a:cubicBezTo>
                <a:cubicBezTo>
                  <a:pt x="450397" y="89866"/>
                  <a:pt x="447487" y="92102"/>
                  <a:pt x="444186" y="93623"/>
                </a:cubicBezTo>
                <a:cubicBezTo>
                  <a:pt x="440886" y="95142"/>
                  <a:pt x="437411" y="95901"/>
                  <a:pt x="433762" y="95901"/>
                </a:cubicBezTo>
                <a:cubicBezTo>
                  <a:pt x="430809" y="95901"/>
                  <a:pt x="427877" y="95250"/>
                  <a:pt x="424966" y="93947"/>
                </a:cubicBezTo>
                <a:cubicBezTo>
                  <a:pt x="422057" y="92644"/>
                  <a:pt x="419125" y="90863"/>
                  <a:pt x="416172" y="88604"/>
                </a:cubicBezTo>
                <a:lnTo>
                  <a:pt x="416432" y="99681"/>
                </a:lnTo>
                <a:lnTo>
                  <a:pt x="416432" y="121051"/>
                </a:lnTo>
                <a:lnTo>
                  <a:pt x="405748" y="121051"/>
                </a:lnTo>
                <a:moveTo>
                  <a:pt x="431939" y="86910"/>
                </a:moveTo>
                <a:cubicBezTo>
                  <a:pt x="434545" y="86910"/>
                  <a:pt x="436955" y="86325"/>
                  <a:pt x="439170" y="85153"/>
                </a:cubicBezTo>
                <a:cubicBezTo>
                  <a:pt x="441385" y="83980"/>
                  <a:pt x="443296" y="82329"/>
                  <a:pt x="444902" y="80202"/>
                </a:cubicBezTo>
                <a:cubicBezTo>
                  <a:pt x="446510" y="78073"/>
                  <a:pt x="447770" y="75445"/>
                  <a:pt x="448682" y="72319"/>
                </a:cubicBezTo>
                <a:cubicBezTo>
                  <a:pt x="449594" y="69190"/>
                  <a:pt x="450050" y="65672"/>
                  <a:pt x="450050" y="61763"/>
                </a:cubicBezTo>
                <a:cubicBezTo>
                  <a:pt x="450050" y="58289"/>
                  <a:pt x="449746" y="55118"/>
                  <a:pt x="449137" y="52251"/>
                </a:cubicBezTo>
                <a:cubicBezTo>
                  <a:pt x="448530" y="49384"/>
                  <a:pt x="447553" y="46930"/>
                  <a:pt x="446207" y="44889"/>
                </a:cubicBezTo>
                <a:cubicBezTo>
                  <a:pt x="444860" y="42847"/>
                  <a:pt x="443122" y="41262"/>
                  <a:pt x="440993" y="40133"/>
                </a:cubicBezTo>
                <a:cubicBezTo>
                  <a:pt x="438866" y="39004"/>
                  <a:pt x="436326" y="38439"/>
                  <a:pt x="433372" y="38439"/>
                </a:cubicBezTo>
                <a:cubicBezTo>
                  <a:pt x="430679" y="38439"/>
                  <a:pt x="427964" y="39177"/>
                  <a:pt x="425227" y="40654"/>
                </a:cubicBezTo>
                <a:cubicBezTo>
                  <a:pt x="422491" y="42130"/>
                  <a:pt x="419559" y="44258"/>
                  <a:pt x="416432" y="47038"/>
                </a:cubicBezTo>
                <a:lnTo>
                  <a:pt x="416432" y="80266"/>
                </a:lnTo>
                <a:cubicBezTo>
                  <a:pt x="419300" y="82698"/>
                  <a:pt x="422079" y="84414"/>
                  <a:pt x="424771" y="85413"/>
                </a:cubicBezTo>
                <a:cubicBezTo>
                  <a:pt x="427465" y="86411"/>
                  <a:pt x="429854" y="86910"/>
                  <a:pt x="431939" y="86910"/>
                </a:cubicBezTo>
                <a:close/>
                <a:moveTo>
                  <a:pt x="479069" y="94339"/>
                </a:moveTo>
                <a:lnTo>
                  <a:pt x="479069" y="1563"/>
                </a:lnTo>
                <a:lnTo>
                  <a:pt x="489753" y="1563"/>
                </a:lnTo>
                <a:lnTo>
                  <a:pt x="489753" y="26841"/>
                </a:lnTo>
                <a:lnTo>
                  <a:pt x="489362" y="39872"/>
                </a:lnTo>
                <a:cubicBezTo>
                  <a:pt x="492402" y="37005"/>
                  <a:pt x="495573" y="34551"/>
                  <a:pt x="498874" y="32510"/>
                </a:cubicBezTo>
                <a:cubicBezTo>
                  <a:pt x="502175" y="30469"/>
                  <a:pt x="506041" y="29448"/>
                  <a:pt x="510471" y="29448"/>
                </a:cubicBezTo>
                <a:cubicBezTo>
                  <a:pt x="517159" y="29448"/>
                  <a:pt x="522045" y="31533"/>
                  <a:pt x="525128" y="35703"/>
                </a:cubicBezTo>
                <a:cubicBezTo>
                  <a:pt x="528213" y="39873"/>
                  <a:pt x="529755" y="46041"/>
                  <a:pt x="529755" y="54206"/>
                </a:cubicBezTo>
                <a:lnTo>
                  <a:pt x="529755" y="94339"/>
                </a:lnTo>
                <a:lnTo>
                  <a:pt x="519072" y="94339"/>
                </a:lnTo>
                <a:lnTo>
                  <a:pt x="519072" y="55639"/>
                </a:lnTo>
                <a:cubicBezTo>
                  <a:pt x="519072" y="49645"/>
                  <a:pt x="518116" y="45323"/>
                  <a:pt x="516205" y="42674"/>
                </a:cubicBezTo>
                <a:cubicBezTo>
                  <a:pt x="514294" y="40024"/>
                  <a:pt x="511253" y="38699"/>
                  <a:pt x="507083" y="38699"/>
                </a:cubicBezTo>
                <a:cubicBezTo>
                  <a:pt x="503783" y="38699"/>
                  <a:pt x="500872" y="39524"/>
                  <a:pt x="498353" y="41175"/>
                </a:cubicBezTo>
                <a:cubicBezTo>
                  <a:pt x="495834" y="42825"/>
                  <a:pt x="492968" y="45257"/>
                  <a:pt x="489753" y="48472"/>
                </a:cubicBezTo>
                <a:lnTo>
                  <a:pt x="489753" y="94339"/>
                </a:lnTo>
                <a:lnTo>
                  <a:pt x="479069" y="94339"/>
                </a:lnTo>
                <a:close/>
                <a:moveTo>
                  <a:pt x="549653" y="121051"/>
                </a:moveTo>
                <a:lnTo>
                  <a:pt x="549653" y="31013"/>
                </a:lnTo>
                <a:lnTo>
                  <a:pt x="558513" y="31013"/>
                </a:lnTo>
                <a:lnTo>
                  <a:pt x="559425" y="38310"/>
                </a:lnTo>
                <a:lnTo>
                  <a:pt x="559817" y="38310"/>
                </a:lnTo>
                <a:cubicBezTo>
                  <a:pt x="562683" y="35877"/>
                  <a:pt x="565831" y="33792"/>
                  <a:pt x="569263" y="32055"/>
                </a:cubicBezTo>
                <a:cubicBezTo>
                  <a:pt x="572695" y="30317"/>
                  <a:pt x="576278" y="29448"/>
                  <a:pt x="580014" y="29448"/>
                </a:cubicBezTo>
                <a:cubicBezTo>
                  <a:pt x="584096" y="29448"/>
                  <a:pt x="587701" y="30208"/>
                  <a:pt x="590828" y="31728"/>
                </a:cubicBezTo>
                <a:cubicBezTo>
                  <a:pt x="593956" y="33249"/>
                  <a:pt x="596562" y="35421"/>
                  <a:pt x="598646" y="38244"/>
                </a:cubicBezTo>
                <a:cubicBezTo>
                  <a:pt x="600731" y="41067"/>
                  <a:pt x="602316" y="44455"/>
                  <a:pt x="603401" y="48408"/>
                </a:cubicBezTo>
                <a:cubicBezTo>
                  <a:pt x="604488" y="52359"/>
                  <a:pt x="605032" y="56811"/>
                  <a:pt x="605032" y="61763"/>
                </a:cubicBezTo>
                <a:cubicBezTo>
                  <a:pt x="605032" y="67149"/>
                  <a:pt x="604294" y="71948"/>
                  <a:pt x="602817" y="76162"/>
                </a:cubicBezTo>
                <a:cubicBezTo>
                  <a:pt x="601340" y="80374"/>
                  <a:pt x="599342" y="83958"/>
                  <a:pt x="596822" y="86912"/>
                </a:cubicBezTo>
                <a:cubicBezTo>
                  <a:pt x="594303" y="89866"/>
                  <a:pt x="591392" y="92102"/>
                  <a:pt x="588092" y="93623"/>
                </a:cubicBezTo>
                <a:cubicBezTo>
                  <a:pt x="584791" y="95142"/>
                  <a:pt x="581317" y="95901"/>
                  <a:pt x="577668" y="95901"/>
                </a:cubicBezTo>
                <a:cubicBezTo>
                  <a:pt x="574714" y="95901"/>
                  <a:pt x="571782" y="95250"/>
                  <a:pt x="568872" y="93947"/>
                </a:cubicBezTo>
                <a:cubicBezTo>
                  <a:pt x="565962" y="92644"/>
                  <a:pt x="563031" y="90863"/>
                  <a:pt x="560077" y="88604"/>
                </a:cubicBezTo>
                <a:lnTo>
                  <a:pt x="560338" y="99681"/>
                </a:lnTo>
                <a:lnTo>
                  <a:pt x="560338" y="121051"/>
                </a:lnTo>
                <a:lnTo>
                  <a:pt x="549653" y="121051"/>
                </a:lnTo>
                <a:moveTo>
                  <a:pt x="575844" y="86910"/>
                </a:moveTo>
                <a:cubicBezTo>
                  <a:pt x="578450" y="86910"/>
                  <a:pt x="580861" y="86325"/>
                  <a:pt x="583076" y="85153"/>
                </a:cubicBezTo>
                <a:cubicBezTo>
                  <a:pt x="585291" y="83980"/>
                  <a:pt x="587201" y="82329"/>
                  <a:pt x="588808" y="80202"/>
                </a:cubicBezTo>
                <a:cubicBezTo>
                  <a:pt x="590416" y="78073"/>
                  <a:pt x="591675" y="75445"/>
                  <a:pt x="592587" y="72319"/>
                </a:cubicBezTo>
                <a:cubicBezTo>
                  <a:pt x="593499" y="69190"/>
                  <a:pt x="593955" y="65672"/>
                  <a:pt x="593955" y="61763"/>
                </a:cubicBezTo>
                <a:cubicBezTo>
                  <a:pt x="593955" y="58289"/>
                  <a:pt x="593651" y="55118"/>
                  <a:pt x="593043" y="52251"/>
                </a:cubicBezTo>
                <a:cubicBezTo>
                  <a:pt x="592436" y="49384"/>
                  <a:pt x="591459" y="46930"/>
                  <a:pt x="590112" y="44889"/>
                </a:cubicBezTo>
                <a:cubicBezTo>
                  <a:pt x="588765" y="42847"/>
                  <a:pt x="587028" y="41262"/>
                  <a:pt x="584899" y="40133"/>
                </a:cubicBezTo>
                <a:cubicBezTo>
                  <a:pt x="582771" y="39004"/>
                  <a:pt x="580231" y="38439"/>
                  <a:pt x="577278" y="38439"/>
                </a:cubicBezTo>
                <a:cubicBezTo>
                  <a:pt x="574584" y="38439"/>
                  <a:pt x="571869" y="39177"/>
                  <a:pt x="569132" y="40654"/>
                </a:cubicBezTo>
                <a:cubicBezTo>
                  <a:pt x="566396" y="42130"/>
                  <a:pt x="563465" y="44258"/>
                  <a:pt x="560338" y="47038"/>
                </a:cubicBezTo>
                <a:lnTo>
                  <a:pt x="560338" y="80266"/>
                </a:lnTo>
                <a:cubicBezTo>
                  <a:pt x="563205" y="82698"/>
                  <a:pt x="565985" y="84414"/>
                  <a:pt x="568677" y="85413"/>
                </a:cubicBezTo>
                <a:cubicBezTo>
                  <a:pt x="571370" y="86411"/>
                  <a:pt x="573759" y="86910"/>
                  <a:pt x="575844" y="86910"/>
                </a:cubicBezTo>
                <a:close/>
                <a:moveTo>
                  <a:pt x="642910" y="95901"/>
                </a:moveTo>
                <a:cubicBezTo>
                  <a:pt x="639522" y="95901"/>
                  <a:pt x="636677" y="95380"/>
                  <a:pt x="634375" y="94339"/>
                </a:cubicBezTo>
                <a:cubicBezTo>
                  <a:pt x="632074" y="93297"/>
                  <a:pt x="630206" y="91864"/>
                  <a:pt x="628772" y="90040"/>
                </a:cubicBezTo>
                <a:cubicBezTo>
                  <a:pt x="627339" y="88215"/>
                  <a:pt x="626318" y="85999"/>
                  <a:pt x="625710" y="83393"/>
                </a:cubicBezTo>
                <a:cubicBezTo>
                  <a:pt x="625101" y="80787"/>
                  <a:pt x="624797" y="77921"/>
                  <a:pt x="624797" y="74794"/>
                </a:cubicBezTo>
                <a:lnTo>
                  <a:pt x="624797" y="39741"/>
                </a:lnTo>
                <a:lnTo>
                  <a:pt x="615417" y="39741"/>
                </a:lnTo>
                <a:lnTo>
                  <a:pt x="615417" y="31663"/>
                </a:lnTo>
                <a:lnTo>
                  <a:pt x="625320" y="31013"/>
                </a:lnTo>
                <a:lnTo>
                  <a:pt x="626622" y="13291"/>
                </a:lnTo>
                <a:lnTo>
                  <a:pt x="635613" y="13291"/>
                </a:lnTo>
                <a:lnTo>
                  <a:pt x="635613" y="31013"/>
                </a:lnTo>
                <a:lnTo>
                  <a:pt x="652682" y="31013"/>
                </a:lnTo>
                <a:lnTo>
                  <a:pt x="652682" y="39741"/>
                </a:lnTo>
                <a:lnTo>
                  <a:pt x="635613" y="39741"/>
                </a:lnTo>
                <a:lnTo>
                  <a:pt x="635613" y="74923"/>
                </a:lnTo>
                <a:cubicBezTo>
                  <a:pt x="635613" y="78832"/>
                  <a:pt x="636330" y="81851"/>
                  <a:pt x="637763" y="83980"/>
                </a:cubicBezTo>
                <a:cubicBezTo>
                  <a:pt x="639197" y="86108"/>
                  <a:pt x="641738" y="87173"/>
                  <a:pt x="645386" y="87173"/>
                </a:cubicBezTo>
                <a:cubicBezTo>
                  <a:pt x="646515" y="87173"/>
                  <a:pt x="647731" y="86999"/>
                  <a:pt x="649034" y="86652"/>
                </a:cubicBezTo>
                <a:cubicBezTo>
                  <a:pt x="650337" y="86303"/>
                  <a:pt x="651510" y="85912"/>
                  <a:pt x="652553" y="85479"/>
                </a:cubicBezTo>
                <a:lnTo>
                  <a:pt x="654637" y="93557"/>
                </a:lnTo>
                <a:cubicBezTo>
                  <a:pt x="652899" y="94166"/>
                  <a:pt x="651010" y="94708"/>
                  <a:pt x="648968" y="95186"/>
                </a:cubicBezTo>
                <a:cubicBezTo>
                  <a:pt x="646927" y="95663"/>
                  <a:pt x="644908" y="95901"/>
                  <a:pt x="642910" y="95901"/>
                </a:cubicBez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D2961-1DC8-4DC4-AFCA-F051262E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602" y="969358"/>
            <a:ext cx="1236768" cy="167888"/>
          </a:xfrm>
          <a:custGeom xmlns:a="http://schemas.openxmlformats.org/drawingml/2006/main">
            <a:pathLst>
              <a:path w="1236768" h="167888">
                <a:moveTo>
                  <a:pt x="0" y="0"/>
                </a:moveTo>
                <a:lnTo>
                  <a:pt x="1214382" y="0"/>
                </a:lnTo>
                <a:lnTo>
                  <a:pt x="1236768" y="22386"/>
                </a:lnTo>
                <a:lnTo>
                  <a:pt x="1236768" y="167888"/>
                </a:lnTo>
                <a:lnTo>
                  <a:pt x="0" y="1678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E4D0A-73C1-40B3-B897-23515C6B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602" y="969358"/>
            <a:ext cx="1236769" cy="167888"/>
          </a:xfrm>
          <a:custGeom xmlns:a="http://schemas.openxmlformats.org/drawingml/2006/main">
            <a:pathLst>
              <a:path w="1236769" h="167888" fill="none">
                <a:moveTo>
                  <a:pt x="0" y="0"/>
                </a:moveTo>
                <a:lnTo>
                  <a:pt x="1214384" y="0"/>
                </a:lnTo>
                <a:lnTo>
                  <a:pt x="1236769" y="22386"/>
                </a:lnTo>
                <a:lnTo>
                  <a:pt x="1236769" y="167888"/>
                </a:lnTo>
                <a:lnTo>
                  <a:pt x="0" y="1678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A5A5A5"/>
            </a:solidFill>
            <a:miter/>
          </a:ln>
        </p:spPr>
      </p:sp>
      <p:sp>
        <p:nvSpPr>
          <p:cNvPr id="45" name="Text fused7.phpt">
            <a:extLst xmlns:a="http://schemas.openxmlformats.org/drawingml/2006/main">
              <a:ext uri="{FF2B5EF4-FFF2-40B4-BE49-F238E27FC236}">
                <a16:creationId xmlns:a16="http://schemas.microsoft.com/office/drawing/2014/main" id="{F066D43A-BB00-4B51-A75F-E3DC1D98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471" y="1018294"/>
            <a:ext cx="654637" cy="121051"/>
          </a:xfrm>
          <a:custGeom xmlns:a="http://schemas.openxmlformats.org/drawingml/2006/main">
            <a:pathLst>
              <a:path w="654637" h="121051">
                <a:moveTo>
                  <a:pt x="8599" y="94339"/>
                </a:moveTo>
                <a:lnTo>
                  <a:pt x="8599" y="39741"/>
                </a:lnTo>
                <a:lnTo>
                  <a:pt x="0" y="39741"/>
                </a:lnTo>
                <a:lnTo>
                  <a:pt x="0" y="31663"/>
                </a:lnTo>
                <a:lnTo>
                  <a:pt x="8599" y="31013"/>
                </a:lnTo>
                <a:lnTo>
                  <a:pt x="8599" y="20978"/>
                </a:lnTo>
                <a:cubicBezTo>
                  <a:pt x="8599" y="14463"/>
                  <a:pt x="10098" y="9338"/>
                  <a:pt x="13095" y="5603"/>
                </a:cubicBezTo>
                <a:cubicBezTo>
                  <a:pt x="16092" y="1868"/>
                  <a:pt x="20761" y="0"/>
                  <a:pt x="27104" y="0"/>
                </a:cubicBezTo>
                <a:cubicBezTo>
                  <a:pt x="29101" y="0"/>
                  <a:pt x="30990" y="196"/>
                  <a:pt x="32770" y="587"/>
                </a:cubicBezTo>
                <a:cubicBezTo>
                  <a:pt x="34552" y="978"/>
                  <a:pt x="36181" y="1477"/>
                  <a:pt x="37657" y="2086"/>
                </a:cubicBezTo>
                <a:lnTo>
                  <a:pt x="35311" y="10293"/>
                </a:lnTo>
                <a:cubicBezTo>
                  <a:pt x="32967" y="9251"/>
                  <a:pt x="30578" y="8730"/>
                  <a:pt x="28146" y="8730"/>
                </a:cubicBezTo>
                <a:cubicBezTo>
                  <a:pt x="22238" y="8730"/>
                  <a:pt x="19284" y="12813"/>
                  <a:pt x="19284" y="20978"/>
                </a:cubicBezTo>
                <a:lnTo>
                  <a:pt x="19284" y="31013"/>
                </a:lnTo>
                <a:lnTo>
                  <a:pt x="32707" y="31013"/>
                </a:lnTo>
                <a:lnTo>
                  <a:pt x="32707" y="39741"/>
                </a:lnTo>
                <a:lnTo>
                  <a:pt x="19284" y="39741"/>
                </a:lnTo>
                <a:lnTo>
                  <a:pt x="19284" y="94339"/>
                </a:lnTo>
                <a:lnTo>
                  <a:pt x="8599" y="94339"/>
                </a:lnTo>
                <a:close/>
                <a:moveTo>
                  <a:pt x="63288" y="95901"/>
                </a:moveTo>
                <a:cubicBezTo>
                  <a:pt x="56512" y="95901"/>
                  <a:pt x="51581" y="93817"/>
                  <a:pt x="48497" y="89648"/>
                </a:cubicBezTo>
                <a:cubicBezTo>
                  <a:pt x="45414" y="85478"/>
                  <a:pt x="43872" y="79311"/>
                  <a:pt x="43872" y="71146"/>
                </a:cubicBezTo>
                <a:lnTo>
                  <a:pt x="43872" y="31013"/>
                </a:lnTo>
                <a:lnTo>
                  <a:pt x="54688" y="31013"/>
                </a:lnTo>
                <a:lnTo>
                  <a:pt x="54688" y="69712"/>
                </a:lnTo>
                <a:cubicBezTo>
                  <a:pt x="54688" y="75706"/>
                  <a:pt x="55622" y="80028"/>
                  <a:pt x="57490" y="82677"/>
                </a:cubicBezTo>
                <a:cubicBezTo>
                  <a:pt x="59358" y="85326"/>
                  <a:pt x="62376" y="86650"/>
                  <a:pt x="66544" y="86650"/>
                </a:cubicBezTo>
                <a:cubicBezTo>
                  <a:pt x="69846" y="86650"/>
                  <a:pt x="72756" y="85803"/>
                  <a:pt x="75275" y="84109"/>
                </a:cubicBezTo>
                <a:cubicBezTo>
                  <a:pt x="77795" y="82415"/>
                  <a:pt x="80575" y="79700"/>
                  <a:pt x="83616" y="75965"/>
                </a:cubicBezTo>
                <a:lnTo>
                  <a:pt x="83616" y="31013"/>
                </a:lnTo>
                <a:lnTo>
                  <a:pt x="94300" y="31013"/>
                </a:lnTo>
                <a:lnTo>
                  <a:pt x="94300" y="94339"/>
                </a:lnTo>
                <a:lnTo>
                  <a:pt x="85439" y="94339"/>
                </a:lnTo>
                <a:lnTo>
                  <a:pt x="84526" y="84435"/>
                </a:lnTo>
                <a:lnTo>
                  <a:pt x="84136" y="84435"/>
                </a:lnTo>
                <a:cubicBezTo>
                  <a:pt x="81183" y="87910"/>
                  <a:pt x="78078" y="90691"/>
                  <a:pt x="74820" y="92776"/>
                </a:cubicBezTo>
                <a:cubicBezTo>
                  <a:pt x="71561" y="94859"/>
                  <a:pt x="67717" y="95901"/>
                  <a:pt x="63288" y="95901"/>
                </a:cubicBezTo>
                <a:close/>
                <a:moveTo>
                  <a:pt x="131918" y="95901"/>
                </a:moveTo>
                <a:cubicBezTo>
                  <a:pt x="127401" y="95901"/>
                  <a:pt x="123101" y="95076"/>
                  <a:pt x="119018" y="93426"/>
                </a:cubicBezTo>
                <a:cubicBezTo>
                  <a:pt x="114936" y="91776"/>
                  <a:pt x="111374" y="89691"/>
                  <a:pt x="108333" y="87173"/>
                </a:cubicBezTo>
                <a:lnTo>
                  <a:pt x="113676" y="80005"/>
                </a:lnTo>
                <a:cubicBezTo>
                  <a:pt x="116455" y="82264"/>
                  <a:pt x="119300" y="84088"/>
                  <a:pt x="122209" y="85479"/>
                </a:cubicBezTo>
                <a:cubicBezTo>
                  <a:pt x="125120" y="86868"/>
                  <a:pt x="128487" y="87563"/>
                  <a:pt x="132310" y="87563"/>
                </a:cubicBezTo>
                <a:cubicBezTo>
                  <a:pt x="136478" y="87563"/>
                  <a:pt x="139605" y="86608"/>
                  <a:pt x="141690" y="84697"/>
                </a:cubicBezTo>
                <a:cubicBezTo>
                  <a:pt x="143775" y="82786"/>
                  <a:pt x="144818" y="80440"/>
                  <a:pt x="144818" y="77659"/>
                </a:cubicBezTo>
                <a:cubicBezTo>
                  <a:pt x="144818" y="76009"/>
                  <a:pt x="144383" y="74576"/>
                  <a:pt x="143513" y="73360"/>
                </a:cubicBezTo>
                <a:cubicBezTo>
                  <a:pt x="142645" y="72144"/>
                  <a:pt x="141538" y="71079"/>
                  <a:pt x="140191" y="70167"/>
                </a:cubicBezTo>
                <a:cubicBezTo>
                  <a:pt x="138846" y="69255"/>
                  <a:pt x="137304" y="68452"/>
                  <a:pt x="135566" y="67758"/>
                </a:cubicBezTo>
                <a:cubicBezTo>
                  <a:pt x="133829" y="67062"/>
                  <a:pt x="132091" y="66366"/>
                  <a:pt x="130355" y="65672"/>
                </a:cubicBezTo>
                <a:cubicBezTo>
                  <a:pt x="128096" y="64890"/>
                  <a:pt x="125838" y="64000"/>
                  <a:pt x="123579" y="63002"/>
                </a:cubicBezTo>
                <a:cubicBezTo>
                  <a:pt x="121320" y="62002"/>
                  <a:pt x="119300" y="60786"/>
                  <a:pt x="117519" y="59353"/>
                </a:cubicBezTo>
                <a:cubicBezTo>
                  <a:pt x="115739" y="57919"/>
                  <a:pt x="114284" y="56247"/>
                  <a:pt x="113155" y="54337"/>
                </a:cubicBezTo>
                <a:cubicBezTo>
                  <a:pt x="112025" y="52426"/>
                  <a:pt x="111461" y="50123"/>
                  <a:pt x="111461" y="47430"/>
                </a:cubicBezTo>
                <a:cubicBezTo>
                  <a:pt x="111461" y="44910"/>
                  <a:pt x="111960" y="42543"/>
                  <a:pt x="112958" y="40328"/>
                </a:cubicBezTo>
                <a:cubicBezTo>
                  <a:pt x="113957" y="38113"/>
                  <a:pt x="115391" y="36202"/>
                  <a:pt x="117258" y="34596"/>
                </a:cubicBezTo>
                <a:cubicBezTo>
                  <a:pt x="119126" y="32988"/>
                  <a:pt x="121406" y="31728"/>
                  <a:pt x="124098" y="30816"/>
                </a:cubicBezTo>
                <a:cubicBezTo>
                  <a:pt x="126791" y="29904"/>
                  <a:pt x="129832" y="29448"/>
                  <a:pt x="133220" y="29448"/>
                </a:cubicBezTo>
                <a:cubicBezTo>
                  <a:pt x="137217" y="29448"/>
                  <a:pt x="140887" y="30143"/>
                  <a:pt x="144231" y="31534"/>
                </a:cubicBezTo>
                <a:cubicBezTo>
                  <a:pt x="147575" y="32923"/>
                  <a:pt x="150464" y="34617"/>
                  <a:pt x="152896" y="36616"/>
                </a:cubicBezTo>
                <a:lnTo>
                  <a:pt x="147814" y="43390"/>
                </a:lnTo>
                <a:cubicBezTo>
                  <a:pt x="145643" y="41739"/>
                  <a:pt x="143384" y="40393"/>
                  <a:pt x="141038" y="39351"/>
                </a:cubicBezTo>
                <a:cubicBezTo>
                  <a:pt x="138693" y="38308"/>
                  <a:pt x="136131" y="37787"/>
                  <a:pt x="133351" y="37787"/>
                </a:cubicBezTo>
                <a:cubicBezTo>
                  <a:pt x="129355" y="37787"/>
                  <a:pt x="126423" y="38699"/>
                  <a:pt x="124555" y="40525"/>
                </a:cubicBezTo>
                <a:cubicBezTo>
                  <a:pt x="122688" y="42348"/>
                  <a:pt x="121754" y="44476"/>
                  <a:pt x="121754" y="46909"/>
                </a:cubicBezTo>
                <a:cubicBezTo>
                  <a:pt x="121754" y="48385"/>
                  <a:pt x="122145" y="49666"/>
                  <a:pt x="122927" y="50752"/>
                </a:cubicBezTo>
                <a:cubicBezTo>
                  <a:pt x="123709" y="51838"/>
                  <a:pt x="124752" y="52793"/>
                  <a:pt x="126055" y="53619"/>
                </a:cubicBezTo>
                <a:cubicBezTo>
                  <a:pt x="127357" y="54445"/>
                  <a:pt x="128856" y="55184"/>
                  <a:pt x="130550" y="55836"/>
                </a:cubicBezTo>
                <a:cubicBezTo>
                  <a:pt x="132244" y="56487"/>
                  <a:pt x="134003" y="57160"/>
                  <a:pt x="135827" y="57854"/>
                </a:cubicBezTo>
                <a:cubicBezTo>
                  <a:pt x="138085" y="58722"/>
                  <a:pt x="140365" y="59634"/>
                  <a:pt x="142666" y="60590"/>
                </a:cubicBezTo>
                <a:cubicBezTo>
                  <a:pt x="144969" y="61546"/>
                  <a:pt x="147032" y="62741"/>
                  <a:pt x="148856" y="64175"/>
                </a:cubicBezTo>
                <a:cubicBezTo>
                  <a:pt x="150681" y="65608"/>
                  <a:pt x="152179" y="67367"/>
                  <a:pt x="153351" y="69452"/>
                </a:cubicBezTo>
                <a:cubicBezTo>
                  <a:pt x="154524" y="71535"/>
                  <a:pt x="155111" y="74054"/>
                  <a:pt x="155111" y="77009"/>
                </a:cubicBezTo>
                <a:cubicBezTo>
                  <a:pt x="155111" y="79615"/>
                  <a:pt x="154611" y="82047"/>
                  <a:pt x="153612" y="84306"/>
                </a:cubicBezTo>
                <a:cubicBezTo>
                  <a:pt x="152614" y="86564"/>
                  <a:pt x="151137" y="88563"/>
                  <a:pt x="149182" y="90300"/>
                </a:cubicBezTo>
                <a:cubicBezTo>
                  <a:pt x="147228" y="92037"/>
                  <a:pt x="144796" y="93404"/>
                  <a:pt x="141885" y="94402"/>
                </a:cubicBezTo>
                <a:cubicBezTo>
                  <a:pt x="138975" y="95402"/>
                  <a:pt x="135653" y="95901"/>
                  <a:pt x="131918" y="95901"/>
                </a:cubicBezTo>
                <a:close/>
                <a:moveTo>
                  <a:pt x="195337" y="95901"/>
                </a:moveTo>
                <a:cubicBezTo>
                  <a:pt x="191079" y="95901"/>
                  <a:pt x="187105" y="95142"/>
                  <a:pt x="183413" y="93623"/>
                </a:cubicBezTo>
                <a:cubicBezTo>
                  <a:pt x="179722" y="92102"/>
                  <a:pt x="176507" y="89931"/>
                  <a:pt x="173770" y="87107"/>
                </a:cubicBezTo>
                <a:cubicBezTo>
                  <a:pt x="171034" y="84284"/>
                  <a:pt x="168884" y="80831"/>
                  <a:pt x="167320" y="76748"/>
                </a:cubicBezTo>
                <a:cubicBezTo>
                  <a:pt x="165758" y="72665"/>
                  <a:pt x="164976" y="68017"/>
                  <a:pt x="164976" y="62805"/>
                </a:cubicBezTo>
                <a:cubicBezTo>
                  <a:pt x="164976" y="57593"/>
                  <a:pt x="165779" y="52924"/>
                  <a:pt x="167386" y="48798"/>
                </a:cubicBezTo>
                <a:cubicBezTo>
                  <a:pt x="168992" y="44671"/>
                  <a:pt x="171121" y="41175"/>
                  <a:pt x="173770" y="38310"/>
                </a:cubicBezTo>
                <a:cubicBezTo>
                  <a:pt x="176420" y="35443"/>
                  <a:pt x="179439" y="33249"/>
                  <a:pt x="182827" y="31728"/>
                </a:cubicBezTo>
                <a:cubicBezTo>
                  <a:pt x="186215" y="30208"/>
                  <a:pt x="189733" y="29448"/>
                  <a:pt x="193382" y="29448"/>
                </a:cubicBezTo>
                <a:cubicBezTo>
                  <a:pt x="197377" y="29448"/>
                  <a:pt x="200960" y="30143"/>
                  <a:pt x="204131" y="31534"/>
                </a:cubicBezTo>
                <a:cubicBezTo>
                  <a:pt x="207301" y="32923"/>
                  <a:pt x="209951" y="34920"/>
                  <a:pt x="212080" y="37526"/>
                </a:cubicBezTo>
                <a:cubicBezTo>
                  <a:pt x="214209" y="40132"/>
                  <a:pt x="215837" y="43260"/>
                  <a:pt x="216965" y="46909"/>
                </a:cubicBezTo>
                <a:cubicBezTo>
                  <a:pt x="218094" y="50557"/>
                  <a:pt x="218659" y="54639"/>
                  <a:pt x="218659" y="59156"/>
                </a:cubicBezTo>
                <a:cubicBezTo>
                  <a:pt x="218659" y="60286"/>
                  <a:pt x="218637" y="61394"/>
                  <a:pt x="218593" y="62481"/>
                </a:cubicBezTo>
                <a:cubicBezTo>
                  <a:pt x="218551" y="63566"/>
                  <a:pt x="218443" y="64500"/>
                  <a:pt x="218269" y="65280"/>
                </a:cubicBezTo>
                <a:lnTo>
                  <a:pt x="175530" y="65280"/>
                </a:lnTo>
                <a:cubicBezTo>
                  <a:pt x="175965" y="72056"/>
                  <a:pt x="178071" y="77420"/>
                  <a:pt x="181848" y="81373"/>
                </a:cubicBezTo>
                <a:cubicBezTo>
                  <a:pt x="185627" y="85326"/>
                  <a:pt x="190558" y="87302"/>
                  <a:pt x="196639" y="87302"/>
                </a:cubicBezTo>
                <a:cubicBezTo>
                  <a:pt x="199680" y="87302"/>
                  <a:pt x="202481" y="86846"/>
                  <a:pt x="205043" y="85934"/>
                </a:cubicBezTo>
                <a:cubicBezTo>
                  <a:pt x="207606" y="85022"/>
                  <a:pt x="210060" y="83828"/>
                  <a:pt x="212406" y="82351"/>
                </a:cubicBezTo>
                <a:lnTo>
                  <a:pt x="216184" y="89388"/>
                </a:lnTo>
                <a:cubicBezTo>
                  <a:pt x="213404" y="91124"/>
                  <a:pt x="210320" y="92644"/>
                  <a:pt x="206932" y="93947"/>
                </a:cubicBezTo>
                <a:cubicBezTo>
                  <a:pt x="203544" y="95250"/>
                  <a:pt x="199679" y="95901"/>
                  <a:pt x="195337" y="95901"/>
                </a:cubicBezTo>
                <a:moveTo>
                  <a:pt x="175401" y="57594"/>
                </a:moveTo>
                <a:lnTo>
                  <a:pt x="209278" y="57594"/>
                </a:lnTo>
                <a:cubicBezTo>
                  <a:pt x="209278" y="51165"/>
                  <a:pt x="207910" y="46279"/>
                  <a:pt x="205173" y="42934"/>
                </a:cubicBezTo>
                <a:cubicBezTo>
                  <a:pt x="202437" y="39590"/>
                  <a:pt x="198593" y="37918"/>
                  <a:pt x="193643" y="37918"/>
                </a:cubicBezTo>
                <a:cubicBezTo>
                  <a:pt x="191384" y="37918"/>
                  <a:pt x="189233" y="38353"/>
                  <a:pt x="187191" y="39222"/>
                </a:cubicBezTo>
                <a:cubicBezTo>
                  <a:pt x="185150" y="40090"/>
                  <a:pt x="183304" y="41372"/>
                  <a:pt x="181654" y="43066"/>
                </a:cubicBezTo>
                <a:cubicBezTo>
                  <a:pt x="180003" y="44759"/>
                  <a:pt x="178635" y="46823"/>
                  <a:pt x="177550" y="49255"/>
                </a:cubicBezTo>
                <a:cubicBezTo>
                  <a:pt x="176464" y="51687"/>
                  <a:pt x="175748" y="54467"/>
                  <a:pt x="175401" y="57594"/>
                </a:cubicBezTo>
                <a:close/>
                <a:moveTo>
                  <a:pt x="256409" y="95901"/>
                </a:moveTo>
                <a:cubicBezTo>
                  <a:pt x="248417" y="95901"/>
                  <a:pt x="242054" y="93035"/>
                  <a:pt x="237320" y="87302"/>
                </a:cubicBezTo>
                <a:cubicBezTo>
                  <a:pt x="232585" y="81569"/>
                  <a:pt x="230217" y="73404"/>
                  <a:pt x="230217" y="62805"/>
                </a:cubicBezTo>
                <a:cubicBezTo>
                  <a:pt x="230217" y="57680"/>
                  <a:pt x="230978" y="53055"/>
                  <a:pt x="232498" y="48929"/>
                </a:cubicBezTo>
                <a:cubicBezTo>
                  <a:pt x="234018" y="44803"/>
                  <a:pt x="236038" y="41306"/>
                  <a:pt x="238556" y="38439"/>
                </a:cubicBezTo>
                <a:cubicBezTo>
                  <a:pt x="241076" y="35572"/>
                  <a:pt x="243986" y="33357"/>
                  <a:pt x="247287" y="31794"/>
                </a:cubicBezTo>
                <a:cubicBezTo>
                  <a:pt x="250588" y="30230"/>
                  <a:pt x="254063" y="29448"/>
                  <a:pt x="257711" y="29448"/>
                </a:cubicBezTo>
                <a:cubicBezTo>
                  <a:pt x="261360" y="29448"/>
                  <a:pt x="264531" y="30099"/>
                  <a:pt x="267223" y="31402"/>
                </a:cubicBezTo>
                <a:cubicBezTo>
                  <a:pt x="269916" y="32705"/>
                  <a:pt x="272653" y="34486"/>
                  <a:pt x="275432" y="36745"/>
                </a:cubicBezTo>
                <a:lnTo>
                  <a:pt x="274911" y="25931"/>
                </a:lnTo>
                <a:lnTo>
                  <a:pt x="274911" y="1563"/>
                </a:lnTo>
                <a:lnTo>
                  <a:pt x="285727" y="1563"/>
                </a:lnTo>
                <a:lnTo>
                  <a:pt x="285727" y="94339"/>
                </a:lnTo>
                <a:lnTo>
                  <a:pt x="276866" y="94339"/>
                </a:lnTo>
                <a:lnTo>
                  <a:pt x="275953" y="86910"/>
                </a:lnTo>
                <a:lnTo>
                  <a:pt x="275564" y="86910"/>
                </a:lnTo>
                <a:cubicBezTo>
                  <a:pt x="273044" y="89343"/>
                  <a:pt x="270155" y="91450"/>
                  <a:pt x="266897" y="93231"/>
                </a:cubicBezTo>
                <a:cubicBezTo>
                  <a:pt x="263640" y="95011"/>
                  <a:pt x="260144" y="95901"/>
                  <a:pt x="256409" y="95901"/>
                </a:cubicBezTo>
                <a:moveTo>
                  <a:pt x="258755" y="86910"/>
                </a:moveTo>
                <a:cubicBezTo>
                  <a:pt x="261708" y="86910"/>
                  <a:pt x="264488" y="86194"/>
                  <a:pt x="267094" y="84761"/>
                </a:cubicBezTo>
                <a:cubicBezTo>
                  <a:pt x="269700" y="83328"/>
                  <a:pt x="272305" y="81135"/>
                  <a:pt x="274911" y="78182"/>
                </a:cubicBezTo>
                <a:lnTo>
                  <a:pt x="274911" y="45084"/>
                </a:lnTo>
                <a:cubicBezTo>
                  <a:pt x="272218" y="42651"/>
                  <a:pt x="269633" y="40936"/>
                  <a:pt x="267157" y="39938"/>
                </a:cubicBezTo>
                <a:cubicBezTo>
                  <a:pt x="264682" y="38939"/>
                  <a:pt x="262142" y="38439"/>
                  <a:pt x="259536" y="38439"/>
                </a:cubicBezTo>
                <a:cubicBezTo>
                  <a:pt x="257016" y="38439"/>
                  <a:pt x="254649" y="39025"/>
                  <a:pt x="252434" y="40198"/>
                </a:cubicBezTo>
                <a:cubicBezTo>
                  <a:pt x="250219" y="41372"/>
                  <a:pt x="248287" y="43022"/>
                  <a:pt x="246636" y="45151"/>
                </a:cubicBezTo>
                <a:cubicBezTo>
                  <a:pt x="244986" y="47279"/>
                  <a:pt x="243683" y="49819"/>
                  <a:pt x="242728" y="52772"/>
                </a:cubicBezTo>
                <a:cubicBezTo>
                  <a:pt x="241772" y="55725"/>
                  <a:pt x="241294" y="59027"/>
                  <a:pt x="241294" y="62676"/>
                </a:cubicBezTo>
                <a:cubicBezTo>
                  <a:pt x="241294" y="70320"/>
                  <a:pt x="242814" y="76270"/>
                  <a:pt x="245853" y="80526"/>
                </a:cubicBezTo>
                <a:cubicBezTo>
                  <a:pt x="248894" y="84782"/>
                  <a:pt x="253194" y="86910"/>
                  <a:pt x="258755" y="86910"/>
                </a:cubicBezTo>
                <a:close/>
                <a:moveTo>
                  <a:pt x="320478" y="94339"/>
                </a:moveTo>
                <a:cubicBezTo>
                  <a:pt x="320826" y="86521"/>
                  <a:pt x="321520" y="79354"/>
                  <a:pt x="322562" y="72840"/>
                </a:cubicBezTo>
                <a:cubicBezTo>
                  <a:pt x="323605" y="66323"/>
                  <a:pt x="325061" y="60134"/>
                  <a:pt x="326928" y="54271"/>
                </a:cubicBezTo>
                <a:cubicBezTo>
                  <a:pt x="328796" y="48407"/>
                  <a:pt x="331184" y="42739"/>
                  <a:pt x="334094" y="37266"/>
                </a:cubicBezTo>
                <a:cubicBezTo>
                  <a:pt x="337005" y="31793"/>
                  <a:pt x="340501" y="26190"/>
                  <a:pt x="344584" y="20457"/>
                </a:cubicBezTo>
                <a:lnTo>
                  <a:pt x="303149" y="20457"/>
                </a:lnTo>
                <a:lnTo>
                  <a:pt x="303149" y="11206"/>
                </a:lnTo>
                <a:lnTo>
                  <a:pt x="356702" y="11206"/>
                </a:lnTo>
                <a:lnTo>
                  <a:pt x="356702" y="17851"/>
                </a:lnTo>
                <a:cubicBezTo>
                  <a:pt x="351750" y="24106"/>
                  <a:pt x="347732" y="30100"/>
                  <a:pt x="344647" y="35834"/>
                </a:cubicBezTo>
                <a:cubicBezTo>
                  <a:pt x="341564" y="41567"/>
                  <a:pt x="339111" y="47409"/>
                  <a:pt x="337287" y="53359"/>
                </a:cubicBezTo>
                <a:cubicBezTo>
                  <a:pt x="335463" y="59309"/>
                  <a:pt x="334138" y="65607"/>
                  <a:pt x="333312" y="72253"/>
                </a:cubicBezTo>
                <a:cubicBezTo>
                  <a:pt x="332488" y="78898"/>
                  <a:pt x="331901" y="86260"/>
                  <a:pt x="331553" y="94339"/>
                </a:cubicBezTo>
                <a:lnTo>
                  <a:pt x="320478" y="94339"/>
                </a:lnTo>
                <a:close/>
                <a:moveTo>
                  <a:pt x="378814" y="95901"/>
                </a:moveTo>
                <a:cubicBezTo>
                  <a:pt x="376643" y="95901"/>
                  <a:pt x="374797" y="95142"/>
                  <a:pt x="373277" y="93623"/>
                </a:cubicBezTo>
                <a:cubicBezTo>
                  <a:pt x="371757" y="92102"/>
                  <a:pt x="370996" y="90169"/>
                  <a:pt x="370996" y="87823"/>
                </a:cubicBezTo>
                <a:cubicBezTo>
                  <a:pt x="370996" y="85305"/>
                  <a:pt x="371757" y="83285"/>
                  <a:pt x="373277" y="81765"/>
                </a:cubicBezTo>
                <a:cubicBezTo>
                  <a:pt x="374797" y="80244"/>
                  <a:pt x="376643" y="79484"/>
                  <a:pt x="378814" y="79484"/>
                </a:cubicBezTo>
                <a:cubicBezTo>
                  <a:pt x="380899" y="79484"/>
                  <a:pt x="382702" y="80244"/>
                  <a:pt x="384222" y="81765"/>
                </a:cubicBezTo>
                <a:cubicBezTo>
                  <a:pt x="385743" y="83285"/>
                  <a:pt x="386503" y="85305"/>
                  <a:pt x="386503" y="87823"/>
                </a:cubicBezTo>
                <a:cubicBezTo>
                  <a:pt x="386503" y="90169"/>
                  <a:pt x="385743" y="92102"/>
                  <a:pt x="384222" y="93623"/>
                </a:cubicBezTo>
                <a:cubicBezTo>
                  <a:pt x="382702" y="95142"/>
                  <a:pt x="380899" y="95901"/>
                  <a:pt x="378814" y="95901"/>
                </a:cubicBezTo>
                <a:close/>
                <a:moveTo>
                  <a:pt x="405748" y="121051"/>
                </a:moveTo>
                <a:lnTo>
                  <a:pt x="405748" y="31013"/>
                </a:lnTo>
                <a:lnTo>
                  <a:pt x="414607" y="31013"/>
                </a:lnTo>
                <a:lnTo>
                  <a:pt x="415520" y="38310"/>
                </a:lnTo>
                <a:lnTo>
                  <a:pt x="415912" y="38310"/>
                </a:lnTo>
                <a:cubicBezTo>
                  <a:pt x="418777" y="35877"/>
                  <a:pt x="421926" y="33792"/>
                  <a:pt x="425358" y="32055"/>
                </a:cubicBezTo>
                <a:cubicBezTo>
                  <a:pt x="428789" y="30317"/>
                  <a:pt x="432373" y="29448"/>
                  <a:pt x="436108" y="29448"/>
                </a:cubicBezTo>
                <a:cubicBezTo>
                  <a:pt x="440191" y="29448"/>
                  <a:pt x="443795" y="30208"/>
                  <a:pt x="446922" y="31728"/>
                </a:cubicBezTo>
                <a:cubicBezTo>
                  <a:pt x="450050" y="33249"/>
                  <a:pt x="452656" y="35421"/>
                  <a:pt x="454740" y="38244"/>
                </a:cubicBezTo>
                <a:cubicBezTo>
                  <a:pt x="456825" y="41067"/>
                  <a:pt x="458410" y="44455"/>
                  <a:pt x="459496" y="48408"/>
                </a:cubicBezTo>
                <a:cubicBezTo>
                  <a:pt x="460583" y="52359"/>
                  <a:pt x="461126" y="56811"/>
                  <a:pt x="461126" y="61763"/>
                </a:cubicBezTo>
                <a:cubicBezTo>
                  <a:pt x="461126" y="67149"/>
                  <a:pt x="460388" y="71948"/>
                  <a:pt x="458911" y="76162"/>
                </a:cubicBezTo>
                <a:cubicBezTo>
                  <a:pt x="457435" y="80374"/>
                  <a:pt x="455437" y="83958"/>
                  <a:pt x="452917" y="86912"/>
                </a:cubicBezTo>
                <a:cubicBezTo>
                  <a:pt x="450397" y="89866"/>
                  <a:pt x="447487" y="92102"/>
                  <a:pt x="444186" y="93623"/>
                </a:cubicBezTo>
                <a:cubicBezTo>
                  <a:pt x="440886" y="95142"/>
                  <a:pt x="437411" y="95901"/>
                  <a:pt x="433762" y="95901"/>
                </a:cubicBezTo>
                <a:cubicBezTo>
                  <a:pt x="430809" y="95901"/>
                  <a:pt x="427877" y="95250"/>
                  <a:pt x="424966" y="93947"/>
                </a:cubicBezTo>
                <a:cubicBezTo>
                  <a:pt x="422057" y="92644"/>
                  <a:pt x="419125" y="90863"/>
                  <a:pt x="416172" y="88604"/>
                </a:cubicBezTo>
                <a:lnTo>
                  <a:pt x="416432" y="99681"/>
                </a:lnTo>
                <a:lnTo>
                  <a:pt x="416432" y="121051"/>
                </a:lnTo>
                <a:lnTo>
                  <a:pt x="405748" y="121051"/>
                </a:lnTo>
                <a:moveTo>
                  <a:pt x="431939" y="86910"/>
                </a:moveTo>
                <a:cubicBezTo>
                  <a:pt x="434545" y="86910"/>
                  <a:pt x="436955" y="86325"/>
                  <a:pt x="439170" y="85153"/>
                </a:cubicBezTo>
                <a:cubicBezTo>
                  <a:pt x="441385" y="83980"/>
                  <a:pt x="443296" y="82329"/>
                  <a:pt x="444902" y="80202"/>
                </a:cubicBezTo>
                <a:cubicBezTo>
                  <a:pt x="446510" y="78073"/>
                  <a:pt x="447770" y="75445"/>
                  <a:pt x="448682" y="72319"/>
                </a:cubicBezTo>
                <a:cubicBezTo>
                  <a:pt x="449594" y="69190"/>
                  <a:pt x="450050" y="65672"/>
                  <a:pt x="450050" y="61763"/>
                </a:cubicBezTo>
                <a:cubicBezTo>
                  <a:pt x="450050" y="58289"/>
                  <a:pt x="449746" y="55118"/>
                  <a:pt x="449137" y="52251"/>
                </a:cubicBezTo>
                <a:cubicBezTo>
                  <a:pt x="448530" y="49384"/>
                  <a:pt x="447553" y="46930"/>
                  <a:pt x="446207" y="44889"/>
                </a:cubicBezTo>
                <a:cubicBezTo>
                  <a:pt x="444860" y="42847"/>
                  <a:pt x="443122" y="41262"/>
                  <a:pt x="440993" y="40133"/>
                </a:cubicBezTo>
                <a:cubicBezTo>
                  <a:pt x="438866" y="39004"/>
                  <a:pt x="436326" y="38439"/>
                  <a:pt x="433372" y="38439"/>
                </a:cubicBezTo>
                <a:cubicBezTo>
                  <a:pt x="430679" y="38439"/>
                  <a:pt x="427964" y="39177"/>
                  <a:pt x="425227" y="40654"/>
                </a:cubicBezTo>
                <a:cubicBezTo>
                  <a:pt x="422491" y="42130"/>
                  <a:pt x="419559" y="44258"/>
                  <a:pt x="416432" y="47038"/>
                </a:cubicBezTo>
                <a:lnTo>
                  <a:pt x="416432" y="80266"/>
                </a:lnTo>
                <a:cubicBezTo>
                  <a:pt x="419300" y="82698"/>
                  <a:pt x="422079" y="84414"/>
                  <a:pt x="424771" y="85413"/>
                </a:cubicBezTo>
                <a:cubicBezTo>
                  <a:pt x="427465" y="86411"/>
                  <a:pt x="429854" y="86910"/>
                  <a:pt x="431939" y="86910"/>
                </a:cubicBezTo>
                <a:close/>
                <a:moveTo>
                  <a:pt x="479069" y="94339"/>
                </a:moveTo>
                <a:lnTo>
                  <a:pt x="479069" y="1563"/>
                </a:lnTo>
                <a:lnTo>
                  <a:pt x="489753" y="1563"/>
                </a:lnTo>
                <a:lnTo>
                  <a:pt x="489753" y="26841"/>
                </a:lnTo>
                <a:lnTo>
                  <a:pt x="489362" y="39872"/>
                </a:lnTo>
                <a:cubicBezTo>
                  <a:pt x="492402" y="37005"/>
                  <a:pt x="495573" y="34551"/>
                  <a:pt x="498873" y="32510"/>
                </a:cubicBezTo>
                <a:cubicBezTo>
                  <a:pt x="502175" y="30469"/>
                  <a:pt x="506041" y="29448"/>
                  <a:pt x="510471" y="29448"/>
                </a:cubicBezTo>
                <a:cubicBezTo>
                  <a:pt x="517159" y="29448"/>
                  <a:pt x="522045" y="31533"/>
                  <a:pt x="525128" y="35703"/>
                </a:cubicBezTo>
                <a:cubicBezTo>
                  <a:pt x="528213" y="39873"/>
                  <a:pt x="529755" y="46041"/>
                  <a:pt x="529755" y="54206"/>
                </a:cubicBezTo>
                <a:lnTo>
                  <a:pt x="529755" y="94339"/>
                </a:lnTo>
                <a:lnTo>
                  <a:pt x="519072" y="94339"/>
                </a:lnTo>
                <a:lnTo>
                  <a:pt x="519072" y="55639"/>
                </a:lnTo>
                <a:cubicBezTo>
                  <a:pt x="519072" y="49645"/>
                  <a:pt x="518116" y="45323"/>
                  <a:pt x="516205" y="42674"/>
                </a:cubicBezTo>
                <a:cubicBezTo>
                  <a:pt x="514294" y="40024"/>
                  <a:pt x="511253" y="38699"/>
                  <a:pt x="507083" y="38699"/>
                </a:cubicBezTo>
                <a:cubicBezTo>
                  <a:pt x="503782" y="38699"/>
                  <a:pt x="500872" y="39524"/>
                  <a:pt x="498353" y="41175"/>
                </a:cubicBezTo>
                <a:cubicBezTo>
                  <a:pt x="495834" y="42825"/>
                  <a:pt x="492968" y="45257"/>
                  <a:pt x="489753" y="48472"/>
                </a:cubicBezTo>
                <a:lnTo>
                  <a:pt x="489753" y="94339"/>
                </a:lnTo>
                <a:lnTo>
                  <a:pt x="479069" y="94339"/>
                </a:lnTo>
                <a:close/>
                <a:moveTo>
                  <a:pt x="549653" y="121051"/>
                </a:moveTo>
                <a:lnTo>
                  <a:pt x="549653" y="31013"/>
                </a:lnTo>
                <a:lnTo>
                  <a:pt x="558513" y="31013"/>
                </a:lnTo>
                <a:lnTo>
                  <a:pt x="559425" y="38310"/>
                </a:lnTo>
                <a:lnTo>
                  <a:pt x="559817" y="38310"/>
                </a:lnTo>
                <a:cubicBezTo>
                  <a:pt x="562683" y="35877"/>
                  <a:pt x="565831" y="33792"/>
                  <a:pt x="569263" y="32055"/>
                </a:cubicBezTo>
                <a:cubicBezTo>
                  <a:pt x="572695" y="30317"/>
                  <a:pt x="576278" y="29448"/>
                  <a:pt x="580014" y="29448"/>
                </a:cubicBezTo>
                <a:cubicBezTo>
                  <a:pt x="584096" y="29448"/>
                  <a:pt x="587701" y="30208"/>
                  <a:pt x="590828" y="31728"/>
                </a:cubicBezTo>
                <a:cubicBezTo>
                  <a:pt x="593956" y="33249"/>
                  <a:pt x="596562" y="35421"/>
                  <a:pt x="598646" y="38244"/>
                </a:cubicBezTo>
                <a:cubicBezTo>
                  <a:pt x="600731" y="41067"/>
                  <a:pt x="602316" y="44455"/>
                  <a:pt x="603401" y="48408"/>
                </a:cubicBezTo>
                <a:cubicBezTo>
                  <a:pt x="604488" y="52359"/>
                  <a:pt x="605032" y="56811"/>
                  <a:pt x="605032" y="61763"/>
                </a:cubicBezTo>
                <a:cubicBezTo>
                  <a:pt x="605032" y="67149"/>
                  <a:pt x="604294" y="71948"/>
                  <a:pt x="602817" y="76162"/>
                </a:cubicBezTo>
                <a:cubicBezTo>
                  <a:pt x="601340" y="80374"/>
                  <a:pt x="599342" y="83958"/>
                  <a:pt x="596822" y="86912"/>
                </a:cubicBezTo>
                <a:cubicBezTo>
                  <a:pt x="594303" y="89866"/>
                  <a:pt x="591392" y="92102"/>
                  <a:pt x="588092" y="93623"/>
                </a:cubicBezTo>
                <a:cubicBezTo>
                  <a:pt x="584791" y="95142"/>
                  <a:pt x="581317" y="95901"/>
                  <a:pt x="577668" y="95901"/>
                </a:cubicBezTo>
                <a:cubicBezTo>
                  <a:pt x="574714" y="95901"/>
                  <a:pt x="571782" y="95250"/>
                  <a:pt x="568871" y="93947"/>
                </a:cubicBezTo>
                <a:cubicBezTo>
                  <a:pt x="565962" y="92644"/>
                  <a:pt x="563031" y="90863"/>
                  <a:pt x="560077" y="88604"/>
                </a:cubicBezTo>
                <a:lnTo>
                  <a:pt x="560338" y="99681"/>
                </a:lnTo>
                <a:lnTo>
                  <a:pt x="560338" y="121051"/>
                </a:lnTo>
                <a:lnTo>
                  <a:pt x="549653" y="121051"/>
                </a:lnTo>
                <a:moveTo>
                  <a:pt x="575844" y="86910"/>
                </a:moveTo>
                <a:cubicBezTo>
                  <a:pt x="578450" y="86910"/>
                  <a:pt x="580861" y="86325"/>
                  <a:pt x="583076" y="85153"/>
                </a:cubicBezTo>
                <a:cubicBezTo>
                  <a:pt x="585290" y="83980"/>
                  <a:pt x="587201" y="82329"/>
                  <a:pt x="588808" y="80202"/>
                </a:cubicBezTo>
                <a:cubicBezTo>
                  <a:pt x="590416" y="78073"/>
                  <a:pt x="591675" y="75445"/>
                  <a:pt x="592587" y="72319"/>
                </a:cubicBezTo>
                <a:cubicBezTo>
                  <a:pt x="593499" y="69190"/>
                  <a:pt x="593955" y="65672"/>
                  <a:pt x="593955" y="61763"/>
                </a:cubicBezTo>
                <a:cubicBezTo>
                  <a:pt x="593955" y="58289"/>
                  <a:pt x="593651" y="55118"/>
                  <a:pt x="593043" y="52251"/>
                </a:cubicBezTo>
                <a:cubicBezTo>
                  <a:pt x="592436" y="49384"/>
                  <a:pt x="591459" y="46930"/>
                  <a:pt x="590112" y="44889"/>
                </a:cubicBezTo>
                <a:cubicBezTo>
                  <a:pt x="588765" y="42847"/>
                  <a:pt x="587028" y="41262"/>
                  <a:pt x="584899" y="40133"/>
                </a:cubicBezTo>
                <a:cubicBezTo>
                  <a:pt x="582771" y="39004"/>
                  <a:pt x="580231" y="38439"/>
                  <a:pt x="577278" y="38439"/>
                </a:cubicBezTo>
                <a:cubicBezTo>
                  <a:pt x="574584" y="38439"/>
                  <a:pt x="571869" y="39177"/>
                  <a:pt x="569132" y="40654"/>
                </a:cubicBezTo>
                <a:cubicBezTo>
                  <a:pt x="566396" y="42130"/>
                  <a:pt x="563465" y="44258"/>
                  <a:pt x="560338" y="47038"/>
                </a:cubicBezTo>
                <a:lnTo>
                  <a:pt x="560338" y="80266"/>
                </a:lnTo>
                <a:cubicBezTo>
                  <a:pt x="563205" y="82698"/>
                  <a:pt x="565985" y="84414"/>
                  <a:pt x="568677" y="85413"/>
                </a:cubicBezTo>
                <a:cubicBezTo>
                  <a:pt x="571370" y="86411"/>
                  <a:pt x="573759" y="86910"/>
                  <a:pt x="575844" y="86910"/>
                </a:cubicBezTo>
                <a:close/>
                <a:moveTo>
                  <a:pt x="642910" y="95901"/>
                </a:moveTo>
                <a:cubicBezTo>
                  <a:pt x="639522" y="95901"/>
                  <a:pt x="636677" y="95380"/>
                  <a:pt x="634375" y="94339"/>
                </a:cubicBezTo>
                <a:cubicBezTo>
                  <a:pt x="632074" y="93297"/>
                  <a:pt x="630206" y="91864"/>
                  <a:pt x="628772" y="90040"/>
                </a:cubicBezTo>
                <a:cubicBezTo>
                  <a:pt x="627339" y="88215"/>
                  <a:pt x="626318" y="85999"/>
                  <a:pt x="625710" y="83393"/>
                </a:cubicBezTo>
                <a:cubicBezTo>
                  <a:pt x="625101" y="80787"/>
                  <a:pt x="624797" y="77921"/>
                  <a:pt x="624797" y="74794"/>
                </a:cubicBezTo>
                <a:lnTo>
                  <a:pt x="624797" y="39741"/>
                </a:lnTo>
                <a:lnTo>
                  <a:pt x="615417" y="39741"/>
                </a:lnTo>
                <a:lnTo>
                  <a:pt x="615417" y="31663"/>
                </a:lnTo>
                <a:lnTo>
                  <a:pt x="625320" y="31013"/>
                </a:lnTo>
                <a:lnTo>
                  <a:pt x="626622" y="13291"/>
                </a:lnTo>
                <a:lnTo>
                  <a:pt x="635613" y="13291"/>
                </a:lnTo>
                <a:lnTo>
                  <a:pt x="635613" y="31013"/>
                </a:lnTo>
                <a:lnTo>
                  <a:pt x="652682" y="31013"/>
                </a:lnTo>
                <a:lnTo>
                  <a:pt x="652682" y="39741"/>
                </a:lnTo>
                <a:lnTo>
                  <a:pt x="635613" y="39741"/>
                </a:lnTo>
                <a:lnTo>
                  <a:pt x="635613" y="74923"/>
                </a:lnTo>
                <a:cubicBezTo>
                  <a:pt x="635613" y="78832"/>
                  <a:pt x="636330" y="81851"/>
                  <a:pt x="637763" y="83980"/>
                </a:cubicBezTo>
                <a:cubicBezTo>
                  <a:pt x="639197" y="86108"/>
                  <a:pt x="641738" y="87173"/>
                  <a:pt x="645386" y="87173"/>
                </a:cubicBezTo>
                <a:cubicBezTo>
                  <a:pt x="646515" y="87173"/>
                  <a:pt x="647731" y="86999"/>
                  <a:pt x="649034" y="86652"/>
                </a:cubicBezTo>
                <a:cubicBezTo>
                  <a:pt x="650337" y="86303"/>
                  <a:pt x="651510" y="85912"/>
                  <a:pt x="652553" y="85479"/>
                </a:cubicBezTo>
                <a:lnTo>
                  <a:pt x="654637" y="93557"/>
                </a:lnTo>
                <a:cubicBezTo>
                  <a:pt x="652899" y="94166"/>
                  <a:pt x="651010" y="94708"/>
                  <a:pt x="648968" y="95186"/>
                </a:cubicBezTo>
                <a:cubicBezTo>
                  <a:pt x="646927" y="95663"/>
                  <a:pt x="644908" y="95901"/>
                  <a:pt x="642910" y="95901"/>
                </a:cubicBez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CC76D-5B64-456F-9C5C-B1AE3889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7" y="615973"/>
            <a:ext cx="1236769" cy="167888"/>
          </a:xfrm>
          <a:custGeom xmlns:a="http://schemas.openxmlformats.org/drawingml/2006/main">
            <a:pathLst>
              <a:path w="1236769" h="167888">
                <a:moveTo>
                  <a:pt x="0" y="0"/>
                </a:moveTo>
                <a:lnTo>
                  <a:pt x="1214383" y="0"/>
                </a:lnTo>
                <a:lnTo>
                  <a:pt x="1236769" y="22386"/>
                </a:lnTo>
                <a:lnTo>
                  <a:pt x="1236769" y="167888"/>
                </a:lnTo>
                <a:lnTo>
                  <a:pt x="0" y="1678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36EDF0-9ECB-4A2C-AE42-81C2BDCF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7" y="615972"/>
            <a:ext cx="1236769" cy="167888"/>
          </a:xfrm>
          <a:custGeom xmlns:a="http://schemas.openxmlformats.org/drawingml/2006/main">
            <a:pathLst>
              <a:path w="1236769" h="167888" fill="none">
                <a:moveTo>
                  <a:pt x="0" y="0"/>
                </a:moveTo>
                <a:lnTo>
                  <a:pt x="1214384" y="0"/>
                </a:lnTo>
                <a:lnTo>
                  <a:pt x="1236769" y="22386"/>
                </a:lnTo>
                <a:lnTo>
                  <a:pt x="1236769" y="167888"/>
                </a:lnTo>
                <a:lnTo>
                  <a:pt x="0" y="1678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000000"/>
            </a:solidFill>
            <a:miter/>
          </a:ln>
        </p:spPr>
      </p:sp>
      <p:sp>
        <p:nvSpPr>
          <p:cNvPr id="48" name="Text 00001.phpt">
            <a:extLst xmlns:a="http://schemas.openxmlformats.org/drawingml/2006/main">
              <a:ext uri="{FF2B5EF4-FFF2-40B4-BE49-F238E27FC236}">
                <a16:creationId xmlns:a16="http://schemas.microsoft.com/office/drawing/2014/main" id="{7FC9E7D5-4B1A-40FB-9F13-A07550E2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906" y="660397"/>
            <a:ext cx="710687" cy="139403"/>
          </a:xfrm>
          <a:custGeom xmlns:a="http://schemas.openxmlformats.org/drawingml/2006/main">
            <a:pathLst>
              <a:path w="710687" h="139403">
                <a:moveTo>
                  <a:pt x="31162" y="110062"/>
                </a:moveTo>
                <a:cubicBezTo>
                  <a:pt x="21331" y="110062"/>
                  <a:pt x="13680" y="105704"/>
                  <a:pt x="8207" y="96988"/>
                </a:cubicBezTo>
                <a:cubicBezTo>
                  <a:pt x="2736" y="88273"/>
                  <a:pt x="0" y="75757"/>
                  <a:pt x="0" y="59440"/>
                </a:cubicBezTo>
                <a:cubicBezTo>
                  <a:pt x="0" y="43124"/>
                  <a:pt x="2736" y="30710"/>
                  <a:pt x="8207" y="22196"/>
                </a:cubicBezTo>
                <a:cubicBezTo>
                  <a:pt x="13680" y="13683"/>
                  <a:pt x="21331" y="9427"/>
                  <a:pt x="31162" y="9427"/>
                </a:cubicBezTo>
                <a:cubicBezTo>
                  <a:pt x="40892" y="9427"/>
                  <a:pt x="48493" y="13683"/>
                  <a:pt x="53966" y="22196"/>
                </a:cubicBezTo>
                <a:cubicBezTo>
                  <a:pt x="59439" y="30710"/>
                  <a:pt x="62175" y="43124"/>
                  <a:pt x="62175" y="59440"/>
                </a:cubicBezTo>
                <a:cubicBezTo>
                  <a:pt x="62175" y="75757"/>
                  <a:pt x="59439" y="88273"/>
                  <a:pt x="53966" y="96988"/>
                </a:cubicBezTo>
                <a:cubicBezTo>
                  <a:pt x="48493" y="105704"/>
                  <a:pt x="40892" y="110062"/>
                  <a:pt x="31162" y="110062"/>
                </a:cubicBezTo>
                <a:moveTo>
                  <a:pt x="31162" y="100029"/>
                </a:moveTo>
                <a:cubicBezTo>
                  <a:pt x="34000" y="100029"/>
                  <a:pt x="36559" y="99244"/>
                  <a:pt x="38840" y="97672"/>
                </a:cubicBezTo>
                <a:cubicBezTo>
                  <a:pt x="41121" y="96101"/>
                  <a:pt x="43097" y="93670"/>
                  <a:pt x="44769" y="90377"/>
                </a:cubicBezTo>
                <a:cubicBezTo>
                  <a:pt x="46440" y="87083"/>
                  <a:pt x="47732" y="82877"/>
                  <a:pt x="48645" y="77758"/>
                </a:cubicBezTo>
                <a:cubicBezTo>
                  <a:pt x="49557" y="72640"/>
                  <a:pt x="50013" y="66534"/>
                  <a:pt x="50013" y="59440"/>
                </a:cubicBezTo>
                <a:cubicBezTo>
                  <a:pt x="50013" y="52345"/>
                  <a:pt x="49557" y="46265"/>
                  <a:pt x="48645" y="41199"/>
                </a:cubicBezTo>
                <a:cubicBezTo>
                  <a:pt x="47732" y="36131"/>
                  <a:pt x="46440" y="32002"/>
                  <a:pt x="44769" y="28810"/>
                </a:cubicBezTo>
                <a:cubicBezTo>
                  <a:pt x="43097" y="25616"/>
                  <a:pt x="41121" y="23260"/>
                  <a:pt x="38840" y="21740"/>
                </a:cubicBezTo>
                <a:cubicBezTo>
                  <a:pt x="36559" y="20219"/>
                  <a:pt x="34000" y="19459"/>
                  <a:pt x="31162" y="19459"/>
                </a:cubicBezTo>
                <a:cubicBezTo>
                  <a:pt x="28324" y="19459"/>
                  <a:pt x="25740" y="20219"/>
                  <a:pt x="23410" y="21740"/>
                </a:cubicBezTo>
                <a:cubicBezTo>
                  <a:pt x="21079" y="23260"/>
                  <a:pt x="19077" y="25616"/>
                  <a:pt x="17404" y="28810"/>
                </a:cubicBezTo>
                <a:cubicBezTo>
                  <a:pt x="15732" y="32002"/>
                  <a:pt x="14440" y="36131"/>
                  <a:pt x="13528" y="41199"/>
                </a:cubicBezTo>
                <a:cubicBezTo>
                  <a:pt x="12616" y="46265"/>
                  <a:pt x="12159" y="52345"/>
                  <a:pt x="12159" y="59440"/>
                </a:cubicBezTo>
                <a:cubicBezTo>
                  <a:pt x="12159" y="73629"/>
                  <a:pt x="13908" y="83941"/>
                  <a:pt x="17404" y="90377"/>
                </a:cubicBezTo>
                <a:cubicBezTo>
                  <a:pt x="20901" y="96812"/>
                  <a:pt x="25487" y="100029"/>
                  <a:pt x="31162" y="100029"/>
                </a:cubicBezTo>
                <a:close/>
                <a:moveTo>
                  <a:pt x="107171" y="110062"/>
                </a:moveTo>
                <a:cubicBezTo>
                  <a:pt x="97341" y="110062"/>
                  <a:pt x="89689" y="105704"/>
                  <a:pt x="84216" y="96988"/>
                </a:cubicBezTo>
                <a:cubicBezTo>
                  <a:pt x="78745" y="88273"/>
                  <a:pt x="76010" y="75757"/>
                  <a:pt x="76010" y="59440"/>
                </a:cubicBezTo>
                <a:cubicBezTo>
                  <a:pt x="76010" y="43124"/>
                  <a:pt x="78745" y="30710"/>
                  <a:pt x="84216" y="22196"/>
                </a:cubicBezTo>
                <a:cubicBezTo>
                  <a:pt x="89689" y="13683"/>
                  <a:pt x="97341" y="9427"/>
                  <a:pt x="107171" y="9427"/>
                </a:cubicBezTo>
                <a:cubicBezTo>
                  <a:pt x="116901" y="9427"/>
                  <a:pt x="124503" y="13683"/>
                  <a:pt x="129976" y="22196"/>
                </a:cubicBezTo>
                <a:cubicBezTo>
                  <a:pt x="135448" y="30710"/>
                  <a:pt x="138185" y="43124"/>
                  <a:pt x="138185" y="59440"/>
                </a:cubicBezTo>
                <a:cubicBezTo>
                  <a:pt x="138185" y="75757"/>
                  <a:pt x="135448" y="88273"/>
                  <a:pt x="129976" y="96988"/>
                </a:cubicBezTo>
                <a:cubicBezTo>
                  <a:pt x="124503" y="105704"/>
                  <a:pt x="116901" y="110062"/>
                  <a:pt x="107171" y="110062"/>
                </a:cubicBezTo>
                <a:moveTo>
                  <a:pt x="107171" y="100029"/>
                </a:moveTo>
                <a:cubicBezTo>
                  <a:pt x="110009" y="100029"/>
                  <a:pt x="112568" y="99244"/>
                  <a:pt x="114849" y="97672"/>
                </a:cubicBezTo>
                <a:cubicBezTo>
                  <a:pt x="117130" y="96101"/>
                  <a:pt x="119107" y="93670"/>
                  <a:pt x="120778" y="90377"/>
                </a:cubicBezTo>
                <a:cubicBezTo>
                  <a:pt x="122450" y="87083"/>
                  <a:pt x="123742" y="82877"/>
                  <a:pt x="124654" y="77758"/>
                </a:cubicBezTo>
                <a:cubicBezTo>
                  <a:pt x="125567" y="72640"/>
                  <a:pt x="126023" y="66534"/>
                  <a:pt x="126023" y="59440"/>
                </a:cubicBezTo>
                <a:cubicBezTo>
                  <a:pt x="126023" y="52345"/>
                  <a:pt x="125567" y="46265"/>
                  <a:pt x="124654" y="41199"/>
                </a:cubicBezTo>
                <a:cubicBezTo>
                  <a:pt x="123742" y="36131"/>
                  <a:pt x="122450" y="32002"/>
                  <a:pt x="120778" y="28810"/>
                </a:cubicBezTo>
                <a:cubicBezTo>
                  <a:pt x="119107" y="25616"/>
                  <a:pt x="117130" y="23260"/>
                  <a:pt x="114849" y="21740"/>
                </a:cubicBezTo>
                <a:cubicBezTo>
                  <a:pt x="112568" y="20219"/>
                  <a:pt x="110009" y="19459"/>
                  <a:pt x="107171" y="19459"/>
                </a:cubicBezTo>
                <a:cubicBezTo>
                  <a:pt x="104334" y="19459"/>
                  <a:pt x="101750" y="20219"/>
                  <a:pt x="99419" y="21740"/>
                </a:cubicBezTo>
                <a:cubicBezTo>
                  <a:pt x="97089" y="23260"/>
                  <a:pt x="95087" y="25616"/>
                  <a:pt x="93414" y="28810"/>
                </a:cubicBezTo>
                <a:cubicBezTo>
                  <a:pt x="91742" y="32002"/>
                  <a:pt x="90450" y="36131"/>
                  <a:pt x="89538" y="41199"/>
                </a:cubicBezTo>
                <a:cubicBezTo>
                  <a:pt x="88625" y="46265"/>
                  <a:pt x="88169" y="52345"/>
                  <a:pt x="88169" y="59440"/>
                </a:cubicBezTo>
                <a:cubicBezTo>
                  <a:pt x="88169" y="73629"/>
                  <a:pt x="89917" y="83941"/>
                  <a:pt x="93414" y="90377"/>
                </a:cubicBezTo>
                <a:cubicBezTo>
                  <a:pt x="96910" y="96812"/>
                  <a:pt x="101496" y="100029"/>
                  <a:pt x="107171" y="100029"/>
                </a:cubicBezTo>
                <a:close/>
                <a:moveTo>
                  <a:pt x="183181" y="110062"/>
                </a:moveTo>
                <a:cubicBezTo>
                  <a:pt x="173350" y="110062"/>
                  <a:pt x="165699" y="105704"/>
                  <a:pt x="160226" y="96988"/>
                </a:cubicBezTo>
                <a:cubicBezTo>
                  <a:pt x="154755" y="88273"/>
                  <a:pt x="152019" y="75757"/>
                  <a:pt x="152019" y="59440"/>
                </a:cubicBezTo>
                <a:cubicBezTo>
                  <a:pt x="152019" y="43124"/>
                  <a:pt x="154755" y="30710"/>
                  <a:pt x="160226" y="22196"/>
                </a:cubicBezTo>
                <a:cubicBezTo>
                  <a:pt x="165699" y="13683"/>
                  <a:pt x="173350" y="9427"/>
                  <a:pt x="183181" y="9427"/>
                </a:cubicBezTo>
                <a:cubicBezTo>
                  <a:pt x="192911" y="9427"/>
                  <a:pt x="200512" y="13683"/>
                  <a:pt x="205985" y="22196"/>
                </a:cubicBezTo>
                <a:cubicBezTo>
                  <a:pt x="211458" y="30710"/>
                  <a:pt x="214194" y="43124"/>
                  <a:pt x="214194" y="59440"/>
                </a:cubicBezTo>
                <a:cubicBezTo>
                  <a:pt x="214194" y="75757"/>
                  <a:pt x="211458" y="88273"/>
                  <a:pt x="205985" y="96988"/>
                </a:cubicBezTo>
                <a:cubicBezTo>
                  <a:pt x="200512" y="105704"/>
                  <a:pt x="192911" y="110062"/>
                  <a:pt x="183181" y="110062"/>
                </a:cubicBezTo>
                <a:moveTo>
                  <a:pt x="183181" y="100029"/>
                </a:moveTo>
                <a:cubicBezTo>
                  <a:pt x="186019" y="100029"/>
                  <a:pt x="188578" y="99244"/>
                  <a:pt x="190859" y="97672"/>
                </a:cubicBezTo>
                <a:cubicBezTo>
                  <a:pt x="193140" y="96101"/>
                  <a:pt x="195116" y="93670"/>
                  <a:pt x="196788" y="90377"/>
                </a:cubicBezTo>
                <a:cubicBezTo>
                  <a:pt x="198459" y="87083"/>
                  <a:pt x="199751" y="82877"/>
                  <a:pt x="200664" y="77758"/>
                </a:cubicBezTo>
                <a:cubicBezTo>
                  <a:pt x="201576" y="72640"/>
                  <a:pt x="202032" y="66534"/>
                  <a:pt x="202032" y="59440"/>
                </a:cubicBezTo>
                <a:cubicBezTo>
                  <a:pt x="202032" y="52345"/>
                  <a:pt x="201576" y="46265"/>
                  <a:pt x="200664" y="41199"/>
                </a:cubicBezTo>
                <a:cubicBezTo>
                  <a:pt x="199751" y="36131"/>
                  <a:pt x="198459" y="32002"/>
                  <a:pt x="196788" y="28810"/>
                </a:cubicBezTo>
                <a:cubicBezTo>
                  <a:pt x="195116" y="25616"/>
                  <a:pt x="193140" y="23260"/>
                  <a:pt x="190859" y="21740"/>
                </a:cubicBezTo>
                <a:cubicBezTo>
                  <a:pt x="188578" y="20219"/>
                  <a:pt x="186019" y="19459"/>
                  <a:pt x="183181" y="19459"/>
                </a:cubicBezTo>
                <a:cubicBezTo>
                  <a:pt x="180343" y="19459"/>
                  <a:pt x="177759" y="20219"/>
                  <a:pt x="175429" y="21740"/>
                </a:cubicBezTo>
                <a:cubicBezTo>
                  <a:pt x="173098" y="23260"/>
                  <a:pt x="171096" y="25616"/>
                  <a:pt x="169423" y="28810"/>
                </a:cubicBezTo>
                <a:cubicBezTo>
                  <a:pt x="167751" y="32002"/>
                  <a:pt x="166459" y="36131"/>
                  <a:pt x="165547" y="41199"/>
                </a:cubicBezTo>
                <a:cubicBezTo>
                  <a:pt x="164635" y="46265"/>
                  <a:pt x="164178" y="52345"/>
                  <a:pt x="164178" y="59440"/>
                </a:cubicBezTo>
                <a:cubicBezTo>
                  <a:pt x="164178" y="73629"/>
                  <a:pt x="165927" y="83941"/>
                  <a:pt x="169423" y="90377"/>
                </a:cubicBezTo>
                <a:cubicBezTo>
                  <a:pt x="172920" y="96812"/>
                  <a:pt x="177506" y="100029"/>
                  <a:pt x="183181" y="100029"/>
                </a:cubicBezTo>
                <a:close/>
                <a:moveTo>
                  <a:pt x="259190" y="110062"/>
                </a:moveTo>
                <a:cubicBezTo>
                  <a:pt x="249360" y="110062"/>
                  <a:pt x="241708" y="105704"/>
                  <a:pt x="236235" y="96988"/>
                </a:cubicBezTo>
                <a:cubicBezTo>
                  <a:pt x="230764" y="88273"/>
                  <a:pt x="228028" y="75757"/>
                  <a:pt x="228028" y="59440"/>
                </a:cubicBezTo>
                <a:cubicBezTo>
                  <a:pt x="228028" y="43124"/>
                  <a:pt x="230764" y="30710"/>
                  <a:pt x="236235" y="22196"/>
                </a:cubicBezTo>
                <a:cubicBezTo>
                  <a:pt x="241708" y="13683"/>
                  <a:pt x="249360" y="9427"/>
                  <a:pt x="259190" y="9427"/>
                </a:cubicBezTo>
                <a:cubicBezTo>
                  <a:pt x="268920" y="9427"/>
                  <a:pt x="276522" y="13683"/>
                  <a:pt x="281995" y="22196"/>
                </a:cubicBezTo>
                <a:cubicBezTo>
                  <a:pt x="287467" y="30710"/>
                  <a:pt x="290204" y="43124"/>
                  <a:pt x="290204" y="59440"/>
                </a:cubicBezTo>
                <a:cubicBezTo>
                  <a:pt x="290204" y="75757"/>
                  <a:pt x="287467" y="88273"/>
                  <a:pt x="281995" y="96988"/>
                </a:cubicBezTo>
                <a:cubicBezTo>
                  <a:pt x="276522" y="105704"/>
                  <a:pt x="268920" y="110062"/>
                  <a:pt x="259190" y="110062"/>
                </a:cubicBezTo>
                <a:moveTo>
                  <a:pt x="259190" y="100029"/>
                </a:moveTo>
                <a:cubicBezTo>
                  <a:pt x="262028" y="100029"/>
                  <a:pt x="264587" y="99244"/>
                  <a:pt x="266868" y="97672"/>
                </a:cubicBezTo>
                <a:cubicBezTo>
                  <a:pt x="269149" y="96101"/>
                  <a:pt x="271126" y="93670"/>
                  <a:pt x="272797" y="90377"/>
                </a:cubicBezTo>
                <a:cubicBezTo>
                  <a:pt x="274469" y="87083"/>
                  <a:pt x="275761" y="82877"/>
                  <a:pt x="276673" y="77758"/>
                </a:cubicBezTo>
                <a:cubicBezTo>
                  <a:pt x="277586" y="72640"/>
                  <a:pt x="278042" y="66534"/>
                  <a:pt x="278042" y="59440"/>
                </a:cubicBezTo>
                <a:cubicBezTo>
                  <a:pt x="278042" y="52345"/>
                  <a:pt x="277586" y="46265"/>
                  <a:pt x="276673" y="41199"/>
                </a:cubicBezTo>
                <a:cubicBezTo>
                  <a:pt x="275761" y="36131"/>
                  <a:pt x="274469" y="32002"/>
                  <a:pt x="272797" y="28810"/>
                </a:cubicBezTo>
                <a:cubicBezTo>
                  <a:pt x="271126" y="25616"/>
                  <a:pt x="269149" y="23260"/>
                  <a:pt x="266868" y="21740"/>
                </a:cubicBezTo>
                <a:cubicBezTo>
                  <a:pt x="264587" y="20219"/>
                  <a:pt x="262028" y="19459"/>
                  <a:pt x="259190" y="19459"/>
                </a:cubicBezTo>
                <a:cubicBezTo>
                  <a:pt x="256353" y="19459"/>
                  <a:pt x="253769" y="20219"/>
                  <a:pt x="251438" y="21740"/>
                </a:cubicBezTo>
                <a:cubicBezTo>
                  <a:pt x="249108" y="23260"/>
                  <a:pt x="247106" y="25616"/>
                  <a:pt x="245433" y="28810"/>
                </a:cubicBezTo>
                <a:cubicBezTo>
                  <a:pt x="243761" y="32002"/>
                  <a:pt x="242469" y="36131"/>
                  <a:pt x="241557" y="41199"/>
                </a:cubicBezTo>
                <a:cubicBezTo>
                  <a:pt x="240644" y="46265"/>
                  <a:pt x="240188" y="52345"/>
                  <a:pt x="240188" y="59440"/>
                </a:cubicBezTo>
                <a:cubicBezTo>
                  <a:pt x="240188" y="73629"/>
                  <a:pt x="241936" y="83941"/>
                  <a:pt x="245433" y="90377"/>
                </a:cubicBezTo>
                <a:cubicBezTo>
                  <a:pt x="248929" y="96812"/>
                  <a:pt x="253515" y="100029"/>
                  <a:pt x="259190" y="100029"/>
                </a:cubicBezTo>
                <a:close/>
                <a:moveTo>
                  <a:pt x="309357" y="108238"/>
                </a:moveTo>
                <a:lnTo>
                  <a:pt x="309357" y="97902"/>
                </a:lnTo>
                <a:lnTo>
                  <a:pt x="331553" y="97902"/>
                </a:lnTo>
                <a:lnTo>
                  <a:pt x="331553" y="26453"/>
                </a:lnTo>
                <a:lnTo>
                  <a:pt x="313917" y="26453"/>
                </a:lnTo>
                <a:lnTo>
                  <a:pt x="313917" y="18395"/>
                </a:lnTo>
                <a:cubicBezTo>
                  <a:pt x="318377" y="17584"/>
                  <a:pt x="322254" y="16597"/>
                  <a:pt x="325548" y="15432"/>
                </a:cubicBezTo>
                <a:cubicBezTo>
                  <a:pt x="328842" y="14266"/>
                  <a:pt x="331806" y="12872"/>
                  <a:pt x="334441" y="11250"/>
                </a:cubicBezTo>
                <a:lnTo>
                  <a:pt x="344019" y="11250"/>
                </a:lnTo>
                <a:lnTo>
                  <a:pt x="344019" y="97902"/>
                </a:lnTo>
                <a:lnTo>
                  <a:pt x="364084" y="97902"/>
                </a:lnTo>
                <a:lnTo>
                  <a:pt x="364084" y="108238"/>
                </a:lnTo>
                <a:lnTo>
                  <a:pt x="309357" y="108238"/>
                </a:lnTo>
                <a:close/>
                <a:moveTo>
                  <a:pt x="392360" y="110062"/>
                </a:moveTo>
                <a:cubicBezTo>
                  <a:pt x="389827" y="110062"/>
                  <a:pt x="387674" y="109176"/>
                  <a:pt x="385900" y="107403"/>
                </a:cubicBezTo>
                <a:cubicBezTo>
                  <a:pt x="384126" y="105630"/>
                  <a:pt x="383239" y="103374"/>
                  <a:pt x="383239" y="100637"/>
                </a:cubicBezTo>
                <a:cubicBezTo>
                  <a:pt x="383239" y="97699"/>
                  <a:pt x="384126" y="95343"/>
                  <a:pt x="385900" y="93569"/>
                </a:cubicBezTo>
                <a:cubicBezTo>
                  <a:pt x="387674" y="91795"/>
                  <a:pt x="389827" y="90908"/>
                  <a:pt x="392360" y="90908"/>
                </a:cubicBezTo>
                <a:cubicBezTo>
                  <a:pt x="394793" y="90908"/>
                  <a:pt x="396896" y="91795"/>
                  <a:pt x="398669" y="93569"/>
                </a:cubicBezTo>
                <a:cubicBezTo>
                  <a:pt x="400443" y="95343"/>
                  <a:pt x="401330" y="97699"/>
                  <a:pt x="401330" y="100637"/>
                </a:cubicBezTo>
                <a:cubicBezTo>
                  <a:pt x="401330" y="103374"/>
                  <a:pt x="400443" y="105630"/>
                  <a:pt x="398669" y="107403"/>
                </a:cubicBezTo>
                <a:cubicBezTo>
                  <a:pt x="396896" y="109176"/>
                  <a:pt x="394793" y="110062"/>
                  <a:pt x="392360" y="110062"/>
                </a:cubicBezTo>
                <a:close/>
                <a:moveTo>
                  <a:pt x="423828" y="139403"/>
                </a:moveTo>
                <a:lnTo>
                  <a:pt x="423828" y="34358"/>
                </a:lnTo>
                <a:lnTo>
                  <a:pt x="434164" y="34358"/>
                </a:lnTo>
                <a:lnTo>
                  <a:pt x="435229" y="42871"/>
                </a:lnTo>
                <a:lnTo>
                  <a:pt x="435686" y="42871"/>
                </a:lnTo>
                <a:cubicBezTo>
                  <a:pt x="439029" y="40034"/>
                  <a:pt x="442703" y="37601"/>
                  <a:pt x="446707" y="35574"/>
                </a:cubicBezTo>
                <a:cubicBezTo>
                  <a:pt x="450710" y="33546"/>
                  <a:pt x="454891" y="32533"/>
                  <a:pt x="459249" y="32533"/>
                </a:cubicBezTo>
                <a:cubicBezTo>
                  <a:pt x="464012" y="32533"/>
                  <a:pt x="468217" y="33420"/>
                  <a:pt x="471865" y="35193"/>
                </a:cubicBezTo>
                <a:cubicBezTo>
                  <a:pt x="475515" y="36967"/>
                  <a:pt x="478555" y="39501"/>
                  <a:pt x="480986" y="42795"/>
                </a:cubicBezTo>
                <a:cubicBezTo>
                  <a:pt x="483419" y="46089"/>
                  <a:pt x="485268" y="50041"/>
                  <a:pt x="486535" y="54653"/>
                </a:cubicBezTo>
                <a:cubicBezTo>
                  <a:pt x="487803" y="59263"/>
                  <a:pt x="488437" y="64456"/>
                  <a:pt x="488437" y="70234"/>
                </a:cubicBezTo>
                <a:cubicBezTo>
                  <a:pt x="488437" y="76517"/>
                  <a:pt x="487575" y="82116"/>
                  <a:pt x="485853" y="87032"/>
                </a:cubicBezTo>
                <a:cubicBezTo>
                  <a:pt x="484130" y="91947"/>
                  <a:pt x="481799" y="96128"/>
                  <a:pt x="478859" y="99575"/>
                </a:cubicBezTo>
                <a:cubicBezTo>
                  <a:pt x="475919" y="103020"/>
                  <a:pt x="472524" y="105630"/>
                  <a:pt x="468673" y="107403"/>
                </a:cubicBezTo>
                <a:cubicBezTo>
                  <a:pt x="464823" y="109176"/>
                  <a:pt x="460769" y="110062"/>
                  <a:pt x="456512" y="110062"/>
                </a:cubicBezTo>
                <a:cubicBezTo>
                  <a:pt x="453066" y="110062"/>
                  <a:pt x="449646" y="109302"/>
                  <a:pt x="446250" y="107781"/>
                </a:cubicBezTo>
                <a:cubicBezTo>
                  <a:pt x="442855" y="106261"/>
                  <a:pt x="439435" y="104184"/>
                  <a:pt x="435990" y="101549"/>
                </a:cubicBezTo>
                <a:lnTo>
                  <a:pt x="436294" y="114471"/>
                </a:lnTo>
                <a:lnTo>
                  <a:pt x="436294" y="139403"/>
                </a:lnTo>
                <a:lnTo>
                  <a:pt x="423828" y="139403"/>
                </a:lnTo>
                <a:moveTo>
                  <a:pt x="454385" y="99572"/>
                </a:moveTo>
                <a:cubicBezTo>
                  <a:pt x="457425" y="99572"/>
                  <a:pt x="460237" y="98889"/>
                  <a:pt x="462821" y="97522"/>
                </a:cubicBezTo>
                <a:cubicBezTo>
                  <a:pt x="465405" y="96153"/>
                  <a:pt x="467634" y="94228"/>
                  <a:pt x="469508" y="91746"/>
                </a:cubicBezTo>
                <a:cubicBezTo>
                  <a:pt x="471384" y="89262"/>
                  <a:pt x="472854" y="86197"/>
                  <a:pt x="473918" y="82549"/>
                </a:cubicBezTo>
                <a:cubicBezTo>
                  <a:pt x="474982" y="78899"/>
                  <a:pt x="475514" y="74794"/>
                  <a:pt x="475514" y="70234"/>
                </a:cubicBezTo>
                <a:cubicBezTo>
                  <a:pt x="475514" y="66180"/>
                  <a:pt x="475159" y="62481"/>
                  <a:pt x="474449" y="59137"/>
                </a:cubicBezTo>
                <a:cubicBezTo>
                  <a:pt x="473741" y="55792"/>
                  <a:pt x="472601" y="52928"/>
                  <a:pt x="471030" y="50547"/>
                </a:cubicBezTo>
                <a:cubicBezTo>
                  <a:pt x="469459" y="48165"/>
                  <a:pt x="467432" y="46316"/>
                  <a:pt x="464948" y="44998"/>
                </a:cubicBezTo>
                <a:cubicBezTo>
                  <a:pt x="462466" y="43681"/>
                  <a:pt x="459502" y="43022"/>
                  <a:pt x="456057" y="43022"/>
                </a:cubicBezTo>
                <a:cubicBezTo>
                  <a:pt x="452915" y="43022"/>
                  <a:pt x="449747" y="43883"/>
                  <a:pt x="446553" y="45606"/>
                </a:cubicBezTo>
                <a:cubicBezTo>
                  <a:pt x="443362" y="47329"/>
                  <a:pt x="439942" y="49812"/>
                  <a:pt x="436294" y="53054"/>
                </a:cubicBezTo>
                <a:lnTo>
                  <a:pt x="436294" y="91820"/>
                </a:lnTo>
                <a:cubicBezTo>
                  <a:pt x="439639" y="94658"/>
                  <a:pt x="442881" y="96660"/>
                  <a:pt x="446022" y="97826"/>
                </a:cubicBezTo>
                <a:cubicBezTo>
                  <a:pt x="449165" y="98990"/>
                  <a:pt x="451952" y="99572"/>
                  <a:pt x="454385" y="99572"/>
                </a:cubicBezTo>
                <a:close/>
                <a:moveTo>
                  <a:pt x="508047" y="108238"/>
                </a:moveTo>
                <a:lnTo>
                  <a:pt x="508047" y="0"/>
                </a:lnTo>
                <a:lnTo>
                  <a:pt x="520512" y="0"/>
                </a:lnTo>
                <a:lnTo>
                  <a:pt x="520512" y="29492"/>
                </a:lnTo>
                <a:lnTo>
                  <a:pt x="520055" y="44695"/>
                </a:lnTo>
                <a:cubicBezTo>
                  <a:pt x="523603" y="41350"/>
                  <a:pt x="527302" y="38486"/>
                  <a:pt x="531152" y="36105"/>
                </a:cubicBezTo>
                <a:cubicBezTo>
                  <a:pt x="535005" y="33723"/>
                  <a:pt x="539515" y="32533"/>
                  <a:pt x="544683" y="32533"/>
                </a:cubicBezTo>
                <a:cubicBezTo>
                  <a:pt x="552486" y="32533"/>
                  <a:pt x="558186" y="34965"/>
                  <a:pt x="561783" y="39830"/>
                </a:cubicBezTo>
                <a:cubicBezTo>
                  <a:pt x="565382" y="44695"/>
                  <a:pt x="567181" y="51891"/>
                  <a:pt x="567181" y="61417"/>
                </a:cubicBezTo>
                <a:lnTo>
                  <a:pt x="567181" y="108238"/>
                </a:lnTo>
                <a:lnTo>
                  <a:pt x="554718" y="108238"/>
                </a:lnTo>
                <a:lnTo>
                  <a:pt x="554718" y="63089"/>
                </a:lnTo>
                <a:cubicBezTo>
                  <a:pt x="554718" y="56096"/>
                  <a:pt x="553603" y="51054"/>
                  <a:pt x="551373" y="47963"/>
                </a:cubicBezTo>
                <a:cubicBezTo>
                  <a:pt x="549143" y="44872"/>
                  <a:pt x="545595" y="43326"/>
                  <a:pt x="540730" y="43326"/>
                </a:cubicBezTo>
                <a:cubicBezTo>
                  <a:pt x="536880" y="43326"/>
                  <a:pt x="533484" y="44289"/>
                  <a:pt x="530545" y="46214"/>
                </a:cubicBezTo>
                <a:cubicBezTo>
                  <a:pt x="527607" y="48139"/>
                  <a:pt x="524262" y="50977"/>
                  <a:pt x="520512" y="54727"/>
                </a:cubicBezTo>
                <a:lnTo>
                  <a:pt x="520512" y="108238"/>
                </a:lnTo>
                <a:lnTo>
                  <a:pt x="508047" y="108238"/>
                </a:lnTo>
                <a:close/>
                <a:moveTo>
                  <a:pt x="589529" y="139403"/>
                </a:moveTo>
                <a:lnTo>
                  <a:pt x="589529" y="34358"/>
                </a:lnTo>
                <a:lnTo>
                  <a:pt x="599865" y="34358"/>
                </a:lnTo>
                <a:lnTo>
                  <a:pt x="600930" y="42871"/>
                </a:lnTo>
                <a:lnTo>
                  <a:pt x="601387" y="42871"/>
                </a:lnTo>
                <a:cubicBezTo>
                  <a:pt x="604730" y="40034"/>
                  <a:pt x="608404" y="37601"/>
                  <a:pt x="612407" y="35574"/>
                </a:cubicBezTo>
                <a:cubicBezTo>
                  <a:pt x="616411" y="33546"/>
                  <a:pt x="620592" y="32533"/>
                  <a:pt x="624949" y="32533"/>
                </a:cubicBezTo>
                <a:cubicBezTo>
                  <a:pt x="629712" y="32533"/>
                  <a:pt x="633918" y="33420"/>
                  <a:pt x="637566" y="35193"/>
                </a:cubicBezTo>
                <a:cubicBezTo>
                  <a:pt x="641215" y="36967"/>
                  <a:pt x="644256" y="39501"/>
                  <a:pt x="646687" y="42795"/>
                </a:cubicBezTo>
                <a:cubicBezTo>
                  <a:pt x="649119" y="46089"/>
                  <a:pt x="650969" y="50041"/>
                  <a:pt x="652235" y="54653"/>
                </a:cubicBezTo>
                <a:cubicBezTo>
                  <a:pt x="653503" y="59263"/>
                  <a:pt x="654137" y="64456"/>
                  <a:pt x="654137" y="70234"/>
                </a:cubicBezTo>
                <a:cubicBezTo>
                  <a:pt x="654137" y="76517"/>
                  <a:pt x="653276" y="82116"/>
                  <a:pt x="651553" y="87032"/>
                </a:cubicBezTo>
                <a:cubicBezTo>
                  <a:pt x="649831" y="91947"/>
                  <a:pt x="647499" y="96128"/>
                  <a:pt x="644560" y="99575"/>
                </a:cubicBezTo>
                <a:cubicBezTo>
                  <a:pt x="641620" y="103020"/>
                  <a:pt x="638225" y="105630"/>
                  <a:pt x="634374" y="107403"/>
                </a:cubicBezTo>
                <a:cubicBezTo>
                  <a:pt x="630523" y="109176"/>
                  <a:pt x="626470" y="110062"/>
                  <a:pt x="622212" y="110062"/>
                </a:cubicBezTo>
                <a:cubicBezTo>
                  <a:pt x="618767" y="110062"/>
                  <a:pt x="615346" y="109302"/>
                  <a:pt x="611950" y="107781"/>
                </a:cubicBezTo>
                <a:cubicBezTo>
                  <a:pt x="608556" y="106261"/>
                  <a:pt x="605136" y="104184"/>
                  <a:pt x="601691" y="101549"/>
                </a:cubicBezTo>
                <a:lnTo>
                  <a:pt x="601994" y="114471"/>
                </a:lnTo>
                <a:lnTo>
                  <a:pt x="601994" y="139403"/>
                </a:lnTo>
                <a:lnTo>
                  <a:pt x="589529" y="139403"/>
                </a:lnTo>
                <a:moveTo>
                  <a:pt x="620085" y="99572"/>
                </a:moveTo>
                <a:cubicBezTo>
                  <a:pt x="623125" y="99572"/>
                  <a:pt x="625938" y="98889"/>
                  <a:pt x="628522" y="97522"/>
                </a:cubicBezTo>
                <a:cubicBezTo>
                  <a:pt x="631106" y="96153"/>
                  <a:pt x="633335" y="94228"/>
                  <a:pt x="635209" y="91746"/>
                </a:cubicBezTo>
                <a:cubicBezTo>
                  <a:pt x="637085" y="89262"/>
                  <a:pt x="638555" y="86197"/>
                  <a:pt x="639619" y="82549"/>
                </a:cubicBezTo>
                <a:cubicBezTo>
                  <a:pt x="640683" y="78899"/>
                  <a:pt x="641215" y="74794"/>
                  <a:pt x="641215" y="70234"/>
                </a:cubicBezTo>
                <a:cubicBezTo>
                  <a:pt x="641215" y="66180"/>
                  <a:pt x="640860" y="62481"/>
                  <a:pt x="640150" y="59137"/>
                </a:cubicBezTo>
                <a:cubicBezTo>
                  <a:pt x="639442" y="55792"/>
                  <a:pt x="638302" y="52928"/>
                  <a:pt x="636731" y="50547"/>
                </a:cubicBezTo>
                <a:cubicBezTo>
                  <a:pt x="635160" y="48165"/>
                  <a:pt x="633132" y="46316"/>
                  <a:pt x="630649" y="44998"/>
                </a:cubicBezTo>
                <a:cubicBezTo>
                  <a:pt x="628167" y="43681"/>
                  <a:pt x="625203" y="43022"/>
                  <a:pt x="621758" y="43022"/>
                </a:cubicBezTo>
                <a:cubicBezTo>
                  <a:pt x="618615" y="43022"/>
                  <a:pt x="615447" y="43883"/>
                  <a:pt x="612254" y="45606"/>
                </a:cubicBezTo>
                <a:cubicBezTo>
                  <a:pt x="609062" y="47329"/>
                  <a:pt x="605642" y="49812"/>
                  <a:pt x="601994" y="53054"/>
                </a:cubicBezTo>
                <a:lnTo>
                  <a:pt x="601994" y="91820"/>
                </a:lnTo>
                <a:cubicBezTo>
                  <a:pt x="605339" y="94658"/>
                  <a:pt x="608582" y="96660"/>
                  <a:pt x="611723" y="97826"/>
                </a:cubicBezTo>
                <a:cubicBezTo>
                  <a:pt x="614865" y="98990"/>
                  <a:pt x="617653" y="99572"/>
                  <a:pt x="620085" y="99572"/>
                </a:cubicBezTo>
                <a:close/>
                <a:moveTo>
                  <a:pt x="697006" y="110062"/>
                </a:moveTo>
                <a:cubicBezTo>
                  <a:pt x="693054" y="110062"/>
                  <a:pt x="689734" y="109454"/>
                  <a:pt x="687048" y="108238"/>
                </a:cubicBezTo>
                <a:cubicBezTo>
                  <a:pt x="684364" y="107023"/>
                  <a:pt x="682185" y="105351"/>
                  <a:pt x="680511" y="103223"/>
                </a:cubicBezTo>
                <a:cubicBezTo>
                  <a:pt x="678840" y="101094"/>
                  <a:pt x="677649" y="98509"/>
                  <a:pt x="676939" y="95469"/>
                </a:cubicBezTo>
                <a:cubicBezTo>
                  <a:pt x="676229" y="92429"/>
                  <a:pt x="675874" y="89084"/>
                  <a:pt x="675874" y="85436"/>
                </a:cubicBezTo>
                <a:lnTo>
                  <a:pt x="675874" y="44541"/>
                </a:lnTo>
                <a:lnTo>
                  <a:pt x="664930" y="44541"/>
                </a:lnTo>
                <a:lnTo>
                  <a:pt x="664930" y="35117"/>
                </a:lnTo>
                <a:lnTo>
                  <a:pt x="676485" y="34358"/>
                </a:lnTo>
                <a:lnTo>
                  <a:pt x="678004" y="13683"/>
                </a:lnTo>
                <a:lnTo>
                  <a:pt x="688493" y="13683"/>
                </a:lnTo>
                <a:lnTo>
                  <a:pt x="688493" y="34358"/>
                </a:lnTo>
                <a:lnTo>
                  <a:pt x="708407" y="34358"/>
                </a:lnTo>
                <a:lnTo>
                  <a:pt x="708407" y="44541"/>
                </a:lnTo>
                <a:lnTo>
                  <a:pt x="688493" y="44541"/>
                </a:lnTo>
                <a:lnTo>
                  <a:pt x="688493" y="85587"/>
                </a:lnTo>
                <a:cubicBezTo>
                  <a:pt x="688493" y="90148"/>
                  <a:pt x="689329" y="93670"/>
                  <a:pt x="691001" y="96153"/>
                </a:cubicBezTo>
                <a:cubicBezTo>
                  <a:pt x="692674" y="98637"/>
                  <a:pt x="695638" y="99878"/>
                  <a:pt x="699894" y="99878"/>
                </a:cubicBezTo>
                <a:cubicBezTo>
                  <a:pt x="701212" y="99878"/>
                  <a:pt x="702631" y="99676"/>
                  <a:pt x="704151" y="99271"/>
                </a:cubicBezTo>
                <a:cubicBezTo>
                  <a:pt x="705671" y="98864"/>
                  <a:pt x="707039" y="98408"/>
                  <a:pt x="708256" y="97902"/>
                </a:cubicBezTo>
                <a:lnTo>
                  <a:pt x="710687" y="107327"/>
                </a:lnTo>
                <a:cubicBezTo>
                  <a:pt x="708660" y="108037"/>
                  <a:pt x="706456" y="108670"/>
                  <a:pt x="704074" y="109227"/>
                </a:cubicBezTo>
                <a:cubicBezTo>
                  <a:pt x="701693" y="109783"/>
                  <a:pt x="699337" y="110062"/>
                  <a:pt x="697006" y="11006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2CD5A-1A7C-4CA6-B90A-91F5EFBF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02" y="762879"/>
            <a:ext cx="1236770" cy="167888"/>
          </a:xfrm>
          <a:custGeom xmlns:a="http://schemas.openxmlformats.org/drawingml/2006/main">
            <a:pathLst>
              <a:path w="1236770" h="167888">
                <a:moveTo>
                  <a:pt x="0" y="0"/>
                </a:moveTo>
                <a:lnTo>
                  <a:pt x="1214384" y="0"/>
                </a:lnTo>
                <a:lnTo>
                  <a:pt x="1236770" y="22386"/>
                </a:lnTo>
                <a:lnTo>
                  <a:pt x="1236770" y="167888"/>
                </a:lnTo>
                <a:lnTo>
                  <a:pt x="0" y="1678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4EA82-79F6-4F90-A248-C9EAA673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02" y="762879"/>
            <a:ext cx="1236769" cy="167888"/>
          </a:xfrm>
          <a:custGeom xmlns:a="http://schemas.openxmlformats.org/drawingml/2006/main">
            <a:pathLst>
              <a:path w="1236769" h="167888" fill="none">
                <a:moveTo>
                  <a:pt x="0" y="0"/>
                </a:moveTo>
                <a:lnTo>
                  <a:pt x="1214384" y="0"/>
                </a:lnTo>
                <a:lnTo>
                  <a:pt x="1236769" y="22386"/>
                </a:lnTo>
                <a:lnTo>
                  <a:pt x="1236769" y="167888"/>
                </a:lnTo>
                <a:lnTo>
                  <a:pt x="0" y="1678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000000"/>
            </a:solidFill>
            <a:miter/>
          </a:ln>
        </p:spPr>
      </p:sp>
      <p:sp>
        <p:nvSpPr>
          <p:cNvPr id="51" name="Text 00002.phpt">
            <a:extLst xmlns:a="http://schemas.openxmlformats.org/drawingml/2006/main">
              <a:ext uri="{FF2B5EF4-FFF2-40B4-BE49-F238E27FC236}">
                <a16:creationId xmlns:a16="http://schemas.microsoft.com/office/drawing/2014/main" id="{2E1C2854-6B1E-4258-9338-F92DE8B4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91" y="806334"/>
            <a:ext cx="710687" cy="139403"/>
          </a:xfrm>
          <a:custGeom xmlns:a="http://schemas.openxmlformats.org/drawingml/2006/main">
            <a:pathLst>
              <a:path w="710687" h="139403">
                <a:moveTo>
                  <a:pt x="31162" y="110062"/>
                </a:moveTo>
                <a:cubicBezTo>
                  <a:pt x="21331" y="110062"/>
                  <a:pt x="13680" y="105704"/>
                  <a:pt x="8207" y="96988"/>
                </a:cubicBezTo>
                <a:cubicBezTo>
                  <a:pt x="2736" y="88273"/>
                  <a:pt x="0" y="75757"/>
                  <a:pt x="0" y="59440"/>
                </a:cubicBezTo>
                <a:cubicBezTo>
                  <a:pt x="0" y="43124"/>
                  <a:pt x="2736" y="30710"/>
                  <a:pt x="8207" y="22196"/>
                </a:cubicBezTo>
                <a:cubicBezTo>
                  <a:pt x="13680" y="13683"/>
                  <a:pt x="21331" y="9427"/>
                  <a:pt x="31162" y="9427"/>
                </a:cubicBezTo>
                <a:cubicBezTo>
                  <a:pt x="40892" y="9427"/>
                  <a:pt x="48493" y="13683"/>
                  <a:pt x="53966" y="22196"/>
                </a:cubicBezTo>
                <a:cubicBezTo>
                  <a:pt x="59439" y="30710"/>
                  <a:pt x="62175" y="43124"/>
                  <a:pt x="62175" y="59440"/>
                </a:cubicBezTo>
                <a:cubicBezTo>
                  <a:pt x="62175" y="75757"/>
                  <a:pt x="59439" y="88273"/>
                  <a:pt x="53966" y="96988"/>
                </a:cubicBezTo>
                <a:cubicBezTo>
                  <a:pt x="48493" y="105704"/>
                  <a:pt x="40892" y="110062"/>
                  <a:pt x="31162" y="110062"/>
                </a:cubicBezTo>
                <a:moveTo>
                  <a:pt x="31162" y="100029"/>
                </a:moveTo>
                <a:cubicBezTo>
                  <a:pt x="34000" y="100029"/>
                  <a:pt x="36559" y="99244"/>
                  <a:pt x="38840" y="97672"/>
                </a:cubicBezTo>
                <a:cubicBezTo>
                  <a:pt x="41121" y="96101"/>
                  <a:pt x="43097" y="93670"/>
                  <a:pt x="44769" y="90377"/>
                </a:cubicBezTo>
                <a:cubicBezTo>
                  <a:pt x="46440" y="87083"/>
                  <a:pt x="47732" y="82877"/>
                  <a:pt x="48645" y="77758"/>
                </a:cubicBezTo>
                <a:cubicBezTo>
                  <a:pt x="49557" y="72640"/>
                  <a:pt x="50013" y="66534"/>
                  <a:pt x="50013" y="59440"/>
                </a:cubicBezTo>
                <a:cubicBezTo>
                  <a:pt x="50013" y="52345"/>
                  <a:pt x="49557" y="46265"/>
                  <a:pt x="48645" y="41199"/>
                </a:cubicBezTo>
                <a:cubicBezTo>
                  <a:pt x="47732" y="36131"/>
                  <a:pt x="46440" y="32002"/>
                  <a:pt x="44769" y="28810"/>
                </a:cubicBezTo>
                <a:cubicBezTo>
                  <a:pt x="43097" y="25616"/>
                  <a:pt x="41121" y="23260"/>
                  <a:pt x="38840" y="21740"/>
                </a:cubicBezTo>
                <a:cubicBezTo>
                  <a:pt x="36559" y="20219"/>
                  <a:pt x="34000" y="19459"/>
                  <a:pt x="31162" y="19459"/>
                </a:cubicBezTo>
                <a:cubicBezTo>
                  <a:pt x="28324" y="19459"/>
                  <a:pt x="25740" y="20219"/>
                  <a:pt x="23410" y="21740"/>
                </a:cubicBezTo>
                <a:cubicBezTo>
                  <a:pt x="21079" y="23260"/>
                  <a:pt x="19077" y="25616"/>
                  <a:pt x="17404" y="28810"/>
                </a:cubicBezTo>
                <a:cubicBezTo>
                  <a:pt x="15732" y="32002"/>
                  <a:pt x="14440" y="36131"/>
                  <a:pt x="13528" y="41199"/>
                </a:cubicBezTo>
                <a:cubicBezTo>
                  <a:pt x="12616" y="46265"/>
                  <a:pt x="12159" y="52345"/>
                  <a:pt x="12159" y="59440"/>
                </a:cubicBezTo>
                <a:cubicBezTo>
                  <a:pt x="12159" y="73629"/>
                  <a:pt x="13908" y="83941"/>
                  <a:pt x="17404" y="90377"/>
                </a:cubicBezTo>
                <a:cubicBezTo>
                  <a:pt x="20901" y="96812"/>
                  <a:pt x="25487" y="100029"/>
                  <a:pt x="31162" y="100029"/>
                </a:cubicBezTo>
                <a:close/>
                <a:moveTo>
                  <a:pt x="107171" y="110062"/>
                </a:moveTo>
                <a:cubicBezTo>
                  <a:pt x="97341" y="110062"/>
                  <a:pt x="89689" y="105704"/>
                  <a:pt x="84216" y="96988"/>
                </a:cubicBezTo>
                <a:cubicBezTo>
                  <a:pt x="78745" y="88273"/>
                  <a:pt x="76009" y="75757"/>
                  <a:pt x="76009" y="59440"/>
                </a:cubicBezTo>
                <a:cubicBezTo>
                  <a:pt x="76009" y="43124"/>
                  <a:pt x="78745" y="30710"/>
                  <a:pt x="84216" y="22196"/>
                </a:cubicBezTo>
                <a:cubicBezTo>
                  <a:pt x="89689" y="13683"/>
                  <a:pt x="97341" y="9427"/>
                  <a:pt x="107171" y="9427"/>
                </a:cubicBezTo>
                <a:cubicBezTo>
                  <a:pt x="116901" y="9427"/>
                  <a:pt x="124503" y="13683"/>
                  <a:pt x="129976" y="22196"/>
                </a:cubicBezTo>
                <a:cubicBezTo>
                  <a:pt x="135448" y="30710"/>
                  <a:pt x="138185" y="43124"/>
                  <a:pt x="138185" y="59440"/>
                </a:cubicBezTo>
                <a:cubicBezTo>
                  <a:pt x="138185" y="75757"/>
                  <a:pt x="135448" y="88273"/>
                  <a:pt x="129976" y="96988"/>
                </a:cubicBezTo>
                <a:cubicBezTo>
                  <a:pt x="124503" y="105704"/>
                  <a:pt x="116901" y="110062"/>
                  <a:pt x="107171" y="110062"/>
                </a:cubicBezTo>
                <a:moveTo>
                  <a:pt x="107171" y="100029"/>
                </a:moveTo>
                <a:cubicBezTo>
                  <a:pt x="110009" y="100029"/>
                  <a:pt x="112568" y="99244"/>
                  <a:pt x="114849" y="97672"/>
                </a:cubicBezTo>
                <a:cubicBezTo>
                  <a:pt x="117130" y="96101"/>
                  <a:pt x="119107" y="93670"/>
                  <a:pt x="120778" y="90377"/>
                </a:cubicBezTo>
                <a:cubicBezTo>
                  <a:pt x="122450" y="87083"/>
                  <a:pt x="123742" y="82877"/>
                  <a:pt x="124654" y="77758"/>
                </a:cubicBezTo>
                <a:cubicBezTo>
                  <a:pt x="125567" y="72640"/>
                  <a:pt x="126023" y="66534"/>
                  <a:pt x="126023" y="59440"/>
                </a:cubicBezTo>
                <a:cubicBezTo>
                  <a:pt x="126023" y="52345"/>
                  <a:pt x="125567" y="46265"/>
                  <a:pt x="124654" y="41199"/>
                </a:cubicBezTo>
                <a:cubicBezTo>
                  <a:pt x="123742" y="36131"/>
                  <a:pt x="122450" y="32002"/>
                  <a:pt x="120778" y="28810"/>
                </a:cubicBezTo>
                <a:cubicBezTo>
                  <a:pt x="119107" y="25616"/>
                  <a:pt x="117130" y="23260"/>
                  <a:pt x="114849" y="21740"/>
                </a:cubicBezTo>
                <a:cubicBezTo>
                  <a:pt x="112568" y="20219"/>
                  <a:pt x="110009" y="19459"/>
                  <a:pt x="107171" y="19459"/>
                </a:cubicBezTo>
                <a:cubicBezTo>
                  <a:pt x="104334" y="19459"/>
                  <a:pt x="101750" y="20219"/>
                  <a:pt x="99419" y="21740"/>
                </a:cubicBezTo>
                <a:cubicBezTo>
                  <a:pt x="97089" y="23260"/>
                  <a:pt x="95087" y="25616"/>
                  <a:pt x="93414" y="28810"/>
                </a:cubicBezTo>
                <a:cubicBezTo>
                  <a:pt x="91742" y="32002"/>
                  <a:pt x="90450" y="36131"/>
                  <a:pt x="89538" y="41199"/>
                </a:cubicBezTo>
                <a:cubicBezTo>
                  <a:pt x="88625" y="46265"/>
                  <a:pt x="88169" y="52345"/>
                  <a:pt x="88169" y="59440"/>
                </a:cubicBezTo>
                <a:cubicBezTo>
                  <a:pt x="88169" y="73629"/>
                  <a:pt x="89917" y="83941"/>
                  <a:pt x="93414" y="90377"/>
                </a:cubicBezTo>
                <a:cubicBezTo>
                  <a:pt x="96910" y="96812"/>
                  <a:pt x="101496" y="100029"/>
                  <a:pt x="107171" y="100029"/>
                </a:cubicBezTo>
                <a:close/>
                <a:moveTo>
                  <a:pt x="183181" y="110062"/>
                </a:moveTo>
                <a:cubicBezTo>
                  <a:pt x="173350" y="110062"/>
                  <a:pt x="165699" y="105704"/>
                  <a:pt x="160226" y="96988"/>
                </a:cubicBezTo>
                <a:cubicBezTo>
                  <a:pt x="154755" y="88273"/>
                  <a:pt x="152019" y="75757"/>
                  <a:pt x="152019" y="59440"/>
                </a:cubicBezTo>
                <a:cubicBezTo>
                  <a:pt x="152019" y="43124"/>
                  <a:pt x="154755" y="30710"/>
                  <a:pt x="160226" y="22196"/>
                </a:cubicBezTo>
                <a:cubicBezTo>
                  <a:pt x="165699" y="13683"/>
                  <a:pt x="173350" y="9427"/>
                  <a:pt x="183181" y="9427"/>
                </a:cubicBezTo>
                <a:cubicBezTo>
                  <a:pt x="192911" y="9427"/>
                  <a:pt x="200512" y="13683"/>
                  <a:pt x="205985" y="22196"/>
                </a:cubicBezTo>
                <a:cubicBezTo>
                  <a:pt x="211458" y="30710"/>
                  <a:pt x="214194" y="43124"/>
                  <a:pt x="214194" y="59440"/>
                </a:cubicBezTo>
                <a:cubicBezTo>
                  <a:pt x="214194" y="75757"/>
                  <a:pt x="211458" y="88273"/>
                  <a:pt x="205985" y="96988"/>
                </a:cubicBezTo>
                <a:cubicBezTo>
                  <a:pt x="200512" y="105704"/>
                  <a:pt x="192911" y="110062"/>
                  <a:pt x="183181" y="110062"/>
                </a:cubicBezTo>
                <a:moveTo>
                  <a:pt x="183181" y="100029"/>
                </a:moveTo>
                <a:cubicBezTo>
                  <a:pt x="186019" y="100029"/>
                  <a:pt x="188578" y="99244"/>
                  <a:pt x="190859" y="97672"/>
                </a:cubicBezTo>
                <a:cubicBezTo>
                  <a:pt x="193140" y="96101"/>
                  <a:pt x="195116" y="93670"/>
                  <a:pt x="196788" y="90377"/>
                </a:cubicBezTo>
                <a:cubicBezTo>
                  <a:pt x="198459" y="87083"/>
                  <a:pt x="199751" y="82877"/>
                  <a:pt x="200664" y="77758"/>
                </a:cubicBezTo>
                <a:cubicBezTo>
                  <a:pt x="201576" y="72640"/>
                  <a:pt x="202032" y="66534"/>
                  <a:pt x="202032" y="59440"/>
                </a:cubicBezTo>
                <a:cubicBezTo>
                  <a:pt x="202032" y="52345"/>
                  <a:pt x="201576" y="46265"/>
                  <a:pt x="200664" y="41199"/>
                </a:cubicBezTo>
                <a:cubicBezTo>
                  <a:pt x="199751" y="36131"/>
                  <a:pt x="198459" y="32002"/>
                  <a:pt x="196788" y="28810"/>
                </a:cubicBezTo>
                <a:cubicBezTo>
                  <a:pt x="195116" y="25616"/>
                  <a:pt x="193140" y="23260"/>
                  <a:pt x="190859" y="21740"/>
                </a:cubicBezTo>
                <a:cubicBezTo>
                  <a:pt x="188578" y="20219"/>
                  <a:pt x="186019" y="19459"/>
                  <a:pt x="183181" y="19459"/>
                </a:cubicBezTo>
                <a:cubicBezTo>
                  <a:pt x="180343" y="19459"/>
                  <a:pt x="177759" y="20219"/>
                  <a:pt x="175429" y="21740"/>
                </a:cubicBezTo>
                <a:cubicBezTo>
                  <a:pt x="173098" y="23260"/>
                  <a:pt x="171096" y="25616"/>
                  <a:pt x="169423" y="28810"/>
                </a:cubicBezTo>
                <a:cubicBezTo>
                  <a:pt x="167751" y="32002"/>
                  <a:pt x="166459" y="36131"/>
                  <a:pt x="165547" y="41199"/>
                </a:cubicBezTo>
                <a:cubicBezTo>
                  <a:pt x="164635" y="46265"/>
                  <a:pt x="164178" y="52345"/>
                  <a:pt x="164178" y="59440"/>
                </a:cubicBezTo>
                <a:cubicBezTo>
                  <a:pt x="164178" y="73629"/>
                  <a:pt x="165927" y="83941"/>
                  <a:pt x="169423" y="90377"/>
                </a:cubicBezTo>
                <a:cubicBezTo>
                  <a:pt x="172920" y="96812"/>
                  <a:pt x="177505" y="100029"/>
                  <a:pt x="183181" y="100029"/>
                </a:cubicBezTo>
                <a:close/>
                <a:moveTo>
                  <a:pt x="259190" y="110062"/>
                </a:moveTo>
                <a:cubicBezTo>
                  <a:pt x="249360" y="110062"/>
                  <a:pt x="241708" y="105704"/>
                  <a:pt x="236235" y="96988"/>
                </a:cubicBezTo>
                <a:cubicBezTo>
                  <a:pt x="230764" y="88273"/>
                  <a:pt x="228028" y="75757"/>
                  <a:pt x="228028" y="59440"/>
                </a:cubicBezTo>
                <a:cubicBezTo>
                  <a:pt x="228028" y="43124"/>
                  <a:pt x="230764" y="30710"/>
                  <a:pt x="236235" y="22196"/>
                </a:cubicBezTo>
                <a:cubicBezTo>
                  <a:pt x="241708" y="13683"/>
                  <a:pt x="249360" y="9427"/>
                  <a:pt x="259190" y="9427"/>
                </a:cubicBezTo>
                <a:cubicBezTo>
                  <a:pt x="268920" y="9427"/>
                  <a:pt x="276522" y="13683"/>
                  <a:pt x="281995" y="22196"/>
                </a:cubicBezTo>
                <a:cubicBezTo>
                  <a:pt x="287467" y="30710"/>
                  <a:pt x="290204" y="43124"/>
                  <a:pt x="290204" y="59440"/>
                </a:cubicBezTo>
                <a:cubicBezTo>
                  <a:pt x="290204" y="75757"/>
                  <a:pt x="287467" y="88273"/>
                  <a:pt x="281995" y="96988"/>
                </a:cubicBezTo>
                <a:cubicBezTo>
                  <a:pt x="276522" y="105704"/>
                  <a:pt x="268920" y="110062"/>
                  <a:pt x="259190" y="110062"/>
                </a:cubicBezTo>
                <a:moveTo>
                  <a:pt x="259190" y="100029"/>
                </a:moveTo>
                <a:cubicBezTo>
                  <a:pt x="262028" y="100029"/>
                  <a:pt x="264587" y="99244"/>
                  <a:pt x="266868" y="97672"/>
                </a:cubicBezTo>
                <a:cubicBezTo>
                  <a:pt x="269149" y="96101"/>
                  <a:pt x="271126" y="93670"/>
                  <a:pt x="272797" y="90377"/>
                </a:cubicBezTo>
                <a:cubicBezTo>
                  <a:pt x="274469" y="87083"/>
                  <a:pt x="275761" y="82877"/>
                  <a:pt x="276673" y="77758"/>
                </a:cubicBezTo>
                <a:cubicBezTo>
                  <a:pt x="277586" y="72640"/>
                  <a:pt x="278042" y="66534"/>
                  <a:pt x="278042" y="59440"/>
                </a:cubicBezTo>
                <a:cubicBezTo>
                  <a:pt x="278042" y="52345"/>
                  <a:pt x="277586" y="46265"/>
                  <a:pt x="276673" y="41199"/>
                </a:cubicBezTo>
                <a:cubicBezTo>
                  <a:pt x="275761" y="36131"/>
                  <a:pt x="274469" y="32002"/>
                  <a:pt x="272797" y="28810"/>
                </a:cubicBezTo>
                <a:cubicBezTo>
                  <a:pt x="271126" y="25616"/>
                  <a:pt x="269149" y="23260"/>
                  <a:pt x="266868" y="21740"/>
                </a:cubicBezTo>
                <a:cubicBezTo>
                  <a:pt x="264587" y="20219"/>
                  <a:pt x="262028" y="19459"/>
                  <a:pt x="259190" y="19459"/>
                </a:cubicBezTo>
                <a:cubicBezTo>
                  <a:pt x="256353" y="19459"/>
                  <a:pt x="253769" y="20219"/>
                  <a:pt x="251438" y="21740"/>
                </a:cubicBezTo>
                <a:cubicBezTo>
                  <a:pt x="249108" y="23260"/>
                  <a:pt x="247106" y="25616"/>
                  <a:pt x="245433" y="28810"/>
                </a:cubicBezTo>
                <a:cubicBezTo>
                  <a:pt x="243761" y="32002"/>
                  <a:pt x="242469" y="36131"/>
                  <a:pt x="241557" y="41199"/>
                </a:cubicBezTo>
                <a:cubicBezTo>
                  <a:pt x="240644" y="46265"/>
                  <a:pt x="240188" y="52345"/>
                  <a:pt x="240188" y="59440"/>
                </a:cubicBezTo>
                <a:cubicBezTo>
                  <a:pt x="240188" y="73629"/>
                  <a:pt x="241936" y="83941"/>
                  <a:pt x="245433" y="90377"/>
                </a:cubicBezTo>
                <a:cubicBezTo>
                  <a:pt x="248929" y="96812"/>
                  <a:pt x="253515" y="100029"/>
                  <a:pt x="259190" y="100029"/>
                </a:cubicBezTo>
                <a:close/>
                <a:moveTo>
                  <a:pt x="303428" y="108238"/>
                </a:moveTo>
                <a:lnTo>
                  <a:pt x="303428" y="100790"/>
                </a:lnTo>
                <a:cubicBezTo>
                  <a:pt x="310725" y="93493"/>
                  <a:pt x="317212" y="86905"/>
                  <a:pt x="322887" y="81027"/>
                </a:cubicBezTo>
                <a:cubicBezTo>
                  <a:pt x="328563" y="75149"/>
                  <a:pt x="333326" y="69702"/>
                  <a:pt x="337176" y="64685"/>
                </a:cubicBezTo>
                <a:cubicBezTo>
                  <a:pt x="341028" y="59669"/>
                  <a:pt x="343967" y="55057"/>
                  <a:pt x="345993" y="50851"/>
                </a:cubicBezTo>
                <a:cubicBezTo>
                  <a:pt x="348020" y="46645"/>
                  <a:pt x="349034" y="42566"/>
                  <a:pt x="349034" y="38615"/>
                </a:cubicBezTo>
                <a:cubicBezTo>
                  <a:pt x="349034" y="33040"/>
                  <a:pt x="347514" y="28480"/>
                  <a:pt x="344474" y="24934"/>
                </a:cubicBezTo>
                <a:cubicBezTo>
                  <a:pt x="341433" y="21386"/>
                  <a:pt x="336822" y="19612"/>
                  <a:pt x="330639" y="19612"/>
                </a:cubicBezTo>
                <a:cubicBezTo>
                  <a:pt x="326586" y="19612"/>
                  <a:pt x="322836" y="20753"/>
                  <a:pt x="319389" y="23034"/>
                </a:cubicBezTo>
                <a:cubicBezTo>
                  <a:pt x="315944" y="25313"/>
                  <a:pt x="312802" y="28074"/>
                  <a:pt x="309965" y="31317"/>
                </a:cubicBezTo>
                <a:lnTo>
                  <a:pt x="302820" y="24173"/>
                </a:lnTo>
                <a:cubicBezTo>
                  <a:pt x="306875" y="19713"/>
                  <a:pt x="311182" y="16141"/>
                  <a:pt x="315743" y="13456"/>
                </a:cubicBezTo>
                <a:cubicBezTo>
                  <a:pt x="320303" y="10770"/>
                  <a:pt x="325776" y="9427"/>
                  <a:pt x="332161" y="9427"/>
                </a:cubicBezTo>
                <a:cubicBezTo>
                  <a:pt x="341180" y="9427"/>
                  <a:pt x="348273" y="12037"/>
                  <a:pt x="353441" y="17256"/>
                </a:cubicBezTo>
                <a:cubicBezTo>
                  <a:pt x="358611" y="22475"/>
                  <a:pt x="361196" y="29391"/>
                  <a:pt x="361196" y="38005"/>
                </a:cubicBezTo>
                <a:cubicBezTo>
                  <a:pt x="361196" y="42565"/>
                  <a:pt x="360208" y="47151"/>
                  <a:pt x="358231" y="51762"/>
                </a:cubicBezTo>
                <a:cubicBezTo>
                  <a:pt x="356255" y="56374"/>
                  <a:pt x="353519" y="61138"/>
                  <a:pt x="350022" y="66054"/>
                </a:cubicBezTo>
                <a:cubicBezTo>
                  <a:pt x="346526" y="70968"/>
                  <a:pt x="342371" y="76086"/>
                  <a:pt x="337557" y="81407"/>
                </a:cubicBezTo>
                <a:cubicBezTo>
                  <a:pt x="332743" y="86728"/>
                  <a:pt x="327448" y="92378"/>
                  <a:pt x="321672" y="98357"/>
                </a:cubicBezTo>
                <a:cubicBezTo>
                  <a:pt x="324307" y="98154"/>
                  <a:pt x="327043" y="97952"/>
                  <a:pt x="329881" y="97749"/>
                </a:cubicBezTo>
                <a:cubicBezTo>
                  <a:pt x="332719" y="97546"/>
                  <a:pt x="335404" y="97445"/>
                  <a:pt x="337937" y="97445"/>
                </a:cubicBezTo>
                <a:lnTo>
                  <a:pt x="366060" y="97445"/>
                </a:lnTo>
                <a:lnTo>
                  <a:pt x="366060" y="108238"/>
                </a:lnTo>
                <a:lnTo>
                  <a:pt x="303428" y="108238"/>
                </a:lnTo>
                <a:close/>
                <a:moveTo>
                  <a:pt x="392360" y="110062"/>
                </a:moveTo>
                <a:cubicBezTo>
                  <a:pt x="389827" y="110062"/>
                  <a:pt x="387674" y="109176"/>
                  <a:pt x="385900" y="107403"/>
                </a:cubicBezTo>
                <a:cubicBezTo>
                  <a:pt x="384126" y="105630"/>
                  <a:pt x="383239" y="103374"/>
                  <a:pt x="383239" y="100637"/>
                </a:cubicBezTo>
                <a:cubicBezTo>
                  <a:pt x="383239" y="97699"/>
                  <a:pt x="384126" y="95343"/>
                  <a:pt x="385900" y="93569"/>
                </a:cubicBezTo>
                <a:cubicBezTo>
                  <a:pt x="387674" y="91795"/>
                  <a:pt x="389827" y="90908"/>
                  <a:pt x="392360" y="90908"/>
                </a:cubicBezTo>
                <a:cubicBezTo>
                  <a:pt x="394793" y="90908"/>
                  <a:pt x="396896" y="91795"/>
                  <a:pt x="398669" y="93569"/>
                </a:cubicBezTo>
                <a:cubicBezTo>
                  <a:pt x="400443" y="95343"/>
                  <a:pt x="401330" y="97699"/>
                  <a:pt x="401330" y="100637"/>
                </a:cubicBezTo>
                <a:cubicBezTo>
                  <a:pt x="401330" y="103374"/>
                  <a:pt x="400443" y="105630"/>
                  <a:pt x="398669" y="107403"/>
                </a:cubicBezTo>
                <a:cubicBezTo>
                  <a:pt x="396896" y="109176"/>
                  <a:pt x="394793" y="110062"/>
                  <a:pt x="392360" y="110062"/>
                </a:cubicBezTo>
                <a:close/>
                <a:moveTo>
                  <a:pt x="423828" y="139403"/>
                </a:moveTo>
                <a:lnTo>
                  <a:pt x="423828" y="34358"/>
                </a:lnTo>
                <a:lnTo>
                  <a:pt x="434164" y="34358"/>
                </a:lnTo>
                <a:lnTo>
                  <a:pt x="435229" y="42871"/>
                </a:lnTo>
                <a:lnTo>
                  <a:pt x="435686" y="42871"/>
                </a:lnTo>
                <a:cubicBezTo>
                  <a:pt x="439029" y="40034"/>
                  <a:pt x="442703" y="37601"/>
                  <a:pt x="446707" y="35574"/>
                </a:cubicBezTo>
                <a:cubicBezTo>
                  <a:pt x="450710" y="33546"/>
                  <a:pt x="454891" y="32533"/>
                  <a:pt x="459249" y="32533"/>
                </a:cubicBezTo>
                <a:cubicBezTo>
                  <a:pt x="464012" y="32533"/>
                  <a:pt x="468217" y="33420"/>
                  <a:pt x="471865" y="35193"/>
                </a:cubicBezTo>
                <a:cubicBezTo>
                  <a:pt x="475515" y="36967"/>
                  <a:pt x="478555" y="39501"/>
                  <a:pt x="480986" y="42795"/>
                </a:cubicBezTo>
                <a:cubicBezTo>
                  <a:pt x="483418" y="46089"/>
                  <a:pt x="485268" y="50041"/>
                  <a:pt x="486535" y="54653"/>
                </a:cubicBezTo>
                <a:cubicBezTo>
                  <a:pt x="487803" y="59263"/>
                  <a:pt x="488437" y="64456"/>
                  <a:pt x="488437" y="70234"/>
                </a:cubicBezTo>
                <a:cubicBezTo>
                  <a:pt x="488437" y="76517"/>
                  <a:pt x="487575" y="82116"/>
                  <a:pt x="485853" y="87032"/>
                </a:cubicBezTo>
                <a:cubicBezTo>
                  <a:pt x="484130" y="91947"/>
                  <a:pt x="481799" y="96128"/>
                  <a:pt x="478859" y="99575"/>
                </a:cubicBezTo>
                <a:cubicBezTo>
                  <a:pt x="475919" y="103020"/>
                  <a:pt x="472524" y="105630"/>
                  <a:pt x="468673" y="107403"/>
                </a:cubicBezTo>
                <a:cubicBezTo>
                  <a:pt x="464823" y="109176"/>
                  <a:pt x="460769" y="110062"/>
                  <a:pt x="456512" y="110062"/>
                </a:cubicBezTo>
                <a:cubicBezTo>
                  <a:pt x="453066" y="110062"/>
                  <a:pt x="449645" y="109302"/>
                  <a:pt x="446250" y="107781"/>
                </a:cubicBezTo>
                <a:cubicBezTo>
                  <a:pt x="442855" y="106261"/>
                  <a:pt x="439435" y="104184"/>
                  <a:pt x="435990" y="101549"/>
                </a:cubicBezTo>
                <a:lnTo>
                  <a:pt x="436294" y="114471"/>
                </a:lnTo>
                <a:lnTo>
                  <a:pt x="436294" y="139403"/>
                </a:lnTo>
                <a:lnTo>
                  <a:pt x="423828" y="139403"/>
                </a:lnTo>
                <a:moveTo>
                  <a:pt x="454384" y="99572"/>
                </a:moveTo>
                <a:cubicBezTo>
                  <a:pt x="457425" y="99572"/>
                  <a:pt x="460237" y="98889"/>
                  <a:pt x="462821" y="97522"/>
                </a:cubicBezTo>
                <a:cubicBezTo>
                  <a:pt x="465405" y="96153"/>
                  <a:pt x="467634" y="94228"/>
                  <a:pt x="469508" y="91746"/>
                </a:cubicBezTo>
                <a:cubicBezTo>
                  <a:pt x="471384" y="89262"/>
                  <a:pt x="472854" y="86197"/>
                  <a:pt x="473918" y="82549"/>
                </a:cubicBezTo>
                <a:cubicBezTo>
                  <a:pt x="474982" y="78899"/>
                  <a:pt x="475514" y="74794"/>
                  <a:pt x="475514" y="70234"/>
                </a:cubicBezTo>
                <a:cubicBezTo>
                  <a:pt x="475514" y="66180"/>
                  <a:pt x="475159" y="62481"/>
                  <a:pt x="474449" y="59137"/>
                </a:cubicBezTo>
                <a:cubicBezTo>
                  <a:pt x="473741" y="55792"/>
                  <a:pt x="472601" y="52928"/>
                  <a:pt x="471030" y="50547"/>
                </a:cubicBezTo>
                <a:cubicBezTo>
                  <a:pt x="469459" y="48165"/>
                  <a:pt x="467432" y="46316"/>
                  <a:pt x="464948" y="44998"/>
                </a:cubicBezTo>
                <a:cubicBezTo>
                  <a:pt x="462466" y="43681"/>
                  <a:pt x="459502" y="43022"/>
                  <a:pt x="456057" y="43022"/>
                </a:cubicBezTo>
                <a:cubicBezTo>
                  <a:pt x="452915" y="43022"/>
                  <a:pt x="449747" y="43883"/>
                  <a:pt x="446553" y="45606"/>
                </a:cubicBezTo>
                <a:cubicBezTo>
                  <a:pt x="443362" y="47329"/>
                  <a:pt x="439942" y="49812"/>
                  <a:pt x="436294" y="53054"/>
                </a:cubicBezTo>
                <a:lnTo>
                  <a:pt x="436294" y="91820"/>
                </a:lnTo>
                <a:cubicBezTo>
                  <a:pt x="439639" y="94658"/>
                  <a:pt x="442881" y="96660"/>
                  <a:pt x="446022" y="97826"/>
                </a:cubicBezTo>
                <a:cubicBezTo>
                  <a:pt x="449165" y="98990"/>
                  <a:pt x="451952" y="99572"/>
                  <a:pt x="454384" y="99572"/>
                </a:cubicBezTo>
                <a:close/>
                <a:moveTo>
                  <a:pt x="508047" y="108238"/>
                </a:moveTo>
                <a:lnTo>
                  <a:pt x="508047" y="0"/>
                </a:lnTo>
                <a:lnTo>
                  <a:pt x="520512" y="0"/>
                </a:lnTo>
                <a:lnTo>
                  <a:pt x="520512" y="29492"/>
                </a:lnTo>
                <a:lnTo>
                  <a:pt x="520055" y="44695"/>
                </a:lnTo>
                <a:cubicBezTo>
                  <a:pt x="523603" y="41350"/>
                  <a:pt x="527302" y="38486"/>
                  <a:pt x="531152" y="36105"/>
                </a:cubicBezTo>
                <a:cubicBezTo>
                  <a:pt x="535005" y="33723"/>
                  <a:pt x="539515" y="32533"/>
                  <a:pt x="544683" y="32533"/>
                </a:cubicBezTo>
                <a:cubicBezTo>
                  <a:pt x="552486" y="32533"/>
                  <a:pt x="558186" y="34965"/>
                  <a:pt x="561783" y="39830"/>
                </a:cubicBezTo>
                <a:cubicBezTo>
                  <a:pt x="565382" y="44695"/>
                  <a:pt x="567181" y="51891"/>
                  <a:pt x="567181" y="61417"/>
                </a:cubicBezTo>
                <a:lnTo>
                  <a:pt x="567181" y="108238"/>
                </a:lnTo>
                <a:lnTo>
                  <a:pt x="554717" y="108238"/>
                </a:lnTo>
                <a:lnTo>
                  <a:pt x="554717" y="63089"/>
                </a:lnTo>
                <a:cubicBezTo>
                  <a:pt x="554717" y="56096"/>
                  <a:pt x="553603" y="51054"/>
                  <a:pt x="551373" y="47963"/>
                </a:cubicBezTo>
                <a:cubicBezTo>
                  <a:pt x="549143" y="44872"/>
                  <a:pt x="545595" y="43326"/>
                  <a:pt x="540730" y="43326"/>
                </a:cubicBezTo>
                <a:cubicBezTo>
                  <a:pt x="536880" y="43326"/>
                  <a:pt x="533484" y="44289"/>
                  <a:pt x="530545" y="46214"/>
                </a:cubicBezTo>
                <a:cubicBezTo>
                  <a:pt x="527606" y="48139"/>
                  <a:pt x="524262" y="50977"/>
                  <a:pt x="520512" y="54727"/>
                </a:cubicBezTo>
                <a:lnTo>
                  <a:pt x="520512" y="108238"/>
                </a:lnTo>
                <a:lnTo>
                  <a:pt x="508047" y="108238"/>
                </a:lnTo>
                <a:close/>
                <a:moveTo>
                  <a:pt x="589529" y="139403"/>
                </a:moveTo>
                <a:lnTo>
                  <a:pt x="589529" y="34358"/>
                </a:lnTo>
                <a:lnTo>
                  <a:pt x="599865" y="34358"/>
                </a:lnTo>
                <a:lnTo>
                  <a:pt x="600930" y="42871"/>
                </a:lnTo>
                <a:lnTo>
                  <a:pt x="601387" y="42871"/>
                </a:lnTo>
                <a:cubicBezTo>
                  <a:pt x="604730" y="40034"/>
                  <a:pt x="608404" y="37601"/>
                  <a:pt x="612407" y="35574"/>
                </a:cubicBezTo>
                <a:cubicBezTo>
                  <a:pt x="616411" y="33546"/>
                  <a:pt x="620592" y="32533"/>
                  <a:pt x="624950" y="32533"/>
                </a:cubicBezTo>
                <a:cubicBezTo>
                  <a:pt x="629712" y="32533"/>
                  <a:pt x="633918" y="33420"/>
                  <a:pt x="637566" y="35193"/>
                </a:cubicBezTo>
                <a:cubicBezTo>
                  <a:pt x="641216" y="36967"/>
                  <a:pt x="644256" y="39501"/>
                  <a:pt x="646687" y="42795"/>
                </a:cubicBezTo>
                <a:cubicBezTo>
                  <a:pt x="649119" y="46089"/>
                  <a:pt x="650969" y="50041"/>
                  <a:pt x="652235" y="54653"/>
                </a:cubicBezTo>
                <a:cubicBezTo>
                  <a:pt x="653503" y="59263"/>
                  <a:pt x="654137" y="64456"/>
                  <a:pt x="654137" y="70234"/>
                </a:cubicBezTo>
                <a:cubicBezTo>
                  <a:pt x="654137" y="76517"/>
                  <a:pt x="653276" y="82116"/>
                  <a:pt x="651553" y="87032"/>
                </a:cubicBezTo>
                <a:cubicBezTo>
                  <a:pt x="649831" y="91947"/>
                  <a:pt x="647499" y="96128"/>
                  <a:pt x="644560" y="99575"/>
                </a:cubicBezTo>
                <a:cubicBezTo>
                  <a:pt x="641620" y="103020"/>
                  <a:pt x="638225" y="105630"/>
                  <a:pt x="634374" y="107403"/>
                </a:cubicBezTo>
                <a:cubicBezTo>
                  <a:pt x="630524" y="109176"/>
                  <a:pt x="626470" y="110062"/>
                  <a:pt x="622212" y="110062"/>
                </a:cubicBezTo>
                <a:cubicBezTo>
                  <a:pt x="618767" y="110062"/>
                  <a:pt x="615346" y="109302"/>
                  <a:pt x="611950" y="107781"/>
                </a:cubicBezTo>
                <a:cubicBezTo>
                  <a:pt x="608556" y="106261"/>
                  <a:pt x="605136" y="104184"/>
                  <a:pt x="601691" y="101549"/>
                </a:cubicBezTo>
                <a:lnTo>
                  <a:pt x="601994" y="114471"/>
                </a:lnTo>
                <a:lnTo>
                  <a:pt x="601994" y="139403"/>
                </a:lnTo>
                <a:lnTo>
                  <a:pt x="589529" y="139403"/>
                </a:lnTo>
                <a:moveTo>
                  <a:pt x="620085" y="99572"/>
                </a:moveTo>
                <a:cubicBezTo>
                  <a:pt x="623126" y="99572"/>
                  <a:pt x="625938" y="98889"/>
                  <a:pt x="628522" y="97522"/>
                </a:cubicBezTo>
                <a:cubicBezTo>
                  <a:pt x="631106" y="96153"/>
                  <a:pt x="633335" y="94228"/>
                  <a:pt x="635209" y="91746"/>
                </a:cubicBezTo>
                <a:cubicBezTo>
                  <a:pt x="637085" y="89262"/>
                  <a:pt x="638555" y="86197"/>
                  <a:pt x="639619" y="82549"/>
                </a:cubicBezTo>
                <a:cubicBezTo>
                  <a:pt x="640683" y="78899"/>
                  <a:pt x="641215" y="74794"/>
                  <a:pt x="641215" y="70234"/>
                </a:cubicBezTo>
                <a:cubicBezTo>
                  <a:pt x="641215" y="66180"/>
                  <a:pt x="640860" y="62481"/>
                  <a:pt x="640150" y="59137"/>
                </a:cubicBezTo>
                <a:cubicBezTo>
                  <a:pt x="639442" y="55792"/>
                  <a:pt x="638302" y="52928"/>
                  <a:pt x="636731" y="50547"/>
                </a:cubicBezTo>
                <a:cubicBezTo>
                  <a:pt x="635160" y="48165"/>
                  <a:pt x="633132" y="46316"/>
                  <a:pt x="630649" y="44998"/>
                </a:cubicBezTo>
                <a:cubicBezTo>
                  <a:pt x="628167" y="43681"/>
                  <a:pt x="625203" y="43022"/>
                  <a:pt x="621758" y="43022"/>
                </a:cubicBezTo>
                <a:cubicBezTo>
                  <a:pt x="618615" y="43022"/>
                  <a:pt x="615448" y="43883"/>
                  <a:pt x="612254" y="45606"/>
                </a:cubicBezTo>
                <a:cubicBezTo>
                  <a:pt x="609062" y="47329"/>
                  <a:pt x="605642" y="49812"/>
                  <a:pt x="601994" y="53054"/>
                </a:cubicBezTo>
                <a:lnTo>
                  <a:pt x="601994" y="91820"/>
                </a:lnTo>
                <a:cubicBezTo>
                  <a:pt x="605339" y="94658"/>
                  <a:pt x="608582" y="96660"/>
                  <a:pt x="611723" y="97826"/>
                </a:cubicBezTo>
                <a:cubicBezTo>
                  <a:pt x="614865" y="98990"/>
                  <a:pt x="617653" y="99572"/>
                  <a:pt x="620085" y="99572"/>
                </a:cubicBezTo>
                <a:close/>
                <a:moveTo>
                  <a:pt x="697006" y="110062"/>
                </a:moveTo>
                <a:cubicBezTo>
                  <a:pt x="693054" y="110062"/>
                  <a:pt x="689734" y="109454"/>
                  <a:pt x="687048" y="108238"/>
                </a:cubicBezTo>
                <a:cubicBezTo>
                  <a:pt x="684364" y="107023"/>
                  <a:pt x="682185" y="105351"/>
                  <a:pt x="680511" y="103223"/>
                </a:cubicBezTo>
                <a:cubicBezTo>
                  <a:pt x="678840" y="101094"/>
                  <a:pt x="677649" y="98509"/>
                  <a:pt x="676939" y="95469"/>
                </a:cubicBezTo>
                <a:cubicBezTo>
                  <a:pt x="676229" y="92429"/>
                  <a:pt x="675874" y="89084"/>
                  <a:pt x="675874" y="85436"/>
                </a:cubicBezTo>
                <a:lnTo>
                  <a:pt x="675874" y="44541"/>
                </a:lnTo>
                <a:lnTo>
                  <a:pt x="664930" y="44541"/>
                </a:lnTo>
                <a:lnTo>
                  <a:pt x="664930" y="35117"/>
                </a:lnTo>
                <a:lnTo>
                  <a:pt x="676485" y="34358"/>
                </a:lnTo>
                <a:lnTo>
                  <a:pt x="678004" y="13683"/>
                </a:lnTo>
                <a:lnTo>
                  <a:pt x="688493" y="13683"/>
                </a:lnTo>
                <a:lnTo>
                  <a:pt x="688493" y="34358"/>
                </a:lnTo>
                <a:lnTo>
                  <a:pt x="708407" y="34358"/>
                </a:lnTo>
                <a:lnTo>
                  <a:pt x="708407" y="44541"/>
                </a:lnTo>
                <a:lnTo>
                  <a:pt x="688493" y="44541"/>
                </a:lnTo>
                <a:lnTo>
                  <a:pt x="688493" y="85587"/>
                </a:lnTo>
                <a:cubicBezTo>
                  <a:pt x="688493" y="90148"/>
                  <a:pt x="689329" y="93670"/>
                  <a:pt x="691001" y="96153"/>
                </a:cubicBezTo>
                <a:cubicBezTo>
                  <a:pt x="692674" y="98637"/>
                  <a:pt x="695638" y="99878"/>
                  <a:pt x="699894" y="99878"/>
                </a:cubicBezTo>
                <a:cubicBezTo>
                  <a:pt x="701212" y="99878"/>
                  <a:pt x="702631" y="99676"/>
                  <a:pt x="704151" y="99271"/>
                </a:cubicBezTo>
                <a:cubicBezTo>
                  <a:pt x="705671" y="98864"/>
                  <a:pt x="707039" y="98408"/>
                  <a:pt x="708256" y="97902"/>
                </a:cubicBezTo>
                <a:lnTo>
                  <a:pt x="710687" y="107327"/>
                </a:lnTo>
                <a:cubicBezTo>
                  <a:pt x="708660" y="108037"/>
                  <a:pt x="706456" y="108670"/>
                  <a:pt x="704074" y="109227"/>
                </a:cubicBezTo>
                <a:cubicBezTo>
                  <a:pt x="701693" y="109783"/>
                  <a:pt x="699337" y="110062"/>
                  <a:pt x="697006" y="11006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75467F-8162-444B-B3FF-E150FA64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0" y="909784"/>
            <a:ext cx="1236769" cy="167888"/>
          </a:xfrm>
          <a:custGeom xmlns:a="http://schemas.openxmlformats.org/drawingml/2006/main">
            <a:pathLst>
              <a:path w="1236769" h="167888">
                <a:moveTo>
                  <a:pt x="0" y="0"/>
                </a:moveTo>
                <a:lnTo>
                  <a:pt x="1214383" y="0"/>
                </a:lnTo>
                <a:lnTo>
                  <a:pt x="1236769" y="22386"/>
                </a:lnTo>
                <a:lnTo>
                  <a:pt x="1236769" y="167888"/>
                </a:lnTo>
                <a:lnTo>
                  <a:pt x="0" y="1678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ECF92-F78A-40EE-9E00-46E240E8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0" y="909783"/>
            <a:ext cx="1236769" cy="167888"/>
          </a:xfrm>
          <a:custGeom xmlns:a="http://schemas.openxmlformats.org/drawingml/2006/main">
            <a:pathLst>
              <a:path w="1236769" h="167888" fill="none">
                <a:moveTo>
                  <a:pt x="0" y="0"/>
                </a:moveTo>
                <a:lnTo>
                  <a:pt x="1214384" y="0"/>
                </a:lnTo>
                <a:lnTo>
                  <a:pt x="1236769" y="22386"/>
                </a:lnTo>
                <a:lnTo>
                  <a:pt x="1236769" y="167888"/>
                </a:lnTo>
                <a:lnTo>
                  <a:pt x="0" y="1678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000000"/>
            </a:solidFill>
            <a:miter/>
          </a:ln>
        </p:spPr>
      </p:sp>
      <p:sp>
        <p:nvSpPr>
          <p:cNvPr id="54" name="Text 00003.phpt">
            <a:extLst xmlns:a="http://schemas.openxmlformats.org/drawingml/2006/main">
              <a:ext uri="{FF2B5EF4-FFF2-40B4-BE49-F238E27FC236}">
                <a16:creationId xmlns:a16="http://schemas.microsoft.com/office/drawing/2014/main" id="{49FBAAEB-E3AF-4FA8-A381-91B42499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700" y="952273"/>
            <a:ext cx="710687" cy="139403"/>
          </a:xfrm>
          <a:custGeom xmlns:a="http://schemas.openxmlformats.org/drawingml/2006/main">
            <a:pathLst>
              <a:path w="710687" h="139403">
                <a:moveTo>
                  <a:pt x="31162" y="110062"/>
                </a:moveTo>
                <a:cubicBezTo>
                  <a:pt x="21331" y="110062"/>
                  <a:pt x="13680" y="105704"/>
                  <a:pt x="8207" y="96988"/>
                </a:cubicBezTo>
                <a:cubicBezTo>
                  <a:pt x="2736" y="88273"/>
                  <a:pt x="0" y="75757"/>
                  <a:pt x="0" y="59440"/>
                </a:cubicBezTo>
                <a:cubicBezTo>
                  <a:pt x="0" y="43124"/>
                  <a:pt x="2736" y="30710"/>
                  <a:pt x="8207" y="22196"/>
                </a:cubicBezTo>
                <a:cubicBezTo>
                  <a:pt x="13680" y="13683"/>
                  <a:pt x="21331" y="9427"/>
                  <a:pt x="31162" y="9427"/>
                </a:cubicBezTo>
                <a:cubicBezTo>
                  <a:pt x="40892" y="9427"/>
                  <a:pt x="48493" y="13683"/>
                  <a:pt x="53966" y="22196"/>
                </a:cubicBezTo>
                <a:cubicBezTo>
                  <a:pt x="59439" y="30710"/>
                  <a:pt x="62175" y="43124"/>
                  <a:pt x="62175" y="59440"/>
                </a:cubicBezTo>
                <a:cubicBezTo>
                  <a:pt x="62175" y="75757"/>
                  <a:pt x="59439" y="88273"/>
                  <a:pt x="53966" y="96988"/>
                </a:cubicBezTo>
                <a:cubicBezTo>
                  <a:pt x="48493" y="105704"/>
                  <a:pt x="40892" y="110062"/>
                  <a:pt x="31162" y="110062"/>
                </a:cubicBezTo>
                <a:moveTo>
                  <a:pt x="31162" y="100029"/>
                </a:moveTo>
                <a:cubicBezTo>
                  <a:pt x="34000" y="100029"/>
                  <a:pt x="36559" y="99244"/>
                  <a:pt x="38840" y="97672"/>
                </a:cubicBezTo>
                <a:cubicBezTo>
                  <a:pt x="41121" y="96101"/>
                  <a:pt x="43097" y="93670"/>
                  <a:pt x="44769" y="90377"/>
                </a:cubicBezTo>
                <a:cubicBezTo>
                  <a:pt x="46440" y="87083"/>
                  <a:pt x="47732" y="82877"/>
                  <a:pt x="48645" y="77758"/>
                </a:cubicBezTo>
                <a:cubicBezTo>
                  <a:pt x="49557" y="72640"/>
                  <a:pt x="50013" y="66534"/>
                  <a:pt x="50013" y="59440"/>
                </a:cubicBezTo>
                <a:cubicBezTo>
                  <a:pt x="50013" y="52345"/>
                  <a:pt x="49557" y="46265"/>
                  <a:pt x="48645" y="41199"/>
                </a:cubicBezTo>
                <a:cubicBezTo>
                  <a:pt x="47732" y="36131"/>
                  <a:pt x="46440" y="32002"/>
                  <a:pt x="44769" y="28810"/>
                </a:cubicBezTo>
                <a:cubicBezTo>
                  <a:pt x="43097" y="25616"/>
                  <a:pt x="41121" y="23260"/>
                  <a:pt x="38840" y="21740"/>
                </a:cubicBezTo>
                <a:cubicBezTo>
                  <a:pt x="36559" y="20219"/>
                  <a:pt x="34000" y="19459"/>
                  <a:pt x="31162" y="19459"/>
                </a:cubicBezTo>
                <a:cubicBezTo>
                  <a:pt x="28324" y="19459"/>
                  <a:pt x="25740" y="20219"/>
                  <a:pt x="23410" y="21740"/>
                </a:cubicBezTo>
                <a:cubicBezTo>
                  <a:pt x="21079" y="23260"/>
                  <a:pt x="19077" y="25616"/>
                  <a:pt x="17404" y="28810"/>
                </a:cubicBezTo>
                <a:cubicBezTo>
                  <a:pt x="15732" y="32002"/>
                  <a:pt x="14440" y="36131"/>
                  <a:pt x="13528" y="41199"/>
                </a:cubicBezTo>
                <a:cubicBezTo>
                  <a:pt x="12616" y="46265"/>
                  <a:pt x="12159" y="52345"/>
                  <a:pt x="12159" y="59440"/>
                </a:cubicBezTo>
                <a:cubicBezTo>
                  <a:pt x="12159" y="73629"/>
                  <a:pt x="13908" y="83941"/>
                  <a:pt x="17404" y="90377"/>
                </a:cubicBezTo>
                <a:cubicBezTo>
                  <a:pt x="20901" y="96812"/>
                  <a:pt x="25487" y="100029"/>
                  <a:pt x="31162" y="100029"/>
                </a:cubicBezTo>
                <a:close/>
                <a:moveTo>
                  <a:pt x="107171" y="110062"/>
                </a:moveTo>
                <a:cubicBezTo>
                  <a:pt x="97341" y="110062"/>
                  <a:pt x="89689" y="105704"/>
                  <a:pt x="84216" y="96988"/>
                </a:cubicBezTo>
                <a:cubicBezTo>
                  <a:pt x="78745" y="88273"/>
                  <a:pt x="76009" y="75757"/>
                  <a:pt x="76009" y="59440"/>
                </a:cubicBezTo>
                <a:cubicBezTo>
                  <a:pt x="76009" y="43124"/>
                  <a:pt x="78745" y="30710"/>
                  <a:pt x="84216" y="22196"/>
                </a:cubicBezTo>
                <a:cubicBezTo>
                  <a:pt x="89689" y="13683"/>
                  <a:pt x="97341" y="9427"/>
                  <a:pt x="107171" y="9427"/>
                </a:cubicBezTo>
                <a:cubicBezTo>
                  <a:pt x="116901" y="9427"/>
                  <a:pt x="124503" y="13683"/>
                  <a:pt x="129976" y="22196"/>
                </a:cubicBezTo>
                <a:cubicBezTo>
                  <a:pt x="135448" y="30710"/>
                  <a:pt x="138185" y="43124"/>
                  <a:pt x="138185" y="59440"/>
                </a:cubicBezTo>
                <a:cubicBezTo>
                  <a:pt x="138185" y="75757"/>
                  <a:pt x="135448" y="88273"/>
                  <a:pt x="129976" y="96988"/>
                </a:cubicBezTo>
                <a:cubicBezTo>
                  <a:pt x="124503" y="105704"/>
                  <a:pt x="116901" y="110062"/>
                  <a:pt x="107171" y="110062"/>
                </a:cubicBezTo>
                <a:moveTo>
                  <a:pt x="107171" y="100029"/>
                </a:moveTo>
                <a:cubicBezTo>
                  <a:pt x="110009" y="100029"/>
                  <a:pt x="112568" y="99244"/>
                  <a:pt x="114849" y="97672"/>
                </a:cubicBezTo>
                <a:cubicBezTo>
                  <a:pt x="117130" y="96101"/>
                  <a:pt x="119107" y="93670"/>
                  <a:pt x="120778" y="90377"/>
                </a:cubicBezTo>
                <a:cubicBezTo>
                  <a:pt x="122450" y="87083"/>
                  <a:pt x="123742" y="82877"/>
                  <a:pt x="124654" y="77758"/>
                </a:cubicBezTo>
                <a:cubicBezTo>
                  <a:pt x="125567" y="72640"/>
                  <a:pt x="126023" y="66534"/>
                  <a:pt x="126023" y="59440"/>
                </a:cubicBezTo>
                <a:cubicBezTo>
                  <a:pt x="126023" y="52345"/>
                  <a:pt x="125567" y="46265"/>
                  <a:pt x="124654" y="41199"/>
                </a:cubicBezTo>
                <a:cubicBezTo>
                  <a:pt x="123742" y="36131"/>
                  <a:pt x="122450" y="32002"/>
                  <a:pt x="120778" y="28810"/>
                </a:cubicBezTo>
                <a:cubicBezTo>
                  <a:pt x="119107" y="25616"/>
                  <a:pt x="117130" y="23260"/>
                  <a:pt x="114849" y="21740"/>
                </a:cubicBezTo>
                <a:cubicBezTo>
                  <a:pt x="112568" y="20219"/>
                  <a:pt x="110009" y="19459"/>
                  <a:pt x="107171" y="19459"/>
                </a:cubicBezTo>
                <a:cubicBezTo>
                  <a:pt x="104334" y="19459"/>
                  <a:pt x="101750" y="20219"/>
                  <a:pt x="99419" y="21740"/>
                </a:cubicBezTo>
                <a:cubicBezTo>
                  <a:pt x="97089" y="23260"/>
                  <a:pt x="95087" y="25616"/>
                  <a:pt x="93414" y="28810"/>
                </a:cubicBezTo>
                <a:cubicBezTo>
                  <a:pt x="91742" y="32002"/>
                  <a:pt x="90450" y="36131"/>
                  <a:pt x="89538" y="41199"/>
                </a:cubicBezTo>
                <a:cubicBezTo>
                  <a:pt x="88625" y="46265"/>
                  <a:pt x="88169" y="52345"/>
                  <a:pt x="88169" y="59440"/>
                </a:cubicBezTo>
                <a:cubicBezTo>
                  <a:pt x="88169" y="73629"/>
                  <a:pt x="89917" y="83941"/>
                  <a:pt x="93414" y="90377"/>
                </a:cubicBezTo>
                <a:cubicBezTo>
                  <a:pt x="96910" y="96812"/>
                  <a:pt x="101496" y="100029"/>
                  <a:pt x="107171" y="100029"/>
                </a:cubicBezTo>
                <a:close/>
                <a:moveTo>
                  <a:pt x="183181" y="110062"/>
                </a:moveTo>
                <a:cubicBezTo>
                  <a:pt x="173350" y="110062"/>
                  <a:pt x="165699" y="105704"/>
                  <a:pt x="160226" y="96988"/>
                </a:cubicBezTo>
                <a:cubicBezTo>
                  <a:pt x="154755" y="88273"/>
                  <a:pt x="152019" y="75757"/>
                  <a:pt x="152019" y="59440"/>
                </a:cubicBezTo>
                <a:cubicBezTo>
                  <a:pt x="152019" y="43124"/>
                  <a:pt x="154755" y="30710"/>
                  <a:pt x="160226" y="22196"/>
                </a:cubicBezTo>
                <a:cubicBezTo>
                  <a:pt x="165699" y="13683"/>
                  <a:pt x="173350" y="9427"/>
                  <a:pt x="183181" y="9427"/>
                </a:cubicBezTo>
                <a:cubicBezTo>
                  <a:pt x="192911" y="9427"/>
                  <a:pt x="200512" y="13683"/>
                  <a:pt x="205985" y="22196"/>
                </a:cubicBezTo>
                <a:cubicBezTo>
                  <a:pt x="211458" y="30710"/>
                  <a:pt x="214194" y="43124"/>
                  <a:pt x="214194" y="59440"/>
                </a:cubicBezTo>
                <a:cubicBezTo>
                  <a:pt x="214194" y="75757"/>
                  <a:pt x="211458" y="88273"/>
                  <a:pt x="205985" y="96988"/>
                </a:cubicBezTo>
                <a:cubicBezTo>
                  <a:pt x="200512" y="105704"/>
                  <a:pt x="192911" y="110062"/>
                  <a:pt x="183181" y="110062"/>
                </a:cubicBezTo>
                <a:moveTo>
                  <a:pt x="183181" y="100029"/>
                </a:moveTo>
                <a:cubicBezTo>
                  <a:pt x="186019" y="100029"/>
                  <a:pt x="188578" y="99244"/>
                  <a:pt x="190859" y="97672"/>
                </a:cubicBezTo>
                <a:cubicBezTo>
                  <a:pt x="193140" y="96101"/>
                  <a:pt x="195116" y="93670"/>
                  <a:pt x="196788" y="90377"/>
                </a:cubicBezTo>
                <a:cubicBezTo>
                  <a:pt x="198459" y="87083"/>
                  <a:pt x="199751" y="82877"/>
                  <a:pt x="200664" y="77758"/>
                </a:cubicBezTo>
                <a:cubicBezTo>
                  <a:pt x="201576" y="72640"/>
                  <a:pt x="202032" y="66534"/>
                  <a:pt x="202032" y="59440"/>
                </a:cubicBezTo>
                <a:cubicBezTo>
                  <a:pt x="202032" y="52345"/>
                  <a:pt x="201576" y="46265"/>
                  <a:pt x="200664" y="41199"/>
                </a:cubicBezTo>
                <a:cubicBezTo>
                  <a:pt x="199751" y="36131"/>
                  <a:pt x="198459" y="32002"/>
                  <a:pt x="196788" y="28810"/>
                </a:cubicBezTo>
                <a:cubicBezTo>
                  <a:pt x="195116" y="25616"/>
                  <a:pt x="193140" y="23260"/>
                  <a:pt x="190859" y="21740"/>
                </a:cubicBezTo>
                <a:cubicBezTo>
                  <a:pt x="188578" y="20219"/>
                  <a:pt x="186019" y="19459"/>
                  <a:pt x="183181" y="19459"/>
                </a:cubicBezTo>
                <a:cubicBezTo>
                  <a:pt x="180343" y="19459"/>
                  <a:pt x="177759" y="20219"/>
                  <a:pt x="175429" y="21740"/>
                </a:cubicBezTo>
                <a:cubicBezTo>
                  <a:pt x="173098" y="23260"/>
                  <a:pt x="171096" y="25616"/>
                  <a:pt x="169423" y="28810"/>
                </a:cubicBezTo>
                <a:cubicBezTo>
                  <a:pt x="167751" y="32002"/>
                  <a:pt x="166459" y="36131"/>
                  <a:pt x="165547" y="41199"/>
                </a:cubicBezTo>
                <a:cubicBezTo>
                  <a:pt x="164635" y="46265"/>
                  <a:pt x="164178" y="52345"/>
                  <a:pt x="164178" y="59440"/>
                </a:cubicBezTo>
                <a:cubicBezTo>
                  <a:pt x="164178" y="73629"/>
                  <a:pt x="165927" y="83941"/>
                  <a:pt x="169423" y="90377"/>
                </a:cubicBezTo>
                <a:cubicBezTo>
                  <a:pt x="172920" y="96812"/>
                  <a:pt x="177506" y="100029"/>
                  <a:pt x="183181" y="100029"/>
                </a:cubicBezTo>
                <a:close/>
                <a:moveTo>
                  <a:pt x="259190" y="110062"/>
                </a:moveTo>
                <a:cubicBezTo>
                  <a:pt x="249360" y="110062"/>
                  <a:pt x="241708" y="105704"/>
                  <a:pt x="236235" y="96988"/>
                </a:cubicBezTo>
                <a:cubicBezTo>
                  <a:pt x="230764" y="88273"/>
                  <a:pt x="228028" y="75757"/>
                  <a:pt x="228028" y="59440"/>
                </a:cubicBezTo>
                <a:cubicBezTo>
                  <a:pt x="228028" y="43124"/>
                  <a:pt x="230764" y="30710"/>
                  <a:pt x="236235" y="22196"/>
                </a:cubicBezTo>
                <a:cubicBezTo>
                  <a:pt x="241708" y="13683"/>
                  <a:pt x="249360" y="9427"/>
                  <a:pt x="259190" y="9427"/>
                </a:cubicBezTo>
                <a:cubicBezTo>
                  <a:pt x="268920" y="9427"/>
                  <a:pt x="276522" y="13683"/>
                  <a:pt x="281995" y="22196"/>
                </a:cubicBezTo>
                <a:cubicBezTo>
                  <a:pt x="287467" y="30710"/>
                  <a:pt x="290204" y="43124"/>
                  <a:pt x="290204" y="59440"/>
                </a:cubicBezTo>
                <a:cubicBezTo>
                  <a:pt x="290204" y="75757"/>
                  <a:pt x="287467" y="88273"/>
                  <a:pt x="281995" y="96988"/>
                </a:cubicBezTo>
                <a:cubicBezTo>
                  <a:pt x="276522" y="105704"/>
                  <a:pt x="268920" y="110062"/>
                  <a:pt x="259190" y="110062"/>
                </a:cubicBezTo>
                <a:moveTo>
                  <a:pt x="259190" y="100029"/>
                </a:moveTo>
                <a:cubicBezTo>
                  <a:pt x="262028" y="100029"/>
                  <a:pt x="264587" y="99244"/>
                  <a:pt x="266868" y="97672"/>
                </a:cubicBezTo>
                <a:cubicBezTo>
                  <a:pt x="269149" y="96101"/>
                  <a:pt x="271126" y="93670"/>
                  <a:pt x="272797" y="90377"/>
                </a:cubicBezTo>
                <a:cubicBezTo>
                  <a:pt x="274469" y="87083"/>
                  <a:pt x="275761" y="82877"/>
                  <a:pt x="276673" y="77758"/>
                </a:cubicBezTo>
                <a:cubicBezTo>
                  <a:pt x="277586" y="72640"/>
                  <a:pt x="278042" y="66534"/>
                  <a:pt x="278042" y="59440"/>
                </a:cubicBezTo>
                <a:cubicBezTo>
                  <a:pt x="278042" y="52345"/>
                  <a:pt x="277586" y="46265"/>
                  <a:pt x="276673" y="41199"/>
                </a:cubicBezTo>
                <a:cubicBezTo>
                  <a:pt x="275761" y="36131"/>
                  <a:pt x="274469" y="32002"/>
                  <a:pt x="272797" y="28810"/>
                </a:cubicBezTo>
                <a:cubicBezTo>
                  <a:pt x="271126" y="25616"/>
                  <a:pt x="269149" y="23260"/>
                  <a:pt x="266868" y="21740"/>
                </a:cubicBezTo>
                <a:cubicBezTo>
                  <a:pt x="264587" y="20219"/>
                  <a:pt x="262028" y="19459"/>
                  <a:pt x="259190" y="19459"/>
                </a:cubicBezTo>
                <a:cubicBezTo>
                  <a:pt x="256353" y="19459"/>
                  <a:pt x="253769" y="20219"/>
                  <a:pt x="251438" y="21740"/>
                </a:cubicBezTo>
                <a:cubicBezTo>
                  <a:pt x="249108" y="23260"/>
                  <a:pt x="247106" y="25616"/>
                  <a:pt x="245433" y="28810"/>
                </a:cubicBezTo>
                <a:cubicBezTo>
                  <a:pt x="243761" y="32002"/>
                  <a:pt x="242469" y="36131"/>
                  <a:pt x="241557" y="41199"/>
                </a:cubicBezTo>
                <a:cubicBezTo>
                  <a:pt x="240644" y="46265"/>
                  <a:pt x="240188" y="52345"/>
                  <a:pt x="240188" y="59440"/>
                </a:cubicBezTo>
                <a:cubicBezTo>
                  <a:pt x="240188" y="73629"/>
                  <a:pt x="241936" y="83941"/>
                  <a:pt x="245433" y="90377"/>
                </a:cubicBezTo>
                <a:cubicBezTo>
                  <a:pt x="248929" y="96812"/>
                  <a:pt x="253515" y="100029"/>
                  <a:pt x="259190" y="100029"/>
                </a:cubicBezTo>
                <a:close/>
                <a:moveTo>
                  <a:pt x="333224" y="110062"/>
                </a:moveTo>
                <a:cubicBezTo>
                  <a:pt x="329373" y="110062"/>
                  <a:pt x="325851" y="109681"/>
                  <a:pt x="322658" y="108920"/>
                </a:cubicBezTo>
                <a:cubicBezTo>
                  <a:pt x="319466" y="108161"/>
                  <a:pt x="316552" y="107148"/>
                  <a:pt x="313917" y="105882"/>
                </a:cubicBezTo>
                <a:cubicBezTo>
                  <a:pt x="311282" y="104615"/>
                  <a:pt x="308926" y="103172"/>
                  <a:pt x="306849" y="101551"/>
                </a:cubicBezTo>
                <a:cubicBezTo>
                  <a:pt x="304773" y="99929"/>
                  <a:pt x="302923" y="98205"/>
                  <a:pt x="301301" y="96380"/>
                </a:cubicBezTo>
                <a:lnTo>
                  <a:pt x="307684" y="88171"/>
                </a:lnTo>
                <a:cubicBezTo>
                  <a:pt x="310624" y="91212"/>
                  <a:pt x="314045" y="93898"/>
                  <a:pt x="317946" y="96230"/>
                </a:cubicBezTo>
                <a:cubicBezTo>
                  <a:pt x="321848" y="98560"/>
                  <a:pt x="326688" y="99725"/>
                  <a:pt x="332465" y="99725"/>
                </a:cubicBezTo>
                <a:cubicBezTo>
                  <a:pt x="338343" y="99725"/>
                  <a:pt x="343157" y="98129"/>
                  <a:pt x="346907" y="94938"/>
                </a:cubicBezTo>
                <a:cubicBezTo>
                  <a:pt x="350657" y="91744"/>
                  <a:pt x="352532" y="87411"/>
                  <a:pt x="352532" y="81938"/>
                </a:cubicBezTo>
                <a:cubicBezTo>
                  <a:pt x="352532" y="79101"/>
                  <a:pt x="351999" y="76491"/>
                  <a:pt x="350934" y="74110"/>
                </a:cubicBezTo>
                <a:cubicBezTo>
                  <a:pt x="349870" y="71728"/>
                  <a:pt x="348122" y="69676"/>
                  <a:pt x="345689" y="67953"/>
                </a:cubicBezTo>
                <a:cubicBezTo>
                  <a:pt x="343258" y="66231"/>
                  <a:pt x="340066" y="64913"/>
                  <a:pt x="336114" y="64001"/>
                </a:cubicBezTo>
                <a:cubicBezTo>
                  <a:pt x="332161" y="63088"/>
                  <a:pt x="327296" y="62632"/>
                  <a:pt x="321519" y="62632"/>
                </a:cubicBezTo>
                <a:lnTo>
                  <a:pt x="321519" y="53054"/>
                </a:lnTo>
                <a:cubicBezTo>
                  <a:pt x="326688" y="53054"/>
                  <a:pt x="331021" y="52599"/>
                  <a:pt x="334518" y="51688"/>
                </a:cubicBezTo>
                <a:cubicBezTo>
                  <a:pt x="338014" y="50776"/>
                  <a:pt x="340852" y="49509"/>
                  <a:pt x="343031" y="47889"/>
                </a:cubicBezTo>
                <a:cubicBezTo>
                  <a:pt x="345210" y="46266"/>
                  <a:pt x="346755" y="44340"/>
                  <a:pt x="347666" y="42110"/>
                </a:cubicBezTo>
                <a:cubicBezTo>
                  <a:pt x="348578" y="39881"/>
                  <a:pt x="349034" y="37499"/>
                  <a:pt x="349034" y="34966"/>
                </a:cubicBezTo>
                <a:cubicBezTo>
                  <a:pt x="349034" y="30202"/>
                  <a:pt x="347539" y="26451"/>
                  <a:pt x="344550" y="23716"/>
                </a:cubicBezTo>
                <a:cubicBezTo>
                  <a:pt x="341561" y="20980"/>
                  <a:pt x="337482" y="19612"/>
                  <a:pt x="332312" y="19612"/>
                </a:cubicBezTo>
                <a:cubicBezTo>
                  <a:pt x="328259" y="19612"/>
                  <a:pt x="324534" y="20525"/>
                  <a:pt x="321138" y="22350"/>
                </a:cubicBezTo>
                <a:cubicBezTo>
                  <a:pt x="317744" y="24173"/>
                  <a:pt x="314577" y="26554"/>
                  <a:pt x="311637" y="29492"/>
                </a:cubicBezTo>
                <a:lnTo>
                  <a:pt x="304950" y="21586"/>
                </a:lnTo>
                <a:cubicBezTo>
                  <a:pt x="308700" y="18040"/>
                  <a:pt x="312829" y="15128"/>
                  <a:pt x="317339" y="12848"/>
                </a:cubicBezTo>
                <a:cubicBezTo>
                  <a:pt x="321848" y="10567"/>
                  <a:pt x="326991" y="9427"/>
                  <a:pt x="332769" y="9427"/>
                </a:cubicBezTo>
                <a:cubicBezTo>
                  <a:pt x="337025" y="9427"/>
                  <a:pt x="340926" y="9984"/>
                  <a:pt x="344474" y="11099"/>
                </a:cubicBezTo>
                <a:cubicBezTo>
                  <a:pt x="348021" y="12213"/>
                  <a:pt x="351087" y="13809"/>
                  <a:pt x="353671" y="15887"/>
                </a:cubicBezTo>
                <a:cubicBezTo>
                  <a:pt x="356255" y="17964"/>
                  <a:pt x="358256" y="20523"/>
                  <a:pt x="359674" y="23565"/>
                </a:cubicBezTo>
                <a:cubicBezTo>
                  <a:pt x="361094" y="26605"/>
                  <a:pt x="361804" y="30101"/>
                  <a:pt x="361804" y="34052"/>
                </a:cubicBezTo>
                <a:cubicBezTo>
                  <a:pt x="361804" y="39932"/>
                  <a:pt x="360182" y="44746"/>
                  <a:pt x="356939" y="48496"/>
                </a:cubicBezTo>
                <a:cubicBezTo>
                  <a:pt x="353697" y="52245"/>
                  <a:pt x="349440" y="55133"/>
                  <a:pt x="344170" y="57160"/>
                </a:cubicBezTo>
                <a:lnTo>
                  <a:pt x="344170" y="57768"/>
                </a:lnTo>
                <a:cubicBezTo>
                  <a:pt x="347110" y="58478"/>
                  <a:pt x="349846" y="59517"/>
                  <a:pt x="352379" y="60886"/>
                </a:cubicBezTo>
                <a:cubicBezTo>
                  <a:pt x="354912" y="62253"/>
                  <a:pt x="357141" y="63975"/>
                  <a:pt x="359066" y="66054"/>
                </a:cubicBezTo>
                <a:cubicBezTo>
                  <a:pt x="360993" y="68131"/>
                  <a:pt x="362489" y="70538"/>
                  <a:pt x="363553" y="73275"/>
                </a:cubicBezTo>
                <a:cubicBezTo>
                  <a:pt x="364617" y="76010"/>
                  <a:pt x="365149" y="79051"/>
                  <a:pt x="365149" y="82395"/>
                </a:cubicBezTo>
                <a:cubicBezTo>
                  <a:pt x="365149" y="86651"/>
                  <a:pt x="364312" y="90503"/>
                  <a:pt x="362639" y="93949"/>
                </a:cubicBezTo>
                <a:cubicBezTo>
                  <a:pt x="360967" y="97395"/>
                  <a:pt x="358687" y="100308"/>
                  <a:pt x="355798" y="102690"/>
                </a:cubicBezTo>
                <a:cubicBezTo>
                  <a:pt x="352911" y="105071"/>
                  <a:pt x="349541" y="106895"/>
                  <a:pt x="345689" y="108162"/>
                </a:cubicBezTo>
                <a:cubicBezTo>
                  <a:pt x="341839" y="109428"/>
                  <a:pt x="337683" y="110062"/>
                  <a:pt x="333224" y="110062"/>
                </a:cubicBezTo>
                <a:close/>
                <a:moveTo>
                  <a:pt x="392360" y="110062"/>
                </a:moveTo>
                <a:cubicBezTo>
                  <a:pt x="389827" y="110062"/>
                  <a:pt x="387674" y="109176"/>
                  <a:pt x="385900" y="107403"/>
                </a:cubicBezTo>
                <a:cubicBezTo>
                  <a:pt x="384126" y="105630"/>
                  <a:pt x="383239" y="103374"/>
                  <a:pt x="383239" y="100637"/>
                </a:cubicBezTo>
                <a:cubicBezTo>
                  <a:pt x="383239" y="97699"/>
                  <a:pt x="384126" y="95343"/>
                  <a:pt x="385900" y="93569"/>
                </a:cubicBezTo>
                <a:cubicBezTo>
                  <a:pt x="387674" y="91795"/>
                  <a:pt x="389827" y="90908"/>
                  <a:pt x="392360" y="90908"/>
                </a:cubicBezTo>
                <a:cubicBezTo>
                  <a:pt x="394793" y="90908"/>
                  <a:pt x="396896" y="91795"/>
                  <a:pt x="398669" y="93569"/>
                </a:cubicBezTo>
                <a:cubicBezTo>
                  <a:pt x="400443" y="95343"/>
                  <a:pt x="401330" y="97699"/>
                  <a:pt x="401330" y="100637"/>
                </a:cubicBezTo>
                <a:cubicBezTo>
                  <a:pt x="401330" y="103374"/>
                  <a:pt x="400443" y="105630"/>
                  <a:pt x="398669" y="107403"/>
                </a:cubicBezTo>
                <a:cubicBezTo>
                  <a:pt x="396896" y="109176"/>
                  <a:pt x="394793" y="110062"/>
                  <a:pt x="392360" y="110062"/>
                </a:cubicBezTo>
                <a:close/>
                <a:moveTo>
                  <a:pt x="423828" y="139403"/>
                </a:moveTo>
                <a:lnTo>
                  <a:pt x="423828" y="34358"/>
                </a:lnTo>
                <a:lnTo>
                  <a:pt x="434164" y="34358"/>
                </a:lnTo>
                <a:lnTo>
                  <a:pt x="435229" y="42871"/>
                </a:lnTo>
                <a:lnTo>
                  <a:pt x="435686" y="42871"/>
                </a:lnTo>
                <a:cubicBezTo>
                  <a:pt x="439029" y="40034"/>
                  <a:pt x="442703" y="37601"/>
                  <a:pt x="446707" y="35574"/>
                </a:cubicBezTo>
                <a:cubicBezTo>
                  <a:pt x="450710" y="33546"/>
                  <a:pt x="454891" y="32533"/>
                  <a:pt x="459249" y="32533"/>
                </a:cubicBezTo>
                <a:cubicBezTo>
                  <a:pt x="464012" y="32533"/>
                  <a:pt x="468217" y="33420"/>
                  <a:pt x="471865" y="35193"/>
                </a:cubicBezTo>
                <a:cubicBezTo>
                  <a:pt x="475515" y="36967"/>
                  <a:pt x="478555" y="39501"/>
                  <a:pt x="480986" y="42795"/>
                </a:cubicBezTo>
                <a:cubicBezTo>
                  <a:pt x="483419" y="46089"/>
                  <a:pt x="485268" y="50041"/>
                  <a:pt x="486535" y="54653"/>
                </a:cubicBezTo>
                <a:cubicBezTo>
                  <a:pt x="487803" y="59263"/>
                  <a:pt x="488437" y="64456"/>
                  <a:pt x="488437" y="70234"/>
                </a:cubicBezTo>
                <a:cubicBezTo>
                  <a:pt x="488437" y="76517"/>
                  <a:pt x="487575" y="82116"/>
                  <a:pt x="485853" y="87032"/>
                </a:cubicBezTo>
                <a:cubicBezTo>
                  <a:pt x="484130" y="91947"/>
                  <a:pt x="481799" y="96128"/>
                  <a:pt x="478859" y="99575"/>
                </a:cubicBezTo>
                <a:cubicBezTo>
                  <a:pt x="475919" y="103020"/>
                  <a:pt x="472524" y="105630"/>
                  <a:pt x="468674" y="107403"/>
                </a:cubicBezTo>
                <a:cubicBezTo>
                  <a:pt x="464823" y="109176"/>
                  <a:pt x="460769" y="110062"/>
                  <a:pt x="456512" y="110062"/>
                </a:cubicBezTo>
                <a:cubicBezTo>
                  <a:pt x="453066" y="110062"/>
                  <a:pt x="449646" y="109302"/>
                  <a:pt x="446250" y="107781"/>
                </a:cubicBezTo>
                <a:cubicBezTo>
                  <a:pt x="442855" y="106261"/>
                  <a:pt x="439435" y="104184"/>
                  <a:pt x="435990" y="101549"/>
                </a:cubicBezTo>
                <a:lnTo>
                  <a:pt x="436294" y="114471"/>
                </a:lnTo>
                <a:lnTo>
                  <a:pt x="436294" y="139403"/>
                </a:lnTo>
                <a:lnTo>
                  <a:pt x="423828" y="139403"/>
                </a:lnTo>
                <a:moveTo>
                  <a:pt x="454385" y="99572"/>
                </a:moveTo>
                <a:cubicBezTo>
                  <a:pt x="457425" y="99572"/>
                  <a:pt x="460237" y="98889"/>
                  <a:pt x="462821" y="97522"/>
                </a:cubicBezTo>
                <a:cubicBezTo>
                  <a:pt x="465405" y="96153"/>
                  <a:pt x="467634" y="94228"/>
                  <a:pt x="469509" y="91746"/>
                </a:cubicBezTo>
                <a:cubicBezTo>
                  <a:pt x="471384" y="89262"/>
                  <a:pt x="472854" y="86197"/>
                  <a:pt x="473918" y="82549"/>
                </a:cubicBezTo>
                <a:cubicBezTo>
                  <a:pt x="474982" y="78899"/>
                  <a:pt x="475514" y="74794"/>
                  <a:pt x="475514" y="70234"/>
                </a:cubicBezTo>
                <a:cubicBezTo>
                  <a:pt x="475514" y="66180"/>
                  <a:pt x="475159" y="62481"/>
                  <a:pt x="474449" y="59137"/>
                </a:cubicBezTo>
                <a:cubicBezTo>
                  <a:pt x="473741" y="55792"/>
                  <a:pt x="472601" y="52928"/>
                  <a:pt x="471030" y="50547"/>
                </a:cubicBezTo>
                <a:cubicBezTo>
                  <a:pt x="469459" y="48165"/>
                  <a:pt x="467432" y="46316"/>
                  <a:pt x="464948" y="44998"/>
                </a:cubicBezTo>
                <a:cubicBezTo>
                  <a:pt x="462466" y="43681"/>
                  <a:pt x="459502" y="43022"/>
                  <a:pt x="456057" y="43022"/>
                </a:cubicBezTo>
                <a:cubicBezTo>
                  <a:pt x="452915" y="43022"/>
                  <a:pt x="449747" y="43883"/>
                  <a:pt x="446554" y="45606"/>
                </a:cubicBezTo>
                <a:cubicBezTo>
                  <a:pt x="443362" y="47329"/>
                  <a:pt x="439942" y="49812"/>
                  <a:pt x="436294" y="53054"/>
                </a:cubicBezTo>
                <a:lnTo>
                  <a:pt x="436294" y="91820"/>
                </a:lnTo>
                <a:cubicBezTo>
                  <a:pt x="439639" y="94658"/>
                  <a:pt x="442882" y="96660"/>
                  <a:pt x="446022" y="97826"/>
                </a:cubicBezTo>
                <a:cubicBezTo>
                  <a:pt x="449165" y="98990"/>
                  <a:pt x="451952" y="99572"/>
                  <a:pt x="454385" y="99572"/>
                </a:cubicBezTo>
                <a:close/>
                <a:moveTo>
                  <a:pt x="508047" y="108238"/>
                </a:moveTo>
                <a:lnTo>
                  <a:pt x="508047" y="0"/>
                </a:lnTo>
                <a:lnTo>
                  <a:pt x="520512" y="0"/>
                </a:lnTo>
                <a:lnTo>
                  <a:pt x="520512" y="29492"/>
                </a:lnTo>
                <a:lnTo>
                  <a:pt x="520055" y="44695"/>
                </a:lnTo>
                <a:cubicBezTo>
                  <a:pt x="523603" y="41350"/>
                  <a:pt x="527302" y="38486"/>
                  <a:pt x="531153" y="36105"/>
                </a:cubicBezTo>
                <a:cubicBezTo>
                  <a:pt x="535005" y="33723"/>
                  <a:pt x="539515" y="32533"/>
                  <a:pt x="544683" y="32533"/>
                </a:cubicBezTo>
                <a:cubicBezTo>
                  <a:pt x="552486" y="32533"/>
                  <a:pt x="558186" y="34965"/>
                  <a:pt x="561783" y="39830"/>
                </a:cubicBezTo>
                <a:cubicBezTo>
                  <a:pt x="565382" y="44695"/>
                  <a:pt x="567181" y="51891"/>
                  <a:pt x="567181" y="61417"/>
                </a:cubicBezTo>
                <a:lnTo>
                  <a:pt x="567181" y="108238"/>
                </a:lnTo>
                <a:lnTo>
                  <a:pt x="554718" y="108238"/>
                </a:lnTo>
                <a:lnTo>
                  <a:pt x="554718" y="63089"/>
                </a:lnTo>
                <a:cubicBezTo>
                  <a:pt x="554718" y="56096"/>
                  <a:pt x="553603" y="51054"/>
                  <a:pt x="551373" y="47963"/>
                </a:cubicBezTo>
                <a:cubicBezTo>
                  <a:pt x="549143" y="44872"/>
                  <a:pt x="545595" y="43326"/>
                  <a:pt x="540730" y="43326"/>
                </a:cubicBezTo>
                <a:cubicBezTo>
                  <a:pt x="536880" y="43326"/>
                  <a:pt x="533485" y="44289"/>
                  <a:pt x="530545" y="46214"/>
                </a:cubicBezTo>
                <a:cubicBezTo>
                  <a:pt x="527607" y="48139"/>
                  <a:pt x="524262" y="50977"/>
                  <a:pt x="520512" y="54727"/>
                </a:cubicBezTo>
                <a:lnTo>
                  <a:pt x="520512" y="108238"/>
                </a:lnTo>
                <a:lnTo>
                  <a:pt x="508047" y="108238"/>
                </a:lnTo>
                <a:close/>
                <a:moveTo>
                  <a:pt x="589529" y="139403"/>
                </a:moveTo>
                <a:lnTo>
                  <a:pt x="589529" y="34358"/>
                </a:lnTo>
                <a:lnTo>
                  <a:pt x="599865" y="34358"/>
                </a:lnTo>
                <a:lnTo>
                  <a:pt x="600930" y="42871"/>
                </a:lnTo>
                <a:lnTo>
                  <a:pt x="601387" y="42871"/>
                </a:lnTo>
                <a:cubicBezTo>
                  <a:pt x="604730" y="40034"/>
                  <a:pt x="608404" y="37601"/>
                  <a:pt x="612407" y="35574"/>
                </a:cubicBezTo>
                <a:cubicBezTo>
                  <a:pt x="616411" y="33546"/>
                  <a:pt x="620592" y="32533"/>
                  <a:pt x="624950" y="32533"/>
                </a:cubicBezTo>
                <a:cubicBezTo>
                  <a:pt x="629712" y="32533"/>
                  <a:pt x="633918" y="33420"/>
                  <a:pt x="637566" y="35193"/>
                </a:cubicBezTo>
                <a:cubicBezTo>
                  <a:pt x="641216" y="36967"/>
                  <a:pt x="644256" y="39501"/>
                  <a:pt x="646687" y="42795"/>
                </a:cubicBezTo>
                <a:cubicBezTo>
                  <a:pt x="649119" y="46089"/>
                  <a:pt x="650969" y="50041"/>
                  <a:pt x="652235" y="54653"/>
                </a:cubicBezTo>
                <a:cubicBezTo>
                  <a:pt x="653503" y="59263"/>
                  <a:pt x="654137" y="64456"/>
                  <a:pt x="654137" y="70234"/>
                </a:cubicBezTo>
                <a:cubicBezTo>
                  <a:pt x="654137" y="76517"/>
                  <a:pt x="653276" y="82116"/>
                  <a:pt x="651553" y="87032"/>
                </a:cubicBezTo>
                <a:cubicBezTo>
                  <a:pt x="649831" y="91947"/>
                  <a:pt x="647499" y="96128"/>
                  <a:pt x="644560" y="99575"/>
                </a:cubicBezTo>
                <a:cubicBezTo>
                  <a:pt x="641620" y="103020"/>
                  <a:pt x="638225" y="105630"/>
                  <a:pt x="634374" y="107403"/>
                </a:cubicBezTo>
                <a:cubicBezTo>
                  <a:pt x="630524" y="109176"/>
                  <a:pt x="626470" y="110062"/>
                  <a:pt x="622212" y="110062"/>
                </a:cubicBezTo>
                <a:cubicBezTo>
                  <a:pt x="618767" y="110062"/>
                  <a:pt x="615346" y="109302"/>
                  <a:pt x="611950" y="107781"/>
                </a:cubicBezTo>
                <a:cubicBezTo>
                  <a:pt x="608556" y="106261"/>
                  <a:pt x="605136" y="104184"/>
                  <a:pt x="601691" y="101549"/>
                </a:cubicBezTo>
                <a:lnTo>
                  <a:pt x="601994" y="114471"/>
                </a:lnTo>
                <a:lnTo>
                  <a:pt x="601994" y="139403"/>
                </a:lnTo>
                <a:lnTo>
                  <a:pt x="589529" y="139403"/>
                </a:lnTo>
                <a:moveTo>
                  <a:pt x="620085" y="99572"/>
                </a:moveTo>
                <a:cubicBezTo>
                  <a:pt x="623126" y="99572"/>
                  <a:pt x="625938" y="98889"/>
                  <a:pt x="628522" y="97522"/>
                </a:cubicBezTo>
                <a:cubicBezTo>
                  <a:pt x="631106" y="96153"/>
                  <a:pt x="633335" y="94228"/>
                  <a:pt x="635209" y="91746"/>
                </a:cubicBezTo>
                <a:cubicBezTo>
                  <a:pt x="637085" y="89262"/>
                  <a:pt x="638555" y="86197"/>
                  <a:pt x="639619" y="82549"/>
                </a:cubicBezTo>
                <a:cubicBezTo>
                  <a:pt x="640683" y="78899"/>
                  <a:pt x="641215" y="74794"/>
                  <a:pt x="641215" y="70234"/>
                </a:cubicBezTo>
                <a:cubicBezTo>
                  <a:pt x="641215" y="66180"/>
                  <a:pt x="640860" y="62481"/>
                  <a:pt x="640150" y="59137"/>
                </a:cubicBezTo>
                <a:cubicBezTo>
                  <a:pt x="639442" y="55792"/>
                  <a:pt x="638302" y="52928"/>
                  <a:pt x="636731" y="50547"/>
                </a:cubicBezTo>
                <a:cubicBezTo>
                  <a:pt x="635160" y="48165"/>
                  <a:pt x="633132" y="46316"/>
                  <a:pt x="630649" y="44998"/>
                </a:cubicBezTo>
                <a:cubicBezTo>
                  <a:pt x="628167" y="43681"/>
                  <a:pt x="625203" y="43022"/>
                  <a:pt x="621758" y="43022"/>
                </a:cubicBezTo>
                <a:cubicBezTo>
                  <a:pt x="618615" y="43022"/>
                  <a:pt x="615448" y="43883"/>
                  <a:pt x="612254" y="45606"/>
                </a:cubicBezTo>
                <a:cubicBezTo>
                  <a:pt x="609062" y="47329"/>
                  <a:pt x="605642" y="49812"/>
                  <a:pt x="601994" y="53054"/>
                </a:cubicBezTo>
                <a:lnTo>
                  <a:pt x="601994" y="91820"/>
                </a:lnTo>
                <a:cubicBezTo>
                  <a:pt x="605339" y="94658"/>
                  <a:pt x="608582" y="96660"/>
                  <a:pt x="611723" y="97826"/>
                </a:cubicBezTo>
                <a:cubicBezTo>
                  <a:pt x="614865" y="98990"/>
                  <a:pt x="617653" y="99572"/>
                  <a:pt x="620085" y="99572"/>
                </a:cubicBezTo>
                <a:close/>
                <a:moveTo>
                  <a:pt x="697006" y="110062"/>
                </a:moveTo>
                <a:cubicBezTo>
                  <a:pt x="693054" y="110062"/>
                  <a:pt x="689734" y="109454"/>
                  <a:pt x="687048" y="108238"/>
                </a:cubicBezTo>
                <a:cubicBezTo>
                  <a:pt x="684364" y="107023"/>
                  <a:pt x="682185" y="105351"/>
                  <a:pt x="680511" y="103223"/>
                </a:cubicBezTo>
                <a:cubicBezTo>
                  <a:pt x="678840" y="101094"/>
                  <a:pt x="677649" y="98509"/>
                  <a:pt x="676939" y="95469"/>
                </a:cubicBezTo>
                <a:cubicBezTo>
                  <a:pt x="676229" y="92429"/>
                  <a:pt x="675874" y="89084"/>
                  <a:pt x="675874" y="85436"/>
                </a:cubicBezTo>
                <a:lnTo>
                  <a:pt x="675874" y="44541"/>
                </a:lnTo>
                <a:lnTo>
                  <a:pt x="664930" y="44541"/>
                </a:lnTo>
                <a:lnTo>
                  <a:pt x="664930" y="35117"/>
                </a:lnTo>
                <a:lnTo>
                  <a:pt x="676485" y="34358"/>
                </a:lnTo>
                <a:lnTo>
                  <a:pt x="678004" y="13683"/>
                </a:lnTo>
                <a:lnTo>
                  <a:pt x="688493" y="13683"/>
                </a:lnTo>
                <a:lnTo>
                  <a:pt x="688493" y="34358"/>
                </a:lnTo>
                <a:lnTo>
                  <a:pt x="708407" y="34358"/>
                </a:lnTo>
                <a:lnTo>
                  <a:pt x="708407" y="44541"/>
                </a:lnTo>
                <a:lnTo>
                  <a:pt x="688493" y="44541"/>
                </a:lnTo>
                <a:lnTo>
                  <a:pt x="688493" y="85587"/>
                </a:lnTo>
                <a:cubicBezTo>
                  <a:pt x="688493" y="90148"/>
                  <a:pt x="689329" y="93670"/>
                  <a:pt x="691001" y="96153"/>
                </a:cubicBezTo>
                <a:cubicBezTo>
                  <a:pt x="692674" y="98637"/>
                  <a:pt x="695638" y="99878"/>
                  <a:pt x="699894" y="99878"/>
                </a:cubicBezTo>
                <a:cubicBezTo>
                  <a:pt x="701212" y="99878"/>
                  <a:pt x="702631" y="99676"/>
                  <a:pt x="704151" y="99271"/>
                </a:cubicBezTo>
                <a:cubicBezTo>
                  <a:pt x="705671" y="98864"/>
                  <a:pt x="707039" y="98408"/>
                  <a:pt x="708256" y="97902"/>
                </a:cubicBezTo>
                <a:lnTo>
                  <a:pt x="710687" y="107327"/>
                </a:lnTo>
                <a:cubicBezTo>
                  <a:pt x="708660" y="108037"/>
                  <a:pt x="706456" y="108670"/>
                  <a:pt x="704074" y="109227"/>
                </a:cubicBezTo>
                <a:cubicBezTo>
                  <a:pt x="701693" y="109783"/>
                  <a:pt x="699337" y="110062"/>
                  <a:pt x="697006" y="11006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8833A0-0125-485A-B827-D4E8EB2B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08" y="1066553"/>
            <a:ext cx="1236769" cy="167888"/>
          </a:xfrm>
          <a:custGeom xmlns:a="http://schemas.openxmlformats.org/drawingml/2006/main">
            <a:pathLst>
              <a:path w="1236769" h="167888">
                <a:moveTo>
                  <a:pt x="0" y="0"/>
                </a:moveTo>
                <a:lnTo>
                  <a:pt x="1214384" y="0"/>
                </a:lnTo>
                <a:lnTo>
                  <a:pt x="1236769" y="22386"/>
                </a:lnTo>
                <a:lnTo>
                  <a:pt x="1236769" y="167888"/>
                </a:lnTo>
                <a:lnTo>
                  <a:pt x="0" y="1678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C1CCF-F98C-4731-B711-E428D4F9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08" y="1066552"/>
            <a:ext cx="1236769" cy="167888"/>
          </a:xfrm>
          <a:custGeom xmlns:a="http://schemas.openxmlformats.org/drawingml/2006/main">
            <a:pathLst>
              <a:path w="1236769" h="167888" fill="none">
                <a:moveTo>
                  <a:pt x="0" y="0"/>
                </a:moveTo>
                <a:lnTo>
                  <a:pt x="1214384" y="0"/>
                </a:lnTo>
                <a:lnTo>
                  <a:pt x="1236769" y="22386"/>
                </a:lnTo>
                <a:lnTo>
                  <a:pt x="1236769" y="167888"/>
                </a:lnTo>
                <a:lnTo>
                  <a:pt x="0" y="1678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00000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0E2E57-1F9B-4549-8517-9A5763CE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69" y="1206501"/>
            <a:ext cx="1236770" cy="167888"/>
          </a:xfrm>
          <a:custGeom xmlns:a="http://schemas.openxmlformats.org/drawingml/2006/main">
            <a:pathLst>
              <a:path w="1236770" h="167888">
                <a:moveTo>
                  <a:pt x="0" y="0"/>
                </a:moveTo>
                <a:lnTo>
                  <a:pt x="1214384" y="0"/>
                </a:lnTo>
                <a:lnTo>
                  <a:pt x="1236770" y="22386"/>
                </a:lnTo>
                <a:lnTo>
                  <a:pt x="1236770" y="167888"/>
                </a:lnTo>
                <a:lnTo>
                  <a:pt x="0" y="1678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3ACFD-9942-40E5-AFC2-28A79E1E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69" y="1206501"/>
            <a:ext cx="1236769" cy="167888"/>
          </a:xfrm>
          <a:custGeom xmlns:a="http://schemas.openxmlformats.org/drawingml/2006/main">
            <a:pathLst>
              <a:path w="1236769" h="167888" fill="none">
                <a:moveTo>
                  <a:pt x="0" y="0"/>
                </a:moveTo>
                <a:lnTo>
                  <a:pt x="1214384" y="0"/>
                </a:lnTo>
                <a:lnTo>
                  <a:pt x="1236769" y="22386"/>
                </a:lnTo>
                <a:lnTo>
                  <a:pt x="1236769" y="167888"/>
                </a:lnTo>
                <a:lnTo>
                  <a:pt x="0" y="1678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000000"/>
            </a:solidFill>
            <a:miter/>
          </a:ln>
        </p:spPr>
      </p:sp>
      <p:sp>
        <p:nvSpPr>
          <p:cNvPr id="59" name="Text 18776.phpt">
            <a:extLst xmlns:a="http://schemas.openxmlformats.org/drawingml/2006/main">
              <a:ext uri="{FF2B5EF4-FFF2-40B4-BE49-F238E27FC236}">
                <a16:creationId xmlns:a16="http://schemas.microsoft.com/office/drawing/2014/main" id="{6024511C-907A-4825-9101-5B69F1A2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478" y="1249362"/>
            <a:ext cx="705368" cy="139403"/>
          </a:xfrm>
          <a:custGeom xmlns:a="http://schemas.openxmlformats.org/drawingml/2006/main">
            <a:pathLst>
              <a:path w="705368" h="139403">
                <a:moveTo>
                  <a:pt x="0" y="108238"/>
                </a:moveTo>
                <a:lnTo>
                  <a:pt x="0" y="97902"/>
                </a:lnTo>
                <a:lnTo>
                  <a:pt x="22196" y="97902"/>
                </a:lnTo>
                <a:lnTo>
                  <a:pt x="22196" y="26453"/>
                </a:lnTo>
                <a:lnTo>
                  <a:pt x="4560" y="26453"/>
                </a:lnTo>
                <a:lnTo>
                  <a:pt x="4560" y="18395"/>
                </a:lnTo>
                <a:cubicBezTo>
                  <a:pt x="9020" y="17584"/>
                  <a:pt x="12897" y="16597"/>
                  <a:pt x="16191" y="15432"/>
                </a:cubicBezTo>
                <a:cubicBezTo>
                  <a:pt x="19485" y="14266"/>
                  <a:pt x="22449" y="12872"/>
                  <a:pt x="25084" y="11250"/>
                </a:cubicBezTo>
                <a:lnTo>
                  <a:pt x="34662" y="11250"/>
                </a:lnTo>
                <a:lnTo>
                  <a:pt x="34662" y="97902"/>
                </a:lnTo>
                <a:lnTo>
                  <a:pt x="54727" y="97902"/>
                </a:lnTo>
                <a:lnTo>
                  <a:pt x="54727" y="108238"/>
                </a:lnTo>
                <a:lnTo>
                  <a:pt x="0" y="108238"/>
                </a:lnTo>
                <a:close/>
                <a:moveTo>
                  <a:pt x="102006" y="110062"/>
                </a:moveTo>
                <a:cubicBezTo>
                  <a:pt x="97445" y="110062"/>
                  <a:pt x="93214" y="109403"/>
                  <a:pt x="89313" y="108085"/>
                </a:cubicBezTo>
                <a:cubicBezTo>
                  <a:pt x="85411" y="106768"/>
                  <a:pt x="82066" y="104918"/>
                  <a:pt x="79278" y="102537"/>
                </a:cubicBezTo>
                <a:cubicBezTo>
                  <a:pt x="76491" y="100155"/>
                  <a:pt x="74287" y="97343"/>
                  <a:pt x="72665" y="94100"/>
                </a:cubicBezTo>
                <a:cubicBezTo>
                  <a:pt x="71044" y="90857"/>
                  <a:pt x="70234" y="87311"/>
                  <a:pt x="70234" y="83460"/>
                </a:cubicBezTo>
                <a:cubicBezTo>
                  <a:pt x="70234" y="80318"/>
                  <a:pt x="70766" y="77404"/>
                  <a:pt x="71830" y="74720"/>
                </a:cubicBezTo>
                <a:cubicBezTo>
                  <a:pt x="72893" y="72034"/>
                  <a:pt x="74261" y="69601"/>
                  <a:pt x="75933" y="67422"/>
                </a:cubicBezTo>
                <a:cubicBezTo>
                  <a:pt x="77606" y="65243"/>
                  <a:pt x="79532" y="63318"/>
                  <a:pt x="81711" y="61646"/>
                </a:cubicBezTo>
                <a:cubicBezTo>
                  <a:pt x="83890" y="59973"/>
                  <a:pt x="86145" y="58528"/>
                  <a:pt x="88475" y="57311"/>
                </a:cubicBezTo>
                <a:lnTo>
                  <a:pt x="88475" y="56703"/>
                </a:lnTo>
                <a:cubicBezTo>
                  <a:pt x="84929" y="54170"/>
                  <a:pt x="81788" y="51105"/>
                  <a:pt x="79051" y="47508"/>
                </a:cubicBezTo>
                <a:cubicBezTo>
                  <a:pt x="76315" y="43910"/>
                  <a:pt x="74947" y="39526"/>
                  <a:pt x="74947" y="34358"/>
                </a:cubicBezTo>
                <a:cubicBezTo>
                  <a:pt x="74947" y="30608"/>
                  <a:pt x="75656" y="27213"/>
                  <a:pt x="77074" y="24173"/>
                </a:cubicBezTo>
                <a:cubicBezTo>
                  <a:pt x="78494" y="21133"/>
                  <a:pt x="80419" y="18523"/>
                  <a:pt x="82850" y="16344"/>
                </a:cubicBezTo>
                <a:cubicBezTo>
                  <a:pt x="85283" y="14164"/>
                  <a:pt x="88171" y="12466"/>
                  <a:pt x="91516" y="11250"/>
                </a:cubicBezTo>
                <a:cubicBezTo>
                  <a:pt x="94861" y="10035"/>
                  <a:pt x="98510" y="9427"/>
                  <a:pt x="102463" y="9427"/>
                </a:cubicBezTo>
                <a:cubicBezTo>
                  <a:pt x="106718" y="9427"/>
                  <a:pt x="110518" y="10060"/>
                  <a:pt x="113861" y="11327"/>
                </a:cubicBezTo>
                <a:cubicBezTo>
                  <a:pt x="117206" y="12593"/>
                  <a:pt x="120069" y="14367"/>
                  <a:pt x="122451" y="16648"/>
                </a:cubicBezTo>
                <a:cubicBezTo>
                  <a:pt x="124834" y="18927"/>
                  <a:pt x="126659" y="21664"/>
                  <a:pt x="127925" y="24857"/>
                </a:cubicBezTo>
                <a:cubicBezTo>
                  <a:pt x="129192" y="28049"/>
                  <a:pt x="129825" y="31520"/>
                  <a:pt x="129825" y="35270"/>
                </a:cubicBezTo>
                <a:cubicBezTo>
                  <a:pt x="129825" y="37803"/>
                  <a:pt x="129394" y="40235"/>
                  <a:pt x="128533" y="42567"/>
                </a:cubicBezTo>
                <a:cubicBezTo>
                  <a:pt x="127671" y="44898"/>
                  <a:pt x="126608" y="47077"/>
                  <a:pt x="125341" y="49104"/>
                </a:cubicBezTo>
                <a:cubicBezTo>
                  <a:pt x="124074" y="51130"/>
                  <a:pt x="122656" y="52954"/>
                  <a:pt x="121084" y="54576"/>
                </a:cubicBezTo>
                <a:cubicBezTo>
                  <a:pt x="119513" y="56197"/>
                  <a:pt x="117968" y="57565"/>
                  <a:pt x="116448" y="58680"/>
                </a:cubicBezTo>
                <a:lnTo>
                  <a:pt x="116448" y="59287"/>
                </a:lnTo>
                <a:cubicBezTo>
                  <a:pt x="118575" y="60504"/>
                  <a:pt x="120653" y="61898"/>
                  <a:pt x="122680" y="63470"/>
                </a:cubicBezTo>
                <a:cubicBezTo>
                  <a:pt x="124708" y="65039"/>
                  <a:pt x="126506" y="66812"/>
                  <a:pt x="128076" y="68789"/>
                </a:cubicBezTo>
                <a:cubicBezTo>
                  <a:pt x="129647" y="70765"/>
                  <a:pt x="130914" y="73020"/>
                  <a:pt x="131875" y="75555"/>
                </a:cubicBezTo>
                <a:cubicBezTo>
                  <a:pt x="132839" y="78088"/>
                  <a:pt x="133320" y="80976"/>
                  <a:pt x="133320" y="84219"/>
                </a:cubicBezTo>
                <a:cubicBezTo>
                  <a:pt x="133320" y="87868"/>
                  <a:pt x="132560" y="91264"/>
                  <a:pt x="131040" y="94406"/>
                </a:cubicBezTo>
                <a:cubicBezTo>
                  <a:pt x="129520" y="97547"/>
                  <a:pt x="127392" y="100283"/>
                  <a:pt x="124654" y="102613"/>
                </a:cubicBezTo>
                <a:cubicBezTo>
                  <a:pt x="121919" y="104944"/>
                  <a:pt x="118626" y="106768"/>
                  <a:pt x="114775" y="108085"/>
                </a:cubicBezTo>
                <a:cubicBezTo>
                  <a:pt x="110925" y="109403"/>
                  <a:pt x="106668" y="110062"/>
                  <a:pt x="102006" y="110062"/>
                </a:cubicBezTo>
                <a:moveTo>
                  <a:pt x="108846" y="55335"/>
                </a:moveTo>
                <a:cubicBezTo>
                  <a:pt x="112089" y="52396"/>
                  <a:pt x="114597" y="49306"/>
                  <a:pt x="116371" y="46063"/>
                </a:cubicBezTo>
                <a:cubicBezTo>
                  <a:pt x="118145" y="42820"/>
                  <a:pt x="119032" y="39425"/>
                  <a:pt x="119032" y="35878"/>
                </a:cubicBezTo>
                <a:cubicBezTo>
                  <a:pt x="119032" y="31013"/>
                  <a:pt x="117562" y="26933"/>
                  <a:pt x="114622" y="23639"/>
                </a:cubicBezTo>
                <a:cubicBezTo>
                  <a:pt x="111684" y="20345"/>
                  <a:pt x="107529" y="18699"/>
                  <a:pt x="102159" y="18699"/>
                </a:cubicBezTo>
                <a:cubicBezTo>
                  <a:pt x="97597" y="18699"/>
                  <a:pt x="93846" y="20117"/>
                  <a:pt x="90906" y="22955"/>
                </a:cubicBezTo>
                <a:cubicBezTo>
                  <a:pt x="87968" y="25793"/>
                  <a:pt x="86499" y="29594"/>
                  <a:pt x="86499" y="34358"/>
                </a:cubicBezTo>
                <a:cubicBezTo>
                  <a:pt x="86499" y="37296"/>
                  <a:pt x="87107" y="39805"/>
                  <a:pt x="88322" y="41883"/>
                </a:cubicBezTo>
                <a:cubicBezTo>
                  <a:pt x="89539" y="43960"/>
                  <a:pt x="91186" y="45810"/>
                  <a:pt x="93263" y="47432"/>
                </a:cubicBezTo>
                <a:cubicBezTo>
                  <a:pt x="95341" y="49052"/>
                  <a:pt x="97724" y="50497"/>
                  <a:pt x="100410" y="51765"/>
                </a:cubicBezTo>
                <a:cubicBezTo>
                  <a:pt x="103096" y="53031"/>
                  <a:pt x="105908" y="54221"/>
                  <a:pt x="108846" y="55335"/>
                </a:cubicBezTo>
                <a:moveTo>
                  <a:pt x="102309" y="100790"/>
                </a:moveTo>
                <a:cubicBezTo>
                  <a:pt x="107985" y="100790"/>
                  <a:pt x="112571" y="99220"/>
                  <a:pt x="116067" y="96079"/>
                </a:cubicBezTo>
                <a:cubicBezTo>
                  <a:pt x="119564" y="92937"/>
                  <a:pt x="121312" y="88832"/>
                  <a:pt x="121312" y="83764"/>
                </a:cubicBezTo>
                <a:cubicBezTo>
                  <a:pt x="121312" y="80622"/>
                  <a:pt x="120602" y="77936"/>
                  <a:pt x="119182" y="75708"/>
                </a:cubicBezTo>
                <a:cubicBezTo>
                  <a:pt x="117764" y="73478"/>
                  <a:pt x="115839" y="71527"/>
                  <a:pt x="113407" y="69856"/>
                </a:cubicBezTo>
                <a:cubicBezTo>
                  <a:pt x="110974" y="68182"/>
                  <a:pt x="108162" y="66661"/>
                  <a:pt x="104970" y="65293"/>
                </a:cubicBezTo>
                <a:cubicBezTo>
                  <a:pt x="101778" y="63924"/>
                  <a:pt x="98459" y="62531"/>
                  <a:pt x="95012" y="61113"/>
                </a:cubicBezTo>
                <a:cubicBezTo>
                  <a:pt x="91161" y="63748"/>
                  <a:pt x="87944" y="66814"/>
                  <a:pt x="85360" y="70310"/>
                </a:cubicBezTo>
                <a:cubicBezTo>
                  <a:pt x="82776" y="73807"/>
                  <a:pt x="81484" y="77784"/>
                  <a:pt x="81484" y="82242"/>
                </a:cubicBezTo>
                <a:cubicBezTo>
                  <a:pt x="81484" y="84979"/>
                  <a:pt x="82016" y="87463"/>
                  <a:pt x="83080" y="89693"/>
                </a:cubicBezTo>
                <a:cubicBezTo>
                  <a:pt x="84144" y="91921"/>
                  <a:pt x="85613" y="93872"/>
                  <a:pt x="87487" y="95545"/>
                </a:cubicBezTo>
                <a:cubicBezTo>
                  <a:pt x="89363" y="97217"/>
                  <a:pt x="91567" y="98509"/>
                  <a:pt x="94100" y="99421"/>
                </a:cubicBezTo>
                <a:cubicBezTo>
                  <a:pt x="96635" y="100334"/>
                  <a:pt x="99371" y="100790"/>
                  <a:pt x="102309" y="100790"/>
                </a:cubicBezTo>
                <a:close/>
                <a:moveTo>
                  <a:pt x="166918" y="108238"/>
                </a:moveTo>
                <a:cubicBezTo>
                  <a:pt x="167323" y="99118"/>
                  <a:pt x="168133" y="90757"/>
                  <a:pt x="169349" y="83156"/>
                </a:cubicBezTo>
                <a:cubicBezTo>
                  <a:pt x="170566" y="75554"/>
                  <a:pt x="172264" y="68333"/>
                  <a:pt x="174443" y="61493"/>
                </a:cubicBezTo>
                <a:cubicBezTo>
                  <a:pt x="176622" y="54652"/>
                  <a:pt x="179408" y="48039"/>
                  <a:pt x="182803" y="41654"/>
                </a:cubicBezTo>
                <a:cubicBezTo>
                  <a:pt x="186199" y="35268"/>
                  <a:pt x="190278" y="28732"/>
                  <a:pt x="195041" y="22043"/>
                </a:cubicBezTo>
                <a:lnTo>
                  <a:pt x="146700" y="22043"/>
                </a:lnTo>
                <a:lnTo>
                  <a:pt x="146700" y="11250"/>
                </a:lnTo>
                <a:lnTo>
                  <a:pt x="209179" y="11250"/>
                </a:lnTo>
                <a:lnTo>
                  <a:pt x="209179" y="19002"/>
                </a:lnTo>
                <a:cubicBezTo>
                  <a:pt x="203402" y="26300"/>
                  <a:pt x="198714" y="33294"/>
                  <a:pt x="195115" y="39983"/>
                </a:cubicBezTo>
                <a:cubicBezTo>
                  <a:pt x="191518" y="46672"/>
                  <a:pt x="188656" y="53487"/>
                  <a:pt x="186528" y="60429"/>
                </a:cubicBezTo>
                <a:cubicBezTo>
                  <a:pt x="184400" y="67370"/>
                  <a:pt x="182855" y="74718"/>
                  <a:pt x="181891" y="82472"/>
                </a:cubicBezTo>
                <a:cubicBezTo>
                  <a:pt x="180929" y="90224"/>
                  <a:pt x="180245" y="98813"/>
                  <a:pt x="179838" y="108238"/>
                </a:cubicBezTo>
                <a:lnTo>
                  <a:pt x="166918" y="108238"/>
                </a:lnTo>
                <a:close/>
                <a:moveTo>
                  <a:pt x="242927" y="108238"/>
                </a:moveTo>
                <a:cubicBezTo>
                  <a:pt x="243333" y="99118"/>
                  <a:pt x="244143" y="90757"/>
                  <a:pt x="245358" y="83156"/>
                </a:cubicBezTo>
                <a:cubicBezTo>
                  <a:pt x="246575" y="75554"/>
                  <a:pt x="248273" y="68333"/>
                  <a:pt x="250452" y="61493"/>
                </a:cubicBezTo>
                <a:cubicBezTo>
                  <a:pt x="252631" y="54652"/>
                  <a:pt x="255418" y="48039"/>
                  <a:pt x="258812" y="41654"/>
                </a:cubicBezTo>
                <a:cubicBezTo>
                  <a:pt x="262208" y="35268"/>
                  <a:pt x="266288" y="28732"/>
                  <a:pt x="271051" y="22043"/>
                </a:cubicBezTo>
                <a:lnTo>
                  <a:pt x="222710" y="22043"/>
                </a:lnTo>
                <a:lnTo>
                  <a:pt x="222710" y="11250"/>
                </a:lnTo>
                <a:lnTo>
                  <a:pt x="285189" y="11250"/>
                </a:lnTo>
                <a:lnTo>
                  <a:pt x="285189" y="19002"/>
                </a:lnTo>
                <a:cubicBezTo>
                  <a:pt x="279411" y="26300"/>
                  <a:pt x="274723" y="33294"/>
                  <a:pt x="271125" y="39983"/>
                </a:cubicBezTo>
                <a:cubicBezTo>
                  <a:pt x="267528" y="46672"/>
                  <a:pt x="264665" y="53487"/>
                  <a:pt x="262538" y="60429"/>
                </a:cubicBezTo>
                <a:cubicBezTo>
                  <a:pt x="260410" y="67370"/>
                  <a:pt x="258864" y="74718"/>
                  <a:pt x="257901" y="82472"/>
                </a:cubicBezTo>
                <a:cubicBezTo>
                  <a:pt x="256939" y="90224"/>
                  <a:pt x="256254" y="98813"/>
                  <a:pt x="255848" y="108238"/>
                </a:cubicBezTo>
                <a:lnTo>
                  <a:pt x="242927" y="108238"/>
                </a:lnTo>
                <a:close/>
                <a:moveTo>
                  <a:pt x="332771" y="110062"/>
                </a:moveTo>
                <a:cubicBezTo>
                  <a:pt x="328007" y="110062"/>
                  <a:pt x="323598" y="109099"/>
                  <a:pt x="319545" y="107174"/>
                </a:cubicBezTo>
                <a:cubicBezTo>
                  <a:pt x="315492" y="105248"/>
                  <a:pt x="311970" y="102335"/>
                  <a:pt x="308979" y="98433"/>
                </a:cubicBezTo>
                <a:cubicBezTo>
                  <a:pt x="305990" y="94532"/>
                  <a:pt x="303634" y="89667"/>
                  <a:pt x="301911" y="83841"/>
                </a:cubicBezTo>
                <a:cubicBezTo>
                  <a:pt x="300188" y="78012"/>
                  <a:pt x="299327" y="71196"/>
                  <a:pt x="299327" y="63393"/>
                </a:cubicBezTo>
                <a:cubicBezTo>
                  <a:pt x="299327" y="53663"/>
                  <a:pt x="300340" y="45378"/>
                  <a:pt x="302366" y="38538"/>
                </a:cubicBezTo>
                <a:cubicBezTo>
                  <a:pt x="304393" y="31697"/>
                  <a:pt x="307129" y="26123"/>
                  <a:pt x="310575" y="21816"/>
                </a:cubicBezTo>
                <a:cubicBezTo>
                  <a:pt x="314022" y="17509"/>
                  <a:pt x="317949" y="14368"/>
                  <a:pt x="322356" y="12391"/>
                </a:cubicBezTo>
                <a:cubicBezTo>
                  <a:pt x="326765" y="10415"/>
                  <a:pt x="331402" y="9427"/>
                  <a:pt x="336267" y="9427"/>
                </a:cubicBezTo>
                <a:cubicBezTo>
                  <a:pt x="341537" y="9427"/>
                  <a:pt x="346072" y="10415"/>
                  <a:pt x="349871" y="12391"/>
                </a:cubicBezTo>
                <a:cubicBezTo>
                  <a:pt x="353673" y="14368"/>
                  <a:pt x="356942" y="16825"/>
                  <a:pt x="359679" y="19763"/>
                </a:cubicBezTo>
                <a:lnTo>
                  <a:pt x="352685" y="27515"/>
                </a:lnTo>
                <a:cubicBezTo>
                  <a:pt x="350658" y="25185"/>
                  <a:pt x="348251" y="23336"/>
                  <a:pt x="345464" y="21969"/>
                </a:cubicBezTo>
                <a:cubicBezTo>
                  <a:pt x="342678" y="20601"/>
                  <a:pt x="339764" y="19916"/>
                  <a:pt x="336724" y="19916"/>
                </a:cubicBezTo>
                <a:cubicBezTo>
                  <a:pt x="333379" y="19916"/>
                  <a:pt x="330186" y="20626"/>
                  <a:pt x="327146" y="22046"/>
                </a:cubicBezTo>
                <a:cubicBezTo>
                  <a:pt x="324106" y="23464"/>
                  <a:pt x="321420" y="25794"/>
                  <a:pt x="319088" y="29037"/>
                </a:cubicBezTo>
                <a:cubicBezTo>
                  <a:pt x="316757" y="32280"/>
                  <a:pt x="314882" y="36511"/>
                  <a:pt x="313463" y="41730"/>
                </a:cubicBezTo>
                <a:cubicBezTo>
                  <a:pt x="312045" y="46949"/>
                  <a:pt x="311285" y="53410"/>
                  <a:pt x="311185" y="61113"/>
                </a:cubicBezTo>
                <a:cubicBezTo>
                  <a:pt x="314225" y="57363"/>
                  <a:pt x="317772" y="54398"/>
                  <a:pt x="321825" y="52219"/>
                </a:cubicBezTo>
                <a:cubicBezTo>
                  <a:pt x="325878" y="50041"/>
                  <a:pt x="329881" y="48951"/>
                  <a:pt x="333834" y="48951"/>
                </a:cubicBezTo>
                <a:cubicBezTo>
                  <a:pt x="342246" y="48951"/>
                  <a:pt x="348961" y="51434"/>
                  <a:pt x="353977" y="56399"/>
                </a:cubicBezTo>
                <a:cubicBezTo>
                  <a:pt x="358994" y="61365"/>
                  <a:pt x="361502" y="68865"/>
                  <a:pt x="361502" y="78900"/>
                </a:cubicBezTo>
                <a:cubicBezTo>
                  <a:pt x="361502" y="83561"/>
                  <a:pt x="360742" y="87792"/>
                  <a:pt x="359222" y="91593"/>
                </a:cubicBezTo>
                <a:cubicBezTo>
                  <a:pt x="357702" y="95392"/>
                  <a:pt x="355624" y="98661"/>
                  <a:pt x="352989" y="101398"/>
                </a:cubicBezTo>
                <a:cubicBezTo>
                  <a:pt x="350354" y="104133"/>
                  <a:pt x="347314" y="106261"/>
                  <a:pt x="343868" y="107781"/>
                </a:cubicBezTo>
                <a:cubicBezTo>
                  <a:pt x="340423" y="109302"/>
                  <a:pt x="336724" y="110062"/>
                  <a:pt x="332771" y="110062"/>
                </a:cubicBezTo>
                <a:moveTo>
                  <a:pt x="332771" y="100182"/>
                </a:moveTo>
                <a:cubicBezTo>
                  <a:pt x="335204" y="100182"/>
                  <a:pt x="337433" y="99676"/>
                  <a:pt x="339459" y="98663"/>
                </a:cubicBezTo>
                <a:cubicBezTo>
                  <a:pt x="341486" y="97649"/>
                  <a:pt x="343260" y="96204"/>
                  <a:pt x="344780" y="94330"/>
                </a:cubicBezTo>
                <a:cubicBezTo>
                  <a:pt x="346300" y="92454"/>
                  <a:pt x="347491" y="90224"/>
                  <a:pt x="348352" y="87640"/>
                </a:cubicBezTo>
                <a:cubicBezTo>
                  <a:pt x="349213" y="85056"/>
                  <a:pt x="349644" y="82143"/>
                  <a:pt x="349644" y="78900"/>
                </a:cubicBezTo>
                <a:cubicBezTo>
                  <a:pt x="349644" y="72515"/>
                  <a:pt x="348174" y="67498"/>
                  <a:pt x="345235" y="63850"/>
                </a:cubicBezTo>
                <a:cubicBezTo>
                  <a:pt x="342296" y="60200"/>
                  <a:pt x="337787" y="58376"/>
                  <a:pt x="331706" y="58376"/>
                </a:cubicBezTo>
                <a:cubicBezTo>
                  <a:pt x="328564" y="58376"/>
                  <a:pt x="325169" y="59364"/>
                  <a:pt x="321521" y="61340"/>
                </a:cubicBezTo>
                <a:cubicBezTo>
                  <a:pt x="317873" y="63317"/>
                  <a:pt x="314529" y="66585"/>
                  <a:pt x="311489" y="71145"/>
                </a:cubicBezTo>
                <a:cubicBezTo>
                  <a:pt x="312299" y="80673"/>
                  <a:pt x="314503" y="87894"/>
                  <a:pt x="318100" y="92811"/>
                </a:cubicBezTo>
                <a:cubicBezTo>
                  <a:pt x="321698" y="97725"/>
                  <a:pt x="326589" y="100182"/>
                  <a:pt x="332771" y="100182"/>
                </a:cubicBezTo>
                <a:close/>
                <a:moveTo>
                  <a:pt x="387041" y="110062"/>
                </a:moveTo>
                <a:cubicBezTo>
                  <a:pt x="384508" y="110062"/>
                  <a:pt x="382355" y="109176"/>
                  <a:pt x="380581" y="107403"/>
                </a:cubicBezTo>
                <a:cubicBezTo>
                  <a:pt x="378807" y="105630"/>
                  <a:pt x="377920" y="103374"/>
                  <a:pt x="377920" y="100637"/>
                </a:cubicBezTo>
                <a:cubicBezTo>
                  <a:pt x="377920" y="97699"/>
                  <a:pt x="378807" y="95343"/>
                  <a:pt x="380581" y="93569"/>
                </a:cubicBezTo>
                <a:cubicBezTo>
                  <a:pt x="382355" y="91795"/>
                  <a:pt x="384508" y="90908"/>
                  <a:pt x="387041" y="90908"/>
                </a:cubicBezTo>
                <a:cubicBezTo>
                  <a:pt x="389474" y="90908"/>
                  <a:pt x="391577" y="91795"/>
                  <a:pt x="393351" y="93569"/>
                </a:cubicBezTo>
                <a:cubicBezTo>
                  <a:pt x="395124" y="95343"/>
                  <a:pt x="396011" y="97699"/>
                  <a:pt x="396011" y="100637"/>
                </a:cubicBezTo>
                <a:cubicBezTo>
                  <a:pt x="396011" y="103374"/>
                  <a:pt x="395124" y="105630"/>
                  <a:pt x="393351" y="107403"/>
                </a:cubicBezTo>
                <a:cubicBezTo>
                  <a:pt x="391577" y="109176"/>
                  <a:pt x="389474" y="110062"/>
                  <a:pt x="387041" y="110062"/>
                </a:cubicBezTo>
                <a:close/>
                <a:moveTo>
                  <a:pt x="418509" y="139403"/>
                </a:moveTo>
                <a:lnTo>
                  <a:pt x="418509" y="34358"/>
                </a:lnTo>
                <a:lnTo>
                  <a:pt x="428846" y="34358"/>
                </a:lnTo>
                <a:lnTo>
                  <a:pt x="429910" y="42871"/>
                </a:lnTo>
                <a:lnTo>
                  <a:pt x="430367" y="42871"/>
                </a:lnTo>
                <a:cubicBezTo>
                  <a:pt x="433711" y="40034"/>
                  <a:pt x="437384" y="37601"/>
                  <a:pt x="441388" y="35574"/>
                </a:cubicBezTo>
                <a:cubicBezTo>
                  <a:pt x="445391" y="33546"/>
                  <a:pt x="449572" y="32533"/>
                  <a:pt x="453930" y="32533"/>
                </a:cubicBezTo>
                <a:cubicBezTo>
                  <a:pt x="458693" y="32533"/>
                  <a:pt x="462898" y="33420"/>
                  <a:pt x="466546" y="35193"/>
                </a:cubicBezTo>
                <a:cubicBezTo>
                  <a:pt x="470196" y="36967"/>
                  <a:pt x="473236" y="39501"/>
                  <a:pt x="475667" y="42795"/>
                </a:cubicBezTo>
                <a:cubicBezTo>
                  <a:pt x="478100" y="46089"/>
                  <a:pt x="479949" y="50041"/>
                  <a:pt x="481216" y="54653"/>
                </a:cubicBezTo>
                <a:cubicBezTo>
                  <a:pt x="482484" y="59263"/>
                  <a:pt x="483118" y="64456"/>
                  <a:pt x="483118" y="70234"/>
                </a:cubicBezTo>
                <a:cubicBezTo>
                  <a:pt x="483118" y="76517"/>
                  <a:pt x="482256" y="82116"/>
                  <a:pt x="480534" y="87032"/>
                </a:cubicBezTo>
                <a:cubicBezTo>
                  <a:pt x="478811" y="91947"/>
                  <a:pt x="476480" y="96128"/>
                  <a:pt x="473540" y="99575"/>
                </a:cubicBezTo>
                <a:cubicBezTo>
                  <a:pt x="470600" y="103020"/>
                  <a:pt x="467205" y="105630"/>
                  <a:pt x="463355" y="107403"/>
                </a:cubicBezTo>
                <a:cubicBezTo>
                  <a:pt x="459504" y="109176"/>
                  <a:pt x="455450" y="110062"/>
                  <a:pt x="451193" y="110062"/>
                </a:cubicBezTo>
                <a:cubicBezTo>
                  <a:pt x="447747" y="110062"/>
                  <a:pt x="444327" y="109302"/>
                  <a:pt x="440931" y="107781"/>
                </a:cubicBezTo>
                <a:cubicBezTo>
                  <a:pt x="437536" y="106261"/>
                  <a:pt x="434116" y="104184"/>
                  <a:pt x="430671" y="101549"/>
                </a:cubicBezTo>
                <a:lnTo>
                  <a:pt x="430975" y="114471"/>
                </a:lnTo>
                <a:lnTo>
                  <a:pt x="430975" y="139403"/>
                </a:lnTo>
                <a:lnTo>
                  <a:pt x="418509" y="139403"/>
                </a:lnTo>
                <a:moveTo>
                  <a:pt x="449066" y="99572"/>
                </a:moveTo>
                <a:cubicBezTo>
                  <a:pt x="452106" y="99572"/>
                  <a:pt x="454918" y="98889"/>
                  <a:pt x="457502" y="97522"/>
                </a:cubicBezTo>
                <a:cubicBezTo>
                  <a:pt x="460086" y="96153"/>
                  <a:pt x="462315" y="94228"/>
                  <a:pt x="464190" y="91746"/>
                </a:cubicBezTo>
                <a:cubicBezTo>
                  <a:pt x="466065" y="89262"/>
                  <a:pt x="467535" y="86197"/>
                  <a:pt x="468599" y="82549"/>
                </a:cubicBezTo>
                <a:cubicBezTo>
                  <a:pt x="469663" y="78899"/>
                  <a:pt x="470195" y="74794"/>
                  <a:pt x="470195" y="70234"/>
                </a:cubicBezTo>
                <a:cubicBezTo>
                  <a:pt x="470195" y="66180"/>
                  <a:pt x="469840" y="62481"/>
                  <a:pt x="469130" y="59137"/>
                </a:cubicBezTo>
                <a:cubicBezTo>
                  <a:pt x="468422" y="55792"/>
                  <a:pt x="467283" y="52928"/>
                  <a:pt x="465711" y="50547"/>
                </a:cubicBezTo>
                <a:cubicBezTo>
                  <a:pt x="464140" y="48165"/>
                  <a:pt x="462113" y="46316"/>
                  <a:pt x="459629" y="44998"/>
                </a:cubicBezTo>
                <a:cubicBezTo>
                  <a:pt x="457147" y="43681"/>
                  <a:pt x="454184" y="43022"/>
                  <a:pt x="450738" y="43022"/>
                </a:cubicBezTo>
                <a:cubicBezTo>
                  <a:pt x="447596" y="43022"/>
                  <a:pt x="444428" y="43883"/>
                  <a:pt x="441235" y="45606"/>
                </a:cubicBezTo>
                <a:cubicBezTo>
                  <a:pt x="438043" y="47329"/>
                  <a:pt x="434623" y="49812"/>
                  <a:pt x="430975" y="53054"/>
                </a:cubicBezTo>
                <a:lnTo>
                  <a:pt x="430975" y="91820"/>
                </a:lnTo>
                <a:cubicBezTo>
                  <a:pt x="434320" y="94658"/>
                  <a:pt x="437563" y="96660"/>
                  <a:pt x="440703" y="97826"/>
                </a:cubicBezTo>
                <a:cubicBezTo>
                  <a:pt x="443846" y="98990"/>
                  <a:pt x="446633" y="99572"/>
                  <a:pt x="449066" y="99572"/>
                </a:cubicBezTo>
                <a:close/>
                <a:moveTo>
                  <a:pt x="502728" y="108238"/>
                </a:moveTo>
                <a:lnTo>
                  <a:pt x="502728" y="0"/>
                </a:lnTo>
                <a:lnTo>
                  <a:pt x="515193" y="0"/>
                </a:lnTo>
                <a:lnTo>
                  <a:pt x="515193" y="29492"/>
                </a:lnTo>
                <a:lnTo>
                  <a:pt x="514737" y="44695"/>
                </a:lnTo>
                <a:cubicBezTo>
                  <a:pt x="518284" y="41350"/>
                  <a:pt x="521983" y="38486"/>
                  <a:pt x="525834" y="36105"/>
                </a:cubicBezTo>
                <a:cubicBezTo>
                  <a:pt x="529686" y="33723"/>
                  <a:pt x="534196" y="32533"/>
                  <a:pt x="539364" y="32533"/>
                </a:cubicBezTo>
                <a:cubicBezTo>
                  <a:pt x="547167" y="32533"/>
                  <a:pt x="552867" y="34965"/>
                  <a:pt x="556464" y="39830"/>
                </a:cubicBezTo>
                <a:cubicBezTo>
                  <a:pt x="560063" y="44695"/>
                  <a:pt x="561862" y="51891"/>
                  <a:pt x="561862" y="61417"/>
                </a:cubicBezTo>
                <a:lnTo>
                  <a:pt x="561862" y="108238"/>
                </a:lnTo>
                <a:lnTo>
                  <a:pt x="549399" y="108238"/>
                </a:lnTo>
                <a:lnTo>
                  <a:pt x="549399" y="63089"/>
                </a:lnTo>
                <a:cubicBezTo>
                  <a:pt x="549399" y="56096"/>
                  <a:pt x="548284" y="51054"/>
                  <a:pt x="546054" y="47963"/>
                </a:cubicBezTo>
                <a:cubicBezTo>
                  <a:pt x="543824" y="44872"/>
                  <a:pt x="540276" y="43326"/>
                  <a:pt x="535411" y="43326"/>
                </a:cubicBezTo>
                <a:cubicBezTo>
                  <a:pt x="531561" y="43326"/>
                  <a:pt x="528166" y="44289"/>
                  <a:pt x="525226" y="46214"/>
                </a:cubicBezTo>
                <a:cubicBezTo>
                  <a:pt x="522288" y="48139"/>
                  <a:pt x="518944" y="50977"/>
                  <a:pt x="515193" y="54727"/>
                </a:cubicBezTo>
                <a:lnTo>
                  <a:pt x="515193" y="108238"/>
                </a:lnTo>
                <a:lnTo>
                  <a:pt x="502728" y="108238"/>
                </a:lnTo>
                <a:close/>
                <a:moveTo>
                  <a:pt x="584210" y="139403"/>
                </a:moveTo>
                <a:lnTo>
                  <a:pt x="584210" y="34358"/>
                </a:lnTo>
                <a:lnTo>
                  <a:pt x="594546" y="34358"/>
                </a:lnTo>
                <a:lnTo>
                  <a:pt x="595611" y="42871"/>
                </a:lnTo>
                <a:lnTo>
                  <a:pt x="596068" y="42871"/>
                </a:lnTo>
                <a:cubicBezTo>
                  <a:pt x="599411" y="40034"/>
                  <a:pt x="603085" y="37601"/>
                  <a:pt x="607088" y="35574"/>
                </a:cubicBezTo>
                <a:cubicBezTo>
                  <a:pt x="611092" y="33546"/>
                  <a:pt x="615273" y="32533"/>
                  <a:pt x="619631" y="32533"/>
                </a:cubicBezTo>
                <a:cubicBezTo>
                  <a:pt x="624394" y="32533"/>
                  <a:pt x="628599" y="33420"/>
                  <a:pt x="632247" y="35193"/>
                </a:cubicBezTo>
                <a:cubicBezTo>
                  <a:pt x="635897" y="36967"/>
                  <a:pt x="638937" y="39501"/>
                  <a:pt x="641368" y="42795"/>
                </a:cubicBezTo>
                <a:cubicBezTo>
                  <a:pt x="643800" y="46089"/>
                  <a:pt x="645650" y="50041"/>
                  <a:pt x="646916" y="54653"/>
                </a:cubicBezTo>
                <a:cubicBezTo>
                  <a:pt x="648184" y="59263"/>
                  <a:pt x="648818" y="64456"/>
                  <a:pt x="648818" y="70234"/>
                </a:cubicBezTo>
                <a:cubicBezTo>
                  <a:pt x="648818" y="76517"/>
                  <a:pt x="647957" y="82116"/>
                  <a:pt x="646234" y="87032"/>
                </a:cubicBezTo>
                <a:cubicBezTo>
                  <a:pt x="644512" y="91947"/>
                  <a:pt x="642180" y="96128"/>
                  <a:pt x="639241" y="99575"/>
                </a:cubicBezTo>
                <a:cubicBezTo>
                  <a:pt x="636301" y="103020"/>
                  <a:pt x="632906" y="105630"/>
                  <a:pt x="629055" y="107403"/>
                </a:cubicBezTo>
                <a:cubicBezTo>
                  <a:pt x="625205" y="109176"/>
                  <a:pt x="621151" y="110062"/>
                  <a:pt x="616893" y="110062"/>
                </a:cubicBezTo>
                <a:cubicBezTo>
                  <a:pt x="613448" y="110062"/>
                  <a:pt x="610027" y="109302"/>
                  <a:pt x="606631" y="107781"/>
                </a:cubicBezTo>
                <a:cubicBezTo>
                  <a:pt x="603237" y="106261"/>
                  <a:pt x="599817" y="104184"/>
                  <a:pt x="596372" y="101549"/>
                </a:cubicBezTo>
                <a:lnTo>
                  <a:pt x="596676" y="114471"/>
                </a:lnTo>
                <a:lnTo>
                  <a:pt x="596676" y="139403"/>
                </a:lnTo>
                <a:lnTo>
                  <a:pt x="584210" y="139403"/>
                </a:lnTo>
                <a:moveTo>
                  <a:pt x="614766" y="99572"/>
                </a:moveTo>
                <a:cubicBezTo>
                  <a:pt x="617807" y="99572"/>
                  <a:pt x="620619" y="98889"/>
                  <a:pt x="623203" y="97522"/>
                </a:cubicBezTo>
                <a:cubicBezTo>
                  <a:pt x="625787" y="96153"/>
                  <a:pt x="628016" y="94228"/>
                  <a:pt x="629890" y="91746"/>
                </a:cubicBezTo>
                <a:cubicBezTo>
                  <a:pt x="631766" y="89262"/>
                  <a:pt x="633236" y="86197"/>
                  <a:pt x="634300" y="82549"/>
                </a:cubicBezTo>
                <a:cubicBezTo>
                  <a:pt x="635364" y="78899"/>
                  <a:pt x="635896" y="74794"/>
                  <a:pt x="635896" y="70234"/>
                </a:cubicBezTo>
                <a:cubicBezTo>
                  <a:pt x="635896" y="66180"/>
                  <a:pt x="635541" y="62481"/>
                  <a:pt x="634831" y="59137"/>
                </a:cubicBezTo>
                <a:cubicBezTo>
                  <a:pt x="634123" y="55792"/>
                  <a:pt x="632983" y="52928"/>
                  <a:pt x="631412" y="50547"/>
                </a:cubicBezTo>
                <a:cubicBezTo>
                  <a:pt x="629841" y="48165"/>
                  <a:pt x="627813" y="46316"/>
                  <a:pt x="625330" y="44998"/>
                </a:cubicBezTo>
                <a:cubicBezTo>
                  <a:pt x="622848" y="43681"/>
                  <a:pt x="619884" y="43022"/>
                  <a:pt x="616439" y="43022"/>
                </a:cubicBezTo>
                <a:cubicBezTo>
                  <a:pt x="613296" y="43022"/>
                  <a:pt x="610129" y="43883"/>
                  <a:pt x="606935" y="45606"/>
                </a:cubicBezTo>
                <a:cubicBezTo>
                  <a:pt x="603743" y="47329"/>
                  <a:pt x="600324" y="49812"/>
                  <a:pt x="596676" y="53054"/>
                </a:cubicBezTo>
                <a:lnTo>
                  <a:pt x="596676" y="91820"/>
                </a:lnTo>
                <a:cubicBezTo>
                  <a:pt x="600020" y="94658"/>
                  <a:pt x="603263" y="96660"/>
                  <a:pt x="606404" y="97826"/>
                </a:cubicBezTo>
                <a:cubicBezTo>
                  <a:pt x="609546" y="98990"/>
                  <a:pt x="612334" y="99572"/>
                  <a:pt x="614766" y="99572"/>
                </a:cubicBezTo>
                <a:close/>
                <a:moveTo>
                  <a:pt x="691687" y="110062"/>
                </a:moveTo>
                <a:cubicBezTo>
                  <a:pt x="687735" y="110062"/>
                  <a:pt x="684415" y="109454"/>
                  <a:pt x="681729" y="108238"/>
                </a:cubicBezTo>
                <a:cubicBezTo>
                  <a:pt x="679045" y="107023"/>
                  <a:pt x="676866" y="105351"/>
                  <a:pt x="675192" y="103223"/>
                </a:cubicBezTo>
                <a:cubicBezTo>
                  <a:pt x="673521" y="101094"/>
                  <a:pt x="672330" y="98509"/>
                  <a:pt x="671620" y="95469"/>
                </a:cubicBezTo>
                <a:cubicBezTo>
                  <a:pt x="670910" y="92429"/>
                  <a:pt x="670556" y="89084"/>
                  <a:pt x="670556" y="85436"/>
                </a:cubicBezTo>
                <a:lnTo>
                  <a:pt x="670556" y="44541"/>
                </a:lnTo>
                <a:lnTo>
                  <a:pt x="659612" y="44541"/>
                </a:lnTo>
                <a:lnTo>
                  <a:pt x="659612" y="35117"/>
                </a:lnTo>
                <a:lnTo>
                  <a:pt x="671166" y="34358"/>
                </a:lnTo>
                <a:lnTo>
                  <a:pt x="672685" y="13683"/>
                </a:lnTo>
                <a:lnTo>
                  <a:pt x="683174" y="13683"/>
                </a:lnTo>
                <a:lnTo>
                  <a:pt x="683174" y="34358"/>
                </a:lnTo>
                <a:lnTo>
                  <a:pt x="703088" y="34358"/>
                </a:lnTo>
                <a:lnTo>
                  <a:pt x="703088" y="44541"/>
                </a:lnTo>
                <a:lnTo>
                  <a:pt x="683174" y="44541"/>
                </a:lnTo>
                <a:lnTo>
                  <a:pt x="683174" y="85587"/>
                </a:lnTo>
                <a:cubicBezTo>
                  <a:pt x="683174" y="90148"/>
                  <a:pt x="684010" y="93670"/>
                  <a:pt x="685682" y="96153"/>
                </a:cubicBezTo>
                <a:cubicBezTo>
                  <a:pt x="687355" y="98637"/>
                  <a:pt x="690320" y="99878"/>
                  <a:pt x="694575" y="99878"/>
                </a:cubicBezTo>
                <a:cubicBezTo>
                  <a:pt x="695893" y="99878"/>
                  <a:pt x="697312" y="99676"/>
                  <a:pt x="698832" y="99271"/>
                </a:cubicBezTo>
                <a:cubicBezTo>
                  <a:pt x="700352" y="98864"/>
                  <a:pt x="701720" y="98408"/>
                  <a:pt x="702938" y="97902"/>
                </a:cubicBezTo>
                <a:lnTo>
                  <a:pt x="705368" y="107327"/>
                </a:lnTo>
                <a:cubicBezTo>
                  <a:pt x="703341" y="108037"/>
                  <a:pt x="701137" y="108670"/>
                  <a:pt x="698755" y="109227"/>
                </a:cubicBezTo>
                <a:cubicBezTo>
                  <a:pt x="696374" y="109783"/>
                  <a:pt x="694018" y="110062"/>
                  <a:pt x="691687" y="11006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…">
            <a:extLst xmlns:a="http://schemas.openxmlformats.org/drawingml/2006/main">
              <a:ext uri="{FF2B5EF4-FFF2-40B4-BE49-F238E27FC236}">
                <a16:creationId xmlns:a16="http://schemas.microsoft.com/office/drawing/2014/main" id="{460E6C49-B369-4646-B31A-16C5EA0B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714" y="1155371"/>
            <a:ext cx="137078" cy="21889"/>
          </a:xfrm>
          <a:custGeom xmlns:a="http://schemas.openxmlformats.org/drawingml/2006/main">
            <a:pathLst>
              <a:path w="137078" h="21889">
                <a:moveTo>
                  <a:pt x="10424" y="21889"/>
                </a:moveTo>
                <a:cubicBezTo>
                  <a:pt x="7529" y="21889"/>
                  <a:pt x="5068" y="20877"/>
                  <a:pt x="3041" y="18851"/>
                </a:cubicBezTo>
                <a:cubicBezTo>
                  <a:pt x="1014" y="16824"/>
                  <a:pt x="0" y="14246"/>
                  <a:pt x="0" y="11118"/>
                </a:cubicBezTo>
                <a:cubicBezTo>
                  <a:pt x="0" y="7760"/>
                  <a:pt x="1014" y="5068"/>
                  <a:pt x="3041" y="3041"/>
                </a:cubicBezTo>
                <a:cubicBezTo>
                  <a:pt x="5068" y="1014"/>
                  <a:pt x="7529" y="0"/>
                  <a:pt x="10424" y="0"/>
                </a:cubicBezTo>
                <a:cubicBezTo>
                  <a:pt x="13204" y="0"/>
                  <a:pt x="15607" y="1014"/>
                  <a:pt x="17634" y="3041"/>
                </a:cubicBezTo>
                <a:cubicBezTo>
                  <a:pt x="19662" y="5068"/>
                  <a:pt x="20675" y="7760"/>
                  <a:pt x="20675" y="11118"/>
                </a:cubicBezTo>
                <a:cubicBezTo>
                  <a:pt x="20675" y="14246"/>
                  <a:pt x="19662" y="16824"/>
                  <a:pt x="17634" y="18851"/>
                </a:cubicBezTo>
                <a:cubicBezTo>
                  <a:pt x="15607" y="20877"/>
                  <a:pt x="13204" y="21889"/>
                  <a:pt x="10424" y="21889"/>
                </a:cubicBezTo>
                <a:moveTo>
                  <a:pt x="68624" y="21889"/>
                </a:moveTo>
                <a:cubicBezTo>
                  <a:pt x="65729" y="21889"/>
                  <a:pt x="63268" y="20877"/>
                  <a:pt x="61241" y="18851"/>
                </a:cubicBezTo>
                <a:cubicBezTo>
                  <a:pt x="59214" y="16824"/>
                  <a:pt x="58200" y="14246"/>
                  <a:pt x="58200" y="11118"/>
                </a:cubicBezTo>
                <a:cubicBezTo>
                  <a:pt x="58200" y="7760"/>
                  <a:pt x="59214" y="5068"/>
                  <a:pt x="61241" y="3041"/>
                </a:cubicBezTo>
                <a:cubicBezTo>
                  <a:pt x="63268" y="1014"/>
                  <a:pt x="65729" y="0"/>
                  <a:pt x="68624" y="0"/>
                </a:cubicBezTo>
                <a:cubicBezTo>
                  <a:pt x="71404" y="0"/>
                  <a:pt x="73807" y="1014"/>
                  <a:pt x="75835" y="3041"/>
                </a:cubicBezTo>
                <a:cubicBezTo>
                  <a:pt x="77862" y="5068"/>
                  <a:pt x="78875" y="7760"/>
                  <a:pt x="78875" y="11118"/>
                </a:cubicBezTo>
                <a:cubicBezTo>
                  <a:pt x="78875" y="14246"/>
                  <a:pt x="77862" y="16824"/>
                  <a:pt x="75835" y="18851"/>
                </a:cubicBezTo>
                <a:cubicBezTo>
                  <a:pt x="73807" y="20877"/>
                  <a:pt x="71404" y="21889"/>
                  <a:pt x="68624" y="21889"/>
                </a:cubicBezTo>
                <a:moveTo>
                  <a:pt x="126827" y="21889"/>
                </a:moveTo>
                <a:cubicBezTo>
                  <a:pt x="123932" y="21889"/>
                  <a:pt x="121471" y="20877"/>
                  <a:pt x="119443" y="18851"/>
                </a:cubicBezTo>
                <a:cubicBezTo>
                  <a:pt x="117416" y="16824"/>
                  <a:pt x="116403" y="14246"/>
                  <a:pt x="116403" y="11118"/>
                </a:cubicBezTo>
                <a:cubicBezTo>
                  <a:pt x="116403" y="7760"/>
                  <a:pt x="117416" y="5068"/>
                  <a:pt x="119443" y="3041"/>
                </a:cubicBezTo>
                <a:cubicBezTo>
                  <a:pt x="121471" y="1014"/>
                  <a:pt x="123932" y="0"/>
                  <a:pt x="126827" y="0"/>
                </a:cubicBezTo>
                <a:cubicBezTo>
                  <a:pt x="129607" y="0"/>
                  <a:pt x="132010" y="1014"/>
                  <a:pt x="134037" y="3041"/>
                </a:cubicBezTo>
                <a:cubicBezTo>
                  <a:pt x="136064" y="5068"/>
                  <a:pt x="137078" y="7760"/>
                  <a:pt x="137078" y="11118"/>
                </a:cubicBezTo>
                <a:cubicBezTo>
                  <a:pt x="137078" y="14246"/>
                  <a:pt x="136064" y="16824"/>
                  <a:pt x="134037" y="18851"/>
                </a:cubicBezTo>
                <a:cubicBezTo>
                  <a:pt x="132010" y="20877"/>
                  <a:pt x="129607" y="21889"/>
                  <a:pt x="126827" y="2188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FB1869-F690-4F78-B241-ED0E91A8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589" y="1501909"/>
            <a:ext cx="130276" cy="263134"/>
          </a:xfrm>
          <a:custGeom xmlns:a="http://schemas.openxmlformats.org/drawingml/2006/main">
            <a:pathLst>
              <a:path w="130276" h="263134">
                <a:moveTo>
                  <a:pt x="48854" y="132530"/>
                </a:moveTo>
                <a:lnTo>
                  <a:pt x="0" y="131544"/>
                </a:lnTo>
                <a:lnTo>
                  <a:pt x="62510" y="263134"/>
                </a:lnTo>
                <a:lnTo>
                  <a:pt x="130276" y="134172"/>
                </a:lnTo>
                <a:lnTo>
                  <a:pt x="81421" y="133187"/>
                </a:lnTo>
                <a:lnTo>
                  <a:pt x="84095" y="656"/>
                </a:lnTo>
                <a:lnTo>
                  <a:pt x="51526" y="0"/>
                </a:lnTo>
                <a:lnTo>
                  <a:pt x="48854" y="13253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25588-F2F8-48CD-9A34-87BB5D1A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78" y="80338"/>
            <a:ext cx="2916980" cy="2263715"/>
          </a:xfrm>
          <a:custGeom xmlns:a="http://schemas.openxmlformats.org/drawingml/2006/main">
            <a:pathLst>
              <a:path w="2916980" h="2263715">
                <a:moveTo>
                  <a:pt x="0" y="0"/>
                </a:moveTo>
                <a:lnTo>
                  <a:pt x="2916980" y="0"/>
                </a:lnTo>
                <a:lnTo>
                  <a:pt x="2916980" y="2263715"/>
                </a:lnTo>
                <a:lnTo>
                  <a:pt x="0" y="22637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9D07E6-78D2-41F3-AC9F-8E67A5DA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78" y="80338"/>
            <a:ext cx="2916980" cy="2263713"/>
          </a:xfrm>
          <a:custGeom xmlns:a="http://schemas.openxmlformats.org/drawingml/2006/main">
            <a:pathLst>
              <a:path w="2916980" h="2263713" fill="none">
                <a:moveTo>
                  <a:pt x="0" y="0"/>
                </a:moveTo>
                <a:lnTo>
                  <a:pt x="2916980" y="0"/>
                </a:lnTo>
                <a:lnTo>
                  <a:pt x="2916980" y="2263713"/>
                </a:lnTo>
                <a:lnTo>
                  <a:pt x="0" y="22637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262626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2286B-C6E8-4D40-9739-1507B7FC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937" y="2300128"/>
            <a:ext cx="2916980" cy="2263713"/>
          </a:xfrm>
          <a:custGeom xmlns:a="http://schemas.openxmlformats.org/drawingml/2006/main">
            <a:pathLst>
              <a:path w="2916980" h="2263713">
                <a:moveTo>
                  <a:pt x="0" y="0"/>
                </a:moveTo>
                <a:lnTo>
                  <a:pt x="2916980" y="0"/>
                </a:lnTo>
                <a:lnTo>
                  <a:pt x="2916980" y="2263713"/>
                </a:lnTo>
                <a:lnTo>
                  <a:pt x="0" y="22637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F4F9D1-5EA1-41A4-9E41-D422497A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938" y="2300128"/>
            <a:ext cx="2916980" cy="2263713"/>
          </a:xfrm>
          <a:custGeom xmlns:a="http://schemas.openxmlformats.org/drawingml/2006/main">
            <a:pathLst>
              <a:path w="2916980" h="2263713" fill="none">
                <a:moveTo>
                  <a:pt x="0" y="0"/>
                </a:moveTo>
                <a:lnTo>
                  <a:pt x="2916980" y="0"/>
                </a:lnTo>
                <a:lnTo>
                  <a:pt x="2916980" y="2263713"/>
                </a:lnTo>
                <a:lnTo>
                  <a:pt x="0" y="22637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262626"/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ED236-9815-4663-AAD0-AB1BBDD3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5" y="56949"/>
            <a:ext cx="3495996" cy="2155258"/>
          </a:xfrm>
          <a:custGeom xmlns:a="http://schemas.openxmlformats.org/drawingml/2006/main">
            <a:pathLst>
              <a:path w="3495996" h="2155258">
                <a:moveTo>
                  <a:pt x="0" y="0"/>
                </a:moveTo>
                <a:lnTo>
                  <a:pt x="3495996" y="0"/>
                </a:lnTo>
                <a:lnTo>
                  <a:pt x="3495996" y="2155258"/>
                </a:lnTo>
                <a:lnTo>
                  <a:pt x="0" y="21552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39A97-17C8-4FAF-8DB4-523FB95B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5" y="56949"/>
            <a:ext cx="3495996" cy="2155258"/>
          </a:xfrm>
          <a:custGeom xmlns:a="http://schemas.openxmlformats.org/drawingml/2006/main">
            <a:pathLst>
              <a:path w="3495996" h="2155258" fill="none">
                <a:moveTo>
                  <a:pt x="0" y="0"/>
                </a:moveTo>
                <a:lnTo>
                  <a:pt x="3495996" y="0"/>
                </a:lnTo>
                <a:lnTo>
                  <a:pt x="3495996" y="2155258"/>
                </a:lnTo>
                <a:lnTo>
                  <a:pt x="0" y="215525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262626"/>
            </a:solidFill>
            <a:miter/>
          </a:ln>
        </p:spPr>
      </p:sp>
      <p:pic>
        <p:nvPicPr>
          <p:cNvPr id="4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95a4fb28a4def"/>
          <a:stretch xmlns:a="http://schemas.openxmlformats.org/drawingml/2006/main"/>
        </p:blipFill>
        <p:spPr>
          <a:xfrm xmlns:a="http://schemas.openxmlformats.org/drawingml/2006/main">
            <a:off x="6473460" y="962155"/>
            <a:ext cx="1563822" cy="1135378"/>
          </a:xfrm>
          <a:prstGeom xmlns:a="http://schemas.openxmlformats.org/drawingml/2006/main" prst="rect">
            <a:avLst/>
          </a:prstGeom>
        </p:spPr>
      </p:pic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F7505-1C3D-4FDA-B36F-87EBE3F8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512" y="962154"/>
            <a:ext cx="1567719" cy="1135377"/>
          </a:xfrm>
          <a:custGeom xmlns:a="http://schemas.openxmlformats.org/drawingml/2006/main">
            <a:pathLst>
              <a:path w="1567719" h="1135377" fill="none">
                <a:moveTo>
                  <a:pt x="0" y="0"/>
                </a:moveTo>
                <a:lnTo>
                  <a:pt x="1567719" y="0"/>
                </a:lnTo>
                <a:lnTo>
                  <a:pt x="1567719" y="1135377"/>
                </a:lnTo>
                <a:lnTo>
                  <a:pt x="0" y="11353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59" cap="flat">
            <a:solidFill>
              <a:srgbClr val="A5A5A5"/>
            </a:solidFill>
            <a:miter/>
          </a:ln>
        </p:spPr>
      </p:sp>
      <p:sp>
        <p:nvSpPr>
          <p:cNvPr id="70" name="Text DataflowA">
            <a:extLst xmlns:a="http://schemas.openxmlformats.org/drawingml/2006/main">
              <a:ext uri="{FF2B5EF4-FFF2-40B4-BE49-F238E27FC236}">
                <a16:creationId xmlns:a16="http://schemas.microsoft.com/office/drawing/2014/main" id="{9803BE9E-FCEA-42F2-BF08-B19477AB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547" y="1012821"/>
            <a:ext cx="859192" cy="143852"/>
          </a:xfrm>
          <a:custGeom xmlns:a="http://schemas.openxmlformats.org/drawingml/2006/main">
            <a:pathLst>
              <a:path w="859192" h="143852">
                <a:moveTo>
                  <a:pt x="0" y="141508"/>
                </a:moveTo>
                <a:lnTo>
                  <a:pt x="0" y="13289"/>
                </a:lnTo>
                <a:lnTo>
                  <a:pt x="32055" y="13289"/>
                </a:lnTo>
                <a:cubicBezTo>
                  <a:pt x="51862" y="13289"/>
                  <a:pt x="66912" y="18762"/>
                  <a:pt x="77205" y="29707"/>
                </a:cubicBezTo>
                <a:cubicBezTo>
                  <a:pt x="87498" y="40653"/>
                  <a:pt x="92645" y="56355"/>
                  <a:pt x="92645" y="76814"/>
                </a:cubicBezTo>
                <a:cubicBezTo>
                  <a:pt x="92645" y="86976"/>
                  <a:pt x="91341" y="96064"/>
                  <a:pt x="88735" y="104079"/>
                </a:cubicBezTo>
                <a:cubicBezTo>
                  <a:pt x="86130" y="112092"/>
                  <a:pt x="82287" y="118868"/>
                  <a:pt x="77205" y="124407"/>
                </a:cubicBezTo>
                <a:cubicBezTo>
                  <a:pt x="72123" y="129944"/>
                  <a:pt x="65868" y="134179"/>
                  <a:pt x="58440" y="137112"/>
                </a:cubicBezTo>
                <a:cubicBezTo>
                  <a:pt x="51014" y="140042"/>
                  <a:pt x="42479" y="141508"/>
                  <a:pt x="32836" y="141508"/>
                </a:cubicBezTo>
                <a:lnTo>
                  <a:pt x="0" y="141508"/>
                </a:lnTo>
                <a:moveTo>
                  <a:pt x="16224" y="128218"/>
                </a:moveTo>
                <a:lnTo>
                  <a:pt x="30883" y="128218"/>
                </a:lnTo>
                <a:cubicBezTo>
                  <a:pt x="45868" y="128218"/>
                  <a:pt x="57107" y="123723"/>
                  <a:pt x="64598" y="114732"/>
                </a:cubicBezTo>
                <a:cubicBezTo>
                  <a:pt x="72090" y="105741"/>
                  <a:pt x="75836" y="93102"/>
                  <a:pt x="75836" y="76814"/>
                </a:cubicBezTo>
                <a:cubicBezTo>
                  <a:pt x="75836" y="60526"/>
                  <a:pt x="72090" y="48083"/>
                  <a:pt x="64598" y="39484"/>
                </a:cubicBezTo>
                <a:cubicBezTo>
                  <a:pt x="57107" y="30882"/>
                  <a:pt x="45868" y="26582"/>
                  <a:pt x="30883" y="26582"/>
                </a:cubicBezTo>
                <a:lnTo>
                  <a:pt x="16224" y="26582"/>
                </a:lnTo>
                <a:lnTo>
                  <a:pt x="16224" y="128218"/>
                </a:lnTo>
                <a:close/>
                <a:moveTo>
                  <a:pt x="139769" y="143852"/>
                </a:moveTo>
                <a:cubicBezTo>
                  <a:pt x="131820" y="143852"/>
                  <a:pt x="125207" y="141507"/>
                  <a:pt x="119930" y="136816"/>
                </a:cubicBezTo>
                <a:cubicBezTo>
                  <a:pt x="114653" y="132126"/>
                  <a:pt x="112015" y="125480"/>
                  <a:pt x="112015" y="116879"/>
                </a:cubicBezTo>
                <a:cubicBezTo>
                  <a:pt x="112015" y="106457"/>
                  <a:pt x="116640" y="98477"/>
                  <a:pt x="125892" y="92940"/>
                </a:cubicBezTo>
                <a:cubicBezTo>
                  <a:pt x="135143" y="87401"/>
                  <a:pt x="149933" y="83523"/>
                  <a:pt x="170261" y="81309"/>
                </a:cubicBezTo>
                <a:cubicBezTo>
                  <a:pt x="170261" y="78312"/>
                  <a:pt x="169967" y="75381"/>
                  <a:pt x="169381" y="72513"/>
                </a:cubicBezTo>
                <a:cubicBezTo>
                  <a:pt x="168794" y="69646"/>
                  <a:pt x="167784" y="67105"/>
                  <a:pt x="166351" y="64891"/>
                </a:cubicBezTo>
                <a:cubicBezTo>
                  <a:pt x="164917" y="62676"/>
                  <a:pt x="162930" y="60884"/>
                  <a:pt x="160389" y="59516"/>
                </a:cubicBezTo>
                <a:cubicBezTo>
                  <a:pt x="157848" y="58148"/>
                  <a:pt x="154623" y="57464"/>
                  <a:pt x="150714" y="57464"/>
                </a:cubicBezTo>
                <a:cubicBezTo>
                  <a:pt x="145240" y="57464"/>
                  <a:pt x="140093" y="58507"/>
                  <a:pt x="135271" y="60593"/>
                </a:cubicBezTo>
                <a:cubicBezTo>
                  <a:pt x="130452" y="62677"/>
                  <a:pt x="126152" y="65021"/>
                  <a:pt x="122373" y="67625"/>
                </a:cubicBezTo>
                <a:lnTo>
                  <a:pt x="116119" y="56486"/>
                </a:lnTo>
                <a:cubicBezTo>
                  <a:pt x="120548" y="53619"/>
                  <a:pt x="125955" y="50851"/>
                  <a:pt x="132340" y="48180"/>
                </a:cubicBezTo>
                <a:cubicBezTo>
                  <a:pt x="138726" y="45508"/>
                  <a:pt x="145763" y="44172"/>
                  <a:pt x="153452" y="44172"/>
                </a:cubicBezTo>
                <a:cubicBezTo>
                  <a:pt x="165047" y="44172"/>
                  <a:pt x="173451" y="47723"/>
                  <a:pt x="178662" y="54825"/>
                </a:cubicBezTo>
                <a:cubicBezTo>
                  <a:pt x="183875" y="61925"/>
                  <a:pt x="186482" y="71404"/>
                  <a:pt x="186482" y="83262"/>
                </a:cubicBezTo>
                <a:lnTo>
                  <a:pt x="186482" y="141508"/>
                </a:lnTo>
                <a:lnTo>
                  <a:pt x="173192" y="141508"/>
                </a:lnTo>
                <a:lnTo>
                  <a:pt x="171823" y="130172"/>
                </a:lnTo>
                <a:lnTo>
                  <a:pt x="171236" y="130172"/>
                </a:lnTo>
                <a:cubicBezTo>
                  <a:pt x="166677" y="133949"/>
                  <a:pt x="161791" y="137174"/>
                  <a:pt x="156577" y="139847"/>
                </a:cubicBezTo>
                <a:cubicBezTo>
                  <a:pt x="151366" y="142517"/>
                  <a:pt x="145763" y="143852"/>
                  <a:pt x="139769" y="143852"/>
                </a:cubicBezTo>
                <a:moveTo>
                  <a:pt x="144460" y="130953"/>
                </a:moveTo>
                <a:cubicBezTo>
                  <a:pt x="149021" y="130953"/>
                  <a:pt x="153321" y="129878"/>
                  <a:pt x="157359" y="127729"/>
                </a:cubicBezTo>
                <a:cubicBezTo>
                  <a:pt x="161399" y="125578"/>
                  <a:pt x="165700" y="122418"/>
                  <a:pt x="170261" y="118248"/>
                </a:cubicBezTo>
                <a:lnTo>
                  <a:pt x="170261" y="91863"/>
                </a:lnTo>
                <a:cubicBezTo>
                  <a:pt x="162312" y="92905"/>
                  <a:pt x="155633" y="94143"/>
                  <a:pt x="150225" y="95576"/>
                </a:cubicBezTo>
                <a:cubicBezTo>
                  <a:pt x="144817" y="97010"/>
                  <a:pt x="140452" y="98704"/>
                  <a:pt x="137129" y="100658"/>
                </a:cubicBezTo>
                <a:cubicBezTo>
                  <a:pt x="133807" y="102613"/>
                  <a:pt x="131396" y="104860"/>
                  <a:pt x="129897" y="107401"/>
                </a:cubicBezTo>
                <a:cubicBezTo>
                  <a:pt x="128400" y="109942"/>
                  <a:pt x="127651" y="112711"/>
                  <a:pt x="127651" y="115707"/>
                </a:cubicBezTo>
                <a:cubicBezTo>
                  <a:pt x="127651" y="121181"/>
                  <a:pt x="129280" y="125091"/>
                  <a:pt x="132537" y="127437"/>
                </a:cubicBezTo>
                <a:cubicBezTo>
                  <a:pt x="135795" y="129781"/>
                  <a:pt x="139770" y="130953"/>
                  <a:pt x="144460" y="130953"/>
                </a:cubicBezTo>
                <a:close/>
                <a:moveTo>
                  <a:pt x="245529" y="143852"/>
                </a:moveTo>
                <a:cubicBezTo>
                  <a:pt x="240447" y="143852"/>
                  <a:pt x="236179" y="143071"/>
                  <a:pt x="232725" y="141508"/>
                </a:cubicBezTo>
                <a:cubicBezTo>
                  <a:pt x="229274" y="139945"/>
                  <a:pt x="226472" y="137796"/>
                  <a:pt x="224321" y="135060"/>
                </a:cubicBezTo>
                <a:cubicBezTo>
                  <a:pt x="222172" y="132322"/>
                  <a:pt x="220641" y="128999"/>
                  <a:pt x="219728" y="125090"/>
                </a:cubicBezTo>
                <a:cubicBezTo>
                  <a:pt x="218816" y="121181"/>
                  <a:pt x="218359" y="116881"/>
                  <a:pt x="218359" y="112191"/>
                </a:cubicBezTo>
                <a:lnTo>
                  <a:pt x="218359" y="59612"/>
                </a:lnTo>
                <a:lnTo>
                  <a:pt x="204288" y="59612"/>
                </a:lnTo>
                <a:lnTo>
                  <a:pt x="204288" y="47494"/>
                </a:lnTo>
                <a:lnTo>
                  <a:pt x="219144" y="46519"/>
                </a:lnTo>
                <a:lnTo>
                  <a:pt x="221097" y="19937"/>
                </a:lnTo>
                <a:lnTo>
                  <a:pt x="234583" y="19937"/>
                </a:lnTo>
                <a:lnTo>
                  <a:pt x="234583" y="46519"/>
                </a:lnTo>
                <a:lnTo>
                  <a:pt x="260187" y="46519"/>
                </a:lnTo>
                <a:lnTo>
                  <a:pt x="260187" y="59612"/>
                </a:lnTo>
                <a:lnTo>
                  <a:pt x="234583" y="59612"/>
                </a:lnTo>
                <a:lnTo>
                  <a:pt x="234583" y="112385"/>
                </a:lnTo>
                <a:cubicBezTo>
                  <a:pt x="234583" y="118248"/>
                  <a:pt x="235658" y="122776"/>
                  <a:pt x="237807" y="125970"/>
                </a:cubicBezTo>
                <a:cubicBezTo>
                  <a:pt x="239959" y="129163"/>
                  <a:pt x="243770" y="130759"/>
                  <a:pt x="249242" y="130759"/>
                </a:cubicBezTo>
                <a:cubicBezTo>
                  <a:pt x="250936" y="130759"/>
                  <a:pt x="252760" y="130499"/>
                  <a:pt x="254714" y="129978"/>
                </a:cubicBezTo>
                <a:cubicBezTo>
                  <a:pt x="256669" y="129455"/>
                  <a:pt x="258428" y="128868"/>
                  <a:pt x="259993" y="128218"/>
                </a:cubicBezTo>
                <a:lnTo>
                  <a:pt x="263119" y="140336"/>
                </a:lnTo>
                <a:cubicBezTo>
                  <a:pt x="260512" y="141248"/>
                  <a:pt x="257678" y="142062"/>
                  <a:pt x="254616" y="142778"/>
                </a:cubicBezTo>
                <a:cubicBezTo>
                  <a:pt x="251554" y="143494"/>
                  <a:pt x="248525" y="143852"/>
                  <a:pt x="245529" y="143852"/>
                </a:cubicBezTo>
                <a:close/>
                <a:moveTo>
                  <a:pt x="302621" y="143852"/>
                </a:moveTo>
                <a:cubicBezTo>
                  <a:pt x="294672" y="143852"/>
                  <a:pt x="288059" y="141507"/>
                  <a:pt x="282782" y="136816"/>
                </a:cubicBezTo>
                <a:cubicBezTo>
                  <a:pt x="277505" y="132126"/>
                  <a:pt x="274867" y="125480"/>
                  <a:pt x="274867" y="116879"/>
                </a:cubicBezTo>
                <a:cubicBezTo>
                  <a:pt x="274867" y="106457"/>
                  <a:pt x="279492" y="98477"/>
                  <a:pt x="288744" y="92940"/>
                </a:cubicBezTo>
                <a:cubicBezTo>
                  <a:pt x="297995" y="87401"/>
                  <a:pt x="312785" y="83523"/>
                  <a:pt x="333112" y="81309"/>
                </a:cubicBezTo>
                <a:cubicBezTo>
                  <a:pt x="333112" y="78312"/>
                  <a:pt x="332819" y="75381"/>
                  <a:pt x="332233" y="72513"/>
                </a:cubicBezTo>
                <a:cubicBezTo>
                  <a:pt x="331646" y="69646"/>
                  <a:pt x="330636" y="67105"/>
                  <a:pt x="329203" y="64891"/>
                </a:cubicBezTo>
                <a:cubicBezTo>
                  <a:pt x="327769" y="62676"/>
                  <a:pt x="325782" y="60884"/>
                  <a:pt x="323241" y="59516"/>
                </a:cubicBezTo>
                <a:cubicBezTo>
                  <a:pt x="320700" y="58148"/>
                  <a:pt x="317475" y="57464"/>
                  <a:pt x="313566" y="57464"/>
                </a:cubicBezTo>
                <a:cubicBezTo>
                  <a:pt x="308092" y="57464"/>
                  <a:pt x="302945" y="58507"/>
                  <a:pt x="298123" y="60593"/>
                </a:cubicBezTo>
                <a:cubicBezTo>
                  <a:pt x="293304" y="62677"/>
                  <a:pt x="289004" y="65021"/>
                  <a:pt x="285224" y="67625"/>
                </a:cubicBezTo>
                <a:lnTo>
                  <a:pt x="278970" y="56486"/>
                </a:lnTo>
                <a:cubicBezTo>
                  <a:pt x="283400" y="53619"/>
                  <a:pt x="288807" y="50851"/>
                  <a:pt x="295191" y="48180"/>
                </a:cubicBezTo>
                <a:cubicBezTo>
                  <a:pt x="301578" y="45508"/>
                  <a:pt x="308615" y="44172"/>
                  <a:pt x="316304" y="44172"/>
                </a:cubicBezTo>
                <a:cubicBezTo>
                  <a:pt x="327899" y="44172"/>
                  <a:pt x="336303" y="47723"/>
                  <a:pt x="341514" y="54825"/>
                </a:cubicBezTo>
                <a:cubicBezTo>
                  <a:pt x="346727" y="61925"/>
                  <a:pt x="349334" y="71404"/>
                  <a:pt x="349334" y="83262"/>
                </a:cubicBezTo>
                <a:lnTo>
                  <a:pt x="349334" y="141508"/>
                </a:lnTo>
                <a:lnTo>
                  <a:pt x="336044" y="141508"/>
                </a:lnTo>
                <a:lnTo>
                  <a:pt x="334675" y="130172"/>
                </a:lnTo>
                <a:lnTo>
                  <a:pt x="334088" y="130172"/>
                </a:lnTo>
                <a:cubicBezTo>
                  <a:pt x="329529" y="133949"/>
                  <a:pt x="324642" y="137174"/>
                  <a:pt x="319429" y="139847"/>
                </a:cubicBezTo>
                <a:cubicBezTo>
                  <a:pt x="314218" y="142517"/>
                  <a:pt x="308615" y="143852"/>
                  <a:pt x="302621" y="143852"/>
                </a:cubicBezTo>
                <a:moveTo>
                  <a:pt x="307312" y="130953"/>
                </a:moveTo>
                <a:cubicBezTo>
                  <a:pt x="311873" y="130953"/>
                  <a:pt x="316173" y="129878"/>
                  <a:pt x="320211" y="127729"/>
                </a:cubicBezTo>
                <a:cubicBezTo>
                  <a:pt x="324251" y="125578"/>
                  <a:pt x="328551" y="122418"/>
                  <a:pt x="333112" y="118248"/>
                </a:cubicBezTo>
                <a:lnTo>
                  <a:pt x="333112" y="91863"/>
                </a:lnTo>
                <a:cubicBezTo>
                  <a:pt x="325163" y="92905"/>
                  <a:pt x="318485" y="94143"/>
                  <a:pt x="313077" y="95576"/>
                </a:cubicBezTo>
                <a:cubicBezTo>
                  <a:pt x="307669" y="97010"/>
                  <a:pt x="303304" y="98704"/>
                  <a:pt x="299981" y="100658"/>
                </a:cubicBezTo>
                <a:cubicBezTo>
                  <a:pt x="296659" y="102613"/>
                  <a:pt x="294248" y="104860"/>
                  <a:pt x="292749" y="107401"/>
                </a:cubicBezTo>
                <a:cubicBezTo>
                  <a:pt x="291252" y="109942"/>
                  <a:pt x="290503" y="112711"/>
                  <a:pt x="290503" y="115707"/>
                </a:cubicBezTo>
                <a:cubicBezTo>
                  <a:pt x="290503" y="121181"/>
                  <a:pt x="292132" y="125091"/>
                  <a:pt x="295388" y="127437"/>
                </a:cubicBezTo>
                <a:cubicBezTo>
                  <a:pt x="298647" y="129781"/>
                  <a:pt x="302622" y="130953"/>
                  <a:pt x="307312" y="130953"/>
                </a:cubicBezTo>
                <a:close/>
                <a:moveTo>
                  <a:pt x="381211" y="141508"/>
                </a:moveTo>
                <a:lnTo>
                  <a:pt x="381211" y="59612"/>
                </a:lnTo>
                <a:lnTo>
                  <a:pt x="368312" y="59612"/>
                </a:lnTo>
                <a:lnTo>
                  <a:pt x="368312" y="47494"/>
                </a:lnTo>
                <a:lnTo>
                  <a:pt x="381211" y="46519"/>
                </a:lnTo>
                <a:lnTo>
                  <a:pt x="381211" y="31467"/>
                </a:lnTo>
                <a:cubicBezTo>
                  <a:pt x="381211" y="21695"/>
                  <a:pt x="383459" y="14007"/>
                  <a:pt x="387954" y="8404"/>
                </a:cubicBezTo>
                <a:cubicBezTo>
                  <a:pt x="392450" y="2801"/>
                  <a:pt x="399454" y="0"/>
                  <a:pt x="408968" y="0"/>
                </a:cubicBezTo>
                <a:cubicBezTo>
                  <a:pt x="411964" y="0"/>
                  <a:pt x="414798" y="293"/>
                  <a:pt x="417468" y="880"/>
                </a:cubicBezTo>
                <a:cubicBezTo>
                  <a:pt x="420140" y="1466"/>
                  <a:pt x="422584" y="2216"/>
                  <a:pt x="424798" y="3129"/>
                </a:cubicBezTo>
                <a:lnTo>
                  <a:pt x="421279" y="15440"/>
                </a:lnTo>
                <a:cubicBezTo>
                  <a:pt x="417762" y="13877"/>
                  <a:pt x="414179" y="13096"/>
                  <a:pt x="410531" y="13096"/>
                </a:cubicBezTo>
                <a:cubicBezTo>
                  <a:pt x="401669" y="13096"/>
                  <a:pt x="397238" y="19219"/>
                  <a:pt x="397238" y="31467"/>
                </a:cubicBezTo>
                <a:lnTo>
                  <a:pt x="397238" y="46519"/>
                </a:lnTo>
                <a:lnTo>
                  <a:pt x="417372" y="46519"/>
                </a:lnTo>
                <a:lnTo>
                  <a:pt x="417372" y="59612"/>
                </a:lnTo>
                <a:lnTo>
                  <a:pt x="397238" y="59612"/>
                </a:lnTo>
                <a:lnTo>
                  <a:pt x="397238" y="141508"/>
                </a:lnTo>
                <a:lnTo>
                  <a:pt x="381211" y="141508"/>
                </a:lnTo>
                <a:close/>
                <a:moveTo>
                  <a:pt x="452573" y="143852"/>
                </a:moveTo>
                <a:cubicBezTo>
                  <a:pt x="446448" y="143852"/>
                  <a:pt x="442081" y="142028"/>
                  <a:pt x="439475" y="138379"/>
                </a:cubicBezTo>
                <a:cubicBezTo>
                  <a:pt x="436870" y="134731"/>
                  <a:pt x="435568" y="129388"/>
                  <a:pt x="435568" y="122352"/>
                </a:cubicBezTo>
                <a:lnTo>
                  <a:pt x="435568" y="2344"/>
                </a:lnTo>
                <a:lnTo>
                  <a:pt x="451595" y="2344"/>
                </a:lnTo>
                <a:lnTo>
                  <a:pt x="451595" y="123527"/>
                </a:lnTo>
                <a:cubicBezTo>
                  <a:pt x="451595" y="126132"/>
                  <a:pt x="452050" y="127956"/>
                  <a:pt x="452961" y="129000"/>
                </a:cubicBezTo>
                <a:cubicBezTo>
                  <a:pt x="453874" y="130042"/>
                  <a:pt x="454917" y="130562"/>
                  <a:pt x="456090" y="130562"/>
                </a:cubicBezTo>
                <a:cubicBezTo>
                  <a:pt x="456611" y="130562"/>
                  <a:pt x="457099" y="130562"/>
                  <a:pt x="457554" y="130562"/>
                </a:cubicBezTo>
                <a:cubicBezTo>
                  <a:pt x="458011" y="130562"/>
                  <a:pt x="458696" y="130432"/>
                  <a:pt x="459609" y="130172"/>
                </a:cubicBezTo>
                <a:lnTo>
                  <a:pt x="461759" y="142289"/>
                </a:lnTo>
                <a:cubicBezTo>
                  <a:pt x="460715" y="142810"/>
                  <a:pt x="459477" y="143201"/>
                  <a:pt x="458043" y="143461"/>
                </a:cubicBezTo>
                <a:cubicBezTo>
                  <a:pt x="456612" y="143722"/>
                  <a:pt x="454788" y="143852"/>
                  <a:pt x="452573" y="143852"/>
                </a:cubicBezTo>
                <a:close/>
                <a:moveTo>
                  <a:pt x="521391" y="143852"/>
                </a:moveTo>
                <a:cubicBezTo>
                  <a:pt x="515527" y="143852"/>
                  <a:pt x="509957" y="142744"/>
                  <a:pt x="504680" y="140530"/>
                </a:cubicBezTo>
                <a:cubicBezTo>
                  <a:pt x="499403" y="138315"/>
                  <a:pt x="494745" y="135090"/>
                  <a:pt x="490705" y="130855"/>
                </a:cubicBezTo>
                <a:cubicBezTo>
                  <a:pt x="486665" y="126620"/>
                  <a:pt x="483440" y="121408"/>
                  <a:pt x="481030" y="115218"/>
                </a:cubicBezTo>
                <a:cubicBezTo>
                  <a:pt x="478620" y="109029"/>
                  <a:pt x="477415" y="102025"/>
                  <a:pt x="477415" y="94207"/>
                </a:cubicBezTo>
                <a:cubicBezTo>
                  <a:pt x="477415" y="86260"/>
                  <a:pt x="478620" y="79192"/>
                  <a:pt x="481030" y="73003"/>
                </a:cubicBezTo>
                <a:cubicBezTo>
                  <a:pt x="483440" y="66813"/>
                  <a:pt x="486665" y="61568"/>
                  <a:pt x="490705" y="57268"/>
                </a:cubicBezTo>
                <a:cubicBezTo>
                  <a:pt x="494745" y="52967"/>
                  <a:pt x="499403" y="49709"/>
                  <a:pt x="504680" y="47494"/>
                </a:cubicBezTo>
                <a:cubicBezTo>
                  <a:pt x="509957" y="45279"/>
                  <a:pt x="515527" y="44172"/>
                  <a:pt x="521391" y="44172"/>
                </a:cubicBezTo>
                <a:cubicBezTo>
                  <a:pt x="527254" y="44172"/>
                  <a:pt x="532824" y="45279"/>
                  <a:pt x="538101" y="47494"/>
                </a:cubicBezTo>
                <a:cubicBezTo>
                  <a:pt x="543380" y="49709"/>
                  <a:pt x="548038" y="52967"/>
                  <a:pt x="552076" y="57268"/>
                </a:cubicBezTo>
                <a:cubicBezTo>
                  <a:pt x="556116" y="61568"/>
                  <a:pt x="559341" y="66813"/>
                  <a:pt x="561751" y="73003"/>
                </a:cubicBezTo>
                <a:cubicBezTo>
                  <a:pt x="564163" y="79192"/>
                  <a:pt x="565369" y="86260"/>
                  <a:pt x="565369" y="94207"/>
                </a:cubicBezTo>
                <a:cubicBezTo>
                  <a:pt x="565369" y="102025"/>
                  <a:pt x="564163" y="109029"/>
                  <a:pt x="561751" y="115218"/>
                </a:cubicBezTo>
                <a:cubicBezTo>
                  <a:pt x="559341" y="121408"/>
                  <a:pt x="556116" y="126620"/>
                  <a:pt x="552076" y="130855"/>
                </a:cubicBezTo>
                <a:cubicBezTo>
                  <a:pt x="548038" y="135090"/>
                  <a:pt x="543380" y="138315"/>
                  <a:pt x="538101" y="140530"/>
                </a:cubicBezTo>
                <a:cubicBezTo>
                  <a:pt x="532824" y="142744"/>
                  <a:pt x="527254" y="143852"/>
                  <a:pt x="521391" y="143852"/>
                </a:cubicBezTo>
                <a:moveTo>
                  <a:pt x="521391" y="130562"/>
                </a:moveTo>
                <a:cubicBezTo>
                  <a:pt x="525431" y="130562"/>
                  <a:pt x="529145" y="129684"/>
                  <a:pt x="532533" y="127926"/>
                </a:cubicBezTo>
                <a:cubicBezTo>
                  <a:pt x="535921" y="126166"/>
                  <a:pt x="538820" y="123690"/>
                  <a:pt x="541229" y="120497"/>
                </a:cubicBezTo>
                <a:cubicBezTo>
                  <a:pt x="543641" y="117304"/>
                  <a:pt x="545498" y="113492"/>
                  <a:pt x="546800" y="109063"/>
                </a:cubicBezTo>
                <a:cubicBezTo>
                  <a:pt x="548103" y="104633"/>
                  <a:pt x="548754" y="99681"/>
                  <a:pt x="548754" y="94207"/>
                </a:cubicBezTo>
                <a:cubicBezTo>
                  <a:pt x="548754" y="88736"/>
                  <a:pt x="548103" y="83752"/>
                  <a:pt x="546800" y="79257"/>
                </a:cubicBezTo>
                <a:cubicBezTo>
                  <a:pt x="545498" y="74761"/>
                  <a:pt x="543641" y="70885"/>
                  <a:pt x="541229" y="67628"/>
                </a:cubicBezTo>
                <a:cubicBezTo>
                  <a:pt x="538820" y="64370"/>
                  <a:pt x="535921" y="61861"/>
                  <a:pt x="532533" y="60104"/>
                </a:cubicBezTo>
                <a:cubicBezTo>
                  <a:pt x="529145" y="58344"/>
                  <a:pt x="525431" y="57464"/>
                  <a:pt x="521391" y="57464"/>
                </a:cubicBezTo>
                <a:cubicBezTo>
                  <a:pt x="517352" y="57464"/>
                  <a:pt x="513639" y="58344"/>
                  <a:pt x="510251" y="60104"/>
                </a:cubicBezTo>
                <a:cubicBezTo>
                  <a:pt x="506863" y="61861"/>
                  <a:pt x="503964" y="64370"/>
                  <a:pt x="501552" y="67628"/>
                </a:cubicBezTo>
                <a:cubicBezTo>
                  <a:pt x="499142" y="70885"/>
                  <a:pt x="497285" y="74761"/>
                  <a:pt x="495981" y="79257"/>
                </a:cubicBezTo>
                <a:cubicBezTo>
                  <a:pt x="494678" y="83752"/>
                  <a:pt x="494027" y="88736"/>
                  <a:pt x="494027" y="94207"/>
                </a:cubicBezTo>
                <a:cubicBezTo>
                  <a:pt x="494027" y="99681"/>
                  <a:pt x="494678" y="104633"/>
                  <a:pt x="495981" y="109063"/>
                </a:cubicBezTo>
                <a:cubicBezTo>
                  <a:pt x="497285" y="113492"/>
                  <a:pt x="499142" y="117304"/>
                  <a:pt x="501552" y="120497"/>
                </a:cubicBezTo>
                <a:cubicBezTo>
                  <a:pt x="503964" y="123690"/>
                  <a:pt x="506863" y="126166"/>
                  <a:pt x="510251" y="127926"/>
                </a:cubicBezTo>
                <a:cubicBezTo>
                  <a:pt x="513639" y="129684"/>
                  <a:pt x="517352" y="130562"/>
                  <a:pt x="521391" y="130562"/>
                </a:cubicBezTo>
                <a:close/>
                <a:moveTo>
                  <a:pt x="605455" y="141508"/>
                </a:moveTo>
                <a:lnTo>
                  <a:pt x="579070" y="46519"/>
                </a:lnTo>
                <a:lnTo>
                  <a:pt x="595488" y="46519"/>
                </a:lnTo>
                <a:lnTo>
                  <a:pt x="609559" y="101440"/>
                </a:lnTo>
                <a:cubicBezTo>
                  <a:pt x="610602" y="106001"/>
                  <a:pt x="611580" y="110431"/>
                  <a:pt x="612490" y="114732"/>
                </a:cubicBezTo>
                <a:cubicBezTo>
                  <a:pt x="613403" y="119031"/>
                  <a:pt x="614316" y="123395"/>
                  <a:pt x="615228" y="127825"/>
                </a:cubicBezTo>
                <a:lnTo>
                  <a:pt x="616009" y="127825"/>
                </a:lnTo>
                <a:cubicBezTo>
                  <a:pt x="617051" y="123395"/>
                  <a:pt x="618093" y="118998"/>
                  <a:pt x="619135" y="114634"/>
                </a:cubicBezTo>
                <a:cubicBezTo>
                  <a:pt x="620179" y="110267"/>
                  <a:pt x="621287" y="105869"/>
                  <a:pt x="622460" y="101440"/>
                </a:cubicBezTo>
                <a:lnTo>
                  <a:pt x="637119" y="46519"/>
                </a:lnTo>
                <a:lnTo>
                  <a:pt x="652755" y="46519"/>
                </a:lnTo>
                <a:lnTo>
                  <a:pt x="667611" y="101440"/>
                </a:lnTo>
                <a:cubicBezTo>
                  <a:pt x="668782" y="106001"/>
                  <a:pt x="669921" y="110431"/>
                  <a:pt x="671028" y="114732"/>
                </a:cubicBezTo>
                <a:cubicBezTo>
                  <a:pt x="672138" y="119031"/>
                  <a:pt x="673213" y="123395"/>
                  <a:pt x="674255" y="127825"/>
                </a:cubicBezTo>
                <a:lnTo>
                  <a:pt x="675037" y="127825"/>
                </a:lnTo>
                <a:cubicBezTo>
                  <a:pt x="676079" y="123395"/>
                  <a:pt x="677056" y="119031"/>
                  <a:pt x="677968" y="114732"/>
                </a:cubicBezTo>
                <a:cubicBezTo>
                  <a:pt x="678881" y="110431"/>
                  <a:pt x="679858" y="106001"/>
                  <a:pt x="680900" y="101440"/>
                </a:cubicBezTo>
                <a:lnTo>
                  <a:pt x="694777" y="46519"/>
                </a:lnTo>
                <a:lnTo>
                  <a:pt x="710023" y="46519"/>
                </a:lnTo>
                <a:lnTo>
                  <a:pt x="684613" y="141508"/>
                </a:lnTo>
                <a:lnTo>
                  <a:pt x="665070" y="141508"/>
                </a:lnTo>
                <a:lnTo>
                  <a:pt x="651386" y="90494"/>
                </a:lnTo>
                <a:cubicBezTo>
                  <a:pt x="650213" y="85933"/>
                  <a:pt x="649138" y="81438"/>
                  <a:pt x="648160" y="77008"/>
                </a:cubicBezTo>
                <a:cubicBezTo>
                  <a:pt x="647183" y="72578"/>
                  <a:pt x="646109" y="67952"/>
                  <a:pt x="644936" y="63131"/>
                </a:cubicBezTo>
                <a:lnTo>
                  <a:pt x="644154" y="63131"/>
                </a:lnTo>
                <a:cubicBezTo>
                  <a:pt x="643112" y="67952"/>
                  <a:pt x="642069" y="72611"/>
                  <a:pt x="641026" y="77106"/>
                </a:cubicBezTo>
                <a:cubicBezTo>
                  <a:pt x="639984" y="81602"/>
                  <a:pt x="638812" y="86130"/>
                  <a:pt x="637509" y="90691"/>
                </a:cubicBezTo>
                <a:lnTo>
                  <a:pt x="624220" y="141508"/>
                </a:lnTo>
                <a:lnTo>
                  <a:pt x="605455" y="141508"/>
                </a:lnTo>
                <a:close/>
                <a:moveTo>
                  <a:pt x="793130" y="69776"/>
                </a:moveTo>
                <a:lnTo>
                  <a:pt x="787070" y="89322"/>
                </a:lnTo>
                <a:lnTo>
                  <a:pt x="825575" y="89322"/>
                </a:lnTo>
                <a:lnTo>
                  <a:pt x="819515" y="69776"/>
                </a:lnTo>
                <a:cubicBezTo>
                  <a:pt x="817171" y="62610"/>
                  <a:pt x="814956" y="55476"/>
                  <a:pt x="812870" y="48374"/>
                </a:cubicBezTo>
                <a:cubicBezTo>
                  <a:pt x="810785" y="41272"/>
                  <a:pt x="808700" y="34008"/>
                  <a:pt x="806616" y="26582"/>
                </a:cubicBezTo>
                <a:lnTo>
                  <a:pt x="805835" y="26582"/>
                </a:lnTo>
                <a:cubicBezTo>
                  <a:pt x="803880" y="34008"/>
                  <a:pt x="801860" y="41272"/>
                  <a:pt x="799775" y="48374"/>
                </a:cubicBezTo>
                <a:cubicBezTo>
                  <a:pt x="797689" y="55476"/>
                  <a:pt x="795474" y="62610"/>
                  <a:pt x="793130" y="69776"/>
                </a:cubicBezTo>
                <a:moveTo>
                  <a:pt x="754040" y="141508"/>
                </a:moveTo>
                <a:lnTo>
                  <a:pt x="797430" y="13289"/>
                </a:lnTo>
                <a:lnTo>
                  <a:pt x="815802" y="13289"/>
                </a:lnTo>
                <a:lnTo>
                  <a:pt x="859192" y="141508"/>
                </a:lnTo>
                <a:lnTo>
                  <a:pt x="841796" y="141508"/>
                </a:lnTo>
                <a:lnTo>
                  <a:pt x="829679" y="102418"/>
                </a:lnTo>
                <a:lnTo>
                  <a:pt x="782966" y="102418"/>
                </a:lnTo>
                <a:lnTo>
                  <a:pt x="770652" y="141508"/>
                </a:lnTo>
                <a:lnTo>
                  <a:pt x="754040" y="141508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6B7E1-F5E3-4B82-8197-A6267778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138" y="1273678"/>
            <a:ext cx="293308" cy="184783"/>
          </a:xfrm>
          <a:custGeom xmlns:a="http://schemas.openxmlformats.org/drawingml/2006/main">
            <a:pathLst>
              <a:path w="293308" h="184783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2FD94-10CF-4D04-ADE3-0BBD9664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138" y="1273678"/>
            <a:ext cx="293308" cy="184783"/>
          </a:xfrm>
          <a:custGeom xmlns:a="http://schemas.openxmlformats.org/drawingml/2006/main">
            <a:pathLst>
              <a:path w="293308" h="184783" fill="none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595959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C28C7-E029-4B8E-A60F-F98C1D3D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265" y="1273678"/>
            <a:ext cx="293308" cy="184783"/>
          </a:xfrm>
          <a:custGeom xmlns:a="http://schemas.openxmlformats.org/drawingml/2006/main">
            <a:pathLst>
              <a:path w="293308" h="184783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2E3084-E01D-4926-A808-746B1724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266" y="1273678"/>
            <a:ext cx="293308" cy="184783"/>
          </a:xfrm>
          <a:custGeom xmlns:a="http://schemas.openxmlformats.org/drawingml/2006/main">
            <a:pathLst>
              <a:path w="293308" h="184783" fill="none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595959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71E82-2BA9-4DB6-B3D1-F382E85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446" y="1300920"/>
            <a:ext cx="281817" cy="130302"/>
          </a:xfrm>
          <a:custGeom xmlns:a="http://schemas.openxmlformats.org/drawingml/2006/main">
            <a:pathLst>
              <a:path w="281817" h="130302">
                <a:moveTo>
                  <a:pt x="151515" y="130302"/>
                </a:moveTo>
                <a:lnTo>
                  <a:pt x="281817" y="65153"/>
                </a:lnTo>
                <a:lnTo>
                  <a:pt x="151515" y="0"/>
                </a:lnTo>
                <a:lnTo>
                  <a:pt x="151515" y="54293"/>
                </a:lnTo>
                <a:lnTo>
                  <a:pt x="0" y="54293"/>
                </a:lnTo>
                <a:lnTo>
                  <a:pt x="0" y="76010"/>
                </a:lnTo>
                <a:lnTo>
                  <a:pt x="151515" y="76010"/>
                </a:lnTo>
                <a:lnTo>
                  <a:pt x="151515" y="130302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91B32-4F21-4720-883B-B460821D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390" y="1273678"/>
            <a:ext cx="293308" cy="184783"/>
          </a:xfrm>
          <a:custGeom xmlns:a="http://schemas.openxmlformats.org/drawingml/2006/main">
            <a:pathLst>
              <a:path w="293308" h="184783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00862-76C2-420B-8E81-B1C882C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391" y="1273678"/>
            <a:ext cx="293308" cy="184783"/>
          </a:xfrm>
          <a:custGeom xmlns:a="http://schemas.openxmlformats.org/drawingml/2006/main">
            <a:pathLst>
              <a:path w="293308" h="184783" fill="none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595959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7A57D8-0B79-4D2E-9F05-D4C976D2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571" y="1300920"/>
            <a:ext cx="281819" cy="130302"/>
          </a:xfrm>
          <a:custGeom xmlns:a="http://schemas.openxmlformats.org/drawingml/2006/main">
            <a:pathLst>
              <a:path w="281819" h="130302">
                <a:moveTo>
                  <a:pt x="151517" y="130302"/>
                </a:moveTo>
                <a:lnTo>
                  <a:pt x="281819" y="65153"/>
                </a:lnTo>
                <a:lnTo>
                  <a:pt x="151517" y="0"/>
                </a:lnTo>
                <a:lnTo>
                  <a:pt x="151517" y="54293"/>
                </a:lnTo>
                <a:lnTo>
                  <a:pt x="0" y="54293"/>
                </a:lnTo>
                <a:lnTo>
                  <a:pt x="0" y="76010"/>
                </a:lnTo>
                <a:lnTo>
                  <a:pt x="151517" y="76010"/>
                </a:lnTo>
                <a:lnTo>
                  <a:pt x="151517" y="130302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377F2-A9A8-4F45-8A67-A7D8E6D4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587" y="1701236"/>
            <a:ext cx="293308" cy="184781"/>
          </a:xfrm>
          <a:custGeom xmlns:a="http://schemas.openxmlformats.org/drawingml/2006/main">
            <a:pathLst>
              <a:path w="293308" h="184781">
                <a:moveTo>
                  <a:pt x="0" y="0"/>
                </a:moveTo>
                <a:lnTo>
                  <a:pt x="293308" y="0"/>
                </a:lnTo>
                <a:lnTo>
                  <a:pt x="293308" y="184781"/>
                </a:lnTo>
                <a:lnTo>
                  <a:pt x="0" y="1847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404B3-560C-445C-9019-538C6B0C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587" y="1701236"/>
            <a:ext cx="293308" cy="184783"/>
          </a:xfrm>
          <a:custGeom xmlns:a="http://schemas.openxmlformats.org/drawingml/2006/main">
            <a:pathLst>
              <a:path w="293308" h="184783" fill="none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595959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8B312-C424-4021-BC82-3D57D2EA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714" y="1701236"/>
            <a:ext cx="293308" cy="184781"/>
          </a:xfrm>
          <a:custGeom xmlns:a="http://schemas.openxmlformats.org/drawingml/2006/main">
            <a:pathLst>
              <a:path w="293308" h="184781">
                <a:moveTo>
                  <a:pt x="0" y="0"/>
                </a:moveTo>
                <a:lnTo>
                  <a:pt x="293308" y="0"/>
                </a:lnTo>
                <a:lnTo>
                  <a:pt x="293308" y="184781"/>
                </a:lnTo>
                <a:lnTo>
                  <a:pt x="0" y="1847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A43902-928D-4AEA-BF74-0C3B6C22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1713" y="1701236"/>
            <a:ext cx="293308" cy="184783"/>
          </a:xfrm>
          <a:custGeom xmlns:a="http://schemas.openxmlformats.org/drawingml/2006/main">
            <a:pathLst>
              <a:path w="293308" h="184783" fill="none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595959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8BC045-89B6-437D-A300-39C58B40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894" y="1728478"/>
            <a:ext cx="281819" cy="130302"/>
          </a:xfrm>
          <a:custGeom xmlns:a="http://schemas.openxmlformats.org/drawingml/2006/main">
            <a:pathLst>
              <a:path w="281819" h="130302">
                <a:moveTo>
                  <a:pt x="0" y="54290"/>
                </a:moveTo>
                <a:lnTo>
                  <a:pt x="0" y="76007"/>
                </a:lnTo>
                <a:lnTo>
                  <a:pt x="151517" y="76009"/>
                </a:lnTo>
                <a:lnTo>
                  <a:pt x="151517" y="130302"/>
                </a:lnTo>
                <a:lnTo>
                  <a:pt x="281819" y="65151"/>
                </a:lnTo>
                <a:lnTo>
                  <a:pt x="151517" y="0"/>
                </a:lnTo>
                <a:lnTo>
                  <a:pt x="151517" y="54292"/>
                </a:lnTo>
                <a:lnTo>
                  <a:pt x="0" y="5429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DBAE7-5682-4595-9F81-8C97536E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621" y="1507927"/>
            <a:ext cx="293308" cy="184783"/>
          </a:xfrm>
          <a:custGeom xmlns:a="http://schemas.openxmlformats.org/drawingml/2006/main">
            <a:pathLst>
              <a:path w="293308" h="184783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22BE0A-766C-4D45-88FA-78FF9BA7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621" y="1507926"/>
            <a:ext cx="293308" cy="184783"/>
          </a:xfrm>
          <a:custGeom xmlns:a="http://schemas.openxmlformats.org/drawingml/2006/main">
            <a:pathLst>
              <a:path w="293308" h="184783" fill="none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1B9EB-32B0-4F09-8D9F-0B1E3025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728" y="1886977"/>
            <a:ext cx="293308" cy="184783"/>
          </a:xfrm>
          <a:custGeom xmlns:a="http://schemas.openxmlformats.org/drawingml/2006/main">
            <a:pathLst>
              <a:path w="293308" h="184783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7FD4F7-774E-4A19-8A33-28C226E8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728" y="1886977"/>
            <a:ext cx="293308" cy="184783"/>
          </a:xfrm>
          <a:custGeom xmlns:a="http://schemas.openxmlformats.org/drawingml/2006/main">
            <a:pathLst>
              <a:path w="293308" h="184783" fill="none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595959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1BC50-77E9-4940-9FEE-939522A0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021" y="1535168"/>
            <a:ext cx="266600" cy="269317"/>
          </a:xfrm>
          <a:custGeom xmlns:a="http://schemas.openxmlformats.org/drawingml/2006/main">
            <a:pathLst>
              <a:path w="266600" h="269317">
                <a:moveTo>
                  <a:pt x="136298" y="130302"/>
                </a:moveTo>
                <a:lnTo>
                  <a:pt x="266600" y="65151"/>
                </a:lnTo>
                <a:lnTo>
                  <a:pt x="136298" y="0"/>
                </a:lnTo>
                <a:lnTo>
                  <a:pt x="136298" y="54292"/>
                </a:lnTo>
                <a:lnTo>
                  <a:pt x="77339" y="54292"/>
                </a:lnTo>
                <a:lnTo>
                  <a:pt x="77339" y="247600"/>
                </a:lnTo>
                <a:lnTo>
                  <a:pt x="0" y="247600"/>
                </a:lnTo>
                <a:lnTo>
                  <a:pt x="0" y="269317"/>
                </a:lnTo>
                <a:lnTo>
                  <a:pt x="99056" y="269317"/>
                </a:lnTo>
                <a:lnTo>
                  <a:pt x="99056" y="76009"/>
                </a:lnTo>
                <a:lnTo>
                  <a:pt x="136298" y="76009"/>
                </a:lnTo>
                <a:lnTo>
                  <a:pt x="136298" y="130302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3AD4F-2F89-4D22-BFE0-DE497C8D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021" y="1782768"/>
            <a:ext cx="270707" cy="261753"/>
          </a:xfrm>
          <a:custGeom xmlns:a="http://schemas.openxmlformats.org/drawingml/2006/main">
            <a:pathLst>
              <a:path w="270707" h="261753">
                <a:moveTo>
                  <a:pt x="0" y="0"/>
                </a:moveTo>
                <a:lnTo>
                  <a:pt x="0" y="21717"/>
                </a:lnTo>
                <a:lnTo>
                  <a:pt x="79389" y="21717"/>
                </a:lnTo>
                <a:lnTo>
                  <a:pt x="79389" y="207460"/>
                </a:lnTo>
                <a:lnTo>
                  <a:pt x="140405" y="207460"/>
                </a:lnTo>
                <a:lnTo>
                  <a:pt x="140405" y="261753"/>
                </a:lnTo>
                <a:lnTo>
                  <a:pt x="270707" y="196602"/>
                </a:lnTo>
                <a:lnTo>
                  <a:pt x="140405" y="131451"/>
                </a:lnTo>
                <a:lnTo>
                  <a:pt x="140405" y="185743"/>
                </a:lnTo>
                <a:lnTo>
                  <a:pt x="101106" y="185743"/>
                </a:lnTo>
                <a:lnTo>
                  <a:pt x="1011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DataflowAnalysis">
            <a:extLst xmlns:a="http://schemas.openxmlformats.org/drawingml/2006/main">
              <a:ext uri="{FF2B5EF4-FFF2-40B4-BE49-F238E27FC236}">
                <a16:creationId xmlns:a16="http://schemas.microsoft.com/office/drawing/2014/main" id="{1987D4CF-7A08-4918-AAFF-A390EAD1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015" y="142708"/>
            <a:ext cx="1850274" cy="218821"/>
          </a:xfrm>
          <a:custGeom xmlns:a="http://schemas.openxmlformats.org/drawingml/2006/main">
            <a:pathLst>
              <a:path w="1850274" h="218821">
                <a:moveTo>
                  <a:pt x="0" y="172476"/>
                </a:moveTo>
                <a:lnTo>
                  <a:pt x="0" y="16724"/>
                </a:lnTo>
                <a:lnTo>
                  <a:pt x="43957" y="16724"/>
                </a:lnTo>
                <a:cubicBezTo>
                  <a:pt x="55900" y="16724"/>
                  <a:pt x="66650" y="18237"/>
                  <a:pt x="76205" y="21262"/>
                </a:cubicBezTo>
                <a:cubicBezTo>
                  <a:pt x="85760" y="24287"/>
                  <a:pt x="93962" y="28946"/>
                  <a:pt x="100810" y="35237"/>
                </a:cubicBezTo>
                <a:cubicBezTo>
                  <a:pt x="107660" y="41526"/>
                  <a:pt x="112916" y="49529"/>
                  <a:pt x="116578" y="59244"/>
                </a:cubicBezTo>
                <a:cubicBezTo>
                  <a:pt x="120241" y="68960"/>
                  <a:pt x="122072" y="80506"/>
                  <a:pt x="122072" y="93884"/>
                </a:cubicBezTo>
                <a:cubicBezTo>
                  <a:pt x="122072" y="107261"/>
                  <a:pt x="120241" y="118887"/>
                  <a:pt x="116578" y="128760"/>
                </a:cubicBezTo>
                <a:cubicBezTo>
                  <a:pt x="112916" y="138634"/>
                  <a:pt x="107740" y="146797"/>
                  <a:pt x="101050" y="153248"/>
                </a:cubicBezTo>
                <a:cubicBezTo>
                  <a:pt x="94360" y="159698"/>
                  <a:pt x="86357" y="164515"/>
                  <a:pt x="77040" y="167701"/>
                </a:cubicBezTo>
                <a:cubicBezTo>
                  <a:pt x="67725" y="170885"/>
                  <a:pt x="57334" y="172476"/>
                  <a:pt x="45867" y="172476"/>
                </a:cubicBezTo>
                <a:lnTo>
                  <a:pt x="0" y="172476"/>
                </a:lnTo>
                <a:moveTo>
                  <a:pt x="35117" y="144048"/>
                </a:moveTo>
                <a:lnTo>
                  <a:pt x="41806" y="144048"/>
                </a:lnTo>
                <a:cubicBezTo>
                  <a:pt x="48496" y="144048"/>
                  <a:pt x="54548" y="143172"/>
                  <a:pt x="59962" y="141420"/>
                </a:cubicBezTo>
                <a:cubicBezTo>
                  <a:pt x="65377" y="139668"/>
                  <a:pt x="69995" y="136842"/>
                  <a:pt x="73817" y="132941"/>
                </a:cubicBezTo>
                <a:cubicBezTo>
                  <a:pt x="77640" y="129039"/>
                  <a:pt x="80625" y="123903"/>
                  <a:pt x="82774" y="117533"/>
                </a:cubicBezTo>
                <a:cubicBezTo>
                  <a:pt x="84924" y="111162"/>
                  <a:pt x="85999" y="103279"/>
                  <a:pt x="85999" y="93884"/>
                </a:cubicBezTo>
                <a:cubicBezTo>
                  <a:pt x="85999" y="84647"/>
                  <a:pt x="84924" y="76883"/>
                  <a:pt x="82774" y="70592"/>
                </a:cubicBezTo>
                <a:cubicBezTo>
                  <a:pt x="80625" y="64300"/>
                  <a:pt x="77640" y="59283"/>
                  <a:pt x="73817" y="55541"/>
                </a:cubicBezTo>
                <a:cubicBezTo>
                  <a:pt x="69995" y="51798"/>
                  <a:pt x="65377" y="49131"/>
                  <a:pt x="59962" y="47540"/>
                </a:cubicBezTo>
                <a:cubicBezTo>
                  <a:pt x="54548" y="45946"/>
                  <a:pt x="48496" y="45149"/>
                  <a:pt x="41806" y="45149"/>
                </a:cubicBezTo>
                <a:lnTo>
                  <a:pt x="35117" y="45149"/>
                </a:lnTo>
                <a:lnTo>
                  <a:pt x="35117" y="144048"/>
                </a:lnTo>
                <a:close/>
                <a:moveTo>
                  <a:pt x="179023" y="175341"/>
                </a:moveTo>
                <a:cubicBezTo>
                  <a:pt x="173609" y="175341"/>
                  <a:pt x="168711" y="174425"/>
                  <a:pt x="164330" y="172593"/>
                </a:cubicBezTo>
                <a:cubicBezTo>
                  <a:pt x="159951" y="170763"/>
                  <a:pt x="156249" y="168216"/>
                  <a:pt x="153223" y="164953"/>
                </a:cubicBezTo>
                <a:cubicBezTo>
                  <a:pt x="150198" y="161687"/>
                  <a:pt x="147849" y="157904"/>
                  <a:pt x="146177" y="153606"/>
                </a:cubicBezTo>
                <a:cubicBezTo>
                  <a:pt x="144505" y="149304"/>
                  <a:pt x="143669" y="144606"/>
                  <a:pt x="143669" y="139510"/>
                </a:cubicBezTo>
                <a:cubicBezTo>
                  <a:pt x="143669" y="127087"/>
                  <a:pt x="148924" y="117373"/>
                  <a:pt x="159434" y="110367"/>
                </a:cubicBezTo>
                <a:cubicBezTo>
                  <a:pt x="169945" y="103359"/>
                  <a:pt x="186905" y="98660"/>
                  <a:pt x="210317" y="96271"/>
                </a:cubicBezTo>
                <a:cubicBezTo>
                  <a:pt x="209998" y="91015"/>
                  <a:pt x="208446" y="86834"/>
                  <a:pt x="205658" y="83729"/>
                </a:cubicBezTo>
                <a:cubicBezTo>
                  <a:pt x="202871" y="80623"/>
                  <a:pt x="198213" y="79070"/>
                  <a:pt x="191683" y="79070"/>
                </a:cubicBezTo>
                <a:cubicBezTo>
                  <a:pt x="186587" y="79070"/>
                  <a:pt x="181530" y="80026"/>
                  <a:pt x="176512" y="81939"/>
                </a:cubicBezTo>
                <a:cubicBezTo>
                  <a:pt x="171496" y="83849"/>
                  <a:pt x="166122" y="86477"/>
                  <a:pt x="160389" y="89823"/>
                </a:cubicBezTo>
                <a:lnTo>
                  <a:pt x="147730" y="66651"/>
                </a:lnTo>
                <a:cubicBezTo>
                  <a:pt x="155373" y="62032"/>
                  <a:pt x="163375" y="58289"/>
                  <a:pt x="171737" y="55424"/>
                </a:cubicBezTo>
                <a:cubicBezTo>
                  <a:pt x="180099" y="52557"/>
                  <a:pt x="188977" y="51123"/>
                  <a:pt x="198372" y="51123"/>
                </a:cubicBezTo>
                <a:cubicBezTo>
                  <a:pt x="213662" y="51123"/>
                  <a:pt x="225327" y="55463"/>
                  <a:pt x="233369" y="64143"/>
                </a:cubicBezTo>
                <a:cubicBezTo>
                  <a:pt x="241412" y="72821"/>
                  <a:pt x="245434" y="86318"/>
                  <a:pt x="245434" y="104633"/>
                </a:cubicBezTo>
                <a:lnTo>
                  <a:pt x="245434" y="172476"/>
                </a:lnTo>
                <a:lnTo>
                  <a:pt x="216769" y="172476"/>
                </a:lnTo>
                <a:lnTo>
                  <a:pt x="214377" y="160294"/>
                </a:lnTo>
                <a:lnTo>
                  <a:pt x="213422" y="160294"/>
                </a:lnTo>
                <a:cubicBezTo>
                  <a:pt x="208327" y="164754"/>
                  <a:pt x="202991" y="168377"/>
                  <a:pt x="197417" y="171164"/>
                </a:cubicBezTo>
                <a:cubicBezTo>
                  <a:pt x="191842" y="173949"/>
                  <a:pt x="185711" y="175341"/>
                  <a:pt x="179023" y="175341"/>
                </a:cubicBezTo>
                <a:moveTo>
                  <a:pt x="190968" y="148109"/>
                </a:moveTo>
                <a:cubicBezTo>
                  <a:pt x="194949" y="148109"/>
                  <a:pt x="198372" y="147234"/>
                  <a:pt x="201237" y="145484"/>
                </a:cubicBezTo>
                <a:cubicBezTo>
                  <a:pt x="204104" y="143732"/>
                  <a:pt x="207131" y="141263"/>
                  <a:pt x="210317" y="138077"/>
                </a:cubicBezTo>
                <a:lnTo>
                  <a:pt x="210317" y="117293"/>
                </a:lnTo>
                <a:cubicBezTo>
                  <a:pt x="197894" y="119045"/>
                  <a:pt x="189294" y="121594"/>
                  <a:pt x="184517" y="124940"/>
                </a:cubicBezTo>
                <a:cubicBezTo>
                  <a:pt x="179739" y="128284"/>
                  <a:pt x="177350" y="132265"/>
                  <a:pt x="177350" y="136882"/>
                </a:cubicBezTo>
                <a:cubicBezTo>
                  <a:pt x="177350" y="140704"/>
                  <a:pt x="178585" y="143532"/>
                  <a:pt x="181054" y="145364"/>
                </a:cubicBezTo>
                <a:cubicBezTo>
                  <a:pt x="183523" y="147194"/>
                  <a:pt x="186828" y="148109"/>
                  <a:pt x="190968" y="148109"/>
                </a:cubicBezTo>
                <a:close/>
                <a:moveTo>
                  <a:pt x="319583" y="175341"/>
                </a:moveTo>
                <a:cubicBezTo>
                  <a:pt x="312259" y="175341"/>
                  <a:pt x="306009" y="174227"/>
                  <a:pt x="300833" y="171999"/>
                </a:cubicBezTo>
                <a:cubicBezTo>
                  <a:pt x="295657" y="169768"/>
                  <a:pt x="291436" y="166662"/>
                  <a:pt x="288170" y="162682"/>
                </a:cubicBezTo>
                <a:cubicBezTo>
                  <a:pt x="284906" y="158701"/>
                  <a:pt x="282517" y="153885"/>
                  <a:pt x="281003" y="148233"/>
                </a:cubicBezTo>
                <a:cubicBezTo>
                  <a:pt x="279492" y="142578"/>
                  <a:pt x="278736" y="136326"/>
                  <a:pt x="278736" y="129479"/>
                </a:cubicBezTo>
                <a:lnTo>
                  <a:pt x="278736" y="81461"/>
                </a:lnTo>
                <a:lnTo>
                  <a:pt x="262490" y="81461"/>
                </a:lnTo>
                <a:lnTo>
                  <a:pt x="262490" y="55420"/>
                </a:lnTo>
                <a:lnTo>
                  <a:pt x="280646" y="53988"/>
                </a:lnTo>
                <a:lnTo>
                  <a:pt x="284707" y="22454"/>
                </a:lnTo>
                <a:lnTo>
                  <a:pt x="313850" y="22454"/>
                </a:lnTo>
                <a:lnTo>
                  <a:pt x="313850" y="53988"/>
                </a:lnTo>
                <a:lnTo>
                  <a:pt x="342278" y="53988"/>
                </a:lnTo>
                <a:lnTo>
                  <a:pt x="342278" y="81461"/>
                </a:lnTo>
                <a:lnTo>
                  <a:pt x="313850" y="81461"/>
                </a:lnTo>
                <a:lnTo>
                  <a:pt x="313850" y="128997"/>
                </a:lnTo>
                <a:cubicBezTo>
                  <a:pt x="313850" y="135687"/>
                  <a:pt x="315243" y="140506"/>
                  <a:pt x="318030" y="143454"/>
                </a:cubicBezTo>
                <a:cubicBezTo>
                  <a:pt x="320818" y="146399"/>
                  <a:pt x="324521" y="147872"/>
                  <a:pt x="329141" y="147872"/>
                </a:cubicBezTo>
                <a:cubicBezTo>
                  <a:pt x="331051" y="147872"/>
                  <a:pt x="333001" y="147634"/>
                  <a:pt x="334991" y="147157"/>
                </a:cubicBezTo>
                <a:cubicBezTo>
                  <a:pt x="336981" y="146679"/>
                  <a:pt x="338774" y="146120"/>
                  <a:pt x="340368" y="145481"/>
                </a:cubicBezTo>
                <a:lnTo>
                  <a:pt x="345861" y="171044"/>
                </a:lnTo>
                <a:cubicBezTo>
                  <a:pt x="342675" y="171999"/>
                  <a:pt x="338933" y="172954"/>
                  <a:pt x="334634" y="173909"/>
                </a:cubicBezTo>
                <a:cubicBezTo>
                  <a:pt x="330335" y="174864"/>
                  <a:pt x="325318" y="175341"/>
                  <a:pt x="319583" y="175341"/>
                </a:cubicBezTo>
                <a:close/>
                <a:moveTo>
                  <a:pt x="396125" y="175341"/>
                </a:moveTo>
                <a:cubicBezTo>
                  <a:pt x="390710" y="175341"/>
                  <a:pt x="385812" y="174425"/>
                  <a:pt x="381431" y="172593"/>
                </a:cubicBezTo>
                <a:cubicBezTo>
                  <a:pt x="377052" y="170763"/>
                  <a:pt x="373350" y="168216"/>
                  <a:pt x="370324" y="164953"/>
                </a:cubicBezTo>
                <a:cubicBezTo>
                  <a:pt x="367299" y="161687"/>
                  <a:pt x="364950" y="157904"/>
                  <a:pt x="363278" y="153606"/>
                </a:cubicBezTo>
                <a:cubicBezTo>
                  <a:pt x="361606" y="149304"/>
                  <a:pt x="360770" y="144606"/>
                  <a:pt x="360770" y="139510"/>
                </a:cubicBezTo>
                <a:cubicBezTo>
                  <a:pt x="360770" y="127087"/>
                  <a:pt x="366025" y="117373"/>
                  <a:pt x="376536" y="110367"/>
                </a:cubicBezTo>
                <a:cubicBezTo>
                  <a:pt x="387046" y="103359"/>
                  <a:pt x="404006" y="98660"/>
                  <a:pt x="427418" y="96271"/>
                </a:cubicBezTo>
                <a:cubicBezTo>
                  <a:pt x="427100" y="91015"/>
                  <a:pt x="425547" y="86834"/>
                  <a:pt x="422759" y="83729"/>
                </a:cubicBezTo>
                <a:cubicBezTo>
                  <a:pt x="419972" y="80623"/>
                  <a:pt x="415314" y="79070"/>
                  <a:pt x="408784" y="79070"/>
                </a:cubicBezTo>
                <a:cubicBezTo>
                  <a:pt x="403688" y="79070"/>
                  <a:pt x="398631" y="80026"/>
                  <a:pt x="393613" y="81939"/>
                </a:cubicBezTo>
                <a:cubicBezTo>
                  <a:pt x="388597" y="83849"/>
                  <a:pt x="383223" y="86477"/>
                  <a:pt x="377491" y="89823"/>
                </a:cubicBezTo>
                <a:lnTo>
                  <a:pt x="364831" y="66651"/>
                </a:lnTo>
                <a:cubicBezTo>
                  <a:pt x="372474" y="62032"/>
                  <a:pt x="380476" y="58289"/>
                  <a:pt x="388838" y="55424"/>
                </a:cubicBezTo>
                <a:cubicBezTo>
                  <a:pt x="397200" y="52557"/>
                  <a:pt x="406078" y="51123"/>
                  <a:pt x="415473" y="51123"/>
                </a:cubicBezTo>
                <a:cubicBezTo>
                  <a:pt x="430763" y="51123"/>
                  <a:pt x="442429" y="55463"/>
                  <a:pt x="450470" y="64143"/>
                </a:cubicBezTo>
                <a:cubicBezTo>
                  <a:pt x="458513" y="72821"/>
                  <a:pt x="462535" y="86318"/>
                  <a:pt x="462535" y="104633"/>
                </a:cubicBezTo>
                <a:lnTo>
                  <a:pt x="462535" y="172476"/>
                </a:lnTo>
                <a:lnTo>
                  <a:pt x="433870" y="172476"/>
                </a:lnTo>
                <a:lnTo>
                  <a:pt x="431479" y="160294"/>
                </a:lnTo>
                <a:lnTo>
                  <a:pt x="430524" y="160294"/>
                </a:lnTo>
                <a:cubicBezTo>
                  <a:pt x="425428" y="164754"/>
                  <a:pt x="420092" y="168377"/>
                  <a:pt x="414518" y="171164"/>
                </a:cubicBezTo>
                <a:cubicBezTo>
                  <a:pt x="408943" y="173949"/>
                  <a:pt x="402812" y="175341"/>
                  <a:pt x="396125" y="175341"/>
                </a:cubicBezTo>
                <a:moveTo>
                  <a:pt x="408070" y="148109"/>
                </a:moveTo>
                <a:cubicBezTo>
                  <a:pt x="412050" y="148109"/>
                  <a:pt x="415473" y="147234"/>
                  <a:pt x="418338" y="145484"/>
                </a:cubicBezTo>
                <a:cubicBezTo>
                  <a:pt x="421205" y="143732"/>
                  <a:pt x="424232" y="141263"/>
                  <a:pt x="427418" y="138077"/>
                </a:cubicBezTo>
                <a:lnTo>
                  <a:pt x="427418" y="117293"/>
                </a:lnTo>
                <a:cubicBezTo>
                  <a:pt x="414995" y="119045"/>
                  <a:pt x="406395" y="121594"/>
                  <a:pt x="401618" y="124940"/>
                </a:cubicBezTo>
                <a:cubicBezTo>
                  <a:pt x="396840" y="128284"/>
                  <a:pt x="394451" y="132265"/>
                  <a:pt x="394451" y="136882"/>
                </a:cubicBezTo>
                <a:cubicBezTo>
                  <a:pt x="394451" y="140704"/>
                  <a:pt x="395686" y="143532"/>
                  <a:pt x="398155" y="145364"/>
                </a:cubicBezTo>
                <a:cubicBezTo>
                  <a:pt x="400624" y="147194"/>
                  <a:pt x="403929" y="148109"/>
                  <a:pt x="408070" y="148109"/>
                </a:cubicBezTo>
                <a:close/>
                <a:moveTo>
                  <a:pt x="497029" y="172476"/>
                </a:moveTo>
                <a:lnTo>
                  <a:pt x="497029" y="81461"/>
                </a:lnTo>
                <a:lnTo>
                  <a:pt x="481263" y="81461"/>
                </a:lnTo>
                <a:lnTo>
                  <a:pt x="481263" y="55420"/>
                </a:lnTo>
                <a:lnTo>
                  <a:pt x="497029" y="54229"/>
                </a:lnTo>
                <a:lnTo>
                  <a:pt x="497029" y="47777"/>
                </a:lnTo>
                <a:cubicBezTo>
                  <a:pt x="497029" y="41565"/>
                  <a:pt x="497784" y="35674"/>
                  <a:pt x="499296" y="30101"/>
                </a:cubicBezTo>
                <a:cubicBezTo>
                  <a:pt x="500810" y="24527"/>
                  <a:pt x="503319" y="19669"/>
                  <a:pt x="506823" y="15528"/>
                </a:cubicBezTo>
                <a:cubicBezTo>
                  <a:pt x="510327" y="11387"/>
                  <a:pt x="514867" y="8123"/>
                  <a:pt x="520441" y="5734"/>
                </a:cubicBezTo>
                <a:cubicBezTo>
                  <a:pt x="526016" y="3345"/>
                  <a:pt x="532784" y="2151"/>
                  <a:pt x="540745" y="2151"/>
                </a:cubicBezTo>
                <a:cubicBezTo>
                  <a:pt x="545682" y="2151"/>
                  <a:pt x="550182" y="2628"/>
                  <a:pt x="554242" y="3583"/>
                </a:cubicBezTo>
                <a:cubicBezTo>
                  <a:pt x="558303" y="4538"/>
                  <a:pt x="561687" y="5493"/>
                  <a:pt x="564394" y="6448"/>
                </a:cubicBezTo>
                <a:lnTo>
                  <a:pt x="557946" y="32248"/>
                </a:lnTo>
                <a:cubicBezTo>
                  <a:pt x="553487" y="30657"/>
                  <a:pt x="549426" y="29861"/>
                  <a:pt x="545764" y="29861"/>
                </a:cubicBezTo>
                <a:cubicBezTo>
                  <a:pt x="541463" y="29861"/>
                  <a:pt x="538118" y="31176"/>
                  <a:pt x="535729" y="33805"/>
                </a:cubicBezTo>
                <a:cubicBezTo>
                  <a:pt x="533340" y="36432"/>
                  <a:pt x="532146" y="40771"/>
                  <a:pt x="532146" y="46822"/>
                </a:cubicBezTo>
                <a:lnTo>
                  <a:pt x="532146" y="53988"/>
                </a:lnTo>
                <a:lnTo>
                  <a:pt x="553408" y="53988"/>
                </a:lnTo>
                <a:lnTo>
                  <a:pt x="553408" y="81461"/>
                </a:lnTo>
                <a:lnTo>
                  <a:pt x="532146" y="81461"/>
                </a:lnTo>
                <a:lnTo>
                  <a:pt x="532146" y="172476"/>
                </a:lnTo>
                <a:lnTo>
                  <a:pt x="497029" y="172476"/>
                </a:lnTo>
                <a:close/>
                <a:moveTo>
                  <a:pt x="604624" y="175341"/>
                </a:moveTo>
                <a:cubicBezTo>
                  <a:pt x="598573" y="175341"/>
                  <a:pt x="593477" y="174386"/>
                  <a:pt x="589336" y="172476"/>
                </a:cubicBezTo>
                <a:cubicBezTo>
                  <a:pt x="585195" y="170566"/>
                  <a:pt x="581890" y="167899"/>
                  <a:pt x="579421" y="164475"/>
                </a:cubicBezTo>
                <a:cubicBezTo>
                  <a:pt x="576952" y="161051"/>
                  <a:pt x="575160" y="156911"/>
                  <a:pt x="574045" y="152053"/>
                </a:cubicBezTo>
                <a:cubicBezTo>
                  <a:pt x="572932" y="147195"/>
                  <a:pt x="572375" y="141740"/>
                  <a:pt x="572375" y="135686"/>
                </a:cubicBezTo>
                <a:lnTo>
                  <a:pt x="572375" y="5016"/>
                </a:lnTo>
                <a:lnTo>
                  <a:pt x="607493" y="5016"/>
                </a:lnTo>
                <a:lnTo>
                  <a:pt x="607493" y="137122"/>
                </a:lnTo>
                <a:cubicBezTo>
                  <a:pt x="607493" y="140784"/>
                  <a:pt x="608169" y="143332"/>
                  <a:pt x="609523" y="144766"/>
                </a:cubicBezTo>
                <a:cubicBezTo>
                  <a:pt x="610876" y="146200"/>
                  <a:pt x="612270" y="146917"/>
                  <a:pt x="613704" y="146917"/>
                </a:cubicBezTo>
                <a:cubicBezTo>
                  <a:pt x="614498" y="146917"/>
                  <a:pt x="615174" y="146917"/>
                  <a:pt x="615731" y="146917"/>
                </a:cubicBezTo>
                <a:cubicBezTo>
                  <a:pt x="616289" y="146917"/>
                  <a:pt x="617046" y="146758"/>
                  <a:pt x="618001" y="146439"/>
                </a:cubicBezTo>
                <a:lnTo>
                  <a:pt x="622303" y="172476"/>
                </a:lnTo>
                <a:cubicBezTo>
                  <a:pt x="620390" y="173273"/>
                  <a:pt x="617961" y="173950"/>
                  <a:pt x="615016" y="174507"/>
                </a:cubicBezTo>
                <a:cubicBezTo>
                  <a:pt x="612071" y="175063"/>
                  <a:pt x="608607" y="175341"/>
                  <a:pt x="604624" y="175341"/>
                </a:cubicBezTo>
                <a:close/>
                <a:moveTo>
                  <a:pt x="691196" y="175341"/>
                </a:moveTo>
                <a:cubicBezTo>
                  <a:pt x="683711" y="175341"/>
                  <a:pt x="676465" y="173949"/>
                  <a:pt x="669456" y="171164"/>
                </a:cubicBezTo>
                <a:cubicBezTo>
                  <a:pt x="662450" y="168377"/>
                  <a:pt x="656279" y="164355"/>
                  <a:pt x="650943" y="159099"/>
                </a:cubicBezTo>
                <a:cubicBezTo>
                  <a:pt x="645609" y="153843"/>
                  <a:pt x="641349" y="147353"/>
                  <a:pt x="638163" y="139630"/>
                </a:cubicBezTo>
                <a:cubicBezTo>
                  <a:pt x="634977" y="131905"/>
                  <a:pt x="633384" y="123106"/>
                  <a:pt x="633384" y="113232"/>
                </a:cubicBezTo>
                <a:cubicBezTo>
                  <a:pt x="633384" y="103359"/>
                  <a:pt x="634977" y="94561"/>
                  <a:pt x="638163" y="86838"/>
                </a:cubicBezTo>
                <a:cubicBezTo>
                  <a:pt x="641349" y="79113"/>
                  <a:pt x="645609" y="72622"/>
                  <a:pt x="650943" y="67366"/>
                </a:cubicBezTo>
                <a:cubicBezTo>
                  <a:pt x="656279" y="62109"/>
                  <a:pt x="662450" y="58089"/>
                  <a:pt x="669456" y="55304"/>
                </a:cubicBezTo>
                <a:cubicBezTo>
                  <a:pt x="676465" y="52517"/>
                  <a:pt x="683711" y="51123"/>
                  <a:pt x="691196" y="51123"/>
                </a:cubicBezTo>
                <a:cubicBezTo>
                  <a:pt x="698681" y="51123"/>
                  <a:pt x="705887" y="52517"/>
                  <a:pt x="712815" y="55304"/>
                </a:cubicBezTo>
                <a:cubicBezTo>
                  <a:pt x="719743" y="58089"/>
                  <a:pt x="725874" y="62109"/>
                  <a:pt x="731208" y="67366"/>
                </a:cubicBezTo>
                <a:cubicBezTo>
                  <a:pt x="736545" y="72622"/>
                  <a:pt x="740805" y="79113"/>
                  <a:pt x="743988" y="86838"/>
                </a:cubicBezTo>
                <a:cubicBezTo>
                  <a:pt x="747174" y="94561"/>
                  <a:pt x="748767" y="103359"/>
                  <a:pt x="748767" y="113232"/>
                </a:cubicBezTo>
                <a:cubicBezTo>
                  <a:pt x="748767" y="123106"/>
                  <a:pt x="747174" y="131905"/>
                  <a:pt x="743988" y="139630"/>
                </a:cubicBezTo>
                <a:cubicBezTo>
                  <a:pt x="740805" y="147353"/>
                  <a:pt x="736545" y="153843"/>
                  <a:pt x="731208" y="159099"/>
                </a:cubicBezTo>
                <a:cubicBezTo>
                  <a:pt x="725874" y="164355"/>
                  <a:pt x="719743" y="168377"/>
                  <a:pt x="712815" y="171164"/>
                </a:cubicBezTo>
                <a:cubicBezTo>
                  <a:pt x="705887" y="173949"/>
                  <a:pt x="698681" y="175341"/>
                  <a:pt x="691196" y="175341"/>
                </a:cubicBezTo>
                <a:moveTo>
                  <a:pt x="691196" y="146917"/>
                </a:moveTo>
                <a:cubicBezTo>
                  <a:pt x="698362" y="146917"/>
                  <a:pt x="703776" y="143891"/>
                  <a:pt x="707439" y="137840"/>
                </a:cubicBezTo>
                <a:cubicBezTo>
                  <a:pt x="711103" y="131787"/>
                  <a:pt x="712935" y="123584"/>
                  <a:pt x="712935" y="113232"/>
                </a:cubicBezTo>
                <a:cubicBezTo>
                  <a:pt x="712935" y="102880"/>
                  <a:pt x="711103" y="94678"/>
                  <a:pt x="707439" y="88628"/>
                </a:cubicBezTo>
                <a:cubicBezTo>
                  <a:pt x="703776" y="82574"/>
                  <a:pt x="698362" y="79548"/>
                  <a:pt x="691196" y="79548"/>
                </a:cubicBezTo>
                <a:cubicBezTo>
                  <a:pt x="683869" y="79548"/>
                  <a:pt x="678414" y="82574"/>
                  <a:pt x="674829" y="88628"/>
                </a:cubicBezTo>
                <a:cubicBezTo>
                  <a:pt x="671247" y="94678"/>
                  <a:pt x="669456" y="102880"/>
                  <a:pt x="669456" y="113232"/>
                </a:cubicBezTo>
                <a:cubicBezTo>
                  <a:pt x="669456" y="123584"/>
                  <a:pt x="671247" y="131787"/>
                  <a:pt x="674829" y="137840"/>
                </a:cubicBezTo>
                <a:cubicBezTo>
                  <a:pt x="678414" y="143891"/>
                  <a:pt x="683869" y="146917"/>
                  <a:pt x="691196" y="146917"/>
                </a:cubicBezTo>
                <a:close/>
                <a:moveTo>
                  <a:pt x="793057" y="172476"/>
                </a:moveTo>
                <a:lnTo>
                  <a:pt x="763437" y="53988"/>
                </a:lnTo>
                <a:lnTo>
                  <a:pt x="798313" y="53988"/>
                </a:lnTo>
                <a:lnTo>
                  <a:pt x="809781" y="108931"/>
                </a:lnTo>
                <a:cubicBezTo>
                  <a:pt x="810736" y="114824"/>
                  <a:pt x="811611" y="120638"/>
                  <a:pt x="812406" y="126373"/>
                </a:cubicBezTo>
                <a:cubicBezTo>
                  <a:pt x="813203" y="132105"/>
                  <a:pt x="814080" y="137997"/>
                  <a:pt x="815037" y="144048"/>
                </a:cubicBezTo>
                <a:lnTo>
                  <a:pt x="815992" y="144048"/>
                </a:lnTo>
                <a:cubicBezTo>
                  <a:pt x="817108" y="137997"/>
                  <a:pt x="818183" y="132025"/>
                  <a:pt x="819218" y="126132"/>
                </a:cubicBezTo>
                <a:cubicBezTo>
                  <a:pt x="820253" y="120239"/>
                  <a:pt x="821487" y="114506"/>
                  <a:pt x="822918" y="108931"/>
                </a:cubicBezTo>
                <a:lnTo>
                  <a:pt x="836059" y="53988"/>
                </a:lnTo>
                <a:lnTo>
                  <a:pt x="866397" y="53988"/>
                </a:lnTo>
                <a:lnTo>
                  <a:pt x="879775" y="108931"/>
                </a:lnTo>
                <a:cubicBezTo>
                  <a:pt x="881208" y="114824"/>
                  <a:pt x="882482" y="120638"/>
                  <a:pt x="883595" y="126373"/>
                </a:cubicBezTo>
                <a:cubicBezTo>
                  <a:pt x="884710" y="132105"/>
                  <a:pt x="885906" y="137997"/>
                  <a:pt x="887182" y="144048"/>
                </a:cubicBezTo>
                <a:lnTo>
                  <a:pt x="888137" y="144048"/>
                </a:lnTo>
                <a:cubicBezTo>
                  <a:pt x="889250" y="137997"/>
                  <a:pt x="890165" y="132105"/>
                  <a:pt x="890881" y="126373"/>
                </a:cubicBezTo>
                <a:cubicBezTo>
                  <a:pt x="891598" y="120638"/>
                  <a:pt x="892514" y="114824"/>
                  <a:pt x="893630" y="108931"/>
                </a:cubicBezTo>
                <a:lnTo>
                  <a:pt x="904857" y="53988"/>
                </a:lnTo>
                <a:lnTo>
                  <a:pt x="937346" y="53988"/>
                </a:lnTo>
                <a:lnTo>
                  <a:pt x="908918" y="172476"/>
                </a:lnTo>
                <a:lnTo>
                  <a:pt x="867830" y="172476"/>
                </a:lnTo>
                <a:lnTo>
                  <a:pt x="857080" y="125177"/>
                </a:lnTo>
                <a:cubicBezTo>
                  <a:pt x="855807" y="119603"/>
                  <a:pt x="854691" y="114029"/>
                  <a:pt x="853734" y="108457"/>
                </a:cubicBezTo>
                <a:cubicBezTo>
                  <a:pt x="852779" y="102882"/>
                  <a:pt x="851745" y="96909"/>
                  <a:pt x="850632" y="90538"/>
                </a:cubicBezTo>
                <a:lnTo>
                  <a:pt x="849673" y="90538"/>
                </a:lnTo>
                <a:cubicBezTo>
                  <a:pt x="848560" y="96909"/>
                  <a:pt x="847565" y="102882"/>
                  <a:pt x="846688" y="108457"/>
                </a:cubicBezTo>
                <a:cubicBezTo>
                  <a:pt x="845813" y="114029"/>
                  <a:pt x="844818" y="119603"/>
                  <a:pt x="843703" y="125177"/>
                </a:cubicBezTo>
                <a:lnTo>
                  <a:pt x="833190" y="172476"/>
                </a:lnTo>
                <a:lnTo>
                  <a:pt x="793057" y="172476"/>
                </a:lnTo>
                <a:close/>
                <a:moveTo>
                  <a:pt x="1045991" y="93643"/>
                </a:moveTo>
                <a:lnTo>
                  <a:pt x="1042171" y="107976"/>
                </a:lnTo>
                <a:lnTo>
                  <a:pt x="1075374" y="107976"/>
                </a:lnTo>
                <a:lnTo>
                  <a:pt x="1071791" y="93643"/>
                </a:lnTo>
                <a:cubicBezTo>
                  <a:pt x="1069563" y="85840"/>
                  <a:pt x="1067413" y="77560"/>
                  <a:pt x="1065343" y="68802"/>
                </a:cubicBezTo>
                <a:cubicBezTo>
                  <a:pt x="1063273" y="60041"/>
                  <a:pt x="1061202" y="51600"/>
                  <a:pt x="1059132" y="43479"/>
                </a:cubicBezTo>
                <a:lnTo>
                  <a:pt x="1058177" y="43479"/>
                </a:lnTo>
                <a:cubicBezTo>
                  <a:pt x="1056264" y="51758"/>
                  <a:pt x="1054313" y="60238"/>
                  <a:pt x="1052323" y="68918"/>
                </a:cubicBezTo>
                <a:cubicBezTo>
                  <a:pt x="1050332" y="77599"/>
                  <a:pt x="1048222" y="85840"/>
                  <a:pt x="1045991" y="93643"/>
                </a:cubicBezTo>
                <a:moveTo>
                  <a:pt x="989615" y="172476"/>
                </a:moveTo>
                <a:lnTo>
                  <a:pt x="1038347" y="16724"/>
                </a:lnTo>
                <a:lnTo>
                  <a:pt x="1080631" y="16724"/>
                </a:lnTo>
                <a:lnTo>
                  <a:pt x="1129362" y="172476"/>
                </a:lnTo>
                <a:lnTo>
                  <a:pt x="1092098" y="172476"/>
                </a:lnTo>
                <a:lnTo>
                  <a:pt x="1082541" y="135449"/>
                </a:lnTo>
                <a:lnTo>
                  <a:pt x="1035005" y="135449"/>
                </a:lnTo>
                <a:lnTo>
                  <a:pt x="1025447" y="172476"/>
                </a:lnTo>
                <a:lnTo>
                  <a:pt x="989615" y="172476"/>
                </a:lnTo>
                <a:close/>
                <a:moveTo>
                  <a:pt x="1142359" y="172476"/>
                </a:moveTo>
                <a:lnTo>
                  <a:pt x="1142359" y="53988"/>
                </a:lnTo>
                <a:lnTo>
                  <a:pt x="1171024" y="53988"/>
                </a:lnTo>
                <a:lnTo>
                  <a:pt x="1173415" y="69039"/>
                </a:lnTo>
                <a:lnTo>
                  <a:pt x="1174370" y="69039"/>
                </a:lnTo>
                <a:cubicBezTo>
                  <a:pt x="1179466" y="64261"/>
                  <a:pt x="1185040" y="60081"/>
                  <a:pt x="1191091" y="56499"/>
                </a:cubicBezTo>
                <a:cubicBezTo>
                  <a:pt x="1197144" y="52915"/>
                  <a:pt x="1204231" y="51123"/>
                  <a:pt x="1212353" y="51123"/>
                </a:cubicBezTo>
                <a:cubicBezTo>
                  <a:pt x="1225252" y="51123"/>
                  <a:pt x="1234607" y="55344"/>
                  <a:pt x="1240420" y="63786"/>
                </a:cubicBezTo>
                <a:cubicBezTo>
                  <a:pt x="1246233" y="72226"/>
                  <a:pt x="1249139" y="83930"/>
                  <a:pt x="1249139" y="98900"/>
                </a:cubicBezTo>
                <a:lnTo>
                  <a:pt x="1249139" y="172476"/>
                </a:lnTo>
                <a:lnTo>
                  <a:pt x="1214026" y="172476"/>
                </a:lnTo>
                <a:lnTo>
                  <a:pt x="1214026" y="103438"/>
                </a:lnTo>
                <a:cubicBezTo>
                  <a:pt x="1214026" y="94838"/>
                  <a:pt x="1212870" y="88946"/>
                  <a:pt x="1210559" y="85763"/>
                </a:cubicBezTo>
                <a:cubicBezTo>
                  <a:pt x="1208251" y="82577"/>
                  <a:pt x="1204548" y="80984"/>
                  <a:pt x="1199453" y="80984"/>
                </a:cubicBezTo>
                <a:cubicBezTo>
                  <a:pt x="1194993" y="80984"/>
                  <a:pt x="1191171" y="81979"/>
                  <a:pt x="1187985" y="83969"/>
                </a:cubicBezTo>
                <a:cubicBezTo>
                  <a:pt x="1184799" y="85959"/>
                  <a:pt x="1181296" y="88786"/>
                  <a:pt x="1177476" y="92448"/>
                </a:cubicBezTo>
                <a:lnTo>
                  <a:pt x="1177476" y="172476"/>
                </a:lnTo>
                <a:lnTo>
                  <a:pt x="1142359" y="172476"/>
                </a:lnTo>
                <a:close/>
                <a:moveTo>
                  <a:pt x="1308003" y="175341"/>
                </a:moveTo>
                <a:cubicBezTo>
                  <a:pt x="1302589" y="175341"/>
                  <a:pt x="1297691" y="174425"/>
                  <a:pt x="1293309" y="172593"/>
                </a:cubicBezTo>
                <a:cubicBezTo>
                  <a:pt x="1288930" y="170763"/>
                  <a:pt x="1285228" y="168216"/>
                  <a:pt x="1282203" y="164953"/>
                </a:cubicBezTo>
                <a:cubicBezTo>
                  <a:pt x="1279177" y="161687"/>
                  <a:pt x="1276828" y="157904"/>
                  <a:pt x="1275157" y="153606"/>
                </a:cubicBezTo>
                <a:cubicBezTo>
                  <a:pt x="1273485" y="149304"/>
                  <a:pt x="1272649" y="144606"/>
                  <a:pt x="1272649" y="139510"/>
                </a:cubicBezTo>
                <a:cubicBezTo>
                  <a:pt x="1272649" y="127087"/>
                  <a:pt x="1277904" y="117373"/>
                  <a:pt x="1288414" y="110367"/>
                </a:cubicBezTo>
                <a:cubicBezTo>
                  <a:pt x="1298924" y="103359"/>
                  <a:pt x="1315885" y="98660"/>
                  <a:pt x="1339296" y="96271"/>
                </a:cubicBezTo>
                <a:cubicBezTo>
                  <a:pt x="1338978" y="91015"/>
                  <a:pt x="1337425" y="86834"/>
                  <a:pt x="1334638" y="83729"/>
                </a:cubicBezTo>
                <a:cubicBezTo>
                  <a:pt x="1331850" y="80623"/>
                  <a:pt x="1327192" y="79070"/>
                  <a:pt x="1320662" y="79070"/>
                </a:cubicBezTo>
                <a:cubicBezTo>
                  <a:pt x="1315566" y="79070"/>
                  <a:pt x="1310509" y="80026"/>
                  <a:pt x="1305491" y="81939"/>
                </a:cubicBezTo>
                <a:cubicBezTo>
                  <a:pt x="1300476" y="83849"/>
                  <a:pt x="1295101" y="86477"/>
                  <a:pt x="1289369" y="89823"/>
                </a:cubicBezTo>
                <a:lnTo>
                  <a:pt x="1276709" y="66651"/>
                </a:lnTo>
                <a:cubicBezTo>
                  <a:pt x="1284352" y="62032"/>
                  <a:pt x="1292354" y="58289"/>
                  <a:pt x="1300716" y="55424"/>
                </a:cubicBezTo>
                <a:cubicBezTo>
                  <a:pt x="1309078" y="52557"/>
                  <a:pt x="1317956" y="51123"/>
                  <a:pt x="1327351" y="51123"/>
                </a:cubicBezTo>
                <a:cubicBezTo>
                  <a:pt x="1342641" y="51123"/>
                  <a:pt x="1354307" y="55463"/>
                  <a:pt x="1362348" y="64143"/>
                </a:cubicBezTo>
                <a:cubicBezTo>
                  <a:pt x="1370392" y="72821"/>
                  <a:pt x="1374413" y="86318"/>
                  <a:pt x="1374413" y="104633"/>
                </a:cubicBezTo>
                <a:lnTo>
                  <a:pt x="1374413" y="172476"/>
                </a:lnTo>
                <a:lnTo>
                  <a:pt x="1345748" y="172476"/>
                </a:lnTo>
                <a:lnTo>
                  <a:pt x="1343357" y="160294"/>
                </a:lnTo>
                <a:lnTo>
                  <a:pt x="1342402" y="160294"/>
                </a:lnTo>
                <a:cubicBezTo>
                  <a:pt x="1337306" y="164754"/>
                  <a:pt x="1331971" y="168377"/>
                  <a:pt x="1326396" y="171164"/>
                </a:cubicBezTo>
                <a:cubicBezTo>
                  <a:pt x="1320821" y="173949"/>
                  <a:pt x="1314690" y="175341"/>
                  <a:pt x="1308003" y="175341"/>
                </a:cubicBezTo>
                <a:moveTo>
                  <a:pt x="1319948" y="148109"/>
                </a:moveTo>
                <a:cubicBezTo>
                  <a:pt x="1323928" y="148109"/>
                  <a:pt x="1327351" y="147234"/>
                  <a:pt x="1330216" y="145484"/>
                </a:cubicBezTo>
                <a:cubicBezTo>
                  <a:pt x="1333084" y="143732"/>
                  <a:pt x="1336110" y="141263"/>
                  <a:pt x="1339296" y="138077"/>
                </a:cubicBezTo>
                <a:lnTo>
                  <a:pt x="1339296" y="117293"/>
                </a:lnTo>
                <a:cubicBezTo>
                  <a:pt x="1326874" y="119045"/>
                  <a:pt x="1318274" y="121594"/>
                  <a:pt x="1313496" y="124940"/>
                </a:cubicBezTo>
                <a:cubicBezTo>
                  <a:pt x="1308718" y="128284"/>
                  <a:pt x="1306330" y="132265"/>
                  <a:pt x="1306330" y="136882"/>
                </a:cubicBezTo>
                <a:cubicBezTo>
                  <a:pt x="1306330" y="140704"/>
                  <a:pt x="1307564" y="143532"/>
                  <a:pt x="1310033" y="145364"/>
                </a:cubicBezTo>
                <a:cubicBezTo>
                  <a:pt x="1312502" y="147194"/>
                  <a:pt x="1315807" y="148109"/>
                  <a:pt x="1319948" y="148109"/>
                </a:cubicBezTo>
                <a:close/>
                <a:moveTo>
                  <a:pt x="1435186" y="175341"/>
                </a:moveTo>
                <a:cubicBezTo>
                  <a:pt x="1429135" y="175341"/>
                  <a:pt x="1424039" y="174386"/>
                  <a:pt x="1419898" y="172476"/>
                </a:cubicBezTo>
                <a:cubicBezTo>
                  <a:pt x="1415757" y="170566"/>
                  <a:pt x="1412452" y="167899"/>
                  <a:pt x="1409984" y="164475"/>
                </a:cubicBezTo>
                <a:cubicBezTo>
                  <a:pt x="1407515" y="161051"/>
                  <a:pt x="1405722" y="156911"/>
                  <a:pt x="1404607" y="152053"/>
                </a:cubicBezTo>
                <a:cubicBezTo>
                  <a:pt x="1403494" y="147195"/>
                  <a:pt x="1402937" y="141740"/>
                  <a:pt x="1402937" y="135686"/>
                </a:cubicBezTo>
                <a:lnTo>
                  <a:pt x="1402937" y="5016"/>
                </a:lnTo>
                <a:lnTo>
                  <a:pt x="1438055" y="5016"/>
                </a:lnTo>
                <a:lnTo>
                  <a:pt x="1438055" y="137122"/>
                </a:lnTo>
                <a:cubicBezTo>
                  <a:pt x="1438055" y="140784"/>
                  <a:pt x="1438731" y="143332"/>
                  <a:pt x="1440085" y="144766"/>
                </a:cubicBezTo>
                <a:cubicBezTo>
                  <a:pt x="1441439" y="146200"/>
                  <a:pt x="1442832" y="146917"/>
                  <a:pt x="1444266" y="146917"/>
                </a:cubicBezTo>
                <a:cubicBezTo>
                  <a:pt x="1445061" y="146917"/>
                  <a:pt x="1445736" y="146917"/>
                  <a:pt x="1446293" y="146917"/>
                </a:cubicBezTo>
                <a:cubicBezTo>
                  <a:pt x="1446852" y="146917"/>
                  <a:pt x="1447609" y="146758"/>
                  <a:pt x="1448564" y="146439"/>
                </a:cubicBezTo>
                <a:lnTo>
                  <a:pt x="1452865" y="172476"/>
                </a:lnTo>
                <a:cubicBezTo>
                  <a:pt x="1450952" y="173273"/>
                  <a:pt x="1448523" y="173950"/>
                  <a:pt x="1445578" y="174507"/>
                </a:cubicBezTo>
                <a:cubicBezTo>
                  <a:pt x="1442633" y="175063"/>
                  <a:pt x="1439169" y="175341"/>
                  <a:pt x="1435186" y="175341"/>
                </a:cubicBezTo>
                <a:close/>
                <a:moveTo>
                  <a:pt x="1484014" y="218821"/>
                </a:moveTo>
                <a:cubicBezTo>
                  <a:pt x="1480351" y="218821"/>
                  <a:pt x="1477246" y="218621"/>
                  <a:pt x="1474697" y="218223"/>
                </a:cubicBezTo>
                <a:cubicBezTo>
                  <a:pt x="1472150" y="217824"/>
                  <a:pt x="1469682" y="217228"/>
                  <a:pt x="1467293" y="216433"/>
                </a:cubicBezTo>
                <a:lnTo>
                  <a:pt x="1473505" y="189678"/>
                </a:lnTo>
                <a:cubicBezTo>
                  <a:pt x="1474618" y="189996"/>
                  <a:pt x="1475891" y="190314"/>
                  <a:pt x="1477325" y="190633"/>
                </a:cubicBezTo>
                <a:cubicBezTo>
                  <a:pt x="1478759" y="190951"/>
                  <a:pt x="1480112" y="191110"/>
                  <a:pt x="1481385" y="191110"/>
                </a:cubicBezTo>
                <a:cubicBezTo>
                  <a:pt x="1487278" y="191110"/>
                  <a:pt x="1491818" y="189677"/>
                  <a:pt x="1495004" y="186809"/>
                </a:cubicBezTo>
                <a:cubicBezTo>
                  <a:pt x="1498189" y="183944"/>
                  <a:pt x="1500578" y="180202"/>
                  <a:pt x="1502170" y="175582"/>
                </a:cubicBezTo>
                <a:lnTo>
                  <a:pt x="1503843" y="169371"/>
                </a:lnTo>
                <a:lnTo>
                  <a:pt x="1458213" y="53988"/>
                </a:lnTo>
                <a:lnTo>
                  <a:pt x="1493571" y="53988"/>
                </a:lnTo>
                <a:lnTo>
                  <a:pt x="1510532" y="104870"/>
                </a:lnTo>
                <a:cubicBezTo>
                  <a:pt x="1512284" y="110287"/>
                  <a:pt x="1513876" y="115783"/>
                  <a:pt x="1515307" y="121357"/>
                </a:cubicBezTo>
                <a:cubicBezTo>
                  <a:pt x="1516741" y="126929"/>
                  <a:pt x="1518255" y="132662"/>
                  <a:pt x="1519849" y="138555"/>
                </a:cubicBezTo>
                <a:lnTo>
                  <a:pt x="1520804" y="138555"/>
                </a:lnTo>
                <a:cubicBezTo>
                  <a:pt x="1522077" y="132980"/>
                  <a:pt x="1523391" y="127367"/>
                  <a:pt x="1524744" y="121714"/>
                </a:cubicBezTo>
                <a:cubicBezTo>
                  <a:pt x="1526098" y="116060"/>
                  <a:pt x="1527491" y="110445"/>
                  <a:pt x="1528925" y="104870"/>
                </a:cubicBezTo>
                <a:lnTo>
                  <a:pt x="1543258" y="53988"/>
                </a:lnTo>
                <a:lnTo>
                  <a:pt x="1576942" y="53988"/>
                </a:lnTo>
                <a:lnTo>
                  <a:pt x="1535855" y="173672"/>
                </a:lnTo>
                <a:cubicBezTo>
                  <a:pt x="1532987" y="181157"/>
                  <a:pt x="1530000" y="187725"/>
                  <a:pt x="1526895" y="193378"/>
                </a:cubicBezTo>
                <a:cubicBezTo>
                  <a:pt x="1523789" y="199032"/>
                  <a:pt x="1520206" y="203731"/>
                  <a:pt x="1516145" y="207473"/>
                </a:cubicBezTo>
                <a:cubicBezTo>
                  <a:pt x="1512085" y="211216"/>
                  <a:pt x="1507466" y="214042"/>
                  <a:pt x="1502290" y="215952"/>
                </a:cubicBezTo>
                <a:cubicBezTo>
                  <a:pt x="1497114" y="217864"/>
                  <a:pt x="1491022" y="218821"/>
                  <a:pt x="1484014" y="218821"/>
                </a:cubicBezTo>
                <a:close/>
                <a:moveTo>
                  <a:pt x="1630548" y="175341"/>
                </a:moveTo>
                <a:cubicBezTo>
                  <a:pt x="1622745" y="175341"/>
                  <a:pt x="1614743" y="173829"/>
                  <a:pt x="1606541" y="170803"/>
                </a:cubicBezTo>
                <a:cubicBezTo>
                  <a:pt x="1598340" y="167778"/>
                  <a:pt x="1591212" y="163796"/>
                  <a:pt x="1585159" y="158858"/>
                </a:cubicBezTo>
                <a:lnTo>
                  <a:pt x="1600928" y="136882"/>
                </a:lnTo>
                <a:cubicBezTo>
                  <a:pt x="1606342" y="141023"/>
                  <a:pt x="1611517" y="144128"/>
                  <a:pt x="1616452" y="146199"/>
                </a:cubicBezTo>
                <a:cubicBezTo>
                  <a:pt x="1621390" y="148269"/>
                  <a:pt x="1626407" y="149304"/>
                  <a:pt x="1631503" y="149304"/>
                </a:cubicBezTo>
                <a:cubicBezTo>
                  <a:pt x="1636759" y="149304"/>
                  <a:pt x="1640582" y="148428"/>
                  <a:pt x="1642970" y="146676"/>
                </a:cubicBezTo>
                <a:cubicBezTo>
                  <a:pt x="1645359" y="144924"/>
                  <a:pt x="1646554" y="142455"/>
                  <a:pt x="1646554" y="139269"/>
                </a:cubicBezTo>
                <a:cubicBezTo>
                  <a:pt x="1646554" y="137359"/>
                  <a:pt x="1645877" y="135648"/>
                  <a:pt x="1644523" y="134137"/>
                </a:cubicBezTo>
                <a:cubicBezTo>
                  <a:pt x="1643170" y="132623"/>
                  <a:pt x="1641337" y="131229"/>
                  <a:pt x="1639026" y="129956"/>
                </a:cubicBezTo>
                <a:cubicBezTo>
                  <a:pt x="1636718" y="128680"/>
                  <a:pt x="1634130" y="127525"/>
                  <a:pt x="1631262" y="126490"/>
                </a:cubicBezTo>
                <a:cubicBezTo>
                  <a:pt x="1628397" y="125454"/>
                  <a:pt x="1625452" y="124300"/>
                  <a:pt x="1622427" y="123027"/>
                </a:cubicBezTo>
                <a:cubicBezTo>
                  <a:pt x="1618764" y="121593"/>
                  <a:pt x="1615101" y="119921"/>
                  <a:pt x="1611436" y="118011"/>
                </a:cubicBezTo>
                <a:cubicBezTo>
                  <a:pt x="1607774" y="116098"/>
                  <a:pt x="1604431" y="113750"/>
                  <a:pt x="1601405" y="110965"/>
                </a:cubicBezTo>
                <a:cubicBezTo>
                  <a:pt x="1598380" y="108178"/>
                  <a:pt x="1595911" y="104913"/>
                  <a:pt x="1593998" y="101170"/>
                </a:cubicBezTo>
                <a:cubicBezTo>
                  <a:pt x="1592088" y="97426"/>
                  <a:pt x="1591133" y="93086"/>
                  <a:pt x="1591133" y="88150"/>
                </a:cubicBezTo>
                <a:cubicBezTo>
                  <a:pt x="1591133" y="82736"/>
                  <a:pt x="1592207" y="77719"/>
                  <a:pt x="1594355" y="73099"/>
                </a:cubicBezTo>
                <a:cubicBezTo>
                  <a:pt x="1596506" y="68480"/>
                  <a:pt x="1599572" y="64578"/>
                  <a:pt x="1603552" y="61395"/>
                </a:cubicBezTo>
                <a:cubicBezTo>
                  <a:pt x="1607535" y="58209"/>
                  <a:pt x="1612313" y="55701"/>
                  <a:pt x="1617885" y="53871"/>
                </a:cubicBezTo>
                <a:cubicBezTo>
                  <a:pt x="1623459" y="52039"/>
                  <a:pt x="1629671" y="51123"/>
                  <a:pt x="1636519" y="51123"/>
                </a:cubicBezTo>
                <a:cubicBezTo>
                  <a:pt x="1645597" y="51123"/>
                  <a:pt x="1653561" y="52676"/>
                  <a:pt x="1660409" y="55781"/>
                </a:cubicBezTo>
                <a:cubicBezTo>
                  <a:pt x="1667257" y="58887"/>
                  <a:pt x="1673229" y="62350"/>
                  <a:pt x="1678325" y="66170"/>
                </a:cubicBezTo>
                <a:lnTo>
                  <a:pt x="1662559" y="87195"/>
                </a:lnTo>
                <a:cubicBezTo>
                  <a:pt x="1658258" y="84009"/>
                  <a:pt x="1654037" y="81540"/>
                  <a:pt x="1649896" y="79788"/>
                </a:cubicBezTo>
                <a:cubicBezTo>
                  <a:pt x="1645758" y="78036"/>
                  <a:pt x="1641618" y="77160"/>
                  <a:pt x="1637477" y="77160"/>
                </a:cubicBezTo>
                <a:cubicBezTo>
                  <a:pt x="1628559" y="77160"/>
                  <a:pt x="1624100" y="80266"/>
                  <a:pt x="1624100" y="86477"/>
                </a:cubicBezTo>
                <a:cubicBezTo>
                  <a:pt x="1624100" y="88387"/>
                  <a:pt x="1624736" y="90020"/>
                  <a:pt x="1626010" y="91376"/>
                </a:cubicBezTo>
                <a:cubicBezTo>
                  <a:pt x="1627283" y="92730"/>
                  <a:pt x="1628995" y="93964"/>
                  <a:pt x="1631146" y="95079"/>
                </a:cubicBezTo>
                <a:cubicBezTo>
                  <a:pt x="1633296" y="96192"/>
                  <a:pt x="1635764" y="97267"/>
                  <a:pt x="1638549" y="98302"/>
                </a:cubicBezTo>
                <a:cubicBezTo>
                  <a:pt x="1641336" y="99337"/>
                  <a:pt x="1644244" y="100412"/>
                  <a:pt x="1647272" y="101528"/>
                </a:cubicBezTo>
                <a:cubicBezTo>
                  <a:pt x="1651092" y="102961"/>
                  <a:pt x="1654873" y="104594"/>
                  <a:pt x="1658615" y="106427"/>
                </a:cubicBezTo>
                <a:cubicBezTo>
                  <a:pt x="1662360" y="108257"/>
                  <a:pt x="1665785" y="110525"/>
                  <a:pt x="1668891" y="113232"/>
                </a:cubicBezTo>
                <a:cubicBezTo>
                  <a:pt x="1671997" y="115939"/>
                  <a:pt x="1674504" y="119244"/>
                  <a:pt x="1676414" y="123147"/>
                </a:cubicBezTo>
                <a:cubicBezTo>
                  <a:pt x="1678325" y="127047"/>
                  <a:pt x="1679280" y="131706"/>
                  <a:pt x="1679280" y="137122"/>
                </a:cubicBezTo>
                <a:cubicBezTo>
                  <a:pt x="1679280" y="142537"/>
                  <a:pt x="1678244" y="147553"/>
                  <a:pt x="1676174" y="152173"/>
                </a:cubicBezTo>
                <a:cubicBezTo>
                  <a:pt x="1674106" y="156790"/>
                  <a:pt x="1671001" y="160811"/>
                  <a:pt x="1666861" y="164235"/>
                </a:cubicBezTo>
                <a:cubicBezTo>
                  <a:pt x="1662720" y="167659"/>
                  <a:pt x="1657623" y="170366"/>
                  <a:pt x="1651569" y="172356"/>
                </a:cubicBezTo>
                <a:cubicBezTo>
                  <a:pt x="1645518" y="174346"/>
                  <a:pt x="1638511" y="175341"/>
                  <a:pt x="1630548" y="175341"/>
                </a:cubicBezTo>
                <a:close/>
                <a:moveTo>
                  <a:pt x="1701594" y="172476"/>
                </a:moveTo>
                <a:lnTo>
                  <a:pt x="1701594" y="53988"/>
                </a:lnTo>
                <a:lnTo>
                  <a:pt x="1736711" y="53988"/>
                </a:lnTo>
                <a:lnTo>
                  <a:pt x="1736711" y="172476"/>
                </a:lnTo>
                <a:lnTo>
                  <a:pt x="1701594" y="172476"/>
                </a:lnTo>
                <a:moveTo>
                  <a:pt x="1719032" y="36550"/>
                </a:moveTo>
                <a:cubicBezTo>
                  <a:pt x="1713139" y="36550"/>
                  <a:pt x="1708281" y="34838"/>
                  <a:pt x="1704459" y="31414"/>
                </a:cubicBezTo>
                <a:cubicBezTo>
                  <a:pt x="1700636" y="27990"/>
                  <a:pt x="1698725" y="23571"/>
                  <a:pt x="1698725" y="18156"/>
                </a:cubicBezTo>
                <a:cubicBezTo>
                  <a:pt x="1698725" y="12742"/>
                  <a:pt x="1700636" y="8363"/>
                  <a:pt x="1704459" y="5019"/>
                </a:cubicBezTo>
                <a:cubicBezTo>
                  <a:pt x="1708281" y="1673"/>
                  <a:pt x="1713139" y="0"/>
                  <a:pt x="1719032" y="0"/>
                </a:cubicBezTo>
                <a:cubicBezTo>
                  <a:pt x="1725083" y="0"/>
                  <a:pt x="1729979" y="1673"/>
                  <a:pt x="1733722" y="5019"/>
                </a:cubicBezTo>
                <a:cubicBezTo>
                  <a:pt x="1737467" y="8363"/>
                  <a:pt x="1739339" y="12742"/>
                  <a:pt x="1739339" y="18156"/>
                </a:cubicBezTo>
                <a:cubicBezTo>
                  <a:pt x="1739339" y="23571"/>
                  <a:pt x="1737467" y="27990"/>
                  <a:pt x="1733722" y="31414"/>
                </a:cubicBezTo>
                <a:cubicBezTo>
                  <a:pt x="1729979" y="34838"/>
                  <a:pt x="1725083" y="36550"/>
                  <a:pt x="1719032" y="36550"/>
                </a:cubicBezTo>
                <a:close/>
                <a:moveTo>
                  <a:pt x="1801542" y="175341"/>
                </a:moveTo>
                <a:cubicBezTo>
                  <a:pt x="1793739" y="175341"/>
                  <a:pt x="1785737" y="173829"/>
                  <a:pt x="1777536" y="170803"/>
                </a:cubicBezTo>
                <a:cubicBezTo>
                  <a:pt x="1769334" y="167778"/>
                  <a:pt x="1762207" y="163796"/>
                  <a:pt x="1756153" y="158858"/>
                </a:cubicBezTo>
                <a:lnTo>
                  <a:pt x="1771922" y="136882"/>
                </a:lnTo>
                <a:cubicBezTo>
                  <a:pt x="1777336" y="141023"/>
                  <a:pt x="1782511" y="144128"/>
                  <a:pt x="1787447" y="146199"/>
                </a:cubicBezTo>
                <a:cubicBezTo>
                  <a:pt x="1792385" y="148269"/>
                  <a:pt x="1797402" y="149304"/>
                  <a:pt x="1802497" y="149304"/>
                </a:cubicBezTo>
                <a:cubicBezTo>
                  <a:pt x="1807754" y="149304"/>
                  <a:pt x="1811576" y="148428"/>
                  <a:pt x="1813965" y="146676"/>
                </a:cubicBezTo>
                <a:cubicBezTo>
                  <a:pt x="1816354" y="144924"/>
                  <a:pt x="1817548" y="142455"/>
                  <a:pt x="1817548" y="139269"/>
                </a:cubicBezTo>
                <a:cubicBezTo>
                  <a:pt x="1817548" y="137359"/>
                  <a:pt x="1816871" y="135648"/>
                  <a:pt x="1815518" y="134137"/>
                </a:cubicBezTo>
                <a:cubicBezTo>
                  <a:pt x="1814164" y="132623"/>
                  <a:pt x="1812332" y="131229"/>
                  <a:pt x="1810021" y="129956"/>
                </a:cubicBezTo>
                <a:cubicBezTo>
                  <a:pt x="1807712" y="128680"/>
                  <a:pt x="1805124" y="127525"/>
                  <a:pt x="1802257" y="126490"/>
                </a:cubicBezTo>
                <a:cubicBezTo>
                  <a:pt x="1799392" y="125454"/>
                  <a:pt x="1796446" y="124300"/>
                  <a:pt x="1793421" y="123027"/>
                </a:cubicBezTo>
                <a:cubicBezTo>
                  <a:pt x="1789759" y="121593"/>
                  <a:pt x="1786096" y="119921"/>
                  <a:pt x="1782431" y="118011"/>
                </a:cubicBezTo>
                <a:cubicBezTo>
                  <a:pt x="1778769" y="116098"/>
                  <a:pt x="1775425" y="113750"/>
                  <a:pt x="1772400" y="110965"/>
                </a:cubicBezTo>
                <a:cubicBezTo>
                  <a:pt x="1769374" y="108178"/>
                  <a:pt x="1766905" y="104913"/>
                  <a:pt x="1764993" y="101170"/>
                </a:cubicBezTo>
                <a:cubicBezTo>
                  <a:pt x="1763083" y="97426"/>
                  <a:pt x="1762128" y="93086"/>
                  <a:pt x="1762128" y="88150"/>
                </a:cubicBezTo>
                <a:cubicBezTo>
                  <a:pt x="1762128" y="82736"/>
                  <a:pt x="1763202" y="77719"/>
                  <a:pt x="1765350" y="73099"/>
                </a:cubicBezTo>
                <a:cubicBezTo>
                  <a:pt x="1767501" y="68480"/>
                  <a:pt x="1770566" y="64578"/>
                  <a:pt x="1774547" y="61395"/>
                </a:cubicBezTo>
                <a:cubicBezTo>
                  <a:pt x="1778529" y="58209"/>
                  <a:pt x="1783307" y="55701"/>
                  <a:pt x="1788879" y="53871"/>
                </a:cubicBezTo>
                <a:cubicBezTo>
                  <a:pt x="1794454" y="52039"/>
                  <a:pt x="1800665" y="51123"/>
                  <a:pt x="1807513" y="51123"/>
                </a:cubicBezTo>
                <a:cubicBezTo>
                  <a:pt x="1816592" y="51123"/>
                  <a:pt x="1824555" y="52676"/>
                  <a:pt x="1831403" y="55781"/>
                </a:cubicBezTo>
                <a:cubicBezTo>
                  <a:pt x="1838251" y="58887"/>
                  <a:pt x="1844223" y="62350"/>
                  <a:pt x="1849319" y="66170"/>
                </a:cubicBezTo>
                <a:lnTo>
                  <a:pt x="1833554" y="87195"/>
                </a:lnTo>
                <a:cubicBezTo>
                  <a:pt x="1829253" y="84009"/>
                  <a:pt x="1825032" y="81540"/>
                  <a:pt x="1820891" y="79788"/>
                </a:cubicBezTo>
                <a:cubicBezTo>
                  <a:pt x="1816752" y="78036"/>
                  <a:pt x="1812613" y="77160"/>
                  <a:pt x="1808472" y="77160"/>
                </a:cubicBezTo>
                <a:cubicBezTo>
                  <a:pt x="1799553" y="77160"/>
                  <a:pt x="1795094" y="80266"/>
                  <a:pt x="1795094" y="86477"/>
                </a:cubicBezTo>
                <a:cubicBezTo>
                  <a:pt x="1795094" y="88387"/>
                  <a:pt x="1795731" y="90020"/>
                  <a:pt x="1797004" y="91376"/>
                </a:cubicBezTo>
                <a:cubicBezTo>
                  <a:pt x="1798278" y="92730"/>
                  <a:pt x="1799990" y="93964"/>
                  <a:pt x="1802140" y="95079"/>
                </a:cubicBezTo>
                <a:cubicBezTo>
                  <a:pt x="1804291" y="96192"/>
                  <a:pt x="1806759" y="97267"/>
                  <a:pt x="1809543" y="98302"/>
                </a:cubicBezTo>
                <a:cubicBezTo>
                  <a:pt x="1812331" y="99337"/>
                  <a:pt x="1815238" y="100412"/>
                  <a:pt x="1818266" y="101528"/>
                </a:cubicBezTo>
                <a:cubicBezTo>
                  <a:pt x="1822086" y="102961"/>
                  <a:pt x="1825868" y="104594"/>
                  <a:pt x="1829610" y="106427"/>
                </a:cubicBezTo>
                <a:cubicBezTo>
                  <a:pt x="1833355" y="108257"/>
                  <a:pt x="1836780" y="110525"/>
                  <a:pt x="1839885" y="113232"/>
                </a:cubicBezTo>
                <a:cubicBezTo>
                  <a:pt x="1842991" y="115939"/>
                  <a:pt x="1845499" y="119244"/>
                  <a:pt x="1847409" y="123147"/>
                </a:cubicBezTo>
                <a:cubicBezTo>
                  <a:pt x="1849319" y="127047"/>
                  <a:pt x="1850274" y="131706"/>
                  <a:pt x="1850274" y="137122"/>
                </a:cubicBezTo>
                <a:cubicBezTo>
                  <a:pt x="1850274" y="142537"/>
                  <a:pt x="1849239" y="147553"/>
                  <a:pt x="1847168" y="152173"/>
                </a:cubicBezTo>
                <a:cubicBezTo>
                  <a:pt x="1845100" y="156790"/>
                  <a:pt x="1841996" y="160811"/>
                  <a:pt x="1837855" y="164235"/>
                </a:cubicBezTo>
                <a:cubicBezTo>
                  <a:pt x="1833714" y="167659"/>
                  <a:pt x="1828617" y="170366"/>
                  <a:pt x="1822564" y="172356"/>
                </a:cubicBezTo>
                <a:cubicBezTo>
                  <a:pt x="1816513" y="174346"/>
                  <a:pt x="1809506" y="175341"/>
                  <a:pt x="1801542" y="1753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7C992-FBA6-4307-855A-D0131FBB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535" y="553241"/>
            <a:ext cx="1054645" cy="245604"/>
          </a:xfrm>
          <a:custGeom xmlns:a="http://schemas.openxmlformats.org/drawingml/2006/main">
            <a:pathLst>
              <a:path w="1054645" h="245604">
                <a:moveTo>
                  <a:pt x="0" y="40934"/>
                </a:moveTo>
                <a:cubicBezTo>
                  <a:pt x="0" y="18327"/>
                  <a:pt x="18327" y="0"/>
                  <a:pt x="40934" y="0"/>
                </a:cubicBezTo>
                <a:lnTo>
                  <a:pt x="1013710" y="0"/>
                </a:lnTo>
                <a:cubicBezTo>
                  <a:pt x="1036318" y="0"/>
                  <a:pt x="1054645" y="18327"/>
                  <a:pt x="1054645" y="40934"/>
                </a:cubicBezTo>
                <a:lnTo>
                  <a:pt x="1054645" y="204670"/>
                </a:lnTo>
                <a:cubicBezTo>
                  <a:pt x="1054645" y="227277"/>
                  <a:pt x="1036318" y="245604"/>
                  <a:pt x="1013710" y="245604"/>
                </a:cubicBezTo>
                <a:lnTo>
                  <a:pt x="40934" y="245604"/>
                </a:lnTo>
                <a:cubicBezTo>
                  <a:pt x="18327" y="245604"/>
                  <a:pt x="0" y="227277"/>
                  <a:pt x="0" y="204670"/>
                </a:cubicBezTo>
                <a:lnTo>
                  <a:pt x="0" y="409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2FB8C5-9406-4317-B750-C11D3894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535" y="553240"/>
            <a:ext cx="1054644" cy="245604"/>
          </a:xfrm>
          <a:custGeom xmlns:a="http://schemas.openxmlformats.org/drawingml/2006/main">
            <a:pathLst>
              <a:path w="1054644" h="245604" fill="none">
                <a:moveTo>
                  <a:pt x="0" y="40934"/>
                </a:moveTo>
                <a:cubicBezTo>
                  <a:pt x="0" y="18327"/>
                  <a:pt x="18327" y="0"/>
                  <a:pt x="40934" y="0"/>
                </a:cubicBezTo>
                <a:lnTo>
                  <a:pt x="1013710" y="0"/>
                </a:lnTo>
                <a:cubicBezTo>
                  <a:pt x="1036317" y="0"/>
                  <a:pt x="1054644" y="18327"/>
                  <a:pt x="1054644" y="40934"/>
                </a:cubicBezTo>
                <a:lnTo>
                  <a:pt x="1054644" y="204670"/>
                </a:lnTo>
                <a:cubicBezTo>
                  <a:pt x="1054644" y="227277"/>
                  <a:pt x="1036317" y="245604"/>
                  <a:pt x="1013710" y="245604"/>
                </a:cubicBezTo>
                <a:lnTo>
                  <a:pt x="40934" y="245604"/>
                </a:lnTo>
                <a:cubicBezTo>
                  <a:pt x="18327" y="245604"/>
                  <a:pt x="0" y="227277"/>
                  <a:pt x="0" y="204670"/>
                </a:cubicBezTo>
                <a:lnTo>
                  <a:pt x="0" y="409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93" name="Text TestA">
            <a:extLst xmlns:a="http://schemas.openxmlformats.org/drawingml/2006/main">
              <a:ext uri="{FF2B5EF4-FFF2-40B4-BE49-F238E27FC236}">
                <a16:creationId xmlns:a16="http://schemas.microsoft.com/office/drawing/2014/main" id="{18F7965B-A816-41C8-A611-47CE675D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046" y="600109"/>
            <a:ext cx="545749" cy="145069"/>
          </a:xfrm>
          <a:custGeom xmlns:a="http://schemas.openxmlformats.org/drawingml/2006/main">
            <a:pathLst>
              <a:path w="545749" h="145069">
                <a:moveTo>
                  <a:pt x="42999" y="142465"/>
                </a:moveTo>
                <a:lnTo>
                  <a:pt x="42999" y="15203"/>
                </a:lnTo>
                <a:lnTo>
                  <a:pt x="0" y="15203"/>
                </a:lnTo>
                <a:lnTo>
                  <a:pt x="0" y="0"/>
                </a:lnTo>
                <a:lnTo>
                  <a:pt x="104241" y="0"/>
                </a:lnTo>
                <a:lnTo>
                  <a:pt x="104241" y="15203"/>
                </a:lnTo>
                <a:lnTo>
                  <a:pt x="61241" y="15203"/>
                </a:lnTo>
                <a:lnTo>
                  <a:pt x="61241" y="142465"/>
                </a:lnTo>
                <a:lnTo>
                  <a:pt x="42999" y="142465"/>
                </a:lnTo>
                <a:close/>
                <a:moveTo>
                  <a:pt x="171240" y="145069"/>
                </a:moveTo>
                <a:cubicBezTo>
                  <a:pt x="164144" y="145069"/>
                  <a:pt x="157520" y="143804"/>
                  <a:pt x="151367" y="141272"/>
                </a:cubicBezTo>
                <a:cubicBezTo>
                  <a:pt x="145215" y="138738"/>
                  <a:pt x="139857" y="135118"/>
                  <a:pt x="135296" y="130413"/>
                </a:cubicBezTo>
                <a:cubicBezTo>
                  <a:pt x="130736" y="125707"/>
                  <a:pt x="127153" y="119952"/>
                  <a:pt x="124546" y="113148"/>
                </a:cubicBezTo>
                <a:cubicBezTo>
                  <a:pt x="121941" y="106342"/>
                  <a:pt x="120639" y="98595"/>
                  <a:pt x="120639" y="89909"/>
                </a:cubicBezTo>
                <a:cubicBezTo>
                  <a:pt x="120639" y="81222"/>
                  <a:pt x="121978" y="73440"/>
                  <a:pt x="124655" y="66563"/>
                </a:cubicBezTo>
                <a:cubicBezTo>
                  <a:pt x="127333" y="59686"/>
                  <a:pt x="130879" y="53859"/>
                  <a:pt x="135296" y="49083"/>
                </a:cubicBezTo>
                <a:cubicBezTo>
                  <a:pt x="139712" y="44305"/>
                  <a:pt x="144743" y="40649"/>
                  <a:pt x="150390" y="38115"/>
                </a:cubicBezTo>
                <a:cubicBezTo>
                  <a:pt x="156036" y="35581"/>
                  <a:pt x="161901" y="34314"/>
                  <a:pt x="167982" y="34314"/>
                </a:cubicBezTo>
                <a:cubicBezTo>
                  <a:pt x="174641" y="34314"/>
                  <a:pt x="180612" y="35473"/>
                  <a:pt x="185897" y="37790"/>
                </a:cubicBezTo>
                <a:cubicBezTo>
                  <a:pt x="191181" y="40105"/>
                  <a:pt x="195597" y="43434"/>
                  <a:pt x="199145" y="47778"/>
                </a:cubicBezTo>
                <a:cubicBezTo>
                  <a:pt x="202693" y="52121"/>
                  <a:pt x="205407" y="57333"/>
                  <a:pt x="207287" y="63415"/>
                </a:cubicBezTo>
                <a:cubicBezTo>
                  <a:pt x="209169" y="69495"/>
                  <a:pt x="210110" y="76299"/>
                  <a:pt x="210110" y="83828"/>
                </a:cubicBezTo>
                <a:cubicBezTo>
                  <a:pt x="210110" y="85710"/>
                  <a:pt x="210074" y="87557"/>
                  <a:pt x="210001" y="89369"/>
                </a:cubicBezTo>
                <a:cubicBezTo>
                  <a:pt x="209930" y="91178"/>
                  <a:pt x="209750" y="92733"/>
                  <a:pt x="209461" y="94034"/>
                </a:cubicBezTo>
                <a:lnTo>
                  <a:pt x="138228" y="94034"/>
                </a:lnTo>
                <a:cubicBezTo>
                  <a:pt x="138953" y="105328"/>
                  <a:pt x="142463" y="114268"/>
                  <a:pt x="148759" y="120856"/>
                </a:cubicBezTo>
                <a:cubicBezTo>
                  <a:pt x="155058" y="127444"/>
                  <a:pt x="163275" y="130737"/>
                  <a:pt x="173410" y="130737"/>
                </a:cubicBezTo>
                <a:cubicBezTo>
                  <a:pt x="178478" y="130737"/>
                  <a:pt x="183147" y="129977"/>
                  <a:pt x="187418" y="128458"/>
                </a:cubicBezTo>
                <a:cubicBezTo>
                  <a:pt x="191688" y="126938"/>
                  <a:pt x="195778" y="124947"/>
                  <a:pt x="199688" y="122486"/>
                </a:cubicBezTo>
                <a:lnTo>
                  <a:pt x="205984" y="134214"/>
                </a:lnTo>
                <a:cubicBezTo>
                  <a:pt x="201352" y="137108"/>
                  <a:pt x="196212" y="139640"/>
                  <a:pt x="190566" y="141812"/>
                </a:cubicBezTo>
                <a:cubicBezTo>
                  <a:pt x="184919" y="143984"/>
                  <a:pt x="178477" y="145069"/>
                  <a:pt x="171240" y="145069"/>
                </a:cubicBezTo>
                <a:moveTo>
                  <a:pt x="138013" y="81223"/>
                </a:moveTo>
                <a:lnTo>
                  <a:pt x="194476" y="81223"/>
                </a:lnTo>
                <a:cubicBezTo>
                  <a:pt x="194476" y="70509"/>
                  <a:pt x="192195" y="62365"/>
                  <a:pt x="187633" y="56791"/>
                </a:cubicBezTo>
                <a:cubicBezTo>
                  <a:pt x="183073" y="51217"/>
                  <a:pt x="176668" y="48430"/>
                  <a:pt x="168416" y="48430"/>
                </a:cubicBezTo>
                <a:cubicBezTo>
                  <a:pt x="164652" y="48430"/>
                  <a:pt x="161068" y="49155"/>
                  <a:pt x="157663" y="50604"/>
                </a:cubicBezTo>
                <a:cubicBezTo>
                  <a:pt x="154261" y="52051"/>
                  <a:pt x="151185" y="54186"/>
                  <a:pt x="148435" y="57010"/>
                </a:cubicBezTo>
                <a:cubicBezTo>
                  <a:pt x="145684" y="59833"/>
                  <a:pt x="143404" y="63272"/>
                  <a:pt x="141595" y="67325"/>
                </a:cubicBezTo>
                <a:cubicBezTo>
                  <a:pt x="139786" y="71379"/>
                  <a:pt x="138592" y="76012"/>
                  <a:pt x="138013" y="81223"/>
                </a:cubicBezTo>
                <a:close/>
                <a:moveTo>
                  <a:pt x="264621" y="145069"/>
                </a:moveTo>
                <a:cubicBezTo>
                  <a:pt x="257092" y="145069"/>
                  <a:pt x="249926" y="143694"/>
                  <a:pt x="243122" y="140944"/>
                </a:cubicBezTo>
                <a:cubicBezTo>
                  <a:pt x="236317" y="138193"/>
                  <a:pt x="230381" y="134719"/>
                  <a:pt x="225314" y="130522"/>
                </a:cubicBezTo>
                <a:lnTo>
                  <a:pt x="234218" y="118576"/>
                </a:lnTo>
                <a:cubicBezTo>
                  <a:pt x="238850" y="122340"/>
                  <a:pt x="243591" y="125381"/>
                  <a:pt x="248440" y="127699"/>
                </a:cubicBezTo>
                <a:cubicBezTo>
                  <a:pt x="253292" y="130014"/>
                  <a:pt x="258903" y="131172"/>
                  <a:pt x="265274" y="131172"/>
                </a:cubicBezTo>
                <a:cubicBezTo>
                  <a:pt x="272222" y="131172"/>
                  <a:pt x="277433" y="129580"/>
                  <a:pt x="280908" y="126396"/>
                </a:cubicBezTo>
                <a:cubicBezTo>
                  <a:pt x="284383" y="123211"/>
                  <a:pt x="286121" y="119301"/>
                  <a:pt x="286121" y="114666"/>
                </a:cubicBezTo>
                <a:cubicBezTo>
                  <a:pt x="286121" y="111915"/>
                  <a:pt x="285396" y="109527"/>
                  <a:pt x="283947" y="107501"/>
                </a:cubicBezTo>
                <a:cubicBezTo>
                  <a:pt x="282500" y="105473"/>
                  <a:pt x="280654" y="103699"/>
                  <a:pt x="278410" y="102180"/>
                </a:cubicBezTo>
                <a:cubicBezTo>
                  <a:pt x="276168" y="100660"/>
                  <a:pt x="273598" y="99321"/>
                  <a:pt x="270702" y="98163"/>
                </a:cubicBezTo>
                <a:cubicBezTo>
                  <a:pt x="267806" y="97003"/>
                  <a:pt x="264911" y="95845"/>
                  <a:pt x="262017" y="94687"/>
                </a:cubicBezTo>
                <a:cubicBezTo>
                  <a:pt x="258252" y="93384"/>
                  <a:pt x="254488" y="91900"/>
                  <a:pt x="250723" y="90237"/>
                </a:cubicBezTo>
                <a:cubicBezTo>
                  <a:pt x="246959" y="88571"/>
                  <a:pt x="243592" y="86544"/>
                  <a:pt x="240623" y="84156"/>
                </a:cubicBezTo>
                <a:cubicBezTo>
                  <a:pt x="237656" y="81766"/>
                  <a:pt x="235232" y="78979"/>
                  <a:pt x="233349" y="75795"/>
                </a:cubicBezTo>
                <a:cubicBezTo>
                  <a:pt x="231467" y="72610"/>
                  <a:pt x="230526" y="68772"/>
                  <a:pt x="230526" y="64283"/>
                </a:cubicBezTo>
                <a:cubicBezTo>
                  <a:pt x="230526" y="60084"/>
                  <a:pt x="231358" y="56138"/>
                  <a:pt x="233021" y="52447"/>
                </a:cubicBezTo>
                <a:cubicBezTo>
                  <a:pt x="234687" y="48755"/>
                  <a:pt x="237076" y="45571"/>
                  <a:pt x="240189" y="42893"/>
                </a:cubicBezTo>
                <a:cubicBezTo>
                  <a:pt x="243302" y="40213"/>
                  <a:pt x="247102" y="38114"/>
                  <a:pt x="251588" y="36594"/>
                </a:cubicBezTo>
                <a:cubicBezTo>
                  <a:pt x="256077" y="35074"/>
                  <a:pt x="261145" y="34314"/>
                  <a:pt x="266792" y="34314"/>
                </a:cubicBezTo>
                <a:cubicBezTo>
                  <a:pt x="273452" y="34314"/>
                  <a:pt x="279570" y="35473"/>
                  <a:pt x="285143" y="37790"/>
                </a:cubicBezTo>
                <a:cubicBezTo>
                  <a:pt x="290717" y="40105"/>
                  <a:pt x="295531" y="42929"/>
                  <a:pt x="299585" y="46260"/>
                </a:cubicBezTo>
                <a:lnTo>
                  <a:pt x="291115" y="57550"/>
                </a:lnTo>
                <a:cubicBezTo>
                  <a:pt x="287496" y="54799"/>
                  <a:pt x="283732" y="52556"/>
                  <a:pt x="279821" y="50820"/>
                </a:cubicBezTo>
                <a:cubicBezTo>
                  <a:pt x="275913" y="49081"/>
                  <a:pt x="271643" y="48212"/>
                  <a:pt x="267011" y="48212"/>
                </a:cubicBezTo>
                <a:cubicBezTo>
                  <a:pt x="260350" y="48212"/>
                  <a:pt x="255463" y="49733"/>
                  <a:pt x="252350" y="52775"/>
                </a:cubicBezTo>
                <a:cubicBezTo>
                  <a:pt x="249238" y="55815"/>
                  <a:pt x="247681" y="59361"/>
                  <a:pt x="247681" y="63415"/>
                </a:cubicBezTo>
                <a:cubicBezTo>
                  <a:pt x="247681" y="65876"/>
                  <a:pt x="248333" y="68011"/>
                  <a:pt x="249637" y="69821"/>
                </a:cubicBezTo>
                <a:cubicBezTo>
                  <a:pt x="250940" y="71630"/>
                  <a:pt x="252677" y="73223"/>
                  <a:pt x="254849" y="74599"/>
                </a:cubicBezTo>
                <a:cubicBezTo>
                  <a:pt x="257021" y="75975"/>
                  <a:pt x="259518" y="77207"/>
                  <a:pt x="262341" y="78294"/>
                </a:cubicBezTo>
                <a:cubicBezTo>
                  <a:pt x="265165" y="79379"/>
                  <a:pt x="268096" y="80500"/>
                  <a:pt x="271136" y="81657"/>
                </a:cubicBezTo>
                <a:cubicBezTo>
                  <a:pt x="274901" y="83104"/>
                  <a:pt x="278700" y="84624"/>
                  <a:pt x="282535" y="86217"/>
                </a:cubicBezTo>
                <a:cubicBezTo>
                  <a:pt x="286373" y="87810"/>
                  <a:pt x="289811" y="89802"/>
                  <a:pt x="292851" y="92192"/>
                </a:cubicBezTo>
                <a:cubicBezTo>
                  <a:pt x="295893" y="94580"/>
                  <a:pt x="298391" y="97512"/>
                  <a:pt x="300344" y="100987"/>
                </a:cubicBezTo>
                <a:cubicBezTo>
                  <a:pt x="302299" y="104459"/>
                  <a:pt x="303276" y="108658"/>
                  <a:pt x="303276" y="113582"/>
                </a:cubicBezTo>
                <a:cubicBezTo>
                  <a:pt x="303276" y="117925"/>
                  <a:pt x="302443" y="121979"/>
                  <a:pt x="300778" y="125744"/>
                </a:cubicBezTo>
                <a:cubicBezTo>
                  <a:pt x="299114" y="129508"/>
                  <a:pt x="296653" y="132838"/>
                  <a:pt x="293395" y="135735"/>
                </a:cubicBezTo>
                <a:cubicBezTo>
                  <a:pt x="290138" y="138629"/>
                  <a:pt x="286084" y="140907"/>
                  <a:pt x="281233" y="142571"/>
                </a:cubicBezTo>
                <a:cubicBezTo>
                  <a:pt x="276384" y="144237"/>
                  <a:pt x="270847" y="145069"/>
                  <a:pt x="264621" y="145069"/>
                </a:cubicBezTo>
                <a:close/>
                <a:moveTo>
                  <a:pt x="362565" y="145069"/>
                </a:moveTo>
                <a:cubicBezTo>
                  <a:pt x="356919" y="145069"/>
                  <a:pt x="352177" y="144201"/>
                  <a:pt x="348339" y="142465"/>
                </a:cubicBezTo>
                <a:cubicBezTo>
                  <a:pt x="344504" y="140728"/>
                  <a:pt x="341391" y="138340"/>
                  <a:pt x="339001" y="135300"/>
                </a:cubicBezTo>
                <a:cubicBezTo>
                  <a:pt x="336613" y="132258"/>
                  <a:pt x="334912" y="128566"/>
                  <a:pt x="333898" y="124223"/>
                </a:cubicBezTo>
                <a:cubicBezTo>
                  <a:pt x="332884" y="119879"/>
                  <a:pt x="332377" y="115102"/>
                  <a:pt x="332377" y="109891"/>
                </a:cubicBezTo>
                <a:lnTo>
                  <a:pt x="332377" y="51469"/>
                </a:lnTo>
                <a:lnTo>
                  <a:pt x="316743" y="51469"/>
                </a:lnTo>
                <a:lnTo>
                  <a:pt x="316743" y="38005"/>
                </a:lnTo>
                <a:lnTo>
                  <a:pt x="333248" y="36922"/>
                </a:lnTo>
                <a:lnTo>
                  <a:pt x="335419" y="7386"/>
                </a:lnTo>
                <a:lnTo>
                  <a:pt x="350404" y="7386"/>
                </a:lnTo>
                <a:lnTo>
                  <a:pt x="350404" y="36922"/>
                </a:lnTo>
                <a:lnTo>
                  <a:pt x="378852" y="36922"/>
                </a:lnTo>
                <a:lnTo>
                  <a:pt x="378852" y="51469"/>
                </a:lnTo>
                <a:lnTo>
                  <a:pt x="350404" y="51469"/>
                </a:lnTo>
                <a:lnTo>
                  <a:pt x="350404" y="110106"/>
                </a:lnTo>
                <a:cubicBezTo>
                  <a:pt x="350404" y="116621"/>
                  <a:pt x="351598" y="121652"/>
                  <a:pt x="353986" y="125200"/>
                </a:cubicBezTo>
                <a:cubicBezTo>
                  <a:pt x="356376" y="128748"/>
                  <a:pt x="360611" y="130522"/>
                  <a:pt x="366691" y="130522"/>
                </a:cubicBezTo>
                <a:cubicBezTo>
                  <a:pt x="368573" y="130522"/>
                  <a:pt x="370600" y="130233"/>
                  <a:pt x="372772" y="129654"/>
                </a:cubicBezTo>
                <a:cubicBezTo>
                  <a:pt x="374943" y="129073"/>
                  <a:pt x="376898" y="128421"/>
                  <a:pt x="378637" y="127699"/>
                </a:cubicBezTo>
                <a:lnTo>
                  <a:pt x="382110" y="141162"/>
                </a:lnTo>
                <a:cubicBezTo>
                  <a:pt x="379213" y="142176"/>
                  <a:pt x="376064" y="143081"/>
                  <a:pt x="372662" y="143876"/>
                </a:cubicBezTo>
                <a:cubicBezTo>
                  <a:pt x="369260" y="144672"/>
                  <a:pt x="365894" y="145069"/>
                  <a:pt x="362565" y="145069"/>
                </a:cubicBezTo>
                <a:close/>
                <a:moveTo>
                  <a:pt x="472346" y="62762"/>
                </a:moveTo>
                <a:lnTo>
                  <a:pt x="465612" y="84481"/>
                </a:lnTo>
                <a:lnTo>
                  <a:pt x="508396" y="84481"/>
                </a:lnTo>
                <a:lnTo>
                  <a:pt x="501663" y="62762"/>
                </a:lnTo>
                <a:cubicBezTo>
                  <a:pt x="499058" y="54801"/>
                  <a:pt x="496597" y="46874"/>
                  <a:pt x="494280" y="38983"/>
                </a:cubicBezTo>
                <a:cubicBezTo>
                  <a:pt x="491962" y="31092"/>
                  <a:pt x="489646" y="23021"/>
                  <a:pt x="487331" y="14769"/>
                </a:cubicBezTo>
                <a:lnTo>
                  <a:pt x="486463" y="14769"/>
                </a:lnTo>
                <a:cubicBezTo>
                  <a:pt x="484291" y="23021"/>
                  <a:pt x="482046" y="31092"/>
                  <a:pt x="479729" y="38983"/>
                </a:cubicBezTo>
                <a:cubicBezTo>
                  <a:pt x="477412" y="46874"/>
                  <a:pt x="474951" y="54801"/>
                  <a:pt x="472346" y="62762"/>
                </a:cubicBezTo>
                <a:moveTo>
                  <a:pt x="428913" y="142465"/>
                </a:moveTo>
                <a:lnTo>
                  <a:pt x="477124" y="0"/>
                </a:lnTo>
                <a:lnTo>
                  <a:pt x="497537" y="0"/>
                </a:lnTo>
                <a:lnTo>
                  <a:pt x="545749" y="142465"/>
                </a:lnTo>
                <a:lnTo>
                  <a:pt x="526420" y="142465"/>
                </a:lnTo>
                <a:lnTo>
                  <a:pt x="512956" y="99031"/>
                </a:lnTo>
                <a:lnTo>
                  <a:pt x="461053" y="99031"/>
                </a:lnTo>
                <a:lnTo>
                  <a:pt x="447370" y="142465"/>
                </a:lnTo>
                <a:lnTo>
                  <a:pt x="428913" y="14246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F84FF1-CC90-4BB4-8122-5B9DC948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447" y="553241"/>
            <a:ext cx="1054643" cy="245604"/>
          </a:xfrm>
          <a:custGeom xmlns:a="http://schemas.openxmlformats.org/drawingml/2006/main">
            <a:pathLst>
              <a:path w="1054643" h="245604">
                <a:moveTo>
                  <a:pt x="0" y="40934"/>
                </a:moveTo>
                <a:cubicBezTo>
                  <a:pt x="0" y="18327"/>
                  <a:pt x="18327" y="0"/>
                  <a:pt x="40934" y="0"/>
                </a:cubicBezTo>
                <a:lnTo>
                  <a:pt x="1013708" y="0"/>
                </a:lnTo>
                <a:cubicBezTo>
                  <a:pt x="1036316" y="0"/>
                  <a:pt x="1054643" y="18327"/>
                  <a:pt x="1054643" y="40934"/>
                </a:cubicBezTo>
                <a:lnTo>
                  <a:pt x="1054643" y="204670"/>
                </a:lnTo>
                <a:cubicBezTo>
                  <a:pt x="1054643" y="227277"/>
                  <a:pt x="1036316" y="245604"/>
                  <a:pt x="1013708" y="245604"/>
                </a:cubicBezTo>
                <a:lnTo>
                  <a:pt x="40934" y="245604"/>
                </a:lnTo>
                <a:cubicBezTo>
                  <a:pt x="18327" y="245604"/>
                  <a:pt x="0" y="227277"/>
                  <a:pt x="0" y="204670"/>
                </a:cubicBezTo>
                <a:lnTo>
                  <a:pt x="0" y="409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1CBF8-B14A-4E77-B294-A94C806C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5446" y="553240"/>
            <a:ext cx="1054644" cy="245604"/>
          </a:xfrm>
          <a:custGeom xmlns:a="http://schemas.openxmlformats.org/drawingml/2006/main">
            <a:pathLst>
              <a:path w="1054644" h="245604" fill="none">
                <a:moveTo>
                  <a:pt x="0" y="40934"/>
                </a:moveTo>
                <a:cubicBezTo>
                  <a:pt x="0" y="18327"/>
                  <a:pt x="18327" y="0"/>
                  <a:pt x="40934" y="0"/>
                </a:cubicBezTo>
                <a:lnTo>
                  <a:pt x="1013710" y="0"/>
                </a:lnTo>
                <a:cubicBezTo>
                  <a:pt x="1036317" y="0"/>
                  <a:pt x="1054644" y="18327"/>
                  <a:pt x="1054644" y="40934"/>
                </a:cubicBezTo>
                <a:lnTo>
                  <a:pt x="1054644" y="204670"/>
                </a:lnTo>
                <a:cubicBezTo>
                  <a:pt x="1054644" y="227277"/>
                  <a:pt x="1036317" y="245604"/>
                  <a:pt x="1013710" y="245604"/>
                </a:cubicBezTo>
                <a:lnTo>
                  <a:pt x="40934" y="245604"/>
                </a:lnTo>
                <a:cubicBezTo>
                  <a:pt x="18327" y="245604"/>
                  <a:pt x="0" y="227277"/>
                  <a:pt x="0" y="204670"/>
                </a:cubicBezTo>
                <a:lnTo>
                  <a:pt x="0" y="409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96" name="Text TestB">
            <a:extLst xmlns:a="http://schemas.openxmlformats.org/drawingml/2006/main">
              <a:ext uri="{FF2B5EF4-FFF2-40B4-BE49-F238E27FC236}">
                <a16:creationId xmlns:a16="http://schemas.microsoft.com/office/drawing/2014/main" id="{2EA09374-DDB2-4CD4-964B-C6F95B3E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885" y="600109"/>
            <a:ext cx="547270" cy="145069"/>
          </a:xfrm>
          <a:custGeom xmlns:a="http://schemas.openxmlformats.org/drawingml/2006/main">
            <a:pathLst>
              <a:path w="547270" h="145069">
                <a:moveTo>
                  <a:pt x="42999" y="142465"/>
                </a:moveTo>
                <a:lnTo>
                  <a:pt x="42999" y="15203"/>
                </a:lnTo>
                <a:lnTo>
                  <a:pt x="0" y="15203"/>
                </a:lnTo>
                <a:lnTo>
                  <a:pt x="0" y="0"/>
                </a:lnTo>
                <a:lnTo>
                  <a:pt x="104241" y="0"/>
                </a:lnTo>
                <a:lnTo>
                  <a:pt x="104241" y="15203"/>
                </a:lnTo>
                <a:lnTo>
                  <a:pt x="61241" y="15203"/>
                </a:lnTo>
                <a:lnTo>
                  <a:pt x="61241" y="142465"/>
                </a:lnTo>
                <a:lnTo>
                  <a:pt x="42999" y="142465"/>
                </a:lnTo>
                <a:close/>
                <a:moveTo>
                  <a:pt x="171240" y="145069"/>
                </a:moveTo>
                <a:cubicBezTo>
                  <a:pt x="164144" y="145069"/>
                  <a:pt x="157520" y="143804"/>
                  <a:pt x="151368" y="141272"/>
                </a:cubicBezTo>
                <a:cubicBezTo>
                  <a:pt x="145215" y="138738"/>
                  <a:pt x="139858" y="135118"/>
                  <a:pt x="135296" y="130413"/>
                </a:cubicBezTo>
                <a:cubicBezTo>
                  <a:pt x="130736" y="125707"/>
                  <a:pt x="127153" y="119952"/>
                  <a:pt x="124546" y="113148"/>
                </a:cubicBezTo>
                <a:cubicBezTo>
                  <a:pt x="121941" y="106342"/>
                  <a:pt x="120639" y="98595"/>
                  <a:pt x="120639" y="89909"/>
                </a:cubicBezTo>
                <a:cubicBezTo>
                  <a:pt x="120639" y="81222"/>
                  <a:pt x="121978" y="73440"/>
                  <a:pt x="124655" y="66563"/>
                </a:cubicBezTo>
                <a:cubicBezTo>
                  <a:pt x="127333" y="59686"/>
                  <a:pt x="130880" y="53859"/>
                  <a:pt x="135296" y="49083"/>
                </a:cubicBezTo>
                <a:cubicBezTo>
                  <a:pt x="139712" y="44305"/>
                  <a:pt x="144743" y="40649"/>
                  <a:pt x="150390" y="38115"/>
                </a:cubicBezTo>
                <a:cubicBezTo>
                  <a:pt x="156037" y="35581"/>
                  <a:pt x="161901" y="34314"/>
                  <a:pt x="167983" y="34314"/>
                </a:cubicBezTo>
                <a:cubicBezTo>
                  <a:pt x="174641" y="34314"/>
                  <a:pt x="180612" y="35473"/>
                  <a:pt x="185897" y="37790"/>
                </a:cubicBezTo>
                <a:cubicBezTo>
                  <a:pt x="191181" y="40105"/>
                  <a:pt x="195597" y="43434"/>
                  <a:pt x="199145" y="47778"/>
                </a:cubicBezTo>
                <a:cubicBezTo>
                  <a:pt x="202693" y="52121"/>
                  <a:pt x="205407" y="57333"/>
                  <a:pt x="207287" y="63415"/>
                </a:cubicBezTo>
                <a:cubicBezTo>
                  <a:pt x="209169" y="69495"/>
                  <a:pt x="210110" y="76299"/>
                  <a:pt x="210110" y="83828"/>
                </a:cubicBezTo>
                <a:cubicBezTo>
                  <a:pt x="210110" y="85710"/>
                  <a:pt x="210074" y="87557"/>
                  <a:pt x="210001" y="89369"/>
                </a:cubicBezTo>
                <a:cubicBezTo>
                  <a:pt x="209930" y="91178"/>
                  <a:pt x="209750" y="92733"/>
                  <a:pt x="209461" y="94034"/>
                </a:cubicBezTo>
                <a:lnTo>
                  <a:pt x="138228" y="94034"/>
                </a:lnTo>
                <a:cubicBezTo>
                  <a:pt x="138953" y="105328"/>
                  <a:pt x="142463" y="114268"/>
                  <a:pt x="148760" y="120856"/>
                </a:cubicBezTo>
                <a:cubicBezTo>
                  <a:pt x="155058" y="127444"/>
                  <a:pt x="163275" y="130737"/>
                  <a:pt x="173411" y="130737"/>
                </a:cubicBezTo>
                <a:cubicBezTo>
                  <a:pt x="178478" y="130737"/>
                  <a:pt x="183147" y="129977"/>
                  <a:pt x="187418" y="128458"/>
                </a:cubicBezTo>
                <a:cubicBezTo>
                  <a:pt x="191688" y="126938"/>
                  <a:pt x="195778" y="124947"/>
                  <a:pt x="199689" y="122486"/>
                </a:cubicBezTo>
                <a:lnTo>
                  <a:pt x="205985" y="134214"/>
                </a:lnTo>
                <a:cubicBezTo>
                  <a:pt x="201352" y="137108"/>
                  <a:pt x="196212" y="139640"/>
                  <a:pt x="190566" y="141812"/>
                </a:cubicBezTo>
                <a:cubicBezTo>
                  <a:pt x="184919" y="143984"/>
                  <a:pt x="178477" y="145069"/>
                  <a:pt x="171240" y="145069"/>
                </a:cubicBezTo>
                <a:moveTo>
                  <a:pt x="138013" y="81223"/>
                </a:moveTo>
                <a:lnTo>
                  <a:pt x="194476" y="81223"/>
                </a:lnTo>
                <a:cubicBezTo>
                  <a:pt x="194476" y="70509"/>
                  <a:pt x="192195" y="62365"/>
                  <a:pt x="187633" y="56791"/>
                </a:cubicBezTo>
                <a:cubicBezTo>
                  <a:pt x="183073" y="51217"/>
                  <a:pt x="176668" y="48430"/>
                  <a:pt x="168417" y="48430"/>
                </a:cubicBezTo>
                <a:cubicBezTo>
                  <a:pt x="164652" y="48430"/>
                  <a:pt x="161068" y="49155"/>
                  <a:pt x="157664" y="50604"/>
                </a:cubicBezTo>
                <a:cubicBezTo>
                  <a:pt x="154262" y="52051"/>
                  <a:pt x="151185" y="54186"/>
                  <a:pt x="148435" y="57010"/>
                </a:cubicBezTo>
                <a:cubicBezTo>
                  <a:pt x="145684" y="59833"/>
                  <a:pt x="143405" y="63272"/>
                  <a:pt x="141595" y="67325"/>
                </a:cubicBezTo>
                <a:cubicBezTo>
                  <a:pt x="139786" y="71379"/>
                  <a:pt x="138592" y="76012"/>
                  <a:pt x="138013" y="81223"/>
                </a:cubicBezTo>
                <a:close/>
                <a:moveTo>
                  <a:pt x="264622" y="145069"/>
                </a:moveTo>
                <a:cubicBezTo>
                  <a:pt x="257093" y="145069"/>
                  <a:pt x="249926" y="143694"/>
                  <a:pt x="243122" y="140944"/>
                </a:cubicBezTo>
                <a:cubicBezTo>
                  <a:pt x="236318" y="138193"/>
                  <a:pt x="230382" y="134719"/>
                  <a:pt x="225314" y="130522"/>
                </a:cubicBezTo>
                <a:lnTo>
                  <a:pt x="234218" y="118576"/>
                </a:lnTo>
                <a:cubicBezTo>
                  <a:pt x="238851" y="122340"/>
                  <a:pt x="243592" y="125381"/>
                  <a:pt x="248441" y="127699"/>
                </a:cubicBezTo>
                <a:cubicBezTo>
                  <a:pt x="253292" y="130014"/>
                  <a:pt x="258903" y="131172"/>
                  <a:pt x="265275" y="131172"/>
                </a:cubicBezTo>
                <a:cubicBezTo>
                  <a:pt x="272223" y="131172"/>
                  <a:pt x="277434" y="129580"/>
                  <a:pt x="280909" y="126396"/>
                </a:cubicBezTo>
                <a:cubicBezTo>
                  <a:pt x="284384" y="123211"/>
                  <a:pt x="286121" y="119301"/>
                  <a:pt x="286121" y="114666"/>
                </a:cubicBezTo>
                <a:cubicBezTo>
                  <a:pt x="286121" y="111915"/>
                  <a:pt x="285397" y="109527"/>
                  <a:pt x="283948" y="107501"/>
                </a:cubicBezTo>
                <a:cubicBezTo>
                  <a:pt x="282501" y="105473"/>
                  <a:pt x="280655" y="103699"/>
                  <a:pt x="278410" y="102180"/>
                </a:cubicBezTo>
                <a:cubicBezTo>
                  <a:pt x="276168" y="100660"/>
                  <a:pt x="273599" y="99321"/>
                  <a:pt x="270703" y="98163"/>
                </a:cubicBezTo>
                <a:cubicBezTo>
                  <a:pt x="267806" y="97003"/>
                  <a:pt x="264911" y="95845"/>
                  <a:pt x="262017" y="94687"/>
                </a:cubicBezTo>
                <a:cubicBezTo>
                  <a:pt x="258253" y="93384"/>
                  <a:pt x="254488" y="91900"/>
                  <a:pt x="250724" y="90237"/>
                </a:cubicBezTo>
                <a:cubicBezTo>
                  <a:pt x="246960" y="88571"/>
                  <a:pt x="243593" y="86544"/>
                  <a:pt x="240624" y="84156"/>
                </a:cubicBezTo>
                <a:cubicBezTo>
                  <a:pt x="237657" y="81766"/>
                  <a:pt x="235232" y="78979"/>
                  <a:pt x="233350" y="75795"/>
                </a:cubicBezTo>
                <a:cubicBezTo>
                  <a:pt x="231468" y="72610"/>
                  <a:pt x="230527" y="68772"/>
                  <a:pt x="230527" y="64283"/>
                </a:cubicBezTo>
                <a:cubicBezTo>
                  <a:pt x="230527" y="60084"/>
                  <a:pt x="231358" y="56138"/>
                  <a:pt x="233022" y="52447"/>
                </a:cubicBezTo>
                <a:cubicBezTo>
                  <a:pt x="234688" y="48755"/>
                  <a:pt x="237077" y="45571"/>
                  <a:pt x="240190" y="42893"/>
                </a:cubicBezTo>
                <a:cubicBezTo>
                  <a:pt x="243302" y="40213"/>
                  <a:pt x="247102" y="38114"/>
                  <a:pt x="251589" y="36594"/>
                </a:cubicBezTo>
                <a:cubicBezTo>
                  <a:pt x="256078" y="35074"/>
                  <a:pt x="261146" y="34314"/>
                  <a:pt x="266792" y="34314"/>
                </a:cubicBezTo>
                <a:cubicBezTo>
                  <a:pt x="273453" y="34314"/>
                  <a:pt x="279570" y="35473"/>
                  <a:pt x="285144" y="37790"/>
                </a:cubicBezTo>
                <a:cubicBezTo>
                  <a:pt x="290718" y="40105"/>
                  <a:pt x="295531" y="42929"/>
                  <a:pt x="299585" y="46260"/>
                </a:cubicBezTo>
                <a:lnTo>
                  <a:pt x="291115" y="57550"/>
                </a:lnTo>
                <a:cubicBezTo>
                  <a:pt x="287497" y="54799"/>
                  <a:pt x="283732" y="52556"/>
                  <a:pt x="279822" y="50820"/>
                </a:cubicBezTo>
                <a:cubicBezTo>
                  <a:pt x="275914" y="49081"/>
                  <a:pt x="271644" y="48212"/>
                  <a:pt x="267011" y="48212"/>
                </a:cubicBezTo>
                <a:cubicBezTo>
                  <a:pt x="260350" y="48212"/>
                  <a:pt x="255464" y="49733"/>
                  <a:pt x="252351" y="52775"/>
                </a:cubicBezTo>
                <a:cubicBezTo>
                  <a:pt x="249238" y="55815"/>
                  <a:pt x="247682" y="59361"/>
                  <a:pt x="247682" y="63415"/>
                </a:cubicBezTo>
                <a:cubicBezTo>
                  <a:pt x="247682" y="65876"/>
                  <a:pt x="248334" y="68011"/>
                  <a:pt x="249637" y="69821"/>
                </a:cubicBezTo>
                <a:cubicBezTo>
                  <a:pt x="250940" y="71630"/>
                  <a:pt x="252678" y="73223"/>
                  <a:pt x="254850" y="74599"/>
                </a:cubicBezTo>
                <a:cubicBezTo>
                  <a:pt x="257021" y="75975"/>
                  <a:pt x="259519" y="77207"/>
                  <a:pt x="262342" y="78294"/>
                </a:cubicBezTo>
                <a:cubicBezTo>
                  <a:pt x="265165" y="79379"/>
                  <a:pt x="268097" y="80500"/>
                  <a:pt x="271137" y="81657"/>
                </a:cubicBezTo>
                <a:cubicBezTo>
                  <a:pt x="274901" y="83104"/>
                  <a:pt x="278701" y="84624"/>
                  <a:pt x="282536" y="86217"/>
                </a:cubicBezTo>
                <a:cubicBezTo>
                  <a:pt x="286373" y="87810"/>
                  <a:pt x="289812" y="89802"/>
                  <a:pt x="292852" y="92192"/>
                </a:cubicBezTo>
                <a:cubicBezTo>
                  <a:pt x="295894" y="94580"/>
                  <a:pt x="298391" y="97512"/>
                  <a:pt x="300344" y="100987"/>
                </a:cubicBezTo>
                <a:cubicBezTo>
                  <a:pt x="302299" y="104459"/>
                  <a:pt x="303277" y="108658"/>
                  <a:pt x="303277" y="113582"/>
                </a:cubicBezTo>
                <a:cubicBezTo>
                  <a:pt x="303277" y="117925"/>
                  <a:pt x="302444" y="121979"/>
                  <a:pt x="300778" y="125744"/>
                </a:cubicBezTo>
                <a:cubicBezTo>
                  <a:pt x="299115" y="129508"/>
                  <a:pt x="296654" y="132838"/>
                  <a:pt x="293395" y="135735"/>
                </a:cubicBezTo>
                <a:cubicBezTo>
                  <a:pt x="290139" y="138629"/>
                  <a:pt x="286085" y="140907"/>
                  <a:pt x="281234" y="142571"/>
                </a:cubicBezTo>
                <a:cubicBezTo>
                  <a:pt x="276385" y="144237"/>
                  <a:pt x="270847" y="145069"/>
                  <a:pt x="264622" y="145069"/>
                </a:cubicBezTo>
                <a:close/>
                <a:moveTo>
                  <a:pt x="362565" y="145069"/>
                </a:moveTo>
                <a:cubicBezTo>
                  <a:pt x="356919" y="145069"/>
                  <a:pt x="352177" y="144201"/>
                  <a:pt x="348339" y="142465"/>
                </a:cubicBezTo>
                <a:cubicBezTo>
                  <a:pt x="344504" y="140728"/>
                  <a:pt x="341391" y="138340"/>
                  <a:pt x="339001" y="135300"/>
                </a:cubicBezTo>
                <a:cubicBezTo>
                  <a:pt x="336613" y="132258"/>
                  <a:pt x="334912" y="128566"/>
                  <a:pt x="333898" y="124223"/>
                </a:cubicBezTo>
                <a:cubicBezTo>
                  <a:pt x="332884" y="119879"/>
                  <a:pt x="332377" y="115102"/>
                  <a:pt x="332377" y="109891"/>
                </a:cubicBezTo>
                <a:lnTo>
                  <a:pt x="332377" y="51469"/>
                </a:lnTo>
                <a:lnTo>
                  <a:pt x="316743" y="51469"/>
                </a:lnTo>
                <a:lnTo>
                  <a:pt x="316743" y="38005"/>
                </a:lnTo>
                <a:lnTo>
                  <a:pt x="333248" y="36922"/>
                </a:lnTo>
                <a:lnTo>
                  <a:pt x="335419" y="7386"/>
                </a:lnTo>
                <a:lnTo>
                  <a:pt x="350404" y="7386"/>
                </a:lnTo>
                <a:lnTo>
                  <a:pt x="350404" y="36922"/>
                </a:lnTo>
                <a:lnTo>
                  <a:pt x="378852" y="36922"/>
                </a:lnTo>
                <a:lnTo>
                  <a:pt x="378852" y="51469"/>
                </a:lnTo>
                <a:lnTo>
                  <a:pt x="350404" y="51469"/>
                </a:lnTo>
                <a:lnTo>
                  <a:pt x="350404" y="110106"/>
                </a:lnTo>
                <a:cubicBezTo>
                  <a:pt x="350404" y="116621"/>
                  <a:pt x="351598" y="121652"/>
                  <a:pt x="353986" y="125200"/>
                </a:cubicBezTo>
                <a:cubicBezTo>
                  <a:pt x="356376" y="128748"/>
                  <a:pt x="360611" y="130522"/>
                  <a:pt x="366691" y="130522"/>
                </a:cubicBezTo>
                <a:cubicBezTo>
                  <a:pt x="368573" y="130522"/>
                  <a:pt x="370600" y="130233"/>
                  <a:pt x="372772" y="129654"/>
                </a:cubicBezTo>
                <a:cubicBezTo>
                  <a:pt x="374943" y="129073"/>
                  <a:pt x="376898" y="128421"/>
                  <a:pt x="378637" y="127699"/>
                </a:cubicBezTo>
                <a:lnTo>
                  <a:pt x="382110" y="141162"/>
                </a:lnTo>
                <a:cubicBezTo>
                  <a:pt x="379213" y="142176"/>
                  <a:pt x="376064" y="143081"/>
                  <a:pt x="372662" y="143876"/>
                </a:cubicBezTo>
                <a:cubicBezTo>
                  <a:pt x="369260" y="144672"/>
                  <a:pt x="365894" y="145069"/>
                  <a:pt x="362565" y="145069"/>
                </a:cubicBezTo>
                <a:close/>
                <a:moveTo>
                  <a:pt x="447804" y="142465"/>
                </a:moveTo>
                <a:lnTo>
                  <a:pt x="447804" y="0"/>
                </a:lnTo>
                <a:lnTo>
                  <a:pt x="490154" y="0"/>
                </a:lnTo>
                <a:cubicBezTo>
                  <a:pt x="497394" y="0"/>
                  <a:pt x="504017" y="652"/>
                  <a:pt x="510023" y="1955"/>
                </a:cubicBezTo>
                <a:cubicBezTo>
                  <a:pt x="516032" y="3259"/>
                  <a:pt x="521172" y="5285"/>
                  <a:pt x="525442" y="8036"/>
                </a:cubicBezTo>
                <a:cubicBezTo>
                  <a:pt x="529715" y="10786"/>
                  <a:pt x="533045" y="14370"/>
                  <a:pt x="535433" y="18786"/>
                </a:cubicBezTo>
                <a:cubicBezTo>
                  <a:pt x="537821" y="23202"/>
                  <a:pt x="539015" y="28523"/>
                  <a:pt x="539015" y="34748"/>
                </a:cubicBezTo>
                <a:cubicBezTo>
                  <a:pt x="539015" y="41842"/>
                  <a:pt x="537241" y="48248"/>
                  <a:pt x="533693" y="53968"/>
                </a:cubicBezTo>
                <a:cubicBezTo>
                  <a:pt x="530148" y="59687"/>
                  <a:pt x="524973" y="63633"/>
                  <a:pt x="518169" y="65804"/>
                </a:cubicBezTo>
                <a:lnTo>
                  <a:pt x="518169" y="66673"/>
                </a:lnTo>
                <a:cubicBezTo>
                  <a:pt x="526855" y="68265"/>
                  <a:pt x="533877" y="71885"/>
                  <a:pt x="539234" y="77532"/>
                </a:cubicBezTo>
                <a:cubicBezTo>
                  <a:pt x="544591" y="83178"/>
                  <a:pt x="547270" y="90924"/>
                  <a:pt x="547270" y="100768"/>
                </a:cubicBezTo>
                <a:cubicBezTo>
                  <a:pt x="547270" y="107718"/>
                  <a:pt x="545966" y="113799"/>
                  <a:pt x="543360" y="119010"/>
                </a:cubicBezTo>
                <a:cubicBezTo>
                  <a:pt x="540753" y="124221"/>
                  <a:pt x="537060" y="128565"/>
                  <a:pt x="532282" y="132040"/>
                </a:cubicBezTo>
                <a:cubicBezTo>
                  <a:pt x="527506" y="135515"/>
                  <a:pt x="521787" y="138122"/>
                  <a:pt x="515126" y="139860"/>
                </a:cubicBezTo>
                <a:cubicBezTo>
                  <a:pt x="508468" y="141597"/>
                  <a:pt x="501157" y="142465"/>
                  <a:pt x="493193" y="142465"/>
                </a:cubicBezTo>
                <a:lnTo>
                  <a:pt x="447804" y="142465"/>
                </a:lnTo>
                <a:moveTo>
                  <a:pt x="465831" y="60592"/>
                </a:moveTo>
                <a:lnTo>
                  <a:pt x="486897" y="60592"/>
                </a:lnTo>
                <a:cubicBezTo>
                  <a:pt x="499058" y="60592"/>
                  <a:pt x="507816" y="58493"/>
                  <a:pt x="513171" y="54296"/>
                </a:cubicBezTo>
                <a:cubicBezTo>
                  <a:pt x="518529" y="50096"/>
                  <a:pt x="521207" y="44377"/>
                  <a:pt x="521207" y="37137"/>
                </a:cubicBezTo>
                <a:cubicBezTo>
                  <a:pt x="521207" y="28884"/>
                  <a:pt x="518420" y="23021"/>
                  <a:pt x="512847" y="19548"/>
                </a:cubicBezTo>
                <a:cubicBezTo>
                  <a:pt x="507273" y="16073"/>
                  <a:pt x="498912" y="14335"/>
                  <a:pt x="487765" y="14335"/>
                </a:cubicBezTo>
                <a:lnTo>
                  <a:pt x="465831" y="14335"/>
                </a:lnTo>
                <a:lnTo>
                  <a:pt x="465831" y="60592"/>
                </a:lnTo>
                <a:moveTo>
                  <a:pt x="465831" y="128133"/>
                </a:moveTo>
                <a:lnTo>
                  <a:pt x="490588" y="128133"/>
                </a:lnTo>
                <a:cubicBezTo>
                  <a:pt x="502893" y="128133"/>
                  <a:pt x="512448" y="125853"/>
                  <a:pt x="519252" y="121293"/>
                </a:cubicBezTo>
                <a:cubicBezTo>
                  <a:pt x="526059" y="116731"/>
                  <a:pt x="529462" y="109672"/>
                  <a:pt x="529462" y="100115"/>
                </a:cubicBezTo>
                <a:cubicBezTo>
                  <a:pt x="529462" y="91285"/>
                  <a:pt x="526131" y="84807"/>
                  <a:pt x="519471" y="80680"/>
                </a:cubicBezTo>
                <a:cubicBezTo>
                  <a:pt x="512810" y="76553"/>
                  <a:pt x="503183" y="74490"/>
                  <a:pt x="490588" y="74490"/>
                </a:cubicBezTo>
                <a:lnTo>
                  <a:pt x="465831" y="74490"/>
                </a:lnTo>
                <a:lnTo>
                  <a:pt x="465831" y="12813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0eb03d11a480f"/>
          <a:stretch xmlns:a="http://schemas.openxmlformats.org/drawingml/2006/main"/>
        </p:blipFill>
        <p:spPr>
          <a:xfrm xmlns:a="http://schemas.openxmlformats.org/drawingml/2006/main">
            <a:off x="8146904" y="956382"/>
            <a:ext cx="1563819" cy="1135376"/>
          </a:xfrm>
          <a:prstGeom xmlns:a="http://schemas.openxmlformats.org/drawingml/2006/main" prst="rect">
            <a:avLst/>
          </a:prstGeom>
        </p:spPr>
      </p:pic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3C9ABD-B340-4358-BDFF-EB91D706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955" y="956382"/>
            <a:ext cx="1567719" cy="1135377"/>
          </a:xfrm>
          <a:custGeom xmlns:a="http://schemas.openxmlformats.org/drawingml/2006/main">
            <a:pathLst>
              <a:path w="1567719" h="1135377" fill="none">
                <a:moveTo>
                  <a:pt x="0" y="0"/>
                </a:moveTo>
                <a:lnTo>
                  <a:pt x="1567719" y="0"/>
                </a:lnTo>
                <a:lnTo>
                  <a:pt x="1567719" y="1135377"/>
                </a:lnTo>
                <a:lnTo>
                  <a:pt x="0" y="11353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59" cap="flat">
            <a:solidFill>
              <a:srgbClr val="A5A5A5"/>
            </a:solidFill>
            <a:miter/>
          </a:ln>
        </p:spPr>
      </p:sp>
      <p:sp>
        <p:nvSpPr>
          <p:cNvPr id="99" name="Text DataflowB">
            <a:extLst xmlns:a="http://schemas.openxmlformats.org/drawingml/2006/main">
              <a:ext uri="{FF2B5EF4-FFF2-40B4-BE49-F238E27FC236}">
                <a16:creationId xmlns:a16="http://schemas.microsoft.com/office/drawing/2014/main" id="{857E61EA-9427-4305-85D3-84BCAD71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1" y="1007609"/>
            <a:ext cx="860562" cy="143852"/>
          </a:xfrm>
          <a:custGeom xmlns:a="http://schemas.openxmlformats.org/drawingml/2006/main">
            <a:pathLst>
              <a:path w="860562" h="143852">
                <a:moveTo>
                  <a:pt x="0" y="141508"/>
                </a:moveTo>
                <a:lnTo>
                  <a:pt x="0" y="13289"/>
                </a:lnTo>
                <a:lnTo>
                  <a:pt x="32055" y="13289"/>
                </a:lnTo>
                <a:cubicBezTo>
                  <a:pt x="51862" y="13289"/>
                  <a:pt x="66912" y="18762"/>
                  <a:pt x="77205" y="29707"/>
                </a:cubicBezTo>
                <a:cubicBezTo>
                  <a:pt x="87498" y="40653"/>
                  <a:pt x="92645" y="56355"/>
                  <a:pt x="92645" y="76814"/>
                </a:cubicBezTo>
                <a:cubicBezTo>
                  <a:pt x="92645" y="86976"/>
                  <a:pt x="91341" y="96064"/>
                  <a:pt x="88735" y="104079"/>
                </a:cubicBezTo>
                <a:cubicBezTo>
                  <a:pt x="86130" y="112092"/>
                  <a:pt x="82287" y="118868"/>
                  <a:pt x="77205" y="124407"/>
                </a:cubicBezTo>
                <a:cubicBezTo>
                  <a:pt x="72123" y="129944"/>
                  <a:pt x="65868" y="134179"/>
                  <a:pt x="58440" y="137112"/>
                </a:cubicBezTo>
                <a:cubicBezTo>
                  <a:pt x="51014" y="140042"/>
                  <a:pt x="42479" y="141508"/>
                  <a:pt x="32836" y="141508"/>
                </a:cubicBezTo>
                <a:lnTo>
                  <a:pt x="0" y="141508"/>
                </a:lnTo>
                <a:moveTo>
                  <a:pt x="16224" y="128218"/>
                </a:moveTo>
                <a:lnTo>
                  <a:pt x="30883" y="128218"/>
                </a:lnTo>
                <a:cubicBezTo>
                  <a:pt x="45868" y="128218"/>
                  <a:pt x="57107" y="123723"/>
                  <a:pt x="64598" y="114732"/>
                </a:cubicBezTo>
                <a:cubicBezTo>
                  <a:pt x="72090" y="105741"/>
                  <a:pt x="75836" y="93102"/>
                  <a:pt x="75836" y="76814"/>
                </a:cubicBezTo>
                <a:cubicBezTo>
                  <a:pt x="75836" y="60526"/>
                  <a:pt x="72090" y="48083"/>
                  <a:pt x="64598" y="39484"/>
                </a:cubicBezTo>
                <a:cubicBezTo>
                  <a:pt x="57107" y="30882"/>
                  <a:pt x="45868" y="26582"/>
                  <a:pt x="30883" y="26582"/>
                </a:cubicBezTo>
                <a:lnTo>
                  <a:pt x="16224" y="26582"/>
                </a:lnTo>
                <a:lnTo>
                  <a:pt x="16224" y="128218"/>
                </a:lnTo>
                <a:close/>
                <a:moveTo>
                  <a:pt x="139769" y="143852"/>
                </a:moveTo>
                <a:cubicBezTo>
                  <a:pt x="131820" y="143852"/>
                  <a:pt x="125207" y="141507"/>
                  <a:pt x="119931" y="136816"/>
                </a:cubicBezTo>
                <a:cubicBezTo>
                  <a:pt x="114654" y="132126"/>
                  <a:pt x="112015" y="125480"/>
                  <a:pt x="112015" y="116879"/>
                </a:cubicBezTo>
                <a:cubicBezTo>
                  <a:pt x="112015" y="106457"/>
                  <a:pt x="116641" y="98477"/>
                  <a:pt x="125892" y="92940"/>
                </a:cubicBezTo>
                <a:cubicBezTo>
                  <a:pt x="135144" y="87401"/>
                  <a:pt x="149933" y="83523"/>
                  <a:pt x="170261" y="81309"/>
                </a:cubicBezTo>
                <a:cubicBezTo>
                  <a:pt x="170261" y="78312"/>
                  <a:pt x="169968" y="75381"/>
                  <a:pt x="169381" y="72513"/>
                </a:cubicBezTo>
                <a:cubicBezTo>
                  <a:pt x="168795" y="69646"/>
                  <a:pt x="167785" y="67105"/>
                  <a:pt x="166351" y="64891"/>
                </a:cubicBezTo>
                <a:cubicBezTo>
                  <a:pt x="164918" y="62676"/>
                  <a:pt x="162931" y="60884"/>
                  <a:pt x="160390" y="59516"/>
                </a:cubicBezTo>
                <a:cubicBezTo>
                  <a:pt x="157849" y="58148"/>
                  <a:pt x="154624" y="57464"/>
                  <a:pt x="150715" y="57464"/>
                </a:cubicBezTo>
                <a:cubicBezTo>
                  <a:pt x="145241" y="57464"/>
                  <a:pt x="140093" y="58507"/>
                  <a:pt x="135272" y="60593"/>
                </a:cubicBezTo>
                <a:cubicBezTo>
                  <a:pt x="130452" y="62677"/>
                  <a:pt x="126153" y="65021"/>
                  <a:pt x="122373" y="67625"/>
                </a:cubicBezTo>
                <a:lnTo>
                  <a:pt x="116119" y="56486"/>
                </a:lnTo>
                <a:cubicBezTo>
                  <a:pt x="120549" y="53619"/>
                  <a:pt x="125956" y="50851"/>
                  <a:pt x="132340" y="48180"/>
                </a:cubicBezTo>
                <a:cubicBezTo>
                  <a:pt x="138727" y="45508"/>
                  <a:pt x="145764" y="44172"/>
                  <a:pt x="153453" y="44172"/>
                </a:cubicBezTo>
                <a:cubicBezTo>
                  <a:pt x="165048" y="44172"/>
                  <a:pt x="173451" y="47723"/>
                  <a:pt x="178663" y="54825"/>
                </a:cubicBezTo>
                <a:cubicBezTo>
                  <a:pt x="183876" y="61925"/>
                  <a:pt x="186482" y="71404"/>
                  <a:pt x="186482" y="83262"/>
                </a:cubicBezTo>
                <a:lnTo>
                  <a:pt x="186482" y="141508"/>
                </a:lnTo>
                <a:lnTo>
                  <a:pt x="173193" y="141508"/>
                </a:lnTo>
                <a:lnTo>
                  <a:pt x="171824" y="130172"/>
                </a:lnTo>
                <a:lnTo>
                  <a:pt x="171236" y="130172"/>
                </a:lnTo>
                <a:cubicBezTo>
                  <a:pt x="166677" y="133949"/>
                  <a:pt x="161791" y="137174"/>
                  <a:pt x="156578" y="139847"/>
                </a:cubicBezTo>
                <a:cubicBezTo>
                  <a:pt x="151367" y="142517"/>
                  <a:pt x="145764" y="143852"/>
                  <a:pt x="139769" y="143852"/>
                </a:cubicBezTo>
                <a:moveTo>
                  <a:pt x="144461" y="130953"/>
                </a:moveTo>
                <a:cubicBezTo>
                  <a:pt x="149022" y="130953"/>
                  <a:pt x="153321" y="129878"/>
                  <a:pt x="157359" y="127729"/>
                </a:cubicBezTo>
                <a:cubicBezTo>
                  <a:pt x="161400" y="125578"/>
                  <a:pt x="165700" y="122418"/>
                  <a:pt x="170261" y="118248"/>
                </a:cubicBezTo>
                <a:lnTo>
                  <a:pt x="170261" y="91863"/>
                </a:lnTo>
                <a:cubicBezTo>
                  <a:pt x="162312" y="92905"/>
                  <a:pt x="155634" y="94143"/>
                  <a:pt x="150226" y="95576"/>
                </a:cubicBezTo>
                <a:cubicBezTo>
                  <a:pt x="144818" y="97010"/>
                  <a:pt x="140452" y="98704"/>
                  <a:pt x="137130" y="100658"/>
                </a:cubicBezTo>
                <a:cubicBezTo>
                  <a:pt x="133808" y="102613"/>
                  <a:pt x="131397" y="104860"/>
                  <a:pt x="129898" y="107401"/>
                </a:cubicBezTo>
                <a:cubicBezTo>
                  <a:pt x="128401" y="109942"/>
                  <a:pt x="127652" y="112711"/>
                  <a:pt x="127652" y="115707"/>
                </a:cubicBezTo>
                <a:cubicBezTo>
                  <a:pt x="127652" y="121181"/>
                  <a:pt x="129280" y="125091"/>
                  <a:pt x="132537" y="127437"/>
                </a:cubicBezTo>
                <a:cubicBezTo>
                  <a:pt x="135796" y="129781"/>
                  <a:pt x="139770" y="130953"/>
                  <a:pt x="144461" y="130953"/>
                </a:cubicBezTo>
                <a:close/>
                <a:moveTo>
                  <a:pt x="245529" y="143852"/>
                </a:moveTo>
                <a:cubicBezTo>
                  <a:pt x="240447" y="143852"/>
                  <a:pt x="236179" y="143071"/>
                  <a:pt x="232726" y="141508"/>
                </a:cubicBezTo>
                <a:cubicBezTo>
                  <a:pt x="229274" y="139945"/>
                  <a:pt x="226473" y="137796"/>
                  <a:pt x="224321" y="135060"/>
                </a:cubicBezTo>
                <a:cubicBezTo>
                  <a:pt x="222172" y="132322"/>
                  <a:pt x="220641" y="128999"/>
                  <a:pt x="219728" y="125090"/>
                </a:cubicBezTo>
                <a:cubicBezTo>
                  <a:pt x="218816" y="121181"/>
                  <a:pt x="218360" y="116881"/>
                  <a:pt x="218360" y="112191"/>
                </a:cubicBezTo>
                <a:lnTo>
                  <a:pt x="218360" y="59612"/>
                </a:lnTo>
                <a:lnTo>
                  <a:pt x="204289" y="59612"/>
                </a:lnTo>
                <a:lnTo>
                  <a:pt x="204289" y="47494"/>
                </a:lnTo>
                <a:lnTo>
                  <a:pt x="219144" y="46519"/>
                </a:lnTo>
                <a:lnTo>
                  <a:pt x="221097" y="19937"/>
                </a:lnTo>
                <a:lnTo>
                  <a:pt x="234584" y="19937"/>
                </a:lnTo>
                <a:lnTo>
                  <a:pt x="234584" y="46519"/>
                </a:lnTo>
                <a:lnTo>
                  <a:pt x="260187" y="46519"/>
                </a:lnTo>
                <a:lnTo>
                  <a:pt x="260187" y="59612"/>
                </a:lnTo>
                <a:lnTo>
                  <a:pt x="234584" y="59612"/>
                </a:lnTo>
                <a:lnTo>
                  <a:pt x="234584" y="112385"/>
                </a:lnTo>
                <a:cubicBezTo>
                  <a:pt x="234584" y="118248"/>
                  <a:pt x="235658" y="122776"/>
                  <a:pt x="237808" y="125970"/>
                </a:cubicBezTo>
                <a:cubicBezTo>
                  <a:pt x="239959" y="129163"/>
                  <a:pt x="243770" y="130759"/>
                  <a:pt x="249242" y="130759"/>
                </a:cubicBezTo>
                <a:cubicBezTo>
                  <a:pt x="250936" y="130759"/>
                  <a:pt x="252760" y="130499"/>
                  <a:pt x="254715" y="129978"/>
                </a:cubicBezTo>
                <a:cubicBezTo>
                  <a:pt x="256669" y="129455"/>
                  <a:pt x="258429" y="128868"/>
                  <a:pt x="259993" y="128218"/>
                </a:cubicBezTo>
                <a:lnTo>
                  <a:pt x="263119" y="140336"/>
                </a:lnTo>
                <a:cubicBezTo>
                  <a:pt x="260512" y="141248"/>
                  <a:pt x="257678" y="142062"/>
                  <a:pt x="254616" y="142778"/>
                </a:cubicBezTo>
                <a:cubicBezTo>
                  <a:pt x="251554" y="143494"/>
                  <a:pt x="248525" y="143852"/>
                  <a:pt x="245529" y="143852"/>
                </a:cubicBezTo>
                <a:close/>
                <a:moveTo>
                  <a:pt x="302620" y="143852"/>
                </a:moveTo>
                <a:cubicBezTo>
                  <a:pt x="294671" y="143852"/>
                  <a:pt x="288058" y="141507"/>
                  <a:pt x="282781" y="136816"/>
                </a:cubicBezTo>
                <a:cubicBezTo>
                  <a:pt x="277504" y="132126"/>
                  <a:pt x="274866" y="125480"/>
                  <a:pt x="274866" y="116879"/>
                </a:cubicBezTo>
                <a:cubicBezTo>
                  <a:pt x="274866" y="106457"/>
                  <a:pt x="279492" y="98477"/>
                  <a:pt x="288743" y="92940"/>
                </a:cubicBezTo>
                <a:cubicBezTo>
                  <a:pt x="297994" y="87401"/>
                  <a:pt x="312784" y="83523"/>
                  <a:pt x="333112" y="81309"/>
                </a:cubicBezTo>
                <a:cubicBezTo>
                  <a:pt x="333112" y="78312"/>
                  <a:pt x="332819" y="75381"/>
                  <a:pt x="332232" y="72513"/>
                </a:cubicBezTo>
                <a:cubicBezTo>
                  <a:pt x="331645" y="69646"/>
                  <a:pt x="330635" y="67105"/>
                  <a:pt x="329202" y="64891"/>
                </a:cubicBezTo>
                <a:cubicBezTo>
                  <a:pt x="327768" y="62676"/>
                  <a:pt x="325781" y="60884"/>
                  <a:pt x="323240" y="59516"/>
                </a:cubicBezTo>
                <a:cubicBezTo>
                  <a:pt x="320699" y="58148"/>
                  <a:pt x="317474" y="57464"/>
                  <a:pt x="313565" y="57464"/>
                </a:cubicBezTo>
                <a:cubicBezTo>
                  <a:pt x="308092" y="57464"/>
                  <a:pt x="302944" y="58507"/>
                  <a:pt x="298123" y="60593"/>
                </a:cubicBezTo>
                <a:cubicBezTo>
                  <a:pt x="293303" y="62677"/>
                  <a:pt x="289003" y="65021"/>
                  <a:pt x="285224" y="67625"/>
                </a:cubicBezTo>
                <a:lnTo>
                  <a:pt x="278970" y="56486"/>
                </a:lnTo>
                <a:cubicBezTo>
                  <a:pt x="283400" y="53619"/>
                  <a:pt x="288807" y="50851"/>
                  <a:pt x="295191" y="48180"/>
                </a:cubicBezTo>
                <a:cubicBezTo>
                  <a:pt x="301577" y="45508"/>
                  <a:pt x="308615" y="44172"/>
                  <a:pt x="316303" y="44172"/>
                </a:cubicBezTo>
                <a:cubicBezTo>
                  <a:pt x="327899" y="44172"/>
                  <a:pt x="336302" y="47723"/>
                  <a:pt x="341513" y="54825"/>
                </a:cubicBezTo>
                <a:cubicBezTo>
                  <a:pt x="346726" y="61925"/>
                  <a:pt x="349333" y="71404"/>
                  <a:pt x="349333" y="83262"/>
                </a:cubicBezTo>
                <a:lnTo>
                  <a:pt x="349333" y="141508"/>
                </a:lnTo>
                <a:lnTo>
                  <a:pt x="336044" y="141508"/>
                </a:lnTo>
                <a:lnTo>
                  <a:pt x="334675" y="130172"/>
                </a:lnTo>
                <a:lnTo>
                  <a:pt x="334087" y="130172"/>
                </a:lnTo>
                <a:cubicBezTo>
                  <a:pt x="329528" y="133949"/>
                  <a:pt x="324642" y="137174"/>
                  <a:pt x="319429" y="139847"/>
                </a:cubicBezTo>
                <a:cubicBezTo>
                  <a:pt x="314217" y="142517"/>
                  <a:pt x="308615" y="143852"/>
                  <a:pt x="302620" y="143852"/>
                </a:cubicBezTo>
                <a:moveTo>
                  <a:pt x="307311" y="130953"/>
                </a:moveTo>
                <a:cubicBezTo>
                  <a:pt x="311872" y="130953"/>
                  <a:pt x="316172" y="129878"/>
                  <a:pt x="320210" y="127729"/>
                </a:cubicBezTo>
                <a:cubicBezTo>
                  <a:pt x="324250" y="125578"/>
                  <a:pt x="328551" y="122418"/>
                  <a:pt x="333112" y="118248"/>
                </a:cubicBezTo>
                <a:lnTo>
                  <a:pt x="333112" y="91863"/>
                </a:lnTo>
                <a:cubicBezTo>
                  <a:pt x="325163" y="92905"/>
                  <a:pt x="318484" y="94143"/>
                  <a:pt x="313076" y="95576"/>
                </a:cubicBezTo>
                <a:cubicBezTo>
                  <a:pt x="307668" y="97010"/>
                  <a:pt x="303303" y="98704"/>
                  <a:pt x="299981" y="100658"/>
                </a:cubicBezTo>
                <a:cubicBezTo>
                  <a:pt x="296658" y="102613"/>
                  <a:pt x="294247" y="104860"/>
                  <a:pt x="292748" y="107401"/>
                </a:cubicBezTo>
                <a:cubicBezTo>
                  <a:pt x="291251" y="109942"/>
                  <a:pt x="290503" y="112711"/>
                  <a:pt x="290503" y="115707"/>
                </a:cubicBezTo>
                <a:cubicBezTo>
                  <a:pt x="290503" y="121181"/>
                  <a:pt x="292131" y="125091"/>
                  <a:pt x="295388" y="127437"/>
                </a:cubicBezTo>
                <a:cubicBezTo>
                  <a:pt x="298646" y="129781"/>
                  <a:pt x="302621" y="130953"/>
                  <a:pt x="307311" y="130953"/>
                </a:cubicBezTo>
                <a:close/>
                <a:moveTo>
                  <a:pt x="381210" y="141508"/>
                </a:moveTo>
                <a:lnTo>
                  <a:pt x="381210" y="59612"/>
                </a:lnTo>
                <a:lnTo>
                  <a:pt x="368312" y="59612"/>
                </a:lnTo>
                <a:lnTo>
                  <a:pt x="368312" y="47494"/>
                </a:lnTo>
                <a:lnTo>
                  <a:pt x="381210" y="46519"/>
                </a:lnTo>
                <a:lnTo>
                  <a:pt x="381210" y="31467"/>
                </a:lnTo>
                <a:cubicBezTo>
                  <a:pt x="381210" y="21695"/>
                  <a:pt x="383458" y="14007"/>
                  <a:pt x="387954" y="8404"/>
                </a:cubicBezTo>
                <a:cubicBezTo>
                  <a:pt x="392449" y="2801"/>
                  <a:pt x="399454" y="0"/>
                  <a:pt x="408967" y="0"/>
                </a:cubicBezTo>
                <a:cubicBezTo>
                  <a:pt x="411964" y="0"/>
                  <a:pt x="414797" y="293"/>
                  <a:pt x="417467" y="880"/>
                </a:cubicBezTo>
                <a:cubicBezTo>
                  <a:pt x="420139" y="1466"/>
                  <a:pt x="422583" y="2216"/>
                  <a:pt x="424798" y="3129"/>
                </a:cubicBezTo>
                <a:lnTo>
                  <a:pt x="421279" y="15440"/>
                </a:lnTo>
                <a:cubicBezTo>
                  <a:pt x="417761" y="13877"/>
                  <a:pt x="414179" y="13096"/>
                  <a:pt x="410530" y="13096"/>
                </a:cubicBezTo>
                <a:cubicBezTo>
                  <a:pt x="401669" y="13096"/>
                  <a:pt x="397238" y="19219"/>
                  <a:pt x="397238" y="31467"/>
                </a:cubicBezTo>
                <a:lnTo>
                  <a:pt x="397238" y="46519"/>
                </a:lnTo>
                <a:lnTo>
                  <a:pt x="417372" y="46519"/>
                </a:lnTo>
                <a:lnTo>
                  <a:pt x="417372" y="59612"/>
                </a:lnTo>
                <a:lnTo>
                  <a:pt x="397238" y="59612"/>
                </a:lnTo>
                <a:lnTo>
                  <a:pt x="397238" y="141508"/>
                </a:lnTo>
                <a:lnTo>
                  <a:pt x="381210" y="141508"/>
                </a:lnTo>
                <a:close/>
                <a:moveTo>
                  <a:pt x="452573" y="143852"/>
                </a:moveTo>
                <a:cubicBezTo>
                  <a:pt x="446447" y="143852"/>
                  <a:pt x="442081" y="142028"/>
                  <a:pt x="439474" y="138379"/>
                </a:cubicBezTo>
                <a:cubicBezTo>
                  <a:pt x="436870" y="134731"/>
                  <a:pt x="435568" y="129388"/>
                  <a:pt x="435568" y="122352"/>
                </a:cubicBezTo>
                <a:lnTo>
                  <a:pt x="435568" y="2344"/>
                </a:lnTo>
                <a:lnTo>
                  <a:pt x="451595" y="2344"/>
                </a:lnTo>
                <a:lnTo>
                  <a:pt x="451595" y="123527"/>
                </a:lnTo>
                <a:cubicBezTo>
                  <a:pt x="451595" y="126132"/>
                  <a:pt x="452050" y="127956"/>
                  <a:pt x="452961" y="129000"/>
                </a:cubicBezTo>
                <a:cubicBezTo>
                  <a:pt x="453873" y="130042"/>
                  <a:pt x="454916" y="130562"/>
                  <a:pt x="456089" y="130562"/>
                </a:cubicBezTo>
                <a:cubicBezTo>
                  <a:pt x="456610" y="130562"/>
                  <a:pt x="457098" y="130562"/>
                  <a:pt x="457554" y="130562"/>
                </a:cubicBezTo>
                <a:cubicBezTo>
                  <a:pt x="458011" y="130562"/>
                  <a:pt x="458696" y="130432"/>
                  <a:pt x="459609" y="130172"/>
                </a:cubicBezTo>
                <a:lnTo>
                  <a:pt x="461759" y="142289"/>
                </a:lnTo>
                <a:cubicBezTo>
                  <a:pt x="460715" y="142810"/>
                  <a:pt x="459476" y="143201"/>
                  <a:pt x="458043" y="143461"/>
                </a:cubicBezTo>
                <a:cubicBezTo>
                  <a:pt x="456611" y="143722"/>
                  <a:pt x="454788" y="143852"/>
                  <a:pt x="452573" y="143852"/>
                </a:cubicBezTo>
                <a:close/>
                <a:moveTo>
                  <a:pt x="521390" y="143852"/>
                </a:moveTo>
                <a:cubicBezTo>
                  <a:pt x="515527" y="143852"/>
                  <a:pt x="509957" y="142744"/>
                  <a:pt x="504680" y="140530"/>
                </a:cubicBezTo>
                <a:cubicBezTo>
                  <a:pt x="499403" y="138315"/>
                  <a:pt x="494744" y="135090"/>
                  <a:pt x="490704" y="130855"/>
                </a:cubicBezTo>
                <a:cubicBezTo>
                  <a:pt x="486664" y="126620"/>
                  <a:pt x="483439" y="121408"/>
                  <a:pt x="481029" y="115218"/>
                </a:cubicBezTo>
                <a:cubicBezTo>
                  <a:pt x="478620" y="109029"/>
                  <a:pt x="477415" y="102025"/>
                  <a:pt x="477415" y="94207"/>
                </a:cubicBezTo>
                <a:cubicBezTo>
                  <a:pt x="477415" y="86260"/>
                  <a:pt x="478620" y="79192"/>
                  <a:pt x="481029" y="73003"/>
                </a:cubicBezTo>
                <a:cubicBezTo>
                  <a:pt x="483439" y="66813"/>
                  <a:pt x="486664" y="61568"/>
                  <a:pt x="490704" y="57268"/>
                </a:cubicBezTo>
                <a:cubicBezTo>
                  <a:pt x="494744" y="52967"/>
                  <a:pt x="499403" y="49709"/>
                  <a:pt x="504680" y="47494"/>
                </a:cubicBezTo>
                <a:cubicBezTo>
                  <a:pt x="509957" y="45279"/>
                  <a:pt x="515527" y="44172"/>
                  <a:pt x="521390" y="44172"/>
                </a:cubicBezTo>
                <a:cubicBezTo>
                  <a:pt x="527253" y="44172"/>
                  <a:pt x="532823" y="45279"/>
                  <a:pt x="538100" y="47494"/>
                </a:cubicBezTo>
                <a:cubicBezTo>
                  <a:pt x="543379" y="49709"/>
                  <a:pt x="548038" y="52967"/>
                  <a:pt x="552076" y="57268"/>
                </a:cubicBezTo>
                <a:cubicBezTo>
                  <a:pt x="556116" y="61568"/>
                  <a:pt x="559341" y="66813"/>
                  <a:pt x="561750" y="73003"/>
                </a:cubicBezTo>
                <a:cubicBezTo>
                  <a:pt x="564162" y="79192"/>
                  <a:pt x="565368" y="86260"/>
                  <a:pt x="565368" y="94207"/>
                </a:cubicBezTo>
                <a:cubicBezTo>
                  <a:pt x="565368" y="102025"/>
                  <a:pt x="564162" y="109029"/>
                  <a:pt x="561750" y="115218"/>
                </a:cubicBezTo>
                <a:cubicBezTo>
                  <a:pt x="559341" y="121408"/>
                  <a:pt x="556116" y="126620"/>
                  <a:pt x="552076" y="130855"/>
                </a:cubicBezTo>
                <a:cubicBezTo>
                  <a:pt x="548038" y="135090"/>
                  <a:pt x="543379" y="138315"/>
                  <a:pt x="538100" y="140530"/>
                </a:cubicBezTo>
                <a:cubicBezTo>
                  <a:pt x="532823" y="142744"/>
                  <a:pt x="527253" y="143852"/>
                  <a:pt x="521390" y="143852"/>
                </a:cubicBezTo>
                <a:moveTo>
                  <a:pt x="521390" y="130562"/>
                </a:moveTo>
                <a:cubicBezTo>
                  <a:pt x="525430" y="130562"/>
                  <a:pt x="529144" y="129684"/>
                  <a:pt x="532532" y="127926"/>
                </a:cubicBezTo>
                <a:cubicBezTo>
                  <a:pt x="535920" y="126166"/>
                  <a:pt x="538819" y="123690"/>
                  <a:pt x="541229" y="120497"/>
                </a:cubicBezTo>
                <a:cubicBezTo>
                  <a:pt x="543640" y="117304"/>
                  <a:pt x="545498" y="113492"/>
                  <a:pt x="546800" y="109063"/>
                </a:cubicBezTo>
                <a:cubicBezTo>
                  <a:pt x="548102" y="104633"/>
                  <a:pt x="548753" y="99681"/>
                  <a:pt x="548753" y="94207"/>
                </a:cubicBezTo>
                <a:cubicBezTo>
                  <a:pt x="548753" y="88736"/>
                  <a:pt x="548102" y="83752"/>
                  <a:pt x="546800" y="79257"/>
                </a:cubicBezTo>
                <a:cubicBezTo>
                  <a:pt x="545498" y="74761"/>
                  <a:pt x="543640" y="70885"/>
                  <a:pt x="541229" y="67628"/>
                </a:cubicBezTo>
                <a:cubicBezTo>
                  <a:pt x="538819" y="64370"/>
                  <a:pt x="535920" y="61861"/>
                  <a:pt x="532532" y="60104"/>
                </a:cubicBezTo>
                <a:cubicBezTo>
                  <a:pt x="529144" y="58344"/>
                  <a:pt x="525430" y="57464"/>
                  <a:pt x="521390" y="57464"/>
                </a:cubicBezTo>
                <a:cubicBezTo>
                  <a:pt x="517352" y="57464"/>
                  <a:pt x="513639" y="58344"/>
                  <a:pt x="510251" y="60104"/>
                </a:cubicBezTo>
                <a:cubicBezTo>
                  <a:pt x="506863" y="61861"/>
                  <a:pt x="503963" y="64370"/>
                  <a:pt x="501551" y="67628"/>
                </a:cubicBezTo>
                <a:cubicBezTo>
                  <a:pt x="499141" y="70885"/>
                  <a:pt x="497284" y="74761"/>
                  <a:pt x="495980" y="79257"/>
                </a:cubicBezTo>
                <a:cubicBezTo>
                  <a:pt x="494678" y="83752"/>
                  <a:pt x="494027" y="88736"/>
                  <a:pt x="494027" y="94207"/>
                </a:cubicBezTo>
                <a:cubicBezTo>
                  <a:pt x="494027" y="99681"/>
                  <a:pt x="494678" y="104633"/>
                  <a:pt x="495980" y="109063"/>
                </a:cubicBezTo>
                <a:cubicBezTo>
                  <a:pt x="497284" y="113492"/>
                  <a:pt x="499141" y="117304"/>
                  <a:pt x="501551" y="120497"/>
                </a:cubicBezTo>
                <a:cubicBezTo>
                  <a:pt x="503963" y="123690"/>
                  <a:pt x="506863" y="126166"/>
                  <a:pt x="510251" y="127926"/>
                </a:cubicBezTo>
                <a:cubicBezTo>
                  <a:pt x="513639" y="129684"/>
                  <a:pt x="517352" y="130562"/>
                  <a:pt x="521390" y="130562"/>
                </a:cubicBezTo>
                <a:close/>
                <a:moveTo>
                  <a:pt x="605455" y="141508"/>
                </a:moveTo>
                <a:lnTo>
                  <a:pt x="579069" y="46519"/>
                </a:lnTo>
                <a:lnTo>
                  <a:pt x="595487" y="46519"/>
                </a:lnTo>
                <a:lnTo>
                  <a:pt x="609558" y="101440"/>
                </a:lnTo>
                <a:cubicBezTo>
                  <a:pt x="610602" y="106001"/>
                  <a:pt x="611579" y="110431"/>
                  <a:pt x="612490" y="114732"/>
                </a:cubicBezTo>
                <a:cubicBezTo>
                  <a:pt x="613403" y="119031"/>
                  <a:pt x="614315" y="123395"/>
                  <a:pt x="615228" y="127825"/>
                </a:cubicBezTo>
                <a:lnTo>
                  <a:pt x="616009" y="127825"/>
                </a:lnTo>
                <a:cubicBezTo>
                  <a:pt x="617051" y="123395"/>
                  <a:pt x="618093" y="118998"/>
                  <a:pt x="619135" y="114634"/>
                </a:cubicBezTo>
                <a:cubicBezTo>
                  <a:pt x="620179" y="110267"/>
                  <a:pt x="621287" y="105869"/>
                  <a:pt x="622460" y="101440"/>
                </a:cubicBezTo>
                <a:lnTo>
                  <a:pt x="637118" y="46519"/>
                </a:lnTo>
                <a:lnTo>
                  <a:pt x="652755" y="46519"/>
                </a:lnTo>
                <a:lnTo>
                  <a:pt x="667610" y="101440"/>
                </a:lnTo>
                <a:cubicBezTo>
                  <a:pt x="668781" y="106001"/>
                  <a:pt x="669921" y="110431"/>
                  <a:pt x="671028" y="114732"/>
                </a:cubicBezTo>
                <a:cubicBezTo>
                  <a:pt x="672138" y="119031"/>
                  <a:pt x="673213" y="123395"/>
                  <a:pt x="674255" y="127825"/>
                </a:cubicBezTo>
                <a:lnTo>
                  <a:pt x="675036" y="127825"/>
                </a:lnTo>
                <a:cubicBezTo>
                  <a:pt x="676078" y="123395"/>
                  <a:pt x="677055" y="119031"/>
                  <a:pt x="677968" y="114732"/>
                </a:cubicBezTo>
                <a:cubicBezTo>
                  <a:pt x="678881" y="110431"/>
                  <a:pt x="679858" y="106001"/>
                  <a:pt x="680900" y="101440"/>
                </a:cubicBezTo>
                <a:lnTo>
                  <a:pt x="694777" y="46519"/>
                </a:lnTo>
                <a:lnTo>
                  <a:pt x="710023" y="46519"/>
                </a:lnTo>
                <a:lnTo>
                  <a:pt x="684613" y="141508"/>
                </a:lnTo>
                <a:lnTo>
                  <a:pt x="665069" y="141508"/>
                </a:lnTo>
                <a:lnTo>
                  <a:pt x="651386" y="90494"/>
                </a:lnTo>
                <a:cubicBezTo>
                  <a:pt x="650213" y="85933"/>
                  <a:pt x="649137" y="81438"/>
                  <a:pt x="648159" y="77008"/>
                </a:cubicBezTo>
                <a:cubicBezTo>
                  <a:pt x="647183" y="72578"/>
                  <a:pt x="646108" y="67952"/>
                  <a:pt x="644935" y="63131"/>
                </a:cubicBezTo>
                <a:lnTo>
                  <a:pt x="644154" y="63131"/>
                </a:lnTo>
                <a:cubicBezTo>
                  <a:pt x="643112" y="67952"/>
                  <a:pt x="642069" y="72611"/>
                  <a:pt x="641025" y="77106"/>
                </a:cubicBezTo>
                <a:cubicBezTo>
                  <a:pt x="639984" y="81602"/>
                  <a:pt x="638811" y="86130"/>
                  <a:pt x="637509" y="90691"/>
                </a:cubicBezTo>
                <a:lnTo>
                  <a:pt x="624220" y="141508"/>
                </a:lnTo>
                <a:lnTo>
                  <a:pt x="605455" y="141508"/>
                </a:lnTo>
                <a:close/>
                <a:moveTo>
                  <a:pt x="771043" y="141508"/>
                </a:moveTo>
                <a:lnTo>
                  <a:pt x="771043" y="13289"/>
                </a:lnTo>
                <a:lnTo>
                  <a:pt x="809157" y="13289"/>
                </a:lnTo>
                <a:cubicBezTo>
                  <a:pt x="815673" y="13289"/>
                  <a:pt x="821634" y="13876"/>
                  <a:pt x="827040" y="15049"/>
                </a:cubicBezTo>
                <a:cubicBezTo>
                  <a:pt x="832448" y="16222"/>
                  <a:pt x="837073" y="18046"/>
                  <a:pt x="840917" y="20522"/>
                </a:cubicBezTo>
                <a:cubicBezTo>
                  <a:pt x="844762" y="22997"/>
                  <a:pt x="847759" y="26222"/>
                  <a:pt x="849909" y="30197"/>
                </a:cubicBezTo>
                <a:cubicBezTo>
                  <a:pt x="852058" y="34171"/>
                  <a:pt x="853133" y="38960"/>
                  <a:pt x="853133" y="44563"/>
                </a:cubicBezTo>
                <a:cubicBezTo>
                  <a:pt x="853133" y="50947"/>
                  <a:pt x="851536" y="56713"/>
                  <a:pt x="848343" y="61860"/>
                </a:cubicBezTo>
                <a:cubicBezTo>
                  <a:pt x="845152" y="67008"/>
                  <a:pt x="840494" y="70559"/>
                  <a:pt x="834370" y="72513"/>
                </a:cubicBezTo>
                <a:lnTo>
                  <a:pt x="834370" y="73295"/>
                </a:lnTo>
                <a:cubicBezTo>
                  <a:pt x="842188" y="74728"/>
                  <a:pt x="848508" y="77986"/>
                  <a:pt x="853329" y="83068"/>
                </a:cubicBezTo>
                <a:cubicBezTo>
                  <a:pt x="858151" y="88150"/>
                  <a:pt x="860562" y="95121"/>
                  <a:pt x="860562" y="103981"/>
                </a:cubicBezTo>
                <a:cubicBezTo>
                  <a:pt x="860562" y="110236"/>
                  <a:pt x="859389" y="115708"/>
                  <a:pt x="857042" y="120399"/>
                </a:cubicBezTo>
                <a:cubicBezTo>
                  <a:pt x="854696" y="125089"/>
                  <a:pt x="851373" y="128998"/>
                  <a:pt x="847072" y="132125"/>
                </a:cubicBezTo>
                <a:cubicBezTo>
                  <a:pt x="842774" y="135253"/>
                  <a:pt x="837627" y="137599"/>
                  <a:pt x="831633" y="139164"/>
                </a:cubicBezTo>
                <a:cubicBezTo>
                  <a:pt x="825640" y="140726"/>
                  <a:pt x="819060" y="141508"/>
                  <a:pt x="811892" y="141508"/>
                </a:cubicBezTo>
                <a:lnTo>
                  <a:pt x="771043" y="141508"/>
                </a:lnTo>
                <a:moveTo>
                  <a:pt x="787267" y="67822"/>
                </a:moveTo>
                <a:lnTo>
                  <a:pt x="806226" y="67822"/>
                </a:lnTo>
                <a:cubicBezTo>
                  <a:pt x="817171" y="67822"/>
                  <a:pt x="825053" y="65933"/>
                  <a:pt x="829873" y="62156"/>
                </a:cubicBezTo>
                <a:cubicBezTo>
                  <a:pt x="834695" y="58376"/>
                  <a:pt x="837105" y="53228"/>
                  <a:pt x="837105" y="46713"/>
                </a:cubicBezTo>
                <a:cubicBezTo>
                  <a:pt x="837105" y="39285"/>
                  <a:pt x="834597" y="34008"/>
                  <a:pt x="829581" y="30882"/>
                </a:cubicBezTo>
                <a:cubicBezTo>
                  <a:pt x="824564" y="27755"/>
                  <a:pt x="817040" y="26191"/>
                  <a:pt x="807007" y="26191"/>
                </a:cubicBezTo>
                <a:lnTo>
                  <a:pt x="787267" y="26191"/>
                </a:lnTo>
                <a:lnTo>
                  <a:pt x="787267" y="67822"/>
                </a:lnTo>
                <a:moveTo>
                  <a:pt x="787267" y="128609"/>
                </a:moveTo>
                <a:lnTo>
                  <a:pt x="809548" y="128609"/>
                </a:lnTo>
                <a:cubicBezTo>
                  <a:pt x="820623" y="128609"/>
                  <a:pt x="829222" y="126557"/>
                  <a:pt x="835346" y="122453"/>
                </a:cubicBezTo>
                <a:cubicBezTo>
                  <a:pt x="841471" y="118348"/>
                  <a:pt x="844534" y="111994"/>
                  <a:pt x="844534" y="103393"/>
                </a:cubicBezTo>
                <a:cubicBezTo>
                  <a:pt x="844534" y="95446"/>
                  <a:pt x="841537" y="89615"/>
                  <a:pt x="835543" y="85901"/>
                </a:cubicBezTo>
                <a:cubicBezTo>
                  <a:pt x="829548" y="82187"/>
                  <a:pt x="820883" y="80330"/>
                  <a:pt x="809548" y="80330"/>
                </a:cubicBezTo>
                <a:lnTo>
                  <a:pt x="787267" y="80330"/>
                </a:lnTo>
                <a:lnTo>
                  <a:pt x="787267" y="12860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FA413-4174-4DA1-ABB7-29BC50A6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8353" y="1863664"/>
            <a:ext cx="293308" cy="184781"/>
          </a:xfrm>
          <a:custGeom xmlns:a="http://schemas.openxmlformats.org/drawingml/2006/main">
            <a:pathLst>
              <a:path w="293308" h="184781">
                <a:moveTo>
                  <a:pt x="0" y="0"/>
                </a:moveTo>
                <a:lnTo>
                  <a:pt x="293308" y="0"/>
                </a:lnTo>
                <a:lnTo>
                  <a:pt x="293308" y="184781"/>
                </a:lnTo>
                <a:lnTo>
                  <a:pt x="0" y="1847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EDE90-E126-44E3-834F-277948F8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8352" y="1863663"/>
            <a:ext cx="293308" cy="184783"/>
          </a:xfrm>
          <a:custGeom xmlns:a="http://schemas.openxmlformats.org/drawingml/2006/main">
            <a:pathLst>
              <a:path w="293308" h="184783" fill="none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595959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3FF353-CD54-4D1A-BB78-CB2041A0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3480" y="1863664"/>
            <a:ext cx="293308" cy="184781"/>
          </a:xfrm>
          <a:custGeom xmlns:a="http://schemas.openxmlformats.org/drawingml/2006/main">
            <a:pathLst>
              <a:path w="293308" h="184781">
                <a:moveTo>
                  <a:pt x="0" y="0"/>
                </a:moveTo>
                <a:lnTo>
                  <a:pt x="293308" y="0"/>
                </a:lnTo>
                <a:lnTo>
                  <a:pt x="293308" y="184781"/>
                </a:lnTo>
                <a:lnTo>
                  <a:pt x="0" y="1847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A025EB-7E02-4B23-851D-93E98F58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3480" y="1863663"/>
            <a:ext cx="293308" cy="184783"/>
          </a:xfrm>
          <a:custGeom xmlns:a="http://schemas.openxmlformats.org/drawingml/2006/main">
            <a:pathLst>
              <a:path w="293308" h="184783" fill="none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595959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6765F-F0D0-4F55-83A3-BE51B9BA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660" y="1890904"/>
            <a:ext cx="281819" cy="130302"/>
          </a:xfrm>
          <a:custGeom xmlns:a="http://schemas.openxmlformats.org/drawingml/2006/main">
            <a:pathLst>
              <a:path w="281819" h="130302">
                <a:moveTo>
                  <a:pt x="151517" y="130302"/>
                </a:moveTo>
                <a:lnTo>
                  <a:pt x="281819" y="65153"/>
                </a:lnTo>
                <a:lnTo>
                  <a:pt x="151517" y="0"/>
                </a:lnTo>
                <a:lnTo>
                  <a:pt x="151517" y="54294"/>
                </a:lnTo>
                <a:lnTo>
                  <a:pt x="0" y="54293"/>
                </a:lnTo>
                <a:lnTo>
                  <a:pt x="0" y="76010"/>
                </a:lnTo>
                <a:lnTo>
                  <a:pt x="151517" y="76011"/>
                </a:lnTo>
                <a:lnTo>
                  <a:pt x="151517" y="130302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ED3E8-2F16-4B3C-880D-B86BB4E5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604" y="1863664"/>
            <a:ext cx="293308" cy="184781"/>
          </a:xfrm>
          <a:custGeom xmlns:a="http://schemas.openxmlformats.org/drawingml/2006/main">
            <a:pathLst>
              <a:path w="293308" h="184781">
                <a:moveTo>
                  <a:pt x="0" y="0"/>
                </a:moveTo>
                <a:lnTo>
                  <a:pt x="293308" y="0"/>
                </a:lnTo>
                <a:lnTo>
                  <a:pt x="293308" y="184781"/>
                </a:lnTo>
                <a:lnTo>
                  <a:pt x="0" y="1847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AA736-48BA-4676-9824-1493D495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605" y="1863663"/>
            <a:ext cx="293308" cy="184783"/>
          </a:xfrm>
          <a:custGeom xmlns:a="http://schemas.openxmlformats.org/drawingml/2006/main">
            <a:pathLst>
              <a:path w="293308" h="184783" fill="none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595959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D8DDAC-FA7B-46BD-97F6-456FA375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6787" y="1890904"/>
            <a:ext cx="281817" cy="130302"/>
          </a:xfrm>
          <a:custGeom xmlns:a="http://schemas.openxmlformats.org/drawingml/2006/main">
            <a:pathLst>
              <a:path w="281817" h="130302">
                <a:moveTo>
                  <a:pt x="151515" y="130302"/>
                </a:moveTo>
                <a:lnTo>
                  <a:pt x="281817" y="65153"/>
                </a:lnTo>
                <a:lnTo>
                  <a:pt x="151517" y="0"/>
                </a:lnTo>
                <a:lnTo>
                  <a:pt x="151516" y="54294"/>
                </a:lnTo>
                <a:lnTo>
                  <a:pt x="0" y="54293"/>
                </a:lnTo>
                <a:lnTo>
                  <a:pt x="0" y="76010"/>
                </a:lnTo>
                <a:lnTo>
                  <a:pt x="151516" y="76011"/>
                </a:lnTo>
                <a:lnTo>
                  <a:pt x="151515" y="130302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BA9B3-2A58-46AB-A3B0-8FA66D97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208" y="1411030"/>
            <a:ext cx="293308" cy="184783"/>
          </a:xfrm>
          <a:custGeom xmlns:a="http://schemas.openxmlformats.org/drawingml/2006/main">
            <a:pathLst>
              <a:path w="293308" h="184783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4A55E7-9DCA-4DA4-B809-C34EAD3A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208" y="1411029"/>
            <a:ext cx="293308" cy="184783"/>
          </a:xfrm>
          <a:custGeom xmlns:a="http://schemas.openxmlformats.org/drawingml/2006/main">
            <a:pathLst>
              <a:path w="293308" h="184783" fill="none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595959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3B93D-4633-41A6-B652-A033C7D4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6115" y="1217722"/>
            <a:ext cx="293308" cy="184781"/>
          </a:xfrm>
          <a:custGeom xmlns:a="http://schemas.openxmlformats.org/drawingml/2006/main">
            <a:pathLst>
              <a:path w="293308" h="184781">
                <a:moveTo>
                  <a:pt x="0" y="0"/>
                </a:moveTo>
                <a:lnTo>
                  <a:pt x="293308" y="0"/>
                </a:lnTo>
                <a:lnTo>
                  <a:pt x="293308" y="184781"/>
                </a:lnTo>
                <a:lnTo>
                  <a:pt x="0" y="1847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E7497F-AE56-45F7-8E4B-AE6D3068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6115" y="1217722"/>
            <a:ext cx="293308" cy="184783"/>
          </a:xfrm>
          <a:custGeom xmlns:a="http://schemas.openxmlformats.org/drawingml/2006/main">
            <a:pathLst>
              <a:path w="293308" h="184783" fill="none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595959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13B9AD-0AB5-4BDB-A629-E8272F11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222" y="1596771"/>
            <a:ext cx="293308" cy="184783"/>
          </a:xfrm>
          <a:custGeom xmlns:a="http://schemas.openxmlformats.org/drawingml/2006/main">
            <a:pathLst>
              <a:path w="293308" h="184783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E94E47-A03B-4930-86E6-ED34AD54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223" y="1596770"/>
            <a:ext cx="293308" cy="184783"/>
          </a:xfrm>
          <a:custGeom xmlns:a="http://schemas.openxmlformats.org/drawingml/2006/main">
            <a:pathLst>
              <a:path w="293308" h="184783" fill="none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595959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8CA594-DB0A-4CBD-AC18-93853F34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515" y="1244962"/>
            <a:ext cx="266600" cy="269317"/>
          </a:xfrm>
          <a:custGeom xmlns:a="http://schemas.openxmlformats.org/drawingml/2006/main">
            <a:pathLst>
              <a:path w="266600" h="269317">
                <a:moveTo>
                  <a:pt x="266600" y="65151"/>
                </a:moveTo>
                <a:lnTo>
                  <a:pt x="136298" y="0"/>
                </a:lnTo>
                <a:lnTo>
                  <a:pt x="136298" y="54293"/>
                </a:lnTo>
                <a:lnTo>
                  <a:pt x="77339" y="54293"/>
                </a:lnTo>
                <a:lnTo>
                  <a:pt x="77339" y="247600"/>
                </a:lnTo>
                <a:lnTo>
                  <a:pt x="0" y="247600"/>
                </a:lnTo>
                <a:lnTo>
                  <a:pt x="0" y="269317"/>
                </a:lnTo>
                <a:lnTo>
                  <a:pt x="99056" y="269317"/>
                </a:lnTo>
                <a:lnTo>
                  <a:pt x="99056" y="76010"/>
                </a:lnTo>
                <a:lnTo>
                  <a:pt x="136298" y="76010"/>
                </a:lnTo>
                <a:lnTo>
                  <a:pt x="136298" y="130302"/>
                </a:lnTo>
                <a:lnTo>
                  <a:pt x="266600" y="65151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B330C-B9E8-4F2F-AB7D-903FFC6B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515" y="1492562"/>
            <a:ext cx="270707" cy="261753"/>
          </a:xfrm>
          <a:custGeom xmlns:a="http://schemas.openxmlformats.org/drawingml/2006/main">
            <a:pathLst>
              <a:path w="270707" h="261753">
                <a:moveTo>
                  <a:pt x="0" y="0"/>
                </a:moveTo>
                <a:lnTo>
                  <a:pt x="0" y="21717"/>
                </a:lnTo>
                <a:lnTo>
                  <a:pt x="79389" y="21717"/>
                </a:lnTo>
                <a:lnTo>
                  <a:pt x="79389" y="207460"/>
                </a:lnTo>
                <a:lnTo>
                  <a:pt x="140405" y="207460"/>
                </a:lnTo>
                <a:lnTo>
                  <a:pt x="140405" y="261753"/>
                </a:lnTo>
                <a:lnTo>
                  <a:pt x="270707" y="196602"/>
                </a:lnTo>
                <a:lnTo>
                  <a:pt x="140405" y="131451"/>
                </a:lnTo>
                <a:lnTo>
                  <a:pt x="140405" y="185743"/>
                </a:lnTo>
                <a:lnTo>
                  <a:pt x="101106" y="185743"/>
                </a:lnTo>
                <a:lnTo>
                  <a:pt x="1011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03B9B4-327E-4D29-8069-17D3FACD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888" y="1400627"/>
            <a:ext cx="293308" cy="184781"/>
          </a:xfrm>
          <a:custGeom xmlns:a="http://schemas.openxmlformats.org/drawingml/2006/main">
            <a:pathLst>
              <a:path w="293308" h="184781">
                <a:moveTo>
                  <a:pt x="0" y="0"/>
                </a:moveTo>
                <a:lnTo>
                  <a:pt x="293308" y="0"/>
                </a:lnTo>
                <a:lnTo>
                  <a:pt x="293308" y="184781"/>
                </a:lnTo>
                <a:lnTo>
                  <a:pt x="0" y="1847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E40AC-2E6F-4B8B-8D93-E09DF511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889" y="1400627"/>
            <a:ext cx="293308" cy="184783"/>
          </a:xfrm>
          <a:custGeom xmlns:a="http://schemas.openxmlformats.org/drawingml/2006/main">
            <a:pathLst>
              <a:path w="293308" h="184783" fill="none">
                <a:moveTo>
                  <a:pt x="0" y="0"/>
                </a:moveTo>
                <a:lnTo>
                  <a:pt x="293308" y="0"/>
                </a:lnTo>
                <a:lnTo>
                  <a:pt x="293308" y="184783"/>
                </a:lnTo>
                <a:lnTo>
                  <a:pt x="0" y="1847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595959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CCBD4-8B92-4678-A626-4E2630B0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9423" y="1299255"/>
            <a:ext cx="251465" cy="258914"/>
          </a:xfrm>
          <a:custGeom xmlns:a="http://schemas.openxmlformats.org/drawingml/2006/main">
            <a:pathLst>
              <a:path w="251465" h="258914">
                <a:moveTo>
                  <a:pt x="0" y="0"/>
                </a:moveTo>
                <a:lnTo>
                  <a:pt x="0" y="21717"/>
                </a:lnTo>
                <a:lnTo>
                  <a:pt x="76107" y="21717"/>
                </a:lnTo>
                <a:lnTo>
                  <a:pt x="76107" y="204622"/>
                </a:lnTo>
                <a:lnTo>
                  <a:pt x="121163" y="204622"/>
                </a:lnTo>
                <a:lnTo>
                  <a:pt x="121163" y="258914"/>
                </a:lnTo>
                <a:lnTo>
                  <a:pt x="251465" y="193763"/>
                </a:lnTo>
                <a:lnTo>
                  <a:pt x="121163" y="128612"/>
                </a:lnTo>
                <a:lnTo>
                  <a:pt x="121163" y="182905"/>
                </a:lnTo>
                <a:lnTo>
                  <a:pt x="97824" y="182905"/>
                </a:lnTo>
                <a:lnTo>
                  <a:pt x="9782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CDD92-877F-4793-A403-F45C3631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530" y="1427867"/>
            <a:ext cx="247359" cy="272155"/>
          </a:xfrm>
          <a:custGeom xmlns:a="http://schemas.openxmlformats.org/drawingml/2006/main">
            <a:pathLst>
              <a:path w="247359" h="272155">
                <a:moveTo>
                  <a:pt x="117057" y="130302"/>
                </a:moveTo>
                <a:lnTo>
                  <a:pt x="247359" y="65151"/>
                </a:lnTo>
                <a:lnTo>
                  <a:pt x="117057" y="0"/>
                </a:lnTo>
                <a:lnTo>
                  <a:pt x="117057" y="54292"/>
                </a:lnTo>
                <a:lnTo>
                  <a:pt x="74055" y="54292"/>
                </a:lnTo>
                <a:lnTo>
                  <a:pt x="74055" y="250438"/>
                </a:lnTo>
                <a:lnTo>
                  <a:pt x="0" y="250438"/>
                </a:lnTo>
                <a:lnTo>
                  <a:pt x="0" y="272155"/>
                </a:lnTo>
                <a:lnTo>
                  <a:pt x="95772" y="272155"/>
                </a:lnTo>
                <a:lnTo>
                  <a:pt x="95772" y="76010"/>
                </a:lnTo>
                <a:lnTo>
                  <a:pt x="117057" y="76010"/>
                </a:lnTo>
                <a:lnTo>
                  <a:pt x="117057" y="130302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B7631-DB2E-414B-B7B1-0CA4F6DE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23" y="798762"/>
            <a:ext cx="130287" cy="163392"/>
          </a:xfrm>
          <a:custGeom xmlns:a="http://schemas.openxmlformats.org/drawingml/2006/main">
            <a:pathLst>
              <a:path w="130287" h="163392">
                <a:moveTo>
                  <a:pt x="70063" y="0"/>
                </a:moveTo>
                <a:lnTo>
                  <a:pt x="59207" y="165"/>
                </a:lnTo>
                <a:lnTo>
                  <a:pt x="59715" y="33190"/>
                </a:lnTo>
                <a:lnTo>
                  <a:pt x="0" y="34109"/>
                </a:lnTo>
                <a:lnTo>
                  <a:pt x="67149" y="163392"/>
                </a:lnTo>
                <a:lnTo>
                  <a:pt x="130287" y="32104"/>
                </a:lnTo>
                <a:lnTo>
                  <a:pt x="70572" y="33023"/>
                </a:lnTo>
                <a:lnTo>
                  <a:pt x="70063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99CDA-6B38-4669-96AD-C077F8D8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716" y="798636"/>
            <a:ext cx="130204" cy="157746"/>
          </a:xfrm>
          <a:custGeom xmlns:a="http://schemas.openxmlformats.org/drawingml/2006/main">
            <a:pathLst>
              <a:path w="130204" h="157746">
                <a:moveTo>
                  <a:pt x="69479" y="0"/>
                </a:moveTo>
                <a:lnTo>
                  <a:pt x="58627" y="417"/>
                </a:lnTo>
                <a:lnTo>
                  <a:pt x="59677" y="27749"/>
                </a:lnTo>
                <a:lnTo>
                  <a:pt x="0" y="30039"/>
                </a:lnTo>
                <a:lnTo>
                  <a:pt x="70100" y="157746"/>
                </a:lnTo>
                <a:lnTo>
                  <a:pt x="130204" y="25042"/>
                </a:lnTo>
                <a:lnTo>
                  <a:pt x="70528" y="27332"/>
                </a:lnTo>
                <a:lnTo>
                  <a:pt x="69479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69754-8329-41E5-B29E-3646C07C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354" y="2453226"/>
            <a:ext cx="1722495" cy="2053955"/>
          </a:xfrm>
          <a:custGeom xmlns:a="http://schemas.openxmlformats.org/drawingml/2006/main">
            <a:pathLst>
              <a:path w="1722495" h="2053955">
                <a:moveTo>
                  <a:pt x="0" y="0"/>
                </a:moveTo>
                <a:lnTo>
                  <a:pt x="1722495" y="0"/>
                </a:lnTo>
                <a:lnTo>
                  <a:pt x="1722495" y="2053955"/>
                </a:lnTo>
                <a:lnTo>
                  <a:pt x="0" y="20539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1840C-8515-4955-B23D-98BFFD94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355" y="2453226"/>
            <a:ext cx="1722495" cy="2053955"/>
          </a:xfrm>
          <a:custGeom xmlns:a="http://schemas.openxmlformats.org/drawingml/2006/main">
            <a:pathLst>
              <a:path w="1722495" h="2053955" fill="none">
                <a:moveTo>
                  <a:pt x="0" y="0"/>
                </a:moveTo>
                <a:lnTo>
                  <a:pt x="1722495" y="0"/>
                </a:lnTo>
                <a:lnTo>
                  <a:pt x="1722495" y="2053955"/>
                </a:lnTo>
                <a:lnTo>
                  <a:pt x="0" y="205395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262626"/>
            </a:solidFill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D7C6E3-B4E0-4C52-8B54-5D67627C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776" y="3136882"/>
            <a:ext cx="1408975" cy="257574"/>
          </a:xfrm>
          <a:custGeom xmlns:a="http://schemas.openxmlformats.org/drawingml/2006/main">
            <a:pathLst>
              <a:path w="1408975" h="257574">
                <a:moveTo>
                  <a:pt x="0" y="0"/>
                </a:moveTo>
                <a:lnTo>
                  <a:pt x="1408975" y="0"/>
                </a:lnTo>
                <a:lnTo>
                  <a:pt x="1408975" y="257574"/>
                </a:lnTo>
                <a:lnTo>
                  <a:pt x="0" y="2575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0CFDD-A6C7-45DE-9C16-B4376343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777" y="3136881"/>
            <a:ext cx="1408975" cy="257576"/>
          </a:xfrm>
          <a:custGeom xmlns:a="http://schemas.openxmlformats.org/drawingml/2006/main">
            <a:pathLst>
              <a:path w="1408975" h="257576" fill="none">
                <a:moveTo>
                  <a:pt x="0" y="0"/>
                </a:moveTo>
                <a:lnTo>
                  <a:pt x="1408975" y="0"/>
                </a:lnTo>
                <a:lnTo>
                  <a:pt x="1408975" y="257576"/>
                </a:lnTo>
                <a:lnTo>
                  <a:pt x="0" y="2575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595959"/>
            </a:solidFill>
            <a:miter/>
          </a:ln>
        </p:spPr>
      </p:sp>
      <p:sp>
        <p:nvSpPr>
          <p:cNvPr id="126" name="Text Interface">
            <a:extLst xmlns:a="http://schemas.openxmlformats.org/drawingml/2006/main">
              <a:ext uri="{FF2B5EF4-FFF2-40B4-BE49-F238E27FC236}">
                <a16:creationId xmlns:a16="http://schemas.microsoft.com/office/drawing/2014/main" id="{EC91862A-AEE3-49F9-A44C-1DA9D7B6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719" y="2495354"/>
            <a:ext cx="847616" cy="157446"/>
          </a:xfrm>
          <a:custGeom xmlns:a="http://schemas.openxmlformats.org/drawingml/2006/main">
            <a:pathLst>
              <a:path w="847616" h="157446">
                <a:moveTo>
                  <a:pt x="0" y="154842"/>
                </a:moveTo>
                <a:lnTo>
                  <a:pt x="0" y="13248"/>
                </a:lnTo>
                <a:lnTo>
                  <a:pt x="31925" y="13248"/>
                </a:lnTo>
                <a:lnTo>
                  <a:pt x="31925" y="154842"/>
                </a:lnTo>
                <a:lnTo>
                  <a:pt x="0" y="154842"/>
                </a:lnTo>
                <a:close/>
                <a:moveTo>
                  <a:pt x="62546" y="154842"/>
                </a:moveTo>
                <a:lnTo>
                  <a:pt x="62546" y="47125"/>
                </a:lnTo>
                <a:lnTo>
                  <a:pt x="88605" y="47125"/>
                </a:lnTo>
                <a:lnTo>
                  <a:pt x="90779" y="60807"/>
                </a:lnTo>
                <a:lnTo>
                  <a:pt x="91647" y="60807"/>
                </a:lnTo>
                <a:cubicBezTo>
                  <a:pt x="96280" y="56464"/>
                  <a:pt x="101347" y="52664"/>
                  <a:pt x="106848" y="49408"/>
                </a:cubicBezTo>
                <a:cubicBezTo>
                  <a:pt x="112351" y="46150"/>
                  <a:pt x="118794" y="44520"/>
                  <a:pt x="126177" y="44520"/>
                </a:cubicBezTo>
                <a:cubicBezTo>
                  <a:pt x="137903" y="44520"/>
                  <a:pt x="146408" y="48358"/>
                  <a:pt x="151693" y="56032"/>
                </a:cubicBezTo>
                <a:cubicBezTo>
                  <a:pt x="156977" y="63705"/>
                  <a:pt x="159619" y="74345"/>
                  <a:pt x="159619" y="87954"/>
                </a:cubicBezTo>
                <a:lnTo>
                  <a:pt x="159619" y="154842"/>
                </a:lnTo>
                <a:lnTo>
                  <a:pt x="127698" y="154842"/>
                </a:lnTo>
                <a:lnTo>
                  <a:pt x="127698" y="92079"/>
                </a:lnTo>
                <a:cubicBezTo>
                  <a:pt x="127698" y="84261"/>
                  <a:pt x="126647" y="78905"/>
                  <a:pt x="124546" y="76011"/>
                </a:cubicBezTo>
                <a:cubicBezTo>
                  <a:pt x="122448" y="73115"/>
                  <a:pt x="119082" y="71666"/>
                  <a:pt x="114449" y="71666"/>
                </a:cubicBezTo>
                <a:cubicBezTo>
                  <a:pt x="110396" y="71666"/>
                  <a:pt x="106921" y="72571"/>
                  <a:pt x="104024" y="74380"/>
                </a:cubicBezTo>
                <a:cubicBezTo>
                  <a:pt x="101128" y="76190"/>
                  <a:pt x="97944" y="78759"/>
                  <a:pt x="94471" y="82088"/>
                </a:cubicBezTo>
                <a:lnTo>
                  <a:pt x="94471" y="154842"/>
                </a:lnTo>
                <a:lnTo>
                  <a:pt x="62546" y="154842"/>
                </a:lnTo>
                <a:close/>
                <a:moveTo>
                  <a:pt x="228897" y="157446"/>
                </a:moveTo>
                <a:cubicBezTo>
                  <a:pt x="222239" y="157446"/>
                  <a:pt x="216557" y="156433"/>
                  <a:pt x="211851" y="154408"/>
                </a:cubicBezTo>
                <a:cubicBezTo>
                  <a:pt x="207146" y="152380"/>
                  <a:pt x="203308" y="149556"/>
                  <a:pt x="200339" y="145938"/>
                </a:cubicBezTo>
                <a:cubicBezTo>
                  <a:pt x="197372" y="142319"/>
                  <a:pt x="195201" y="137940"/>
                  <a:pt x="193824" y="132802"/>
                </a:cubicBezTo>
                <a:cubicBezTo>
                  <a:pt x="192450" y="127661"/>
                  <a:pt x="191763" y="121978"/>
                  <a:pt x="191763" y="115753"/>
                </a:cubicBezTo>
                <a:lnTo>
                  <a:pt x="191763" y="72101"/>
                </a:lnTo>
                <a:lnTo>
                  <a:pt x="176994" y="72101"/>
                </a:lnTo>
                <a:lnTo>
                  <a:pt x="176994" y="48427"/>
                </a:lnTo>
                <a:lnTo>
                  <a:pt x="193500" y="47125"/>
                </a:lnTo>
                <a:lnTo>
                  <a:pt x="197191" y="18458"/>
                </a:lnTo>
                <a:lnTo>
                  <a:pt x="223685" y="18458"/>
                </a:lnTo>
                <a:lnTo>
                  <a:pt x="223685" y="47125"/>
                </a:lnTo>
                <a:lnTo>
                  <a:pt x="249528" y="47125"/>
                </a:lnTo>
                <a:lnTo>
                  <a:pt x="249528" y="72101"/>
                </a:lnTo>
                <a:lnTo>
                  <a:pt x="223685" y="72101"/>
                </a:lnTo>
                <a:lnTo>
                  <a:pt x="223685" y="115315"/>
                </a:lnTo>
                <a:cubicBezTo>
                  <a:pt x="223685" y="121397"/>
                  <a:pt x="224952" y="125778"/>
                  <a:pt x="227485" y="128458"/>
                </a:cubicBezTo>
                <a:cubicBezTo>
                  <a:pt x="230019" y="131135"/>
                  <a:pt x="233386" y="132474"/>
                  <a:pt x="237586" y="132474"/>
                </a:cubicBezTo>
                <a:cubicBezTo>
                  <a:pt x="239322" y="132474"/>
                  <a:pt x="241095" y="132257"/>
                  <a:pt x="242904" y="131824"/>
                </a:cubicBezTo>
                <a:cubicBezTo>
                  <a:pt x="244714" y="131389"/>
                  <a:pt x="246343" y="130881"/>
                  <a:pt x="247792" y="130300"/>
                </a:cubicBezTo>
                <a:lnTo>
                  <a:pt x="252786" y="153539"/>
                </a:lnTo>
                <a:cubicBezTo>
                  <a:pt x="249890" y="154408"/>
                  <a:pt x="246488" y="155276"/>
                  <a:pt x="242580" y="156144"/>
                </a:cubicBezTo>
                <a:cubicBezTo>
                  <a:pt x="238672" y="157012"/>
                  <a:pt x="234111" y="157446"/>
                  <a:pt x="228897" y="157446"/>
                </a:cubicBezTo>
                <a:close/>
                <a:moveTo>
                  <a:pt x="319893" y="157446"/>
                </a:moveTo>
                <a:cubicBezTo>
                  <a:pt x="312218" y="157446"/>
                  <a:pt x="305051" y="156180"/>
                  <a:pt x="298390" y="153649"/>
                </a:cubicBezTo>
                <a:cubicBezTo>
                  <a:pt x="291732" y="151115"/>
                  <a:pt x="285941" y="147423"/>
                  <a:pt x="281019" y="142574"/>
                </a:cubicBezTo>
                <a:cubicBezTo>
                  <a:pt x="276097" y="137723"/>
                  <a:pt x="272260" y="131822"/>
                  <a:pt x="269507" y="124872"/>
                </a:cubicBezTo>
                <a:cubicBezTo>
                  <a:pt x="266757" y="117922"/>
                  <a:pt x="265382" y="109959"/>
                  <a:pt x="265382" y="100983"/>
                </a:cubicBezTo>
                <a:cubicBezTo>
                  <a:pt x="265382" y="92297"/>
                  <a:pt x="266830" y="84443"/>
                  <a:pt x="269726" y="77422"/>
                </a:cubicBezTo>
                <a:cubicBezTo>
                  <a:pt x="272622" y="70400"/>
                  <a:pt x="276423" y="64464"/>
                  <a:pt x="281129" y="59614"/>
                </a:cubicBezTo>
                <a:cubicBezTo>
                  <a:pt x="285834" y="54763"/>
                  <a:pt x="291227" y="51035"/>
                  <a:pt x="297306" y="48430"/>
                </a:cubicBezTo>
                <a:cubicBezTo>
                  <a:pt x="303388" y="45824"/>
                  <a:pt x="309687" y="44520"/>
                  <a:pt x="316201" y="44520"/>
                </a:cubicBezTo>
                <a:cubicBezTo>
                  <a:pt x="323874" y="44520"/>
                  <a:pt x="330569" y="45824"/>
                  <a:pt x="336286" y="48430"/>
                </a:cubicBezTo>
                <a:cubicBezTo>
                  <a:pt x="342006" y="51035"/>
                  <a:pt x="346784" y="54654"/>
                  <a:pt x="350621" y="59286"/>
                </a:cubicBezTo>
                <a:cubicBezTo>
                  <a:pt x="354459" y="63919"/>
                  <a:pt x="357318" y="69384"/>
                  <a:pt x="359201" y="75683"/>
                </a:cubicBezTo>
                <a:cubicBezTo>
                  <a:pt x="361083" y="81981"/>
                  <a:pt x="362024" y="88822"/>
                  <a:pt x="362024" y="96205"/>
                </a:cubicBezTo>
                <a:cubicBezTo>
                  <a:pt x="362024" y="99101"/>
                  <a:pt x="361879" y="101853"/>
                  <a:pt x="361590" y="104459"/>
                </a:cubicBezTo>
                <a:cubicBezTo>
                  <a:pt x="361300" y="107064"/>
                  <a:pt x="361011" y="109018"/>
                  <a:pt x="360722" y="110321"/>
                </a:cubicBezTo>
                <a:lnTo>
                  <a:pt x="296219" y="110321"/>
                </a:lnTo>
                <a:cubicBezTo>
                  <a:pt x="297669" y="118140"/>
                  <a:pt x="300891" y="123895"/>
                  <a:pt x="305886" y="127586"/>
                </a:cubicBezTo>
                <a:cubicBezTo>
                  <a:pt x="310881" y="131278"/>
                  <a:pt x="316998" y="133123"/>
                  <a:pt x="324237" y="133123"/>
                </a:cubicBezTo>
                <a:cubicBezTo>
                  <a:pt x="331910" y="133123"/>
                  <a:pt x="339655" y="130735"/>
                  <a:pt x="347473" y="125959"/>
                </a:cubicBezTo>
                <a:lnTo>
                  <a:pt x="358114" y="145285"/>
                </a:lnTo>
                <a:cubicBezTo>
                  <a:pt x="352613" y="149049"/>
                  <a:pt x="346496" y="152017"/>
                  <a:pt x="339762" y="154189"/>
                </a:cubicBezTo>
                <a:cubicBezTo>
                  <a:pt x="333031" y="156360"/>
                  <a:pt x="326408" y="157446"/>
                  <a:pt x="319893" y="157446"/>
                </a:cubicBezTo>
                <a:moveTo>
                  <a:pt x="296004" y="89256"/>
                </a:moveTo>
                <a:lnTo>
                  <a:pt x="334878" y="89256"/>
                </a:lnTo>
                <a:cubicBezTo>
                  <a:pt x="334878" y="83176"/>
                  <a:pt x="333501" y="78254"/>
                  <a:pt x="330749" y="74490"/>
                </a:cubicBezTo>
                <a:cubicBezTo>
                  <a:pt x="327998" y="70725"/>
                  <a:pt x="323366" y="68843"/>
                  <a:pt x="316851" y="68843"/>
                </a:cubicBezTo>
                <a:cubicBezTo>
                  <a:pt x="311785" y="68843"/>
                  <a:pt x="307334" y="70508"/>
                  <a:pt x="303496" y="73837"/>
                </a:cubicBezTo>
                <a:cubicBezTo>
                  <a:pt x="299659" y="77166"/>
                  <a:pt x="297162" y="82306"/>
                  <a:pt x="296004" y="89256"/>
                </a:cubicBezTo>
                <a:close/>
                <a:moveTo>
                  <a:pt x="382872" y="154842"/>
                </a:moveTo>
                <a:lnTo>
                  <a:pt x="382872" y="47125"/>
                </a:lnTo>
                <a:lnTo>
                  <a:pt x="408931" y="47125"/>
                </a:lnTo>
                <a:lnTo>
                  <a:pt x="411105" y="66020"/>
                </a:lnTo>
                <a:lnTo>
                  <a:pt x="411973" y="66020"/>
                </a:lnTo>
                <a:cubicBezTo>
                  <a:pt x="415881" y="58635"/>
                  <a:pt x="420586" y="53206"/>
                  <a:pt x="426086" y="49733"/>
                </a:cubicBezTo>
                <a:cubicBezTo>
                  <a:pt x="431590" y="46258"/>
                  <a:pt x="437091" y="44520"/>
                  <a:pt x="442592" y="44520"/>
                </a:cubicBezTo>
                <a:cubicBezTo>
                  <a:pt x="445632" y="44520"/>
                  <a:pt x="448130" y="44701"/>
                  <a:pt x="450085" y="45064"/>
                </a:cubicBezTo>
                <a:cubicBezTo>
                  <a:pt x="452040" y="45424"/>
                  <a:pt x="453814" y="45966"/>
                  <a:pt x="455407" y="46691"/>
                </a:cubicBezTo>
                <a:lnTo>
                  <a:pt x="450194" y="74271"/>
                </a:lnTo>
                <a:cubicBezTo>
                  <a:pt x="448166" y="73692"/>
                  <a:pt x="446284" y="73258"/>
                  <a:pt x="444547" y="72969"/>
                </a:cubicBezTo>
                <a:cubicBezTo>
                  <a:pt x="442811" y="72679"/>
                  <a:pt x="440784" y="72535"/>
                  <a:pt x="438467" y="72535"/>
                </a:cubicBezTo>
                <a:cubicBezTo>
                  <a:pt x="434413" y="72535"/>
                  <a:pt x="430178" y="73983"/>
                  <a:pt x="425762" y="76879"/>
                </a:cubicBezTo>
                <a:cubicBezTo>
                  <a:pt x="421346" y="79773"/>
                  <a:pt x="417691" y="84913"/>
                  <a:pt x="414797" y="92298"/>
                </a:cubicBezTo>
                <a:lnTo>
                  <a:pt x="414797" y="154842"/>
                </a:lnTo>
                <a:lnTo>
                  <a:pt x="382872" y="154842"/>
                </a:lnTo>
                <a:close/>
                <a:moveTo>
                  <a:pt x="475168" y="154842"/>
                </a:moveTo>
                <a:lnTo>
                  <a:pt x="475168" y="72101"/>
                </a:lnTo>
                <a:lnTo>
                  <a:pt x="460836" y="72101"/>
                </a:lnTo>
                <a:lnTo>
                  <a:pt x="460836" y="48427"/>
                </a:lnTo>
                <a:lnTo>
                  <a:pt x="475168" y="47344"/>
                </a:lnTo>
                <a:lnTo>
                  <a:pt x="475168" y="41478"/>
                </a:lnTo>
                <a:cubicBezTo>
                  <a:pt x="475168" y="35832"/>
                  <a:pt x="475855" y="30475"/>
                  <a:pt x="477229" y="25410"/>
                </a:cubicBezTo>
                <a:cubicBezTo>
                  <a:pt x="478605" y="20342"/>
                  <a:pt x="480886" y="15926"/>
                  <a:pt x="484072" y="12161"/>
                </a:cubicBezTo>
                <a:cubicBezTo>
                  <a:pt x="487257" y="8397"/>
                  <a:pt x="491384" y="5429"/>
                  <a:pt x="496452" y="3257"/>
                </a:cubicBezTo>
                <a:cubicBezTo>
                  <a:pt x="501520" y="1086"/>
                  <a:pt x="507672" y="0"/>
                  <a:pt x="514910" y="0"/>
                </a:cubicBezTo>
                <a:cubicBezTo>
                  <a:pt x="519399" y="0"/>
                  <a:pt x="523489" y="434"/>
                  <a:pt x="527180" y="1302"/>
                </a:cubicBezTo>
                <a:cubicBezTo>
                  <a:pt x="530872" y="2171"/>
                  <a:pt x="533948" y="3039"/>
                  <a:pt x="536409" y="3907"/>
                </a:cubicBezTo>
                <a:lnTo>
                  <a:pt x="530547" y="27362"/>
                </a:lnTo>
                <a:cubicBezTo>
                  <a:pt x="526493" y="25915"/>
                  <a:pt x="522802" y="25191"/>
                  <a:pt x="519473" y="25191"/>
                </a:cubicBezTo>
                <a:cubicBezTo>
                  <a:pt x="515562" y="25191"/>
                  <a:pt x="512521" y="26386"/>
                  <a:pt x="510350" y="28777"/>
                </a:cubicBezTo>
                <a:cubicBezTo>
                  <a:pt x="508178" y="31165"/>
                  <a:pt x="507092" y="35109"/>
                  <a:pt x="507092" y="40610"/>
                </a:cubicBezTo>
                <a:lnTo>
                  <a:pt x="507092" y="47125"/>
                </a:lnTo>
                <a:lnTo>
                  <a:pt x="526422" y="47125"/>
                </a:lnTo>
                <a:lnTo>
                  <a:pt x="526422" y="72101"/>
                </a:lnTo>
                <a:lnTo>
                  <a:pt x="507092" y="72101"/>
                </a:lnTo>
                <a:lnTo>
                  <a:pt x="507092" y="154842"/>
                </a:lnTo>
                <a:lnTo>
                  <a:pt x="475168" y="154842"/>
                </a:lnTo>
                <a:close/>
                <a:moveTo>
                  <a:pt x="570073" y="157446"/>
                </a:moveTo>
                <a:cubicBezTo>
                  <a:pt x="565151" y="157446"/>
                  <a:pt x="560698" y="156613"/>
                  <a:pt x="556715" y="154948"/>
                </a:cubicBezTo>
                <a:cubicBezTo>
                  <a:pt x="552734" y="153284"/>
                  <a:pt x="549368" y="150969"/>
                  <a:pt x="546618" y="148002"/>
                </a:cubicBezTo>
                <a:cubicBezTo>
                  <a:pt x="543868" y="145033"/>
                  <a:pt x="541732" y="141594"/>
                  <a:pt x="540212" y="137686"/>
                </a:cubicBezTo>
                <a:cubicBezTo>
                  <a:pt x="538693" y="133776"/>
                  <a:pt x="537933" y="129505"/>
                  <a:pt x="537933" y="124872"/>
                </a:cubicBezTo>
                <a:cubicBezTo>
                  <a:pt x="537933" y="113579"/>
                  <a:pt x="542710" y="104748"/>
                  <a:pt x="552265" y="98379"/>
                </a:cubicBezTo>
                <a:cubicBezTo>
                  <a:pt x="561819" y="92007"/>
                  <a:pt x="577238" y="87736"/>
                  <a:pt x="598521" y="85564"/>
                </a:cubicBezTo>
                <a:cubicBezTo>
                  <a:pt x="598232" y="80786"/>
                  <a:pt x="596820" y="76985"/>
                  <a:pt x="594286" y="74162"/>
                </a:cubicBezTo>
                <a:cubicBezTo>
                  <a:pt x="591752" y="71338"/>
                  <a:pt x="587517" y="69927"/>
                  <a:pt x="581581" y="69927"/>
                </a:cubicBezTo>
                <a:cubicBezTo>
                  <a:pt x="576949" y="69927"/>
                  <a:pt x="572351" y="70796"/>
                  <a:pt x="567790" y="72535"/>
                </a:cubicBezTo>
                <a:cubicBezTo>
                  <a:pt x="563230" y="74271"/>
                  <a:pt x="558344" y="76660"/>
                  <a:pt x="553133" y="79702"/>
                </a:cubicBezTo>
                <a:lnTo>
                  <a:pt x="541624" y="58637"/>
                </a:lnTo>
                <a:cubicBezTo>
                  <a:pt x="548572" y="54437"/>
                  <a:pt x="555847" y="51035"/>
                  <a:pt x="563448" y="48430"/>
                </a:cubicBezTo>
                <a:cubicBezTo>
                  <a:pt x="571050" y="45824"/>
                  <a:pt x="579121" y="44520"/>
                  <a:pt x="587662" y="44520"/>
                </a:cubicBezTo>
                <a:cubicBezTo>
                  <a:pt x="601562" y="44520"/>
                  <a:pt x="612167" y="48466"/>
                  <a:pt x="619477" y="56357"/>
                </a:cubicBezTo>
                <a:cubicBezTo>
                  <a:pt x="626790" y="64246"/>
                  <a:pt x="630446" y="76516"/>
                  <a:pt x="630446" y="93166"/>
                </a:cubicBezTo>
                <a:lnTo>
                  <a:pt x="630446" y="154842"/>
                </a:lnTo>
                <a:lnTo>
                  <a:pt x="604387" y="154842"/>
                </a:lnTo>
                <a:lnTo>
                  <a:pt x="602213" y="143767"/>
                </a:lnTo>
                <a:lnTo>
                  <a:pt x="601345" y="143767"/>
                </a:lnTo>
                <a:cubicBezTo>
                  <a:pt x="596712" y="147821"/>
                  <a:pt x="591862" y="151115"/>
                  <a:pt x="586794" y="153649"/>
                </a:cubicBezTo>
                <a:cubicBezTo>
                  <a:pt x="581726" y="156180"/>
                  <a:pt x="576152" y="157446"/>
                  <a:pt x="570073" y="157446"/>
                </a:cubicBezTo>
                <a:moveTo>
                  <a:pt x="580932" y="132689"/>
                </a:moveTo>
                <a:cubicBezTo>
                  <a:pt x="584550" y="132689"/>
                  <a:pt x="587662" y="131894"/>
                  <a:pt x="590267" y="130303"/>
                </a:cubicBezTo>
                <a:cubicBezTo>
                  <a:pt x="592873" y="128710"/>
                  <a:pt x="595625" y="126466"/>
                  <a:pt x="598521" y="123570"/>
                </a:cubicBezTo>
                <a:lnTo>
                  <a:pt x="598521" y="104675"/>
                </a:lnTo>
                <a:cubicBezTo>
                  <a:pt x="587228" y="106268"/>
                  <a:pt x="579410" y="108585"/>
                  <a:pt x="575067" y="111627"/>
                </a:cubicBezTo>
                <a:cubicBezTo>
                  <a:pt x="570723" y="114667"/>
                  <a:pt x="568552" y="118285"/>
                  <a:pt x="568552" y="122483"/>
                </a:cubicBezTo>
                <a:cubicBezTo>
                  <a:pt x="568552" y="125958"/>
                  <a:pt x="569674" y="128528"/>
                  <a:pt x="571918" y="130194"/>
                </a:cubicBezTo>
                <a:cubicBezTo>
                  <a:pt x="574163" y="131857"/>
                  <a:pt x="577167" y="132689"/>
                  <a:pt x="580932" y="132689"/>
                </a:cubicBezTo>
                <a:close/>
                <a:moveTo>
                  <a:pt x="703850" y="157446"/>
                </a:moveTo>
                <a:cubicBezTo>
                  <a:pt x="696322" y="157446"/>
                  <a:pt x="689335" y="156180"/>
                  <a:pt x="682891" y="153649"/>
                </a:cubicBezTo>
                <a:cubicBezTo>
                  <a:pt x="676449" y="151115"/>
                  <a:pt x="670839" y="147459"/>
                  <a:pt x="666060" y="142680"/>
                </a:cubicBezTo>
                <a:cubicBezTo>
                  <a:pt x="661284" y="137902"/>
                  <a:pt x="657520" y="132002"/>
                  <a:pt x="654767" y="124981"/>
                </a:cubicBezTo>
                <a:cubicBezTo>
                  <a:pt x="652017" y="117958"/>
                  <a:pt x="650642" y="109959"/>
                  <a:pt x="650642" y="100983"/>
                </a:cubicBezTo>
                <a:cubicBezTo>
                  <a:pt x="650642" y="92007"/>
                  <a:pt x="652161" y="84009"/>
                  <a:pt x="655201" y="76988"/>
                </a:cubicBezTo>
                <a:cubicBezTo>
                  <a:pt x="658243" y="69965"/>
                  <a:pt x="662334" y="64065"/>
                  <a:pt x="667472" y="59286"/>
                </a:cubicBezTo>
                <a:cubicBezTo>
                  <a:pt x="672613" y="54508"/>
                  <a:pt x="678585" y="50853"/>
                  <a:pt x="685390" y="48321"/>
                </a:cubicBezTo>
                <a:cubicBezTo>
                  <a:pt x="692194" y="45787"/>
                  <a:pt x="699288" y="44520"/>
                  <a:pt x="706674" y="44520"/>
                </a:cubicBezTo>
                <a:cubicBezTo>
                  <a:pt x="713332" y="44520"/>
                  <a:pt x="719231" y="45606"/>
                  <a:pt x="724369" y="47778"/>
                </a:cubicBezTo>
                <a:cubicBezTo>
                  <a:pt x="729510" y="49949"/>
                  <a:pt x="734107" y="52700"/>
                  <a:pt x="738161" y="56029"/>
                </a:cubicBezTo>
                <a:lnTo>
                  <a:pt x="723176" y="76660"/>
                </a:lnTo>
                <a:cubicBezTo>
                  <a:pt x="718111" y="72461"/>
                  <a:pt x="713260" y="70361"/>
                  <a:pt x="708626" y="70361"/>
                </a:cubicBezTo>
                <a:cubicBezTo>
                  <a:pt x="700807" y="70361"/>
                  <a:pt x="694654" y="73112"/>
                  <a:pt x="690165" y="78615"/>
                </a:cubicBezTo>
                <a:cubicBezTo>
                  <a:pt x="685678" y="84116"/>
                  <a:pt x="683434" y="91572"/>
                  <a:pt x="683434" y="100983"/>
                </a:cubicBezTo>
                <a:cubicBezTo>
                  <a:pt x="683434" y="110394"/>
                  <a:pt x="685714" y="117851"/>
                  <a:pt x="690274" y="123354"/>
                </a:cubicBezTo>
                <a:cubicBezTo>
                  <a:pt x="694836" y="128855"/>
                  <a:pt x="700592" y="131606"/>
                  <a:pt x="707542" y="131606"/>
                </a:cubicBezTo>
                <a:cubicBezTo>
                  <a:pt x="711017" y="131606"/>
                  <a:pt x="714383" y="130846"/>
                  <a:pt x="717639" y="129326"/>
                </a:cubicBezTo>
                <a:cubicBezTo>
                  <a:pt x="720897" y="127804"/>
                  <a:pt x="723974" y="125957"/>
                  <a:pt x="726868" y="123785"/>
                </a:cubicBezTo>
                <a:lnTo>
                  <a:pt x="739467" y="144635"/>
                </a:lnTo>
                <a:cubicBezTo>
                  <a:pt x="734109" y="149268"/>
                  <a:pt x="728318" y="152562"/>
                  <a:pt x="722093" y="154517"/>
                </a:cubicBezTo>
                <a:cubicBezTo>
                  <a:pt x="715867" y="156470"/>
                  <a:pt x="709786" y="157446"/>
                  <a:pt x="703850" y="157446"/>
                </a:cubicBezTo>
                <a:close/>
                <a:moveTo>
                  <a:pt x="805485" y="157446"/>
                </a:moveTo>
                <a:cubicBezTo>
                  <a:pt x="797811" y="157446"/>
                  <a:pt x="790643" y="156180"/>
                  <a:pt x="783982" y="153649"/>
                </a:cubicBezTo>
                <a:cubicBezTo>
                  <a:pt x="777324" y="151115"/>
                  <a:pt x="771534" y="147423"/>
                  <a:pt x="766612" y="142574"/>
                </a:cubicBezTo>
                <a:cubicBezTo>
                  <a:pt x="761690" y="137723"/>
                  <a:pt x="757852" y="131822"/>
                  <a:pt x="755100" y="124872"/>
                </a:cubicBezTo>
                <a:cubicBezTo>
                  <a:pt x="752349" y="117922"/>
                  <a:pt x="750974" y="109959"/>
                  <a:pt x="750974" y="100983"/>
                </a:cubicBezTo>
                <a:cubicBezTo>
                  <a:pt x="750974" y="92297"/>
                  <a:pt x="752422" y="84443"/>
                  <a:pt x="755318" y="77422"/>
                </a:cubicBezTo>
                <a:cubicBezTo>
                  <a:pt x="758215" y="70400"/>
                  <a:pt x="762015" y="64464"/>
                  <a:pt x="766721" y="59614"/>
                </a:cubicBezTo>
                <a:cubicBezTo>
                  <a:pt x="771427" y="54763"/>
                  <a:pt x="776819" y="51035"/>
                  <a:pt x="782899" y="48430"/>
                </a:cubicBezTo>
                <a:cubicBezTo>
                  <a:pt x="788981" y="45824"/>
                  <a:pt x="795279" y="44520"/>
                  <a:pt x="801794" y="44520"/>
                </a:cubicBezTo>
                <a:cubicBezTo>
                  <a:pt x="809466" y="44520"/>
                  <a:pt x="816161" y="45824"/>
                  <a:pt x="821878" y="48430"/>
                </a:cubicBezTo>
                <a:cubicBezTo>
                  <a:pt x="827598" y="51035"/>
                  <a:pt x="832376" y="54654"/>
                  <a:pt x="836214" y="59286"/>
                </a:cubicBezTo>
                <a:cubicBezTo>
                  <a:pt x="840051" y="63919"/>
                  <a:pt x="842911" y="69384"/>
                  <a:pt x="844793" y="75683"/>
                </a:cubicBezTo>
                <a:cubicBezTo>
                  <a:pt x="846675" y="81981"/>
                  <a:pt x="847616" y="88822"/>
                  <a:pt x="847616" y="96205"/>
                </a:cubicBezTo>
                <a:cubicBezTo>
                  <a:pt x="847616" y="99101"/>
                  <a:pt x="847472" y="101853"/>
                  <a:pt x="847182" y="104459"/>
                </a:cubicBezTo>
                <a:cubicBezTo>
                  <a:pt x="846893" y="107064"/>
                  <a:pt x="846603" y="109018"/>
                  <a:pt x="846314" y="110321"/>
                </a:cubicBezTo>
                <a:lnTo>
                  <a:pt x="781812" y="110321"/>
                </a:lnTo>
                <a:cubicBezTo>
                  <a:pt x="783261" y="118140"/>
                  <a:pt x="786483" y="123895"/>
                  <a:pt x="791478" y="127586"/>
                </a:cubicBezTo>
                <a:cubicBezTo>
                  <a:pt x="796473" y="131278"/>
                  <a:pt x="802590" y="133123"/>
                  <a:pt x="809830" y="133123"/>
                </a:cubicBezTo>
                <a:cubicBezTo>
                  <a:pt x="817502" y="133123"/>
                  <a:pt x="825247" y="130735"/>
                  <a:pt x="833066" y="125959"/>
                </a:cubicBezTo>
                <a:lnTo>
                  <a:pt x="843706" y="145285"/>
                </a:lnTo>
                <a:cubicBezTo>
                  <a:pt x="838205" y="149049"/>
                  <a:pt x="832088" y="152017"/>
                  <a:pt x="825355" y="154189"/>
                </a:cubicBezTo>
                <a:cubicBezTo>
                  <a:pt x="818623" y="156360"/>
                  <a:pt x="812000" y="157446"/>
                  <a:pt x="805485" y="157446"/>
                </a:cubicBezTo>
                <a:moveTo>
                  <a:pt x="781596" y="89256"/>
                </a:moveTo>
                <a:lnTo>
                  <a:pt x="820470" y="89256"/>
                </a:lnTo>
                <a:cubicBezTo>
                  <a:pt x="820470" y="83176"/>
                  <a:pt x="819094" y="78254"/>
                  <a:pt x="816341" y="74490"/>
                </a:cubicBezTo>
                <a:cubicBezTo>
                  <a:pt x="813591" y="70725"/>
                  <a:pt x="808958" y="68843"/>
                  <a:pt x="802443" y="68843"/>
                </a:cubicBezTo>
                <a:cubicBezTo>
                  <a:pt x="797378" y="68843"/>
                  <a:pt x="792926" y="70508"/>
                  <a:pt x="789089" y="73837"/>
                </a:cubicBezTo>
                <a:cubicBezTo>
                  <a:pt x="785252" y="77166"/>
                  <a:pt x="782754" y="82306"/>
                  <a:pt x="781596" y="89256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Fuzzing">
            <a:extLst xmlns:a="http://schemas.openxmlformats.org/drawingml/2006/main">
              <a:ext uri="{FF2B5EF4-FFF2-40B4-BE49-F238E27FC236}">
                <a16:creationId xmlns:a16="http://schemas.microsoft.com/office/drawing/2014/main" id="{AA7FFB2F-7F45-4ACD-A46F-F8E023B9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173" y="2754004"/>
            <a:ext cx="717746" cy="202619"/>
          </a:xfrm>
          <a:custGeom xmlns:a="http://schemas.openxmlformats.org/drawingml/2006/main">
            <a:pathLst>
              <a:path w="717746" h="202619">
                <a:moveTo>
                  <a:pt x="0" y="156797"/>
                </a:moveTo>
                <a:lnTo>
                  <a:pt x="0" y="15203"/>
                </a:lnTo>
                <a:lnTo>
                  <a:pt x="89259" y="15203"/>
                </a:lnTo>
                <a:lnTo>
                  <a:pt x="89259" y="42131"/>
                </a:lnTo>
                <a:lnTo>
                  <a:pt x="31925" y="42131"/>
                </a:lnTo>
                <a:lnTo>
                  <a:pt x="31925" y="74924"/>
                </a:lnTo>
                <a:lnTo>
                  <a:pt x="81005" y="74924"/>
                </a:lnTo>
                <a:lnTo>
                  <a:pt x="81005" y="101851"/>
                </a:lnTo>
                <a:lnTo>
                  <a:pt x="31925" y="101851"/>
                </a:lnTo>
                <a:lnTo>
                  <a:pt x="31925" y="156797"/>
                </a:lnTo>
                <a:lnTo>
                  <a:pt x="0" y="156797"/>
                </a:lnTo>
                <a:close/>
                <a:moveTo>
                  <a:pt x="143768" y="159401"/>
                </a:moveTo>
                <a:cubicBezTo>
                  <a:pt x="132040" y="159401"/>
                  <a:pt x="123534" y="155565"/>
                  <a:pt x="118249" y="147893"/>
                </a:cubicBezTo>
                <a:cubicBezTo>
                  <a:pt x="112965" y="140220"/>
                  <a:pt x="110323" y="129579"/>
                  <a:pt x="110323" y="115968"/>
                </a:cubicBezTo>
                <a:lnTo>
                  <a:pt x="110323" y="49080"/>
                </a:lnTo>
                <a:lnTo>
                  <a:pt x="142247" y="49080"/>
                </a:lnTo>
                <a:lnTo>
                  <a:pt x="142247" y="111842"/>
                </a:lnTo>
                <a:cubicBezTo>
                  <a:pt x="142247" y="119661"/>
                  <a:pt x="143333" y="125018"/>
                  <a:pt x="145505" y="127914"/>
                </a:cubicBezTo>
                <a:cubicBezTo>
                  <a:pt x="147676" y="130808"/>
                  <a:pt x="151079" y="132255"/>
                  <a:pt x="155711" y="132255"/>
                </a:cubicBezTo>
                <a:cubicBezTo>
                  <a:pt x="159765" y="132255"/>
                  <a:pt x="163167" y="131314"/>
                  <a:pt x="165918" y="129432"/>
                </a:cubicBezTo>
                <a:cubicBezTo>
                  <a:pt x="168670" y="127550"/>
                  <a:pt x="171638" y="124510"/>
                  <a:pt x="174822" y="120312"/>
                </a:cubicBezTo>
                <a:lnTo>
                  <a:pt x="174822" y="49080"/>
                </a:lnTo>
                <a:lnTo>
                  <a:pt x="206746" y="49080"/>
                </a:lnTo>
                <a:lnTo>
                  <a:pt x="206746" y="156797"/>
                </a:lnTo>
                <a:lnTo>
                  <a:pt x="180687" y="156797"/>
                </a:lnTo>
                <a:lnTo>
                  <a:pt x="178298" y="141812"/>
                </a:lnTo>
                <a:lnTo>
                  <a:pt x="177645" y="141812"/>
                </a:lnTo>
                <a:cubicBezTo>
                  <a:pt x="173012" y="147313"/>
                  <a:pt x="168054" y="151620"/>
                  <a:pt x="162769" y="154732"/>
                </a:cubicBezTo>
                <a:cubicBezTo>
                  <a:pt x="157485" y="157845"/>
                  <a:pt x="151151" y="159401"/>
                  <a:pt x="143768" y="159401"/>
                </a:cubicBezTo>
                <a:close/>
                <a:moveTo>
                  <a:pt x="227594" y="156797"/>
                </a:moveTo>
                <a:lnTo>
                  <a:pt x="227594" y="139641"/>
                </a:lnTo>
                <a:lnTo>
                  <a:pt x="272767" y="74056"/>
                </a:lnTo>
                <a:lnTo>
                  <a:pt x="232591" y="74056"/>
                </a:lnTo>
                <a:lnTo>
                  <a:pt x="232591" y="49080"/>
                </a:lnTo>
                <a:lnTo>
                  <a:pt x="312509" y="49080"/>
                </a:lnTo>
                <a:lnTo>
                  <a:pt x="312509" y="66020"/>
                </a:lnTo>
                <a:lnTo>
                  <a:pt x="267336" y="131821"/>
                </a:lnTo>
                <a:lnTo>
                  <a:pt x="314030" y="131821"/>
                </a:lnTo>
                <a:lnTo>
                  <a:pt x="314030" y="156797"/>
                </a:lnTo>
                <a:lnTo>
                  <a:pt x="227594" y="156797"/>
                </a:lnTo>
                <a:close/>
                <a:moveTo>
                  <a:pt x="328144" y="156797"/>
                </a:moveTo>
                <a:lnTo>
                  <a:pt x="328144" y="139641"/>
                </a:lnTo>
                <a:lnTo>
                  <a:pt x="373317" y="74056"/>
                </a:lnTo>
                <a:lnTo>
                  <a:pt x="333141" y="74056"/>
                </a:lnTo>
                <a:lnTo>
                  <a:pt x="333141" y="49080"/>
                </a:lnTo>
                <a:lnTo>
                  <a:pt x="413058" y="49080"/>
                </a:lnTo>
                <a:lnTo>
                  <a:pt x="413058" y="66020"/>
                </a:lnTo>
                <a:lnTo>
                  <a:pt x="367885" y="131821"/>
                </a:lnTo>
                <a:lnTo>
                  <a:pt x="414579" y="131821"/>
                </a:lnTo>
                <a:lnTo>
                  <a:pt x="414579" y="156797"/>
                </a:lnTo>
                <a:lnTo>
                  <a:pt x="328144" y="156797"/>
                </a:lnTo>
                <a:close/>
                <a:moveTo>
                  <a:pt x="434559" y="156797"/>
                </a:moveTo>
                <a:lnTo>
                  <a:pt x="434559" y="49080"/>
                </a:lnTo>
                <a:lnTo>
                  <a:pt x="466483" y="49080"/>
                </a:lnTo>
                <a:lnTo>
                  <a:pt x="466483" y="156797"/>
                </a:lnTo>
                <a:lnTo>
                  <a:pt x="434559" y="156797"/>
                </a:lnTo>
                <a:moveTo>
                  <a:pt x="450412" y="33227"/>
                </a:moveTo>
                <a:cubicBezTo>
                  <a:pt x="445054" y="33227"/>
                  <a:pt x="440638" y="31671"/>
                  <a:pt x="437163" y="28558"/>
                </a:cubicBezTo>
                <a:cubicBezTo>
                  <a:pt x="433688" y="25445"/>
                  <a:pt x="431951" y="21428"/>
                  <a:pt x="431951" y="16506"/>
                </a:cubicBezTo>
                <a:cubicBezTo>
                  <a:pt x="431951" y="11584"/>
                  <a:pt x="433688" y="7603"/>
                  <a:pt x="437163" y="4563"/>
                </a:cubicBezTo>
                <a:cubicBezTo>
                  <a:pt x="440638" y="1521"/>
                  <a:pt x="445054" y="0"/>
                  <a:pt x="450412" y="0"/>
                </a:cubicBezTo>
                <a:cubicBezTo>
                  <a:pt x="455912" y="0"/>
                  <a:pt x="460364" y="1521"/>
                  <a:pt x="463766" y="4563"/>
                </a:cubicBezTo>
                <a:cubicBezTo>
                  <a:pt x="467170" y="7603"/>
                  <a:pt x="468872" y="11584"/>
                  <a:pt x="468872" y="16506"/>
                </a:cubicBezTo>
                <a:cubicBezTo>
                  <a:pt x="468872" y="21428"/>
                  <a:pt x="467170" y="25445"/>
                  <a:pt x="463766" y="28558"/>
                </a:cubicBezTo>
                <a:cubicBezTo>
                  <a:pt x="460364" y="31671"/>
                  <a:pt x="455912" y="33227"/>
                  <a:pt x="450412" y="33227"/>
                </a:cubicBezTo>
                <a:close/>
                <a:moveTo>
                  <a:pt x="494280" y="156797"/>
                </a:moveTo>
                <a:lnTo>
                  <a:pt x="494280" y="49080"/>
                </a:lnTo>
                <a:lnTo>
                  <a:pt x="520339" y="49080"/>
                </a:lnTo>
                <a:lnTo>
                  <a:pt x="522513" y="62762"/>
                </a:lnTo>
                <a:lnTo>
                  <a:pt x="523381" y="62762"/>
                </a:lnTo>
                <a:cubicBezTo>
                  <a:pt x="528014" y="58419"/>
                  <a:pt x="533081" y="54619"/>
                  <a:pt x="538582" y="51363"/>
                </a:cubicBezTo>
                <a:cubicBezTo>
                  <a:pt x="544085" y="48105"/>
                  <a:pt x="550528" y="46475"/>
                  <a:pt x="557911" y="46475"/>
                </a:cubicBezTo>
                <a:cubicBezTo>
                  <a:pt x="569637" y="46475"/>
                  <a:pt x="578142" y="50313"/>
                  <a:pt x="583427" y="57987"/>
                </a:cubicBezTo>
                <a:cubicBezTo>
                  <a:pt x="588711" y="65660"/>
                  <a:pt x="591353" y="76300"/>
                  <a:pt x="591353" y="89909"/>
                </a:cubicBezTo>
                <a:lnTo>
                  <a:pt x="591353" y="156797"/>
                </a:lnTo>
                <a:lnTo>
                  <a:pt x="559432" y="156797"/>
                </a:lnTo>
                <a:lnTo>
                  <a:pt x="559432" y="94034"/>
                </a:lnTo>
                <a:cubicBezTo>
                  <a:pt x="559432" y="86216"/>
                  <a:pt x="558381" y="80860"/>
                  <a:pt x="556280" y="77966"/>
                </a:cubicBezTo>
                <a:cubicBezTo>
                  <a:pt x="554182" y="75070"/>
                  <a:pt x="550816" y="73622"/>
                  <a:pt x="546183" y="73622"/>
                </a:cubicBezTo>
                <a:cubicBezTo>
                  <a:pt x="542130" y="73622"/>
                  <a:pt x="538655" y="74526"/>
                  <a:pt x="535758" y="76336"/>
                </a:cubicBezTo>
                <a:cubicBezTo>
                  <a:pt x="532862" y="78145"/>
                  <a:pt x="529678" y="80714"/>
                  <a:pt x="526205" y="84043"/>
                </a:cubicBezTo>
                <a:lnTo>
                  <a:pt x="526205" y="156797"/>
                </a:lnTo>
                <a:lnTo>
                  <a:pt x="494280" y="156797"/>
                </a:lnTo>
                <a:close/>
                <a:moveTo>
                  <a:pt x="657592" y="202619"/>
                </a:moveTo>
                <a:cubicBezTo>
                  <a:pt x="651221" y="202619"/>
                  <a:pt x="645320" y="202076"/>
                  <a:pt x="639890" y="200989"/>
                </a:cubicBezTo>
                <a:cubicBezTo>
                  <a:pt x="634462" y="199904"/>
                  <a:pt x="629684" y="198276"/>
                  <a:pt x="625558" y="196104"/>
                </a:cubicBezTo>
                <a:cubicBezTo>
                  <a:pt x="621431" y="193933"/>
                  <a:pt x="618209" y="191110"/>
                  <a:pt x="615892" y="187634"/>
                </a:cubicBezTo>
                <a:cubicBezTo>
                  <a:pt x="613576" y="184159"/>
                  <a:pt x="612419" y="180034"/>
                  <a:pt x="612419" y="175258"/>
                </a:cubicBezTo>
                <a:cubicBezTo>
                  <a:pt x="612419" y="166569"/>
                  <a:pt x="617558" y="159330"/>
                  <a:pt x="627838" y="153539"/>
                </a:cubicBezTo>
                <a:lnTo>
                  <a:pt x="627838" y="152671"/>
                </a:lnTo>
                <a:cubicBezTo>
                  <a:pt x="624944" y="150789"/>
                  <a:pt x="622555" y="148400"/>
                  <a:pt x="620673" y="145503"/>
                </a:cubicBezTo>
                <a:cubicBezTo>
                  <a:pt x="618791" y="142607"/>
                  <a:pt x="617850" y="138916"/>
                  <a:pt x="617850" y="134429"/>
                </a:cubicBezTo>
                <a:cubicBezTo>
                  <a:pt x="617850" y="130519"/>
                  <a:pt x="619008" y="126791"/>
                  <a:pt x="621323" y="123245"/>
                </a:cubicBezTo>
                <a:cubicBezTo>
                  <a:pt x="623640" y="119697"/>
                  <a:pt x="626536" y="116693"/>
                  <a:pt x="630011" y="114232"/>
                </a:cubicBezTo>
                <a:lnTo>
                  <a:pt x="630011" y="113363"/>
                </a:lnTo>
                <a:cubicBezTo>
                  <a:pt x="626247" y="110757"/>
                  <a:pt x="622880" y="107029"/>
                  <a:pt x="619911" y="102179"/>
                </a:cubicBezTo>
                <a:cubicBezTo>
                  <a:pt x="616944" y="97328"/>
                  <a:pt x="615461" y="91718"/>
                  <a:pt x="615461" y="85349"/>
                </a:cubicBezTo>
                <a:cubicBezTo>
                  <a:pt x="615461" y="78834"/>
                  <a:pt x="616691" y="73152"/>
                  <a:pt x="619152" y="68303"/>
                </a:cubicBezTo>
                <a:cubicBezTo>
                  <a:pt x="621613" y="63452"/>
                  <a:pt x="624907" y="59398"/>
                  <a:pt x="629034" y="56142"/>
                </a:cubicBezTo>
                <a:cubicBezTo>
                  <a:pt x="633161" y="52883"/>
                  <a:pt x="637901" y="50457"/>
                  <a:pt x="643256" y="48865"/>
                </a:cubicBezTo>
                <a:cubicBezTo>
                  <a:pt x="648614" y="47272"/>
                  <a:pt x="654189" y="46475"/>
                  <a:pt x="659981" y="46475"/>
                </a:cubicBezTo>
                <a:cubicBezTo>
                  <a:pt x="666350" y="46475"/>
                  <a:pt x="671924" y="47344"/>
                  <a:pt x="676702" y="49080"/>
                </a:cubicBezTo>
                <a:lnTo>
                  <a:pt x="716010" y="49080"/>
                </a:lnTo>
                <a:lnTo>
                  <a:pt x="716010" y="72316"/>
                </a:lnTo>
                <a:lnTo>
                  <a:pt x="698855" y="72316"/>
                </a:lnTo>
                <a:cubicBezTo>
                  <a:pt x="699866" y="73909"/>
                  <a:pt x="700698" y="75937"/>
                  <a:pt x="701350" y="78400"/>
                </a:cubicBezTo>
                <a:cubicBezTo>
                  <a:pt x="702002" y="80861"/>
                  <a:pt x="702327" y="83539"/>
                  <a:pt x="702327" y="86433"/>
                </a:cubicBezTo>
                <a:cubicBezTo>
                  <a:pt x="702327" y="92658"/>
                  <a:pt x="701242" y="98052"/>
                  <a:pt x="699070" y="102614"/>
                </a:cubicBezTo>
                <a:cubicBezTo>
                  <a:pt x="696898" y="107173"/>
                  <a:pt x="693894" y="110938"/>
                  <a:pt x="690057" y="113907"/>
                </a:cubicBezTo>
                <a:cubicBezTo>
                  <a:pt x="686221" y="116874"/>
                  <a:pt x="681734" y="119082"/>
                  <a:pt x="676593" y="120531"/>
                </a:cubicBezTo>
                <a:cubicBezTo>
                  <a:pt x="671454" y="121978"/>
                  <a:pt x="665917" y="122702"/>
                  <a:pt x="659981" y="122702"/>
                </a:cubicBezTo>
                <a:cubicBezTo>
                  <a:pt x="655781" y="122702"/>
                  <a:pt x="651437" y="121977"/>
                  <a:pt x="646948" y="120528"/>
                </a:cubicBezTo>
                <a:cubicBezTo>
                  <a:pt x="645501" y="121688"/>
                  <a:pt x="644488" y="122846"/>
                  <a:pt x="643909" y="124004"/>
                </a:cubicBezTo>
                <a:cubicBezTo>
                  <a:pt x="643330" y="125161"/>
                  <a:pt x="643041" y="126681"/>
                  <a:pt x="643041" y="128564"/>
                </a:cubicBezTo>
                <a:cubicBezTo>
                  <a:pt x="643041" y="131316"/>
                  <a:pt x="644235" y="133344"/>
                  <a:pt x="646623" y="134648"/>
                </a:cubicBezTo>
                <a:cubicBezTo>
                  <a:pt x="649011" y="135949"/>
                  <a:pt x="653246" y="136599"/>
                  <a:pt x="659328" y="136599"/>
                </a:cubicBezTo>
                <a:lnTo>
                  <a:pt x="676702" y="136599"/>
                </a:lnTo>
                <a:cubicBezTo>
                  <a:pt x="690021" y="136599"/>
                  <a:pt x="700191" y="138736"/>
                  <a:pt x="707212" y="143008"/>
                </a:cubicBezTo>
                <a:cubicBezTo>
                  <a:pt x="714235" y="147279"/>
                  <a:pt x="717746" y="154264"/>
                  <a:pt x="717746" y="163964"/>
                </a:cubicBezTo>
                <a:cubicBezTo>
                  <a:pt x="717746" y="169611"/>
                  <a:pt x="716335" y="174786"/>
                  <a:pt x="713511" y="179489"/>
                </a:cubicBezTo>
                <a:cubicBezTo>
                  <a:pt x="710688" y="184195"/>
                  <a:pt x="706671" y="188249"/>
                  <a:pt x="701459" y="191651"/>
                </a:cubicBezTo>
                <a:cubicBezTo>
                  <a:pt x="696248" y="195055"/>
                  <a:pt x="689949" y="197734"/>
                  <a:pt x="682564" y="199687"/>
                </a:cubicBezTo>
                <a:cubicBezTo>
                  <a:pt x="675181" y="201642"/>
                  <a:pt x="666857" y="202619"/>
                  <a:pt x="657592" y="202619"/>
                </a:cubicBezTo>
                <a:moveTo>
                  <a:pt x="659981" y="103372"/>
                </a:moveTo>
                <a:cubicBezTo>
                  <a:pt x="664178" y="103372"/>
                  <a:pt x="667689" y="101889"/>
                  <a:pt x="670512" y="98922"/>
                </a:cubicBezTo>
                <a:cubicBezTo>
                  <a:pt x="673335" y="95953"/>
                  <a:pt x="674747" y="91429"/>
                  <a:pt x="674747" y="85349"/>
                </a:cubicBezTo>
                <a:cubicBezTo>
                  <a:pt x="674747" y="79702"/>
                  <a:pt x="673335" y="75396"/>
                  <a:pt x="670512" y="72429"/>
                </a:cubicBezTo>
                <a:cubicBezTo>
                  <a:pt x="667689" y="69460"/>
                  <a:pt x="664178" y="67975"/>
                  <a:pt x="659981" y="67975"/>
                </a:cubicBezTo>
                <a:cubicBezTo>
                  <a:pt x="655781" y="67975"/>
                  <a:pt x="652270" y="69423"/>
                  <a:pt x="649447" y="72319"/>
                </a:cubicBezTo>
                <a:cubicBezTo>
                  <a:pt x="646623" y="75213"/>
                  <a:pt x="645212" y="79557"/>
                  <a:pt x="645212" y="85349"/>
                </a:cubicBezTo>
                <a:cubicBezTo>
                  <a:pt x="645212" y="91429"/>
                  <a:pt x="646623" y="95953"/>
                  <a:pt x="649447" y="98922"/>
                </a:cubicBezTo>
                <a:cubicBezTo>
                  <a:pt x="652270" y="101889"/>
                  <a:pt x="655781" y="103372"/>
                  <a:pt x="659981" y="103372"/>
                </a:cubicBezTo>
                <a:moveTo>
                  <a:pt x="662586" y="182641"/>
                </a:moveTo>
                <a:cubicBezTo>
                  <a:pt x="669825" y="182641"/>
                  <a:pt x="675761" y="181374"/>
                  <a:pt x="680394" y="178840"/>
                </a:cubicBezTo>
                <a:cubicBezTo>
                  <a:pt x="685026" y="176306"/>
                  <a:pt x="687343" y="173157"/>
                  <a:pt x="687343" y="169392"/>
                </a:cubicBezTo>
                <a:cubicBezTo>
                  <a:pt x="687343" y="166063"/>
                  <a:pt x="685931" y="163819"/>
                  <a:pt x="683108" y="162659"/>
                </a:cubicBezTo>
                <a:cubicBezTo>
                  <a:pt x="680284" y="161501"/>
                  <a:pt x="676194" y="160922"/>
                  <a:pt x="670837" y="160922"/>
                </a:cubicBezTo>
                <a:lnTo>
                  <a:pt x="659762" y="160922"/>
                </a:lnTo>
                <a:cubicBezTo>
                  <a:pt x="655998" y="160922"/>
                  <a:pt x="652957" y="160814"/>
                  <a:pt x="650640" y="160598"/>
                </a:cubicBezTo>
                <a:cubicBezTo>
                  <a:pt x="648324" y="160381"/>
                  <a:pt x="646298" y="160055"/>
                  <a:pt x="644562" y="159620"/>
                </a:cubicBezTo>
                <a:cubicBezTo>
                  <a:pt x="640652" y="163095"/>
                  <a:pt x="638697" y="166642"/>
                  <a:pt x="638697" y="170261"/>
                </a:cubicBezTo>
                <a:cubicBezTo>
                  <a:pt x="638697" y="174314"/>
                  <a:pt x="640868" y="177391"/>
                  <a:pt x="645212" y="179489"/>
                </a:cubicBezTo>
                <a:cubicBezTo>
                  <a:pt x="649555" y="181590"/>
                  <a:pt x="655346" y="182641"/>
                  <a:pt x="662586" y="182641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5BCEB-075A-487B-8DD4-1AB989FF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616" y="2455081"/>
            <a:ext cx="1722495" cy="2053955"/>
          </a:xfrm>
          <a:custGeom xmlns:a="http://schemas.openxmlformats.org/drawingml/2006/main">
            <a:pathLst>
              <a:path w="1722495" h="2053955">
                <a:moveTo>
                  <a:pt x="0" y="0"/>
                </a:moveTo>
                <a:lnTo>
                  <a:pt x="1722495" y="0"/>
                </a:lnTo>
                <a:lnTo>
                  <a:pt x="1722495" y="2053955"/>
                </a:lnTo>
                <a:lnTo>
                  <a:pt x="0" y="20539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A5344-E6F7-41C2-A4B0-20980144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617" y="2455081"/>
            <a:ext cx="1722495" cy="2053955"/>
          </a:xfrm>
          <a:custGeom xmlns:a="http://schemas.openxmlformats.org/drawingml/2006/main">
            <a:pathLst>
              <a:path w="1722495" h="2053955" fill="none">
                <a:moveTo>
                  <a:pt x="0" y="0"/>
                </a:moveTo>
                <a:lnTo>
                  <a:pt x="1722495" y="0"/>
                </a:lnTo>
                <a:lnTo>
                  <a:pt x="1722495" y="2053955"/>
                </a:lnTo>
                <a:lnTo>
                  <a:pt x="0" y="205395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262626"/>
            </a:solidFill>
            <a:miter/>
          </a:ln>
        </p:spPr>
      </p:sp>
      <p:sp>
        <p:nvSpPr>
          <p:cNvPr id="130" name="Text Environment">
            <a:extLst xmlns:a="http://schemas.openxmlformats.org/drawingml/2006/main">
              <a:ext uri="{FF2B5EF4-FFF2-40B4-BE49-F238E27FC236}">
                <a16:creationId xmlns:a16="http://schemas.microsoft.com/office/drawing/2014/main" id="{E7CD609B-4630-43FC-9B18-584E6574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542" y="2488187"/>
            <a:ext cx="1235481" cy="159401"/>
          </a:xfrm>
          <a:custGeom xmlns:a="http://schemas.openxmlformats.org/drawingml/2006/main">
            <a:pathLst>
              <a:path w="1235481" h="159401">
                <a:moveTo>
                  <a:pt x="0" y="156797"/>
                </a:moveTo>
                <a:lnTo>
                  <a:pt x="0" y="15203"/>
                </a:lnTo>
                <a:lnTo>
                  <a:pt x="88606" y="15203"/>
                </a:lnTo>
                <a:lnTo>
                  <a:pt x="88606" y="42131"/>
                </a:lnTo>
                <a:lnTo>
                  <a:pt x="31925" y="42131"/>
                </a:lnTo>
                <a:lnTo>
                  <a:pt x="31925" y="70580"/>
                </a:lnTo>
                <a:lnTo>
                  <a:pt x="80136" y="70580"/>
                </a:lnTo>
                <a:lnTo>
                  <a:pt x="80136" y="97292"/>
                </a:lnTo>
                <a:lnTo>
                  <a:pt x="31925" y="97292"/>
                </a:lnTo>
                <a:lnTo>
                  <a:pt x="31925" y="129869"/>
                </a:lnTo>
                <a:lnTo>
                  <a:pt x="90777" y="129869"/>
                </a:lnTo>
                <a:lnTo>
                  <a:pt x="90777" y="156797"/>
                </a:lnTo>
                <a:lnTo>
                  <a:pt x="0" y="156797"/>
                </a:lnTo>
                <a:close/>
                <a:moveTo>
                  <a:pt x="116839" y="156797"/>
                </a:moveTo>
                <a:lnTo>
                  <a:pt x="116839" y="49080"/>
                </a:lnTo>
                <a:lnTo>
                  <a:pt x="142898" y="49080"/>
                </a:lnTo>
                <a:lnTo>
                  <a:pt x="145072" y="62762"/>
                </a:lnTo>
                <a:lnTo>
                  <a:pt x="145940" y="62762"/>
                </a:lnTo>
                <a:cubicBezTo>
                  <a:pt x="150573" y="58419"/>
                  <a:pt x="155639" y="54619"/>
                  <a:pt x="161140" y="51363"/>
                </a:cubicBezTo>
                <a:cubicBezTo>
                  <a:pt x="166643" y="48105"/>
                  <a:pt x="173086" y="46475"/>
                  <a:pt x="180469" y="46475"/>
                </a:cubicBezTo>
                <a:cubicBezTo>
                  <a:pt x="192196" y="46475"/>
                  <a:pt x="200701" y="50313"/>
                  <a:pt x="205985" y="57987"/>
                </a:cubicBezTo>
                <a:cubicBezTo>
                  <a:pt x="211269" y="65660"/>
                  <a:pt x="213912" y="76300"/>
                  <a:pt x="213912" y="89909"/>
                </a:cubicBezTo>
                <a:lnTo>
                  <a:pt x="213912" y="156797"/>
                </a:lnTo>
                <a:lnTo>
                  <a:pt x="181990" y="156797"/>
                </a:lnTo>
                <a:lnTo>
                  <a:pt x="181990" y="94034"/>
                </a:lnTo>
                <a:cubicBezTo>
                  <a:pt x="181990" y="86216"/>
                  <a:pt x="180940" y="80860"/>
                  <a:pt x="178839" y="77966"/>
                </a:cubicBezTo>
                <a:cubicBezTo>
                  <a:pt x="176740" y="75070"/>
                  <a:pt x="173375" y="73622"/>
                  <a:pt x="168742" y="73622"/>
                </a:cubicBezTo>
                <a:cubicBezTo>
                  <a:pt x="164688" y="73622"/>
                  <a:pt x="161213" y="74526"/>
                  <a:pt x="158317" y="76336"/>
                </a:cubicBezTo>
                <a:cubicBezTo>
                  <a:pt x="155421" y="78145"/>
                  <a:pt x="152236" y="80714"/>
                  <a:pt x="148763" y="84043"/>
                </a:cubicBezTo>
                <a:lnTo>
                  <a:pt x="148763" y="156797"/>
                </a:lnTo>
                <a:lnTo>
                  <a:pt x="116839" y="156797"/>
                </a:lnTo>
                <a:close/>
                <a:moveTo>
                  <a:pt x="266468" y="156797"/>
                </a:moveTo>
                <a:lnTo>
                  <a:pt x="230199" y="49080"/>
                </a:lnTo>
                <a:lnTo>
                  <a:pt x="262343" y="49080"/>
                </a:lnTo>
                <a:lnTo>
                  <a:pt x="276241" y="99900"/>
                </a:lnTo>
                <a:cubicBezTo>
                  <a:pt x="277688" y="105255"/>
                  <a:pt x="279099" y="110720"/>
                  <a:pt x="280476" y="116296"/>
                </a:cubicBezTo>
                <a:cubicBezTo>
                  <a:pt x="281852" y="121870"/>
                  <a:pt x="283264" y="127480"/>
                  <a:pt x="284711" y="133127"/>
                </a:cubicBezTo>
                <a:lnTo>
                  <a:pt x="285579" y="133127"/>
                </a:lnTo>
                <a:cubicBezTo>
                  <a:pt x="286882" y="127480"/>
                  <a:pt x="288221" y="121870"/>
                  <a:pt x="289595" y="116296"/>
                </a:cubicBezTo>
                <a:cubicBezTo>
                  <a:pt x="290971" y="110720"/>
                  <a:pt x="292383" y="105255"/>
                  <a:pt x="293830" y="99900"/>
                </a:cubicBezTo>
                <a:lnTo>
                  <a:pt x="307947" y="49080"/>
                </a:lnTo>
                <a:lnTo>
                  <a:pt x="338569" y="49080"/>
                </a:lnTo>
                <a:lnTo>
                  <a:pt x="303387" y="156797"/>
                </a:lnTo>
                <a:lnTo>
                  <a:pt x="266468" y="156797"/>
                </a:lnTo>
                <a:close/>
                <a:moveTo>
                  <a:pt x="355726" y="156797"/>
                </a:moveTo>
                <a:lnTo>
                  <a:pt x="355726" y="49080"/>
                </a:lnTo>
                <a:lnTo>
                  <a:pt x="387651" y="49080"/>
                </a:lnTo>
                <a:lnTo>
                  <a:pt x="387651" y="156797"/>
                </a:lnTo>
                <a:lnTo>
                  <a:pt x="355726" y="156797"/>
                </a:lnTo>
                <a:moveTo>
                  <a:pt x="371579" y="33227"/>
                </a:moveTo>
                <a:cubicBezTo>
                  <a:pt x="366222" y="33227"/>
                  <a:pt x="361806" y="31671"/>
                  <a:pt x="358331" y="28558"/>
                </a:cubicBezTo>
                <a:cubicBezTo>
                  <a:pt x="354856" y="25445"/>
                  <a:pt x="353118" y="21428"/>
                  <a:pt x="353118" y="16506"/>
                </a:cubicBezTo>
                <a:cubicBezTo>
                  <a:pt x="353118" y="11584"/>
                  <a:pt x="354856" y="7603"/>
                  <a:pt x="358331" y="4563"/>
                </a:cubicBezTo>
                <a:cubicBezTo>
                  <a:pt x="361806" y="1521"/>
                  <a:pt x="366222" y="0"/>
                  <a:pt x="371579" y="0"/>
                </a:cubicBezTo>
                <a:cubicBezTo>
                  <a:pt x="377080" y="0"/>
                  <a:pt x="381531" y="1521"/>
                  <a:pt x="384934" y="4563"/>
                </a:cubicBezTo>
                <a:cubicBezTo>
                  <a:pt x="388338" y="7603"/>
                  <a:pt x="390040" y="11584"/>
                  <a:pt x="390040" y="16506"/>
                </a:cubicBezTo>
                <a:cubicBezTo>
                  <a:pt x="390040" y="21428"/>
                  <a:pt x="388338" y="25445"/>
                  <a:pt x="384934" y="28558"/>
                </a:cubicBezTo>
                <a:cubicBezTo>
                  <a:pt x="381531" y="31671"/>
                  <a:pt x="377080" y="33227"/>
                  <a:pt x="371579" y="33227"/>
                </a:cubicBezTo>
                <a:close/>
                <a:moveTo>
                  <a:pt x="415448" y="156797"/>
                </a:moveTo>
                <a:lnTo>
                  <a:pt x="415448" y="49080"/>
                </a:lnTo>
                <a:lnTo>
                  <a:pt x="441507" y="49080"/>
                </a:lnTo>
                <a:lnTo>
                  <a:pt x="443681" y="67975"/>
                </a:lnTo>
                <a:lnTo>
                  <a:pt x="444549" y="67975"/>
                </a:lnTo>
                <a:cubicBezTo>
                  <a:pt x="448457" y="60590"/>
                  <a:pt x="453162" y="55161"/>
                  <a:pt x="458663" y="51688"/>
                </a:cubicBezTo>
                <a:cubicBezTo>
                  <a:pt x="464166" y="48213"/>
                  <a:pt x="469668" y="46475"/>
                  <a:pt x="475168" y="46475"/>
                </a:cubicBezTo>
                <a:cubicBezTo>
                  <a:pt x="478208" y="46475"/>
                  <a:pt x="480706" y="46656"/>
                  <a:pt x="482661" y="47019"/>
                </a:cubicBezTo>
                <a:cubicBezTo>
                  <a:pt x="484616" y="47379"/>
                  <a:pt x="486390" y="47921"/>
                  <a:pt x="487983" y="48646"/>
                </a:cubicBezTo>
                <a:lnTo>
                  <a:pt x="482770" y="76226"/>
                </a:lnTo>
                <a:cubicBezTo>
                  <a:pt x="480742" y="75647"/>
                  <a:pt x="478860" y="75213"/>
                  <a:pt x="477123" y="74924"/>
                </a:cubicBezTo>
                <a:cubicBezTo>
                  <a:pt x="475387" y="74634"/>
                  <a:pt x="473360" y="74490"/>
                  <a:pt x="471043" y="74490"/>
                </a:cubicBezTo>
                <a:cubicBezTo>
                  <a:pt x="466989" y="74490"/>
                  <a:pt x="462754" y="75938"/>
                  <a:pt x="458338" y="78834"/>
                </a:cubicBezTo>
                <a:cubicBezTo>
                  <a:pt x="453922" y="81728"/>
                  <a:pt x="450267" y="86868"/>
                  <a:pt x="447373" y="94253"/>
                </a:cubicBezTo>
                <a:lnTo>
                  <a:pt x="447373" y="156797"/>
                </a:lnTo>
                <a:lnTo>
                  <a:pt x="415448" y="156797"/>
                </a:lnTo>
                <a:close/>
                <a:moveTo>
                  <a:pt x="548573" y="159401"/>
                </a:moveTo>
                <a:cubicBezTo>
                  <a:pt x="541769" y="159401"/>
                  <a:pt x="535181" y="158135"/>
                  <a:pt x="528810" y="155604"/>
                </a:cubicBezTo>
                <a:cubicBezTo>
                  <a:pt x="522441" y="153070"/>
                  <a:pt x="516830" y="149414"/>
                  <a:pt x="511979" y="144635"/>
                </a:cubicBezTo>
                <a:cubicBezTo>
                  <a:pt x="507130" y="139857"/>
                  <a:pt x="503257" y="133957"/>
                  <a:pt x="500361" y="126937"/>
                </a:cubicBezTo>
                <a:cubicBezTo>
                  <a:pt x="497465" y="119914"/>
                  <a:pt x="496017" y="111914"/>
                  <a:pt x="496017" y="102938"/>
                </a:cubicBezTo>
                <a:cubicBezTo>
                  <a:pt x="496017" y="93963"/>
                  <a:pt x="497465" y="85964"/>
                  <a:pt x="500361" y="78943"/>
                </a:cubicBezTo>
                <a:cubicBezTo>
                  <a:pt x="503257" y="71921"/>
                  <a:pt x="507130" y="66020"/>
                  <a:pt x="511979" y="61241"/>
                </a:cubicBezTo>
                <a:cubicBezTo>
                  <a:pt x="516830" y="56463"/>
                  <a:pt x="522441" y="52808"/>
                  <a:pt x="528810" y="50276"/>
                </a:cubicBezTo>
                <a:cubicBezTo>
                  <a:pt x="535181" y="47742"/>
                  <a:pt x="541769" y="46475"/>
                  <a:pt x="548573" y="46475"/>
                </a:cubicBezTo>
                <a:cubicBezTo>
                  <a:pt x="555377" y="46475"/>
                  <a:pt x="561928" y="47742"/>
                  <a:pt x="568227" y="50276"/>
                </a:cubicBezTo>
                <a:cubicBezTo>
                  <a:pt x="574525" y="52808"/>
                  <a:pt x="580099" y="56463"/>
                  <a:pt x="584948" y="61241"/>
                </a:cubicBezTo>
                <a:cubicBezTo>
                  <a:pt x="589799" y="66020"/>
                  <a:pt x="593672" y="71921"/>
                  <a:pt x="596566" y="78943"/>
                </a:cubicBezTo>
                <a:cubicBezTo>
                  <a:pt x="599462" y="85964"/>
                  <a:pt x="600910" y="93963"/>
                  <a:pt x="600910" y="102938"/>
                </a:cubicBezTo>
                <a:cubicBezTo>
                  <a:pt x="600910" y="111914"/>
                  <a:pt x="599462" y="119914"/>
                  <a:pt x="596566" y="126937"/>
                </a:cubicBezTo>
                <a:cubicBezTo>
                  <a:pt x="593672" y="133957"/>
                  <a:pt x="589799" y="139857"/>
                  <a:pt x="584948" y="144635"/>
                </a:cubicBezTo>
                <a:cubicBezTo>
                  <a:pt x="580099" y="149414"/>
                  <a:pt x="574525" y="153070"/>
                  <a:pt x="568227" y="155604"/>
                </a:cubicBezTo>
                <a:cubicBezTo>
                  <a:pt x="561928" y="158135"/>
                  <a:pt x="555377" y="159401"/>
                  <a:pt x="548573" y="159401"/>
                </a:cubicBezTo>
                <a:moveTo>
                  <a:pt x="548573" y="133561"/>
                </a:moveTo>
                <a:cubicBezTo>
                  <a:pt x="555088" y="133561"/>
                  <a:pt x="560010" y="130810"/>
                  <a:pt x="563339" y="125309"/>
                </a:cubicBezTo>
                <a:cubicBezTo>
                  <a:pt x="566670" y="119806"/>
                  <a:pt x="568336" y="112349"/>
                  <a:pt x="568336" y="102938"/>
                </a:cubicBezTo>
                <a:cubicBezTo>
                  <a:pt x="568336" y="93527"/>
                  <a:pt x="566670" y="86071"/>
                  <a:pt x="563339" y="80571"/>
                </a:cubicBezTo>
                <a:cubicBezTo>
                  <a:pt x="560010" y="75067"/>
                  <a:pt x="555088" y="72316"/>
                  <a:pt x="548573" y="72316"/>
                </a:cubicBezTo>
                <a:cubicBezTo>
                  <a:pt x="541912" y="72316"/>
                  <a:pt x="536953" y="75067"/>
                  <a:pt x="533694" y="80571"/>
                </a:cubicBezTo>
                <a:cubicBezTo>
                  <a:pt x="530438" y="86071"/>
                  <a:pt x="528810" y="93527"/>
                  <a:pt x="528810" y="102938"/>
                </a:cubicBezTo>
                <a:cubicBezTo>
                  <a:pt x="528810" y="112349"/>
                  <a:pt x="530438" y="119806"/>
                  <a:pt x="533694" y="125309"/>
                </a:cubicBezTo>
                <a:cubicBezTo>
                  <a:pt x="536953" y="130810"/>
                  <a:pt x="541912" y="133561"/>
                  <a:pt x="548573" y="133561"/>
                </a:cubicBezTo>
                <a:close/>
                <a:moveTo>
                  <a:pt x="621759" y="156797"/>
                </a:moveTo>
                <a:lnTo>
                  <a:pt x="621759" y="49080"/>
                </a:lnTo>
                <a:lnTo>
                  <a:pt x="647819" y="49080"/>
                </a:lnTo>
                <a:lnTo>
                  <a:pt x="649993" y="62762"/>
                </a:lnTo>
                <a:lnTo>
                  <a:pt x="650861" y="62762"/>
                </a:lnTo>
                <a:cubicBezTo>
                  <a:pt x="655493" y="58419"/>
                  <a:pt x="660560" y="54619"/>
                  <a:pt x="666061" y="51363"/>
                </a:cubicBezTo>
                <a:cubicBezTo>
                  <a:pt x="671564" y="48105"/>
                  <a:pt x="678007" y="46475"/>
                  <a:pt x="685390" y="46475"/>
                </a:cubicBezTo>
                <a:cubicBezTo>
                  <a:pt x="697116" y="46475"/>
                  <a:pt x="705622" y="50313"/>
                  <a:pt x="710906" y="57987"/>
                </a:cubicBezTo>
                <a:cubicBezTo>
                  <a:pt x="716190" y="65660"/>
                  <a:pt x="718832" y="76300"/>
                  <a:pt x="718832" y="89909"/>
                </a:cubicBezTo>
                <a:lnTo>
                  <a:pt x="718832" y="156797"/>
                </a:lnTo>
                <a:lnTo>
                  <a:pt x="686911" y="156797"/>
                </a:lnTo>
                <a:lnTo>
                  <a:pt x="686911" y="94034"/>
                </a:lnTo>
                <a:cubicBezTo>
                  <a:pt x="686911" y="86216"/>
                  <a:pt x="685861" y="80860"/>
                  <a:pt x="683760" y="77966"/>
                </a:cubicBezTo>
                <a:cubicBezTo>
                  <a:pt x="681661" y="75070"/>
                  <a:pt x="678295" y="73622"/>
                  <a:pt x="673663" y="73622"/>
                </a:cubicBezTo>
                <a:cubicBezTo>
                  <a:pt x="669609" y="73622"/>
                  <a:pt x="666134" y="74526"/>
                  <a:pt x="663238" y="76336"/>
                </a:cubicBezTo>
                <a:cubicBezTo>
                  <a:pt x="660341" y="78145"/>
                  <a:pt x="657157" y="80714"/>
                  <a:pt x="653684" y="84043"/>
                </a:cubicBezTo>
                <a:lnTo>
                  <a:pt x="653684" y="156797"/>
                </a:lnTo>
                <a:lnTo>
                  <a:pt x="621759" y="156797"/>
                </a:lnTo>
                <a:close/>
                <a:moveTo>
                  <a:pt x="746632" y="156797"/>
                </a:moveTo>
                <a:lnTo>
                  <a:pt x="746632" y="49080"/>
                </a:lnTo>
                <a:lnTo>
                  <a:pt x="772691" y="49080"/>
                </a:lnTo>
                <a:lnTo>
                  <a:pt x="774865" y="62978"/>
                </a:lnTo>
                <a:lnTo>
                  <a:pt x="775733" y="62978"/>
                </a:lnTo>
                <a:cubicBezTo>
                  <a:pt x="780220" y="58491"/>
                  <a:pt x="784997" y="54619"/>
                  <a:pt x="790065" y="51363"/>
                </a:cubicBezTo>
                <a:cubicBezTo>
                  <a:pt x="795133" y="48105"/>
                  <a:pt x="801214" y="46475"/>
                  <a:pt x="808307" y="46475"/>
                </a:cubicBezTo>
                <a:cubicBezTo>
                  <a:pt x="815980" y="46475"/>
                  <a:pt x="822169" y="48032"/>
                  <a:pt x="826874" y="51144"/>
                </a:cubicBezTo>
                <a:cubicBezTo>
                  <a:pt x="831580" y="54257"/>
                  <a:pt x="835308" y="58709"/>
                  <a:pt x="838058" y="64499"/>
                </a:cubicBezTo>
                <a:cubicBezTo>
                  <a:pt x="842837" y="59577"/>
                  <a:pt x="847868" y="55343"/>
                  <a:pt x="853152" y="51797"/>
                </a:cubicBezTo>
                <a:cubicBezTo>
                  <a:pt x="858437" y="48249"/>
                  <a:pt x="864699" y="46475"/>
                  <a:pt x="871938" y="46475"/>
                </a:cubicBezTo>
                <a:cubicBezTo>
                  <a:pt x="883521" y="46475"/>
                  <a:pt x="892026" y="50348"/>
                  <a:pt x="897454" y="58093"/>
                </a:cubicBezTo>
                <a:cubicBezTo>
                  <a:pt x="902884" y="65839"/>
                  <a:pt x="905599" y="76444"/>
                  <a:pt x="905599" y="89909"/>
                </a:cubicBezTo>
                <a:lnTo>
                  <a:pt x="905599" y="156797"/>
                </a:lnTo>
                <a:lnTo>
                  <a:pt x="873674" y="156797"/>
                </a:lnTo>
                <a:lnTo>
                  <a:pt x="873674" y="94034"/>
                </a:lnTo>
                <a:cubicBezTo>
                  <a:pt x="873674" y="86216"/>
                  <a:pt x="872625" y="80860"/>
                  <a:pt x="870526" y="77966"/>
                </a:cubicBezTo>
                <a:cubicBezTo>
                  <a:pt x="868428" y="75070"/>
                  <a:pt x="865062" y="73622"/>
                  <a:pt x="860429" y="73622"/>
                </a:cubicBezTo>
                <a:cubicBezTo>
                  <a:pt x="855072" y="73622"/>
                  <a:pt x="848919" y="77096"/>
                  <a:pt x="841968" y="84043"/>
                </a:cubicBezTo>
                <a:lnTo>
                  <a:pt x="841968" y="156797"/>
                </a:lnTo>
                <a:lnTo>
                  <a:pt x="810044" y="156797"/>
                </a:lnTo>
                <a:lnTo>
                  <a:pt x="810044" y="94034"/>
                </a:lnTo>
                <a:cubicBezTo>
                  <a:pt x="810044" y="86216"/>
                  <a:pt x="808994" y="80860"/>
                  <a:pt x="806896" y="77966"/>
                </a:cubicBezTo>
                <a:cubicBezTo>
                  <a:pt x="804797" y="75070"/>
                  <a:pt x="801431" y="73622"/>
                  <a:pt x="796799" y="73622"/>
                </a:cubicBezTo>
                <a:cubicBezTo>
                  <a:pt x="791296" y="73622"/>
                  <a:pt x="785215" y="77096"/>
                  <a:pt x="778557" y="84043"/>
                </a:cubicBezTo>
                <a:lnTo>
                  <a:pt x="778557" y="156797"/>
                </a:lnTo>
                <a:lnTo>
                  <a:pt x="746632" y="156797"/>
                </a:lnTo>
                <a:close/>
                <a:moveTo>
                  <a:pt x="982262" y="159401"/>
                </a:moveTo>
                <a:cubicBezTo>
                  <a:pt x="974587" y="159401"/>
                  <a:pt x="967419" y="158135"/>
                  <a:pt x="960759" y="155604"/>
                </a:cubicBezTo>
                <a:cubicBezTo>
                  <a:pt x="954100" y="153070"/>
                  <a:pt x="948310" y="149378"/>
                  <a:pt x="943388" y="144529"/>
                </a:cubicBezTo>
                <a:cubicBezTo>
                  <a:pt x="938466" y="139678"/>
                  <a:pt x="934629" y="133777"/>
                  <a:pt x="931876" y="126827"/>
                </a:cubicBezTo>
                <a:cubicBezTo>
                  <a:pt x="929126" y="119877"/>
                  <a:pt x="927750" y="111914"/>
                  <a:pt x="927750" y="102938"/>
                </a:cubicBezTo>
                <a:cubicBezTo>
                  <a:pt x="927750" y="94252"/>
                  <a:pt x="929199" y="86398"/>
                  <a:pt x="932095" y="79378"/>
                </a:cubicBezTo>
                <a:cubicBezTo>
                  <a:pt x="934991" y="72355"/>
                  <a:pt x="938792" y="66419"/>
                  <a:pt x="943497" y="61569"/>
                </a:cubicBezTo>
                <a:cubicBezTo>
                  <a:pt x="948203" y="56718"/>
                  <a:pt x="953595" y="52990"/>
                  <a:pt x="959675" y="50386"/>
                </a:cubicBezTo>
                <a:cubicBezTo>
                  <a:pt x="965757" y="47779"/>
                  <a:pt x="972055" y="46475"/>
                  <a:pt x="978570" y="46475"/>
                </a:cubicBezTo>
                <a:cubicBezTo>
                  <a:pt x="986243" y="46475"/>
                  <a:pt x="992937" y="47779"/>
                  <a:pt x="998655" y="50386"/>
                </a:cubicBezTo>
                <a:cubicBezTo>
                  <a:pt x="1004374" y="52990"/>
                  <a:pt x="1009153" y="56609"/>
                  <a:pt x="1012990" y="61241"/>
                </a:cubicBezTo>
                <a:cubicBezTo>
                  <a:pt x="1016827" y="65874"/>
                  <a:pt x="1019687" y="71340"/>
                  <a:pt x="1021569" y="77638"/>
                </a:cubicBezTo>
                <a:cubicBezTo>
                  <a:pt x="1023452" y="83936"/>
                  <a:pt x="1024393" y="90777"/>
                  <a:pt x="1024393" y="98160"/>
                </a:cubicBezTo>
                <a:cubicBezTo>
                  <a:pt x="1024393" y="101056"/>
                  <a:pt x="1024248" y="103808"/>
                  <a:pt x="1023959" y="106414"/>
                </a:cubicBezTo>
                <a:cubicBezTo>
                  <a:pt x="1023669" y="109019"/>
                  <a:pt x="1023380" y="110973"/>
                  <a:pt x="1023090" y="112276"/>
                </a:cubicBezTo>
                <a:lnTo>
                  <a:pt x="958588" y="112276"/>
                </a:lnTo>
                <a:cubicBezTo>
                  <a:pt x="960037" y="120095"/>
                  <a:pt x="963259" y="125850"/>
                  <a:pt x="968254" y="129541"/>
                </a:cubicBezTo>
                <a:cubicBezTo>
                  <a:pt x="973249" y="133233"/>
                  <a:pt x="979367" y="135078"/>
                  <a:pt x="986606" y="135078"/>
                </a:cubicBezTo>
                <a:cubicBezTo>
                  <a:pt x="994278" y="135078"/>
                  <a:pt x="1002024" y="132690"/>
                  <a:pt x="1009842" y="127914"/>
                </a:cubicBezTo>
                <a:lnTo>
                  <a:pt x="1020482" y="147240"/>
                </a:lnTo>
                <a:cubicBezTo>
                  <a:pt x="1014982" y="151004"/>
                  <a:pt x="1008864" y="153972"/>
                  <a:pt x="1002131" y="156144"/>
                </a:cubicBezTo>
                <a:cubicBezTo>
                  <a:pt x="995400" y="158316"/>
                  <a:pt x="988776" y="159401"/>
                  <a:pt x="982262" y="159401"/>
                </a:cubicBezTo>
                <a:moveTo>
                  <a:pt x="958373" y="91211"/>
                </a:moveTo>
                <a:lnTo>
                  <a:pt x="997246" y="91211"/>
                </a:lnTo>
                <a:cubicBezTo>
                  <a:pt x="997246" y="85131"/>
                  <a:pt x="995870" y="80209"/>
                  <a:pt x="993117" y="76445"/>
                </a:cubicBezTo>
                <a:cubicBezTo>
                  <a:pt x="990367" y="72680"/>
                  <a:pt x="985734" y="70798"/>
                  <a:pt x="979220" y="70798"/>
                </a:cubicBezTo>
                <a:cubicBezTo>
                  <a:pt x="974154" y="70798"/>
                  <a:pt x="969703" y="72463"/>
                  <a:pt x="965865" y="75792"/>
                </a:cubicBezTo>
                <a:cubicBezTo>
                  <a:pt x="962028" y="79121"/>
                  <a:pt x="959530" y="84261"/>
                  <a:pt x="958373" y="91211"/>
                </a:cubicBezTo>
                <a:close/>
                <a:moveTo>
                  <a:pt x="1045240" y="156797"/>
                </a:moveTo>
                <a:lnTo>
                  <a:pt x="1045240" y="49080"/>
                </a:lnTo>
                <a:lnTo>
                  <a:pt x="1071299" y="49080"/>
                </a:lnTo>
                <a:lnTo>
                  <a:pt x="1073473" y="62762"/>
                </a:lnTo>
                <a:lnTo>
                  <a:pt x="1074341" y="62762"/>
                </a:lnTo>
                <a:cubicBezTo>
                  <a:pt x="1078974" y="58419"/>
                  <a:pt x="1084041" y="54619"/>
                  <a:pt x="1089542" y="51363"/>
                </a:cubicBezTo>
                <a:cubicBezTo>
                  <a:pt x="1095045" y="48105"/>
                  <a:pt x="1101488" y="46475"/>
                  <a:pt x="1108871" y="46475"/>
                </a:cubicBezTo>
                <a:cubicBezTo>
                  <a:pt x="1120597" y="46475"/>
                  <a:pt x="1129102" y="50313"/>
                  <a:pt x="1134387" y="57987"/>
                </a:cubicBezTo>
                <a:cubicBezTo>
                  <a:pt x="1139671" y="65660"/>
                  <a:pt x="1142313" y="76300"/>
                  <a:pt x="1142313" y="89909"/>
                </a:cubicBezTo>
                <a:lnTo>
                  <a:pt x="1142313" y="156797"/>
                </a:lnTo>
                <a:lnTo>
                  <a:pt x="1110392" y="156797"/>
                </a:lnTo>
                <a:lnTo>
                  <a:pt x="1110392" y="94034"/>
                </a:lnTo>
                <a:cubicBezTo>
                  <a:pt x="1110392" y="86216"/>
                  <a:pt x="1109341" y="80860"/>
                  <a:pt x="1107240" y="77966"/>
                </a:cubicBezTo>
                <a:cubicBezTo>
                  <a:pt x="1105142" y="75070"/>
                  <a:pt x="1101776" y="73622"/>
                  <a:pt x="1097143" y="73622"/>
                </a:cubicBezTo>
                <a:cubicBezTo>
                  <a:pt x="1093090" y="73622"/>
                  <a:pt x="1089615" y="74526"/>
                  <a:pt x="1086718" y="76336"/>
                </a:cubicBezTo>
                <a:cubicBezTo>
                  <a:pt x="1083822" y="78145"/>
                  <a:pt x="1080638" y="80714"/>
                  <a:pt x="1077165" y="84043"/>
                </a:cubicBezTo>
                <a:lnTo>
                  <a:pt x="1077165" y="156797"/>
                </a:lnTo>
                <a:lnTo>
                  <a:pt x="1045240" y="156797"/>
                </a:lnTo>
                <a:close/>
                <a:moveTo>
                  <a:pt x="1211592" y="159401"/>
                </a:moveTo>
                <a:cubicBezTo>
                  <a:pt x="1204933" y="159401"/>
                  <a:pt x="1199251" y="158388"/>
                  <a:pt x="1194546" y="156363"/>
                </a:cubicBezTo>
                <a:cubicBezTo>
                  <a:pt x="1189840" y="154335"/>
                  <a:pt x="1186003" y="151511"/>
                  <a:pt x="1183034" y="147893"/>
                </a:cubicBezTo>
                <a:cubicBezTo>
                  <a:pt x="1180067" y="144274"/>
                  <a:pt x="1177895" y="139896"/>
                  <a:pt x="1176519" y="134757"/>
                </a:cubicBezTo>
                <a:cubicBezTo>
                  <a:pt x="1175145" y="129616"/>
                  <a:pt x="1174458" y="123933"/>
                  <a:pt x="1174458" y="117708"/>
                </a:cubicBezTo>
                <a:lnTo>
                  <a:pt x="1174458" y="74056"/>
                </a:lnTo>
                <a:lnTo>
                  <a:pt x="1159689" y="74056"/>
                </a:lnTo>
                <a:lnTo>
                  <a:pt x="1159689" y="50382"/>
                </a:lnTo>
                <a:lnTo>
                  <a:pt x="1176194" y="49080"/>
                </a:lnTo>
                <a:lnTo>
                  <a:pt x="1179886" y="20413"/>
                </a:lnTo>
                <a:lnTo>
                  <a:pt x="1206379" y="20413"/>
                </a:lnTo>
                <a:lnTo>
                  <a:pt x="1206379" y="49080"/>
                </a:lnTo>
                <a:lnTo>
                  <a:pt x="1232223" y="49080"/>
                </a:lnTo>
                <a:lnTo>
                  <a:pt x="1232223" y="74056"/>
                </a:lnTo>
                <a:lnTo>
                  <a:pt x="1206379" y="74056"/>
                </a:lnTo>
                <a:lnTo>
                  <a:pt x="1206379" y="117270"/>
                </a:lnTo>
                <a:cubicBezTo>
                  <a:pt x="1206379" y="123352"/>
                  <a:pt x="1207646" y="127733"/>
                  <a:pt x="1210180" y="130413"/>
                </a:cubicBezTo>
                <a:cubicBezTo>
                  <a:pt x="1212714" y="133090"/>
                  <a:pt x="1216081" y="134429"/>
                  <a:pt x="1220281" y="134429"/>
                </a:cubicBezTo>
                <a:cubicBezTo>
                  <a:pt x="1222017" y="134429"/>
                  <a:pt x="1223790" y="134212"/>
                  <a:pt x="1225599" y="133779"/>
                </a:cubicBezTo>
                <a:cubicBezTo>
                  <a:pt x="1227408" y="133344"/>
                  <a:pt x="1229038" y="132836"/>
                  <a:pt x="1230487" y="132255"/>
                </a:cubicBezTo>
                <a:lnTo>
                  <a:pt x="1235481" y="155494"/>
                </a:lnTo>
                <a:cubicBezTo>
                  <a:pt x="1232585" y="156363"/>
                  <a:pt x="1229182" y="157231"/>
                  <a:pt x="1225274" y="158099"/>
                </a:cubicBezTo>
                <a:cubicBezTo>
                  <a:pt x="1221366" y="158967"/>
                  <a:pt x="1216806" y="159401"/>
                  <a:pt x="1211592" y="1594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Crossover">
            <a:extLst xmlns:a="http://schemas.openxmlformats.org/drawingml/2006/main">
              <a:ext uri="{FF2B5EF4-FFF2-40B4-BE49-F238E27FC236}">
                <a16:creationId xmlns:a16="http://schemas.microsoft.com/office/drawing/2014/main" id="{24763B6D-FBBE-46E3-BEDC-C514A83E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419" y="2761387"/>
            <a:ext cx="944906" cy="146806"/>
          </a:xfrm>
          <a:custGeom xmlns:a="http://schemas.openxmlformats.org/drawingml/2006/main">
            <a:pathLst>
              <a:path w="944906" h="146806">
                <a:moveTo>
                  <a:pt x="65801" y="146806"/>
                </a:moveTo>
                <a:cubicBezTo>
                  <a:pt x="56825" y="146806"/>
                  <a:pt x="48355" y="145249"/>
                  <a:pt x="40391" y="142137"/>
                </a:cubicBezTo>
                <a:cubicBezTo>
                  <a:pt x="32429" y="139024"/>
                  <a:pt x="25444" y="134428"/>
                  <a:pt x="19435" y="128348"/>
                </a:cubicBezTo>
                <a:cubicBezTo>
                  <a:pt x="13426" y="122266"/>
                  <a:pt x="8684" y="114701"/>
                  <a:pt x="5209" y="105652"/>
                </a:cubicBezTo>
                <a:cubicBezTo>
                  <a:pt x="1736" y="96604"/>
                  <a:pt x="0" y="86143"/>
                  <a:pt x="0" y="74271"/>
                </a:cubicBezTo>
                <a:cubicBezTo>
                  <a:pt x="0" y="62545"/>
                  <a:pt x="1809" y="52086"/>
                  <a:pt x="5428" y="42893"/>
                </a:cubicBezTo>
                <a:cubicBezTo>
                  <a:pt x="9047" y="33699"/>
                  <a:pt x="13896" y="25917"/>
                  <a:pt x="19975" y="19548"/>
                </a:cubicBezTo>
                <a:cubicBezTo>
                  <a:pt x="26057" y="13177"/>
                  <a:pt x="33152" y="8326"/>
                  <a:pt x="41260" y="4997"/>
                </a:cubicBezTo>
                <a:cubicBezTo>
                  <a:pt x="49369" y="1666"/>
                  <a:pt x="57912" y="0"/>
                  <a:pt x="66888" y="0"/>
                </a:cubicBezTo>
                <a:cubicBezTo>
                  <a:pt x="76010" y="0"/>
                  <a:pt x="84189" y="1846"/>
                  <a:pt x="91426" y="5537"/>
                </a:cubicBezTo>
                <a:cubicBezTo>
                  <a:pt x="98666" y="9229"/>
                  <a:pt x="104675" y="13537"/>
                  <a:pt x="109453" y="18461"/>
                </a:cubicBezTo>
                <a:lnTo>
                  <a:pt x="92513" y="38874"/>
                </a:lnTo>
                <a:cubicBezTo>
                  <a:pt x="88895" y="35544"/>
                  <a:pt x="85094" y="32830"/>
                  <a:pt x="81111" y="30732"/>
                </a:cubicBezTo>
                <a:cubicBezTo>
                  <a:pt x="77130" y="28631"/>
                  <a:pt x="72605" y="27580"/>
                  <a:pt x="67538" y="27580"/>
                </a:cubicBezTo>
                <a:cubicBezTo>
                  <a:pt x="62761" y="27580"/>
                  <a:pt x="58237" y="28631"/>
                  <a:pt x="53964" y="30732"/>
                </a:cubicBezTo>
                <a:cubicBezTo>
                  <a:pt x="49694" y="32830"/>
                  <a:pt x="46003" y="35835"/>
                  <a:pt x="42890" y="39745"/>
                </a:cubicBezTo>
                <a:cubicBezTo>
                  <a:pt x="39777" y="43653"/>
                  <a:pt x="37316" y="48430"/>
                  <a:pt x="35507" y="54077"/>
                </a:cubicBezTo>
                <a:cubicBezTo>
                  <a:pt x="33698" y="59722"/>
                  <a:pt x="32793" y="66092"/>
                  <a:pt x="32793" y="73188"/>
                </a:cubicBezTo>
                <a:cubicBezTo>
                  <a:pt x="32793" y="87810"/>
                  <a:pt x="35906" y="99139"/>
                  <a:pt x="42131" y="107173"/>
                </a:cubicBezTo>
                <a:cubicBezTo>
                  <a:pt x="48356" y="115208"/>
                  <a:pt x="56681" y="119225"/>
                  <a:pt x="67103" y="119225"/>
                </a:cubicBezTo>
                <a:cubicBezTo>
                  <a:pt x="72896" y="119225"/>
                  <a:pt x="78072" y="117960"/>
                  <a:pt x="82632" y="115428"/>
                </a:cubicBezTo>
                <a:cubicBezTo>
                  <a:pt x="87191" y="112894"/>
                  <a:pt x="91209" y="109745"/>
                  <a:pt x="94684" y="105980"/>
                </a:cubicBezTo>
                <a:lnTo>
                  <a:pt x="111624" y="125959"/>
                </a:lnTo>
                <a:cubicBezTo>
                  <a:pt x="99752" y="139857"/>
                  <a:pt x="84477" y="146806"/>
                  <a:pt x="65801" y="146806"/>
                </a:cubicBezTo>
                <a:close/>
                <a:moveTo>
                  <a:pt x="131713" y="144201"/>
                </a:moveTo>
                <a:lnTo>
                  <a:pt x="131713" y="36484"/>
                </a:lnTo>
                <a:lnTo>
                  <a:pt x="157772" y="36484"/>
                </a:lnTo>
                <a:lnTo>
                  <a:pt x="159946" y="55379"/>
                </a:lnTo>
                <a:lnTo>
                  <a:pt x="160814" y="55379"/>
                </a:lnTo>
                <a:cubicBezTo>
                  <a:pt x="164722" y="47994"/>
                  <a:pt x="169427" y="42565"/>
                  <a:pt x="174928" y="39092"/>
                </a:cubicBezTo>
                <a:cubicBezTo>
                  <a:pt x="180431" y="35617"/>
                  <a:pt x="185933" y="33880"/>
                  <a:pt x="191433" y="33880"/>
                </a:cubicBezTo>
                <a:cubicBezTo>
                  <a:pt x="194473" y="33880"/>
                  <a:pt x="196971" y="34061"/>
                  <a:pt x="198926" y="34423"/>
                </a:cubicBezTo>
                <a:cubicBezTo>
                  <a:pt x="200881" y="34783"/>
                  <a:pt x="202655" y="35326"/>
                  <a:pt x="204248" y="36050"/>
                </a:cubicBezTo>
                <a:lnTo>
                  <a:pt x="199035" y="63631"/>
                </a:lnTo>
                <a:cubicBezTo>
                  <a:pt x="197007" y="63052"/>
                  <a:pt x="195125" y="62618"/>
                  <a:pt x="193389" y="62328"/>
                </a:cubicBezTo>
                <a:cubicBezTo>
                  <a:pt x="191652" y="62039"/>
                  <a:pt x="189625" y="61894"/>
                  <a:pt x="187308" y="61894"/>
                </a:cubicBezTo>
                <a:cubicBezTo>
                  <a:pt x="183254" y="61894"/>
                  <a:pt x="179019" y="63342"/>
                  <a:pt x="174603" y="66239"/>
                </a:cubicBezTo>
                <a:cubicBezTo>
                  <a:pt x="170187" y="69133"/>
                  <a:pt x="166532" y="74272"/>
                  <a:pt x="163638" y="81657"/>
                </a:cubicBezTo>
                <a:lnTo>
                  <a:pt x="163638" y="144201"/>
                </a:lnTo>
                <a:lnTo>
                  <a:pt x="131713" y="144201"/>
                </a:lnTo>
                <a:close/>
                <a:moveTo>
                  <a:pt x="264729" y="146806"/>
                </a:moveTo>
                <a:cubicBezTo>
                  <a:pt x="257925" y="146806"/>
                  <a:pt x="251337" y="145540"/>
                  <a:pt x="244966" y="143008"/>
                </a:cubicBezTo>
                <a:cubicBezTo>
                  <a:pt x="238597" y="140474"/>
                  <a:pt x="232986" y="136818"/>
                  <a:pt x="228135" y="132040"/>
                </a:cubicBezTo>
                <a:cubicBezTo>
                  <a:pt x="223286" y="127261"/>
                  <a:pt x="219413" y="121362"/>
                  <a:pt x="216517" y="114341"/>
                </a:cubicBezTo>
                <a:cubicBezTo>
                  <a:pt x="213621" y="107318"/>
                  <a:pt x="212173" y="99319"/>
                  <a:pt x="212173" y="90343"/>
                </a:cubicBezTo>
                <a:cubicBezTo>
                  <a:pt x="212173" y="81367"/>
                  <a:pt x="213621" y="73369"/>
                  <a:pt x="216517" y="66348"/>
                </a:cubicBezTo>
                <a:cubicBezTo>
                  <a:pt x="219413" y="59325"/>
                  <a:pt x="223286" y="53424"/>
                  <a:pt x="228135" y="48646"/>
                </a:cubicBezTo>
                <a:cubicBezTo>
                  <a:pt x="232986" y="43867"/>
                  <a:pt x="238597" y="40212"/>
                  <a:pt x="244966" y="37681"/>
                </a:cubicBezTo>
                <a:cubicBezTo>
                  <a:pt x="251337" y="35147"/>
                  <a:pt x="257925" y="33880"/>
                  <a:pt x="264729" y="33880"/>
                </a:cubicBezTo>
                <a:cubicBezTo>
                  <a:pt x="271533" y="33880"/>
                  <a:pt x="278084" y="35147"/>
                  <a:pt x="284383" y="37681"/>
                </a:cubicBezTo>
                <a:cubicBezTo>
                  <a:pt x="290681" y="40212"/>
                  <a:pt x="296255" y="43867"/>
                  <a:pt x="301104" y="48646"/>
                </a:cubicBezTo>
                <a:cubicBezTo>
                  <a:pt x="305955" y="53424"/>
                  <a:pt x="309828" y="59325"/>
                  <a:pt x="312722" y="66348"/>
                </a:cubicBezTo>
                <a:cubicBezTo>
                  <a:pt x="315618" y="73369"/>
                  <a:pt x="317066" y="81367"/>
                  <a:pt x="317066" y="90343"/>
                </a:cubicBezTo>
                <a:cubicBezTo>
                  <a:pt x="317066" y="99319"/>
                  <a:pt x="315618" y="107318"/>
                  <a:pt x="312722" y="114341"/>
                </a:cubicBezTo>
                <a:cubicBezTo>
                  <a:pt x="309828" y="121362"/>
                  <a:pt x="305955" y="127261"/>
                  <a:pt x="301104" y="132040"/>
                </a:cubicBezTo>
                <a:cubicBezTo>
                  <a:pt x="296255" y="136818"/>
                  <a:pt x="290681" y="140474"/>
                  <a:pt x="284383" y="143008"/>
                </a:cubicBezTo>
                <a:cubicBezTo>
                  <a:pt x="278084" y="145540"/>
                  <a:pt x="271533" y="146806"/>
                  <a:pt x="264729" y="146806"/>
                </a:cubicBezTo>
                <a:moveTo>
                  <a:pt x="264729" y="120965"/>
                </a:moveTo>
                <a:cubicBezTo>
                  <a:pt x="271244" y="120965"/>
                  <a:pt x="276166" y="118215"/>
                  <a:pt x="279495" y="112714"/>
                </a:cubicBezTo>
                <a:cubicBezTo>
                  <a:pt x="282826" y="107211"/>
                  <a:pt x="284492" y="99754"/>
                  <a:pt x="284492" y="90343"/>
                </a:cubicBezTo>
                <a:cubicBezTo>
                  <a:pt x="284492" y="80932"/>
                  <a:pt x="282826" y="73476"/>
                  <a:pt x="279495" y="67975"/>
                </a:cubicBezTo>
                <a:cubicBezTo>
                  <a:pt x="276166" y="62472"/>
                  <a:pt x="271244" y="59720"/>
                  <a:pt x="264729" y="59720"/>
                </a:cubicBezTo>
                <a:cubicBezTo>
                  <a:pt x="258068" y="59720"/>
                  <a:pt x="253109" y="62472"/>
                  <a:pt x="249850" y="67975"/>
                </a:cubicBezTo>
                <a:cubicBezTo>
                  <a:pt x="246594" y="73476"/>
                  <a:pt x="244966" y="80932"/>
                  <a:pt x="244966" y="90343"/>
                </a:cubicBezTo>
                <a:cubicBezTo>
                  <a:pt x="244966" y="99754"/>
                  <a:pt x="246594" y="107211"/>
                  <a:pt x="249850" y="112714"/>
                </a:cubicBezTo>
                <a:cubicBezTo>
                  <a:pt x="253109" y="118215"/>
                  <a:pt x="258068" y="120965"/>
                  <a:pt x="264729" y="120965"/>
                </a:cubicBezTo>
                <a:close/>
                <a:moveTo>
                  <a:pt x="369513" y="146806"/>
                </a:moveTo>
                <a:cubicBezTo>
                  <a:pt x="362420" y="146806"/>
                  <a:pt x="355145" y="145431"/>
                  <a:pt x="347689" y="142680"/>
                </a:cubicBezTo>
                <a:cubicBezTo>
                  <a:pt x="340233" y="139930"/>
                  <a:pt x="333754" y="136310"/>
                  <a:pt x="328250" y="131821"/>
                </a:cubicBezTo>
                <a:lnTo>
                  <a:pt x="342586" y="111842"/>
                </a:lnTo>
                <a:cubicBezTo>
                  <a:pt x="347508" y="115607"/>
                  <a:pt x="352212" y="118430"/>
                  <a:pt x="356699" y="120312"/>
                </a:cubicBezTo>
                <a:cubicBezTo>
                  <a:pt x="361188" y="122195"/>
                  <a:pt x="365749" y="123136"/>
                  <a:pt x="370381" y="123136"/>
                </a:cubicBezTo>
                <a:cubicBezTo>
                  <a:pt x="375160" y="123136"/>
                  <a:pt x="378635" y="122339"/>
                  <a:pt x="380807" y="120746"/>
                </a:cubicBezTo>
                <a:cubicBezTo>
                  <a:pt x="382978" y="119154"/>
                  <a:pt x="384064" y="116909"/>
                  <a:pt x="384064" y="114013"/>
                </a:cubicBezTo>
                <a:cubicBezTo>
                  <a:pt x="384064" y="112277"/>
                  <a:pt x="383449" y="110721"/>
                  <a:pt x="382218" y="109347"/>
                </a:cubicBezTo>
                <a:cubicBezTo>
                  <a:pt x="380988" y="107971"/>
                  <a:pt x="379322" y="106704"/>
                  <a:pt x="377221" y="105546"/>
                </a:cubicBezTo>
                <a:cubicBezTo>
                  <a:pt x="375122" y="104386"/>
                  <a:pt x="372770" y="103336"/>
                  <a:pt x="370163" y="102395"/>
                </a:cubicBezTo>
                <a:cubicBezTo>
                  <a:pt x="367558" y="101454"/>
                  <a:pt x="364881" y="100404"/>
                  <a:pt x="362130" y="99247"/>
                </a:cubicBezTo>
                <a:cubicBezTo>
                  <a:pt x="358801" y="97943"/>
                  <a:pt x="355471" y="96424"/>
                  <a:pt x="352139" y="94687"/>
                </a:cubicBezTo>
                <a:cubicBezTo>
                  <a:pt x="348810" y="92949"/>
                  <a:pt x="345770" y="90813"/>
                  <a:pt x="343020" y="88282"/>
                </a:cubicBezTo>
                <a:cubicBezTo>
                  <a:pt x="340269" y="85748"/>
                  <a:pt x="338025" y="82780"/>
                  <a:pt x="336286" y="79378"/>
                </a:cubicBezTo>
                <a:cubicBezTo>
                  <a:pt x="334550" y="75973"/>
                  <a:pt x="333682" y="72028"/>
                  <a:pt x="333682" y="67541"/>
                </a:cubicBezTo>
                <a:cubicBezTo>
                  <a:pt x="333682" y="62619"/>
                  <a:pt x="334658" y="58058"/>
                  <a:pt x="336611" y="53858"/>
                </a:cubicBezTo>
                <a:cubicBezTo>
                  <a:pt x="338566" y="49659"/>
                  <a:pt x="341353" y="46112"/>
                  <a:pt x="344972" y="43218"/>
                </a:cubicBezTo>
                <a:cubicBezTo>
                  <a:pt x="348592" y="40322"/>
                  <a:pt x="352936" y="38042"/>
                  <a:pt x="358001" y="36378"/>
                </a:cubicBezTo>
                <a:cubicBezTo>
                  <a:pt x="363069" y="34713"/>
                  <a:pt x="368716" y="33880"/>
                  <a:pt x="374941" y="33880"/>
                </a:cubicBezTo>
                <a:cubicBezTo>
                  <a:pt x="383195" y="33880"/>
                  <a:pt x="390434" y="35291"/>
                  <a:pt x="396660" y="38115"/>
                </a:cubicBezTo>
                <a:cubicBezTo>
                  <a:pt x="402885" y="40938"/>
                  <a:pt x="408314" y="44086"/>
                  <a:pt x="412947" y="47559"/>
                </a:cubicBezTo>
                <a:lnTo>
                  <a:pt x="398615" y="66673"/>
                </a:lnTo>
                <a:cubicBezTo>
                  <a:pt x="394704" y="63776"/>
                  <a:pt x="390867" y="61532"/>
                  <a:pt x="387103" y="59939"/>
                </a:cubicBezTo>
                <a:cubicBezTo>
                  <a:pt x="383340" y="58346"/>
                  <a:pt x="379577" y="57550"/>
                  <a:pt x="375813" y="57550"/>
                </a:cubicBezTo>
                <a:cubicBezTo>
                  <a:pt x="367705" y="57550"/>
                  <a:pt x="363651" y="60373"/>
                  <a:pt x="363651" y="66020"/>
                </a:cubicBezTo>
                <a:cubicBezTo>
                  <a:pt x="363651" y="67756"/>
                  <a:pt x="364230" y="69241"/>
                  <a:pt x="365388" y="70474"/>
                </a:cubicBezTo>
                <a:cubicBezTo>
                  <a:pt x="366545" y="71704"/>
                  <a:pt x="368102" y="72826"/>
                  <a:pt x="370057" y="73840"/>
                </a:cubicBezTo>
                <a:cubicBezTo>
                  <a:pt x="372012" y="74852"/>
                  <a:pt x="374255" y="75829"/>
                  <a:pt x="376787" y="76770"/>
                </a:cubicBezTo>
                <a:cubicBezTo>
                  <a:pt x="379321" y="77711"/>
                  <a:pt x="381964" y="78688"/>
                  <a:pt x="384717" y="79702"/>
                </a:cubicBezTo>
                <a:cubicBezTo>
                  <a:pt x="388190" y="81006"/>
                  <a:pt x="391627" y="82490"/>
                  <a:pt x="395029" y="84156"/>
                </a:cubicBezTo>
                <a:cubicBezTo>
                  <a:pt x="398434" y="85820"/>
                  <a:pt x="401547" y="87882"/>
                  <a:pt x="404371" y="90343"/>
                </a:cubicBezTo>
                <a:cubicBezTo>
                  <a:pt x="407194" y="92804"/>
                  <a:pt x="409474" y="95808"/>
                  <a:pt x="411210" y="99356"/>
                </a:cubicBezTo>
                <a:cubicBezTo>
                  <a:pt x="412947" y="102902"/>
                  <a:pt x="413815" y="107137"/>
                  <a:pt x="413815" y="112061"/>
                </a:cubicBezTo>
                <a:cubicBezTo>
                  <a:pt x="413815" y="116983"/>
                  <a:pt x="412874" y="121544"/>
                  <a:pt x="410992" y="125744"/>
                </a:cubicBezTo>
                <a:cubicBezTo>
                  <a:pt x="409112" y="129941"/>
                  <a:pt x="406289" y="133596"/>
                  <a:pt x="402525" y="136709"/>
                </a:cubicBezTo>
                <a:cubicBezTo>
                  <a:pt x="398760" y="139822"/>
                  <a:pt x="394127" y="142283"/>
                  <a:pt x="388624" y="144092"/>
                </a:cubicBezTo>
                <a:cubicBezTo>
                  <a:pt x="383123" y="145901"/>
                  <a:pt x="376753" y="146806"/>
                  <a:pt x="369513" y="146806"/>
                </a:cubicBezTo>
                <a:close/>
                <a:moveTo>
                  <a:pt x="464525" y="146806"/>
                </a:moveTo>
                <a:cubicBezTo>
                  <a:pt x="457432" y="146806"/>
                  <a:pt x="450157" y="145431"/>
                  <a:pt x="442701" y="142680"/>
                </a:cubicBezTo>
                <a:cubicBezTo>
                  <a:pt x="435245" y="139930"/>
                  <a:pt x="428766" y="136310"/>
                  <a:pt x="423263" y="131821"/>
                </a:cubicBezTo>
                <a:lnTo>
                  <a:pt x="437598" y="111842"/>
                </a:lnTo>
                <a:cubicBezTo>
                  <a:pt x="442520" y="115607"/>
                  <a:pt x="447224" y="118430"/>
                  <a:pt x="451711" y="120312"/>
                </a:cubicBezTo>
                <a:cubicBezTo>
                  <a:pt x="456200" y="122195"/>
                  <a:pt x="460761" y="123136"/>
                  <a:pt x="465394" y="123136"/>
                </a:cubicBezTo>
                <a:cubicBezTo>
                  <a:pt x="470172" y="123136"/>
                  <a:pt x="473647" y="122339"/>
                  <a:pt x="475819" y="120746"/>
                </a:cubicBezTo>
                <a:cubicBezTo>
                  <a:pt x="477990" y="119154"/>
                  <a:pt x="479076" y="116909"/>
                  <a:pt x="479076" y="114013"/>
                </a:cubicBezTo>
                <a:cubicBezTo>
                  <a:pt x="479076" y="112277"/>
                  <a:pt x="478461" y="110721"/>
                  <a:pt x="477230" y="109347"/>
                </a:cubicBezTo>
                <a:cubicBezTo>
                  <a:pt x="476000" y="107971"/>
                  <a:pt x="474334" y="106704"/>
                  <a:pt x="472233" y="105546"/>
                </a:cubicBezTo>
                <a:cubicBezTo>
                  <a:pt x="470135" y="104386"/>
                  <a:pt x="467782" y="103336"/>
                  <a:pt x="465175" y="102395"/>
                </a:cubicBezTo>
                <a:cubicBezTo>
                  <a:pt x="462570" y="101454"/>
                  <a:pt x="459893" y="100404"/>
                  <a:pt x="457142" y="99247"/>
                </a:cubicBezTo>
                <a:cubicBezTo>
                  <a:pt x="453813" y="97943"/>
                  <a:pt x="450483" y="96424"/>
                  <a:pt x="447151" y="94687"/>
                </a:cubicBezTo>
                <a:cubicBezTo>
                  <a:pt x="443822" y="92949"/>
                  <a:pt x="440782" y="90813"/>
                  <a:pt x="438032" y="88282"/>
                </a:cubicBezTo>
                <a:cubicBezTo>
                  <a:pt x="435282" y="85748"/>
                  <a:pt x="433037" y="82780"/>
                  <a:pt x="431298" y="79378"/>
                </a:cubicBezTo>
                <a:cubicBezTo>
                  <a:pt x="429562" y="75973"/>
                  <a:pt x="428694" y="72028"/>
                  <a:pt x="428694" y="67541"/>
                </a:cubicBezTo>
                <a:cubicBezTo>
                  <a:pt x="428694" y="62619"/>
                  <a:pt x="429670" y="58058"/>
                  <a:pt x="431623" y="53858"/>
                </a:cubicBezTo>
                <a:cubicBezTo>
                  <a:pt x="433578" y="49659"/>
                  <a:pt x="436365" y="46112"/>
                  <a:pt x="439984" y="43218"/>
                </a:cubicBezTo>
                <a:cubicBezTo>
                  <a:pt x="443605" y="40322"/>
                  <a:pt x="447948" y="38042"/>
                  <a:pt x="453013" y="36378"/>
                </a:cubicBezTo>
                <a:cubicBezTo>
                  <a:pt x="458081" y="34713"/>
                  <a:pt x="463728" y="33880"/>
                  <a:pt x="469953" y="33880"/>
                </a:cubicBezTo>
                <a:cubicBezTo>
                  <a:pt x="478207" y="33880"/>
                  <a:pt x="485446" y="35291"/>
                  <a:pt x="491672" y="38115"/>
                </a:cubicBezTo>
                <a:cubicBezTo>
                  <a:pt x="497897" y="40938"/>
                  <a:pt x="503326" y="44086"/>
                  <a:pt x="507959" y="47559"/>
                </a:cubicBezTo>
                <a:lnTo>
                  <a:pt x="493627" y="66673"/>
                </a:lnTo>
                <a:cubicBezTo>
                  <a:pt x="489717" y="63776"/>
                  <a:pt x="485879" y="61532"/>
                  <a:pt x="482115" y="59939"/>
                </a:cubicBezTo>
                <a:cubicBezTo>
                  <a:pt x="478353" y="58346"/>
                  <a:pt x="474589" y="57550"/>
                  <a:pt x="470825" y="57550"/>
                </a:cubicBezTo>
                <a:cubicBezTo>
                  <a:pt x="462717" y="57550"/>
                  <a:pt x="458663" y="60373"/>
                  <a:pt x="458663" y="66020"/>
                </a:cubicBezTo>
                <a:cubicBezTo>
                  <a:pt x="458663" y="67756"/>
                  <a:pt x="459242" y="69241"/>
                  <a:pt x="460400" y="70474"/>
                </a:cubicBezTo>
                <a:cubicBezTo>
                  <a:pt x="461557" y="71704"/>
                  <a:pt x="463114" y="72826"/>
                  <a:pt x="465069" y="73840"/>
                </a:cubicBezTo>
                <a:cubicBezTo>
                  <a:pt x="467024" y="74852"/>
                  <a:pt x="469267" y="75829"/>
                  <a:pt x="471799" y="76770"/>
                </a:cubicBezTo>
                <a:cubicBezTo>
                  <a:pt x="474333" y="77711"/>
                  <a:pt x="476976" y="78688"/>
                  <a:pt x="479729" y="79702"/>
                </a:cubicBezTo>
                <a:cubicBezTo>
                  <a:pt x="483202" y="81006"/>
                  <a:pt x="486639" y="82490"/>
                  <a:pt x="490041" y="84156"/>
                </a:cubicBezTo>
                <a:cubicBezTo>
                  <a:pt x="493446" y="85820"/>
                  <a:pt x="496559" y="87882"/>
                  <a:pt x="499383" y="90343"/>
                </a:cubicBezTo>
                <a:cubicBezTo>
                  <a:pt x="502206" y="92804"/>
                  <a:pt x="504486" y="95808"/>
                  <a:pt x="506222" y="99356"/>
                </a:cubicBezTo>
                <a:cubicBezTo>
                  <a:pt x="507959" y="102902"/>
                  <a:pt x="508827" y="107137"/>
                  <a:pt x="508827" y="112061"/>
                </a:cubicBezTo>
                <a:cubicBezTo>
                  <a:pt x="508827" y="116983"/>
                  <a:pt x="507886" y="121544"/>
                  <a:pt x="506004" y="125744"/>
                </a:cubicBezTo>
                <a:cubicBezTo>
                  <a:pt x="504124" y="129941"/>
                  <a:pt x="501301" y="133596"/>
                  <a:pt x="497537" y="136709"/>
                </a:cubicBezTo>
                <a:cubicBezTo>
                  <a:pt x="493773" y="139822"/>
                  <a:pt x="489139" y="142283"/>
                  <a:pt x="483636" y="144092"/>
                </a:cubicBezTo>
                <a:cubicBezTo>
                  <a:pt x="478135" y="145901"/>
                  <a:pt x="471765" y="146806"/>
                  <a:pt x="464525" y="146806"/>
                </a:cubicBezTo>
                <a:close/>
                <a:moveTo>
                  <a:pt x="574087" y="146806"/>
                </a:moveTo>
                <a:cubicBezTo>
                  <a:pt x="567283" y="146806"/>
                  <a:pt x="560695" y="145540"/>
                  <a:pt x="554324" y="143008"/>
                </a:cubicBezTo>
                <a:cubicBezTo>
                  <a:pt x="547955" y="140474"/>
                  <a:pt x="542345" y="136818"/>
                  <a:pt x="537494" y="132040"/>
                </a:cubicBezTo>
                <a:cubicBezTo>
                  <a:pt x="532645" y="127261"/>
                  <a:pt x="528772" y="121362"/>
                  <a:pt x="525876" y="114341"/>
                </a:cubicBezTo>
                <a:cubicBezTo>
                  <a:pt x="522979" y="107318"/>
                  <a:pt x="521531" y="99319"/>
                  <a:pt x="521531" y="90343"/>
                </a:cubicBezTo>
                <a:cubicBezTo>
                  <a:pt x="521531" y="81367"/>
                  <a:pt x="522979" y="73369"/>
                  <a:pt x="525876" y="66348"/>
                </a:cubicBezTo>
                <a:cubicBezTo>
                  <a:pt x="528772" y="59325"/>
                  <a:pt x="532645" y="53424"/>
                  <a:pt x="537494" y="48646"/>
                </a:cubicBezTo>
                <a:cubicBezTo>
                  <a:pt x="542345" y="43867"/>
                  <a:pt x="547955" y="40212"/>
                  <a:pt x="554324" y="37681"/>
                </a:cubicBezTo>
                <a:cubicBezTo>
                  <a:pt x="560695" y="35147"/>
                  <a:pt x="567283" y="33880"/>
                  <a:pt x="574087" y="33880"/>
                </a:cubicBezTo>
                <a:cubicBezTo>
                  <a:pt x="580892" y="33880"/>
                  <a:pt x="587443" y="35147"/>
                  <a:pt x="593741" y="37681"/>
                </a:cubicBezTo>
                <a:cubicBezTo>
                  <a:pt x="600040" y="40212"/>
                  <a:pt x="605613" y="43867"/>
                  <a:pt x="610462" y="48646"/>
                </a:cubicBezTo>
                <a:cubicBezTo>
                  <a:pt x="615314" y="53424"/>
                  <a:pt x="619186" y="59325"/>
                  <a:pt x="622080" y="66348"/>
                </a:cubicBezTo>
                <a:cubicBezTo>
                  <a:pt x="624977" y="73369"/>
                  <a:pt x="626425" y="81367"/>
                  <a:pt x="626425" y="90343"/>
                </a:cubicBezTo>
                <a:cubicBezTo>
                  <a:pt x="626425" y="99319"/>
                  <a:pt x="624977" y="107318"/>
                  <a:pt x="622080" y="114341"/>
                </a:cubicBezTo>
                <a:cubicBezTo>
                  <a:pt x="619186" y="121362"/>
                  <a:pt x="615314" y="127261"/>
                  <a:pt x="610462" y="132040"/>
                </a:cubicBezTo>
                <a:cubicBezTo>
                  <a:pt x="605613" y="136818"/>
                  <a:pt x="600040" y="140474"/>
                  <a:pt x="593741" y="143008"/>
                </a:cubicBezTo>
                <a:cubicBezTo>
                  <a:pt x="587443" y="145540"/>
                  <a:pt x="580892" y="146806"/>
                  <a:pt x="574087" y="146806"/>
                </a:cubicBezTo>
                <a:moveTo>
                  <a:pt x="574087" y="120965"/>
                </a:moveTo>
                <a:cubicBezTo>
                  <a:pt x="580602" y="120965"/>
                  <a:pt x="585524" y="118215"/>
                  <a:pt x="588854" y="112714"/>
                </a:cubicBezTo>
                <a:cubicBezTo>
                  <a:pt x="592185" y="107211"/>
                  <a:pt x="593851" y="99754"/>
                  <a:pt x="593851" y="90343"/>
                </a:cubicBezTo>
                <a:cubicBezTo>
                  <a:pt x="593851" y="80932"/>
                  <a:pt x="592185" y="73476"/>
                  <a:pt x="588854" y="67975"/>
                </a:cubicBezTo>
                <a:cubicBezTo>
                  <a:pt x="585524" y="62472"/>
                  <a:pt x="580602" y="59720"/>
                  <a:pt x="574087" y="59720"/>
                </a:cubicBezTo>
                <a:cubicBezTo>
                  <a:pt x="567427" y="59720"/>
                  <a:pt x="562467" y="62472"/>
                  <a:pt x="559209" y="67975"/>
                </a:cubicBezTo>
                <a:cubicBezTo>
                  <a:pt x="555952" y="73476"/>
                  <a:pt x="554324" y="80932"/>
                  <a:pt x="554324" y="90343"/>
                </a:cubicBezTo>
                <a:cubicBezTo>
                  <a:pt x="554324" y="99754"/>
                  <a:pt x="555952" y="107211"/>
                  <a:pt x="559209" y="112714"/>
                </a:cubicBezTo>
                <a:cubicBezTo>
                  <a:pt x="562467" y="118215"/>
                  <a:pt x="567427" y="120965"/>
                  <a:pt x="574087" y="120965"/>
                </a:cubicBezTo>
                <a:close/>
                <a:moveTo>
                  <a:pt x="671923" y="144201"/>
                </a:moveTo>
                <a:lnTo>
                  <a:pt x="635654" y="36484"/>
                </a:lnTo>
                <a:lnTo>
                  <a:pt x="667797" y="36484"/>
                </a:lnTo>
                <a:lnTo>
                  <a:pt x="681695" y="87304"/>
                </a:lnTo>
                <a:cubicBezTo>
                  <a:pt x="683142" y="92659"/>
                  <a:pt x="684554" y="98125"/>
                  <a:pt x="685930" y="103701"/>
                </a:cubicBezTo>
                <a:cubicBezTo>
                  <a:pt x="687307" y="109274"/>
                  <a:pt x="688718" y="114884"/>
                  <a:pt x="690165" y="120531"/>
                </a:cubicBezTo>
                <a:lnTo>
                  <a:pt x="691033" y="120531"/>
                </a:lnTo>
                <a:cubicBezTo>
                  <a:pt x="692337" y="114884"/>
                  <a:pt x="693676" y="109274"/>
                  <a:pt x="695050" y="103701"/>
                </a:cubicBezTo>
                <a:cubicBezTo>
                  <a:pt x="696426" y="98125"/>
                  <a:pt x="697838" y="92659"/>
                  <a:pt x="699285" y="87304"/>
                </a:cubicBezTo>
                <a:lnTo>
                  <a:pt x="713401" y="36484"/>
                </a:lnTo>
                <a:lnTo>
                  <a:pt x="744024" y="36484"/>
                </a:lnTo>
                <a:lnTo>
                  <a:pt x="708842" y="144201"/>
                </a:lnTo>
                <a:lnTo>
                  <a:pt x="671923" y="144201"/>
                </a:lnTo>
                <a:close/>
                <a:moveTo>
                  <a:pt x="809284" y="146806"/>
                </a:moveTo>
                <a:cubicBezTo>
                  <a:pt x="801609" y="146806"/>
                  <a:pt x="794441" y="145540"/>
                  <a:pt x="787781" y="143008"/>
                </a:cubicBezTo>
                <a:cubicBezTo>
                  <a:pt x="781122" y="140474"/>
                  <a:pt x="775332" y="136783"/>
                  <a:pt x="770410" y="131934"/>
                </a:cubicBezTo>
                <a:cubicBezTo>
                  <a:pt x="765488" y="127082"/>
                  <a:pt x="761651" y="121182"/>
                  <a:pt x="758898" y="114232"/>
                </a:cubicBezTo>
                <a:cubicBezTo>
                  <a:pt x="756148" y="107282"/>
                  <a:pt x="754773" y="99319"/>
                  <a:pt x="754773" y="90343"/>
                </a:cubicBezTo>
                <a:cubicBezTo>
                  <a:pt x="754773" y="81656"/>
                  <a:pt x="756221" y="73803"/>
                  <a:pt x="759117" y="66782"/>
                </a:cubicBezTo>
                <a:cubicBezTo>
                  <a:pt x="762013" y="59759"/>
                  <a:pt x="765814" y="53823"/>
                  <a:pt x="770519" y="48974"/>
                </a:cubicBezTo>
                <a:cubicBezTo>
                  <a:pt x="775225" y="44123"/>
                  <a:pt x="780618" y="40395"/>
                  <a:pt x="786697" y="37790"/>
                </a:cubicBezTo>
                <a:cubicBezTo>
                  <a:pt x="792779" y="35183"/>
                  <a:pt x="799077" y="33880"/>
                  <a:pt x="805592" y="33880"/>
                </a:cubicBezTo>
                <a:cubicBezTo>
                  <a:pt x="813265" y="33880"/>
                  <a:pt x="819959" y="35183"/>
                  <a:pt x="825677" y="37790"/>
                </a:cubicBezTo>
                <a:cubicBezTo>
                  <a:pt x="831396" y="40395"/>
                  <a:pt x="836175" y="44013"/>
                  <a:pt x="840012" y="48646"/>
                </a:cubicBezTo>
                <a:cubicBezTo>
                  <a:pt x="843849" y="53278"/>
                  <a:pt x="846709" y="58744"/>
                  <a:pt x="848591" y="65042"/>
                </a:cubicBezTo>
                <a:cubicBezTo>
                  <a:pt x="850474" y="71341"/>
                  <a:pt x="851415" y="78181"/>
                  <a:pt x="851415" y="85564"/>
                </a:cubicBezTo>
                <a:cubicBezTo>
                  <a:pt x="851415" y="88461"/>
                  <a:pt x="851270" y="91212"/>
                  <a:pt x="850981" y="93819"/>
                </a:cubicBezTo>
                <a:cubicBezTo>
                  <a:pt x="850691" y="96424"/>
                  <a:pt x="850402" y="98378"/>
                  <a:pt x="850112" y="99681"/>
                </a:cubicBezTo>
                <a:lnTo>
                  <a:pt x="785610" y="99681"/>
                </a:lnTo>
                <a:cubicBezTo>
                  <a:pt x="787059" y="107499"/>
                  <a:pt x="790282" y="113254"/>
                  <a:pt x="795276" y="116946"/>
                </a:cubicBezTo>
                <a:cubicBezTo>
                  <a:pt x="800271" y="120637"/>
                  <a:pt x="806389" y="122483"/>
                  <a:pt x="813628" y="122483"/>
                </a:cubicBezTo>
                <a:cubicBezTo>
                  <a:pt x="821300" y="122483"/>
                  <a:pt x="829046" y="120095"/>
                  <a:pt x="836864" y="115319"/>
                </a:cubicBezTo>
                <a:lnTo>
                  <a:pt x="847505" y="134644"/>
                </a:lnTo>
                <a:cubicBezTo>
                  <a:pt x="842004" y="138409"/>
                  <a:pt x="835886" y="141377"/>
                  <a:pt x="829153" y="143548"/>
                </a:cubicBezTo>
                <a:cubicBezTo>
                  <a:pt x="822422" y="145720"/>
                  <a:pt x="815799" y="146806"/>
                  <a:pt x="809284" y="146806"/>
                </a:cubicBezTo>
                <a:moveTo>
                  <a:pt x="785395" y="78615"/>
                </a:moveTo>
                <a:lnTo>
                  <a:pt x="824268" y="78615"/>
                </a:lnTo>
                <a:cubicBezTo>
                  <a:pt x="824268" y="72536"/>
                  <a:pt x="822892" y="67614"/>
                  <a:pt x="820140" y="63849"/>
                </a:cubicBezTo>
                <a:cubicBezTo>
                  <a:pt x="817389" y="60085"/>
                  <a:pt x="812757" y="58203"/>
                  <a:pt x="806242" y="58203"/>
                </a:cubicBezTo>
                <a:cubicBezTo>
                  <a:pt x="801176" y="58203"/>
                  <a:pt x="796725" y="59867"/>
                  <a:pt x="792887" y="63197"/>
                </a:cubicBezTo>
                <a:cubicBezTo>
                  <a:pt x="789050" y="66526"/>
                  <a:pt x="786552" y="71665"/>
                  <a:pt x="785395" y="78615"/>
                </a:cubicBezTo>
                <a:close/>
                <a:moveTo>
                  <a:pt x="872371" y="144201"/>
                </a:moveTo>
                <a:lnTo>
                  <a:pt x="872371" y="36484"/>
                </a:lnTo>
                <a:lnTo>
                  <a:pt x="898431" y="36484"/>
                </a:lnTo>
                <a:lnTo>
                  <a:pt x="900604" y="55379"/>
                </a:lnTo>
                <a:lnTo>
                  <a:pt x="901473" y="55379"/>
                </a:lnTo>
                <a:cubicBezTo>
                  <a:pt x="905381" y="47994"/>
                  <a:pt x="910085" y="42565"/>
                  <a:pt x="915586" y="39092"/>
                </a:cubicBezTo>
                <a:cubicBezTo>
                  <a:pt x="921089" y="35617"/>
                  <a:pt x="926591" y="33880"/>
                  <a:pt x="932092" y="33880"/>
                </a:cubicBezTo>
                <a:cubicBezTo>
                  <a:pt x="935132" y="33880"/>
                  <a:pt x="937629" y="34061"/>
                  <a:pt x="939584" y="34423"/>
                </a:cubicBezTo>
                <a:cubicBezTo>
                  <a:pt x="941539" y="34783"/>
                  <a:pt x="943313" y="35326"/>
                  <a:pt x="944906" y="36050"/>
                </a:cubicBezTo>
                <a:lnTo>
                  <a:pt x="939693" y="63631"/>
                </a:lnTo>
                <a:cubicBezTo>
                  <a:pt x="937665" y="63052"/>
                  <a:pt x="935783" y="62618"/>
                  <a:pt x="934047" y="62328"/>
                </a:cubicBezTo>
                <a:cubicBezTo>
                  <a:pt x="932310" y="62039"/>
                  <a:pt x="930283" y="61894"/>
                  <a:pt x="927966" y="61894"/>
                </a:cubicBezTo>
                <a:cubicBezTo>
                  <a:pt x="923912" y="61894"/>
                  <a:pt x="919677" y="63342"/>
                  <a:pt x="915261" y="66239"/>
                </a:cubicBezTo>
                <a:cubicBezTo>
                  <a:pt x="910845" y="69133"/>
                  <a:pt x="907190" y="74272"/>
                  <a:pt x="904296" y="81657"/>
                </a:cubicBezTo>
                <a:lnTo>
                  <a:pt x="904296" y="144201"/>
                </a:lnTo>
                <a:lnTo>
                  <a:pt x="872371" y="1442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D13F3-30FA-431D-B8F1-B02A0899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776" y="3471065"/>
            <a:ext cx="1408975" cy="257577"/>
          </a:xfrm>
          <a:custGeom xmlns:a="http://schemas.openxmlformats.org/drawingml/2006/main">
            <a:pathLst>
              <a:path w="1408975" h="257577">
                <a:moveTo>
                  <a:pt x="0" y="0"/>
                </a:moveTo>
                <a:lnTo>
                  <a:pt x="1408975" y="0"/>
                </a:lnTo>
                <a:lnTo>
                  <a:pt x="1408975" y="257577"/>
                </a:lnTo>
                <a:lnTo>
                  <a:pt x="0" y="2575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6DBBF-DE99-4D63-ABD4-120C06BF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777" y="3471065"/>
            <a:ext cx="1408975" cy="257576"/>
          </a:xfrm>
          <a:custGeom xmlns:a="http://schemas.openxmlformats.org/drawingml/2006/main">
            <a:pathLst>
              <a:path w="1408975" h="257576" fill="none">
                <a:moveTo>
                  <a:pt x="0" y="0"/>
                </a:moveTo>
                <a:lnTo>
                  <a:pt x="1408975" y="0"/>
                </a:lnTo>
                <a:lnTo>
                  <a:pt x="1408975" y="257576"/>
                </a:lnTo>
                <a:lnTo>
                  <a:pt x="0" y="2575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595959"/>
            </a:solidFill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685E00-B16F-440D-99F6-013FAEFD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776" y="3816433"/>
            <a:ext cx="1408975" cy="257574"/>
          </a:xfrm>
          <a:custGeom xmlns:a="http://schemas.openxmlformats.org/drawingml/2006/main">
            <a:pathLst>
              <a:path w="1408975" h="257574">
                <a:moveTo>
                  <a:pt x="0" y="0"/>
                </a:moveTo>
                <a:lnTo>
                  <a:pt x="1408975" y="0"/>
                </a:lnTo>
                <a:lnTo>
                  <a:pt x="1408975" y="257574"/>
                </a:lnTo>
                <a:lnTo>
                  <a:pt x="0" y="2575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8B767-5E6D-444A-81FD-30031DE0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777" y="3816432"/>
            <a:ext cx="1408975" cy="257576"/>
          </a:xfrm>
          <a:custGeom xmlns:a="http://schemas.openxmlformats.org/drawingml/2006/main">
            <a:pathLst>
              <a:path w="1408975" h="257576" fill="none">
                <a:moveTo>
                  <a:pt x="0" y="0"/>
                </a:moveTo>
                <a:lnTo>
                  <a:pt x="1408975" y="0"/>
                </a:lnTo>
                <a:lnTo>
                  <a:pt x="1408975" y="257576"/>
                </a:lnTo>
                <a:lnTo>
                  <a:pt x="0" y="2575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595959"/>
            </a:solidFill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F438C7-F7C0-424F-8955-0BF6FFB2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776" y="4157444"/>
            <a:ext cx="1408975" cy="257574"/>
          </a:xfrm>
          <a:custGeom xmlns:a="http://schemas.openxmlformats.org/drawingml/2006/main">
            <a:pathLst>
              <a:path w="1408975" h="257574">
                <a:moveTo>
                  <a:pt x="0" y="0"/>
                </a:moveTo>
                <a:lnTo>
                  <a:pt x="1408975" y="0"/>
                </a:lnTo>
                <a:lnTo>
                  <a:pt x="1408975" y="257574"/>
                </a:lnTo>
                <a:lnTo>
                  <a:pt x="0" y="2575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02C3B-8226-4436-B279-4E955BDC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777" y="4157444"/>
            <a:ext cx="1408975" cy="257576"/>
          </a:xfrm>
          <a:custGeom xmlns:a="http://schemas.openxmlformats.org/drawingml/2006/main">
            <a:pathLst>
              <a:path w="1408975" h="257576" fill="none">
                <a:moveTo>
                  <a:pt x="0" y="0"/>
                </a:moveTo>
                <a:lnTo>
                  <a:pt x="1408975" y="0"/>
                </a:lnTo>
                <a:lnTo>
                  <a:pt x="1408975" y="257576"/>
                </a:lnTo>
                <a:lnTo>
                  <a:pt x="0" y="2575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595959"/>
            </a:solidFill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CCD14-2F84-48E4-A898-2D590C99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811" y="51600"/>
            <a:ext cx="4181578" cy="4451939"/>
          </a:xfrm>
          <a:custGeom xmlns:a="http://schemas.openxmlformats.org/drawingml/2006/main">
            <a:pathLst>
              <a:path w="4181578" h="4451939">
                <a:moveTo>
                  <a:pt x="0" y="0"/>
                </a:moveTo>
                <a:lnTo>
                  <a:pt x="4181578" y="0"/>
                </a:lnTo>
                <a:lnTo>
                  <a:pt x="4181578" y="4451939"/>
                </a:lnTo>
                <a:lnTo>
                  <a:pt x="0" y="44519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58FAE-9CE3-4948-BCB9-0E489A25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812" y="51599"/>
            <a:ext cx="4181579" cy="4451939"/>
          </a:xfrm>
          <a:custGeom xmlns:a="http://schemas.openxmlformats.org/drawingml/2006/main">
            <a:pathLst>
              <a:path w="4181579" h="4451939" fill="none">
                <a:moveTo>
                  <a:pt x="0" y="0"/>
                </a:moveTo>
                <a:lnTo>
                  <a:pt x="4181579" y="0"/>
                </a:lnTo>
                <a:lnTo>
                  <a:pt x="4181579" y="4451939"/>
                </a:lnTo>
                <a:lnTo>
                  <a:pt x="0" y="44519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262626"/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85B2B4-7148-456B-BF11-A6E431E6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483" y="649017"/>
            <a:ext cx="3656344" cy="586869"/>
          </a:xfrm>
          <a:custGeom xmlns:a="http://schemas.openxmlformats.org/drawingml/2006/main">
            <a:pathLst>
              <a:path w="3656344" h="586869">
                <a:moveTo>
                  <a:pt x="0" y="0"/>
                </a:moveTo>
                <a:lnTo>
                  <a:pt x="3656344" y="0"/>
                </a:lnTo>
                <a:lnTo>
                  <a:pt x="3656344" y="586869"/>
                </a:lnTo>
                <a:lnTo>
                  <a:pt x="0" y="5868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6FA3A-3750-4DEF-AF8C-EC753245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483" y="649016"/>
            <a:ext cx="3656343" cy="586869"/>
          </a:xfrm>
          <a:custGeom xmlns:a="http://schemas.openxmlformats.org/drawingml/2006/main">
            <a:pathLst>
              <a:path w="3656343" h="586869" fill="none">
                <a:moveTo>
                  <a:pt x="0" y="0"/>
                </a:moveTo>
                <a:lnTo>
                  <a:pt x="3656343" y="0"/>
                </a:lnTo>
                <a:lnTo>
                  <a:pt x="3656343" y="586869"/>
                </a:lnTo>
                <a:lnTo>
                  <a:pt x="0" y="58686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142" name="Text &lt;?php">
            <a:extLst xmlns:a="http://schemas.openxmlformats.org/drawingml/2006/main">
              <a:ext uri="{FF2B5EF4-FFF2-40B4-BE49-F238E27FC236}">
                <a16:creationId xmlns:a16="http://schemas.microsoft.com/office/drawing/2014/main" id="{78D3A8E2-7BD4-4A6A-838D-02B2DF32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837" y="745312"/>
            <a:ext cx="481399" cy="175907"/>
          </a:xfrm>
          <a:custGeom xmlns:a="http://schemas.openxmlformats.org/drawingml/2006/main">
            <a:pathLst>
              <a:path w="481399" h="175907">
                <a:moveTo>
                  <a:pt x="83262" y="114338"/>
                </a:moveTo>
                <a:lnTo>
                  <a:pt x="0" y="80915"/>
                </a:lnTo>
                <a:lnTo>
                  <a:pt x="0" y="65866"/>
                </a:lnTo>
                <a:lnTo>
                  <a:pt x="83262" y="32445"/>
                </a:lnTo>
                <a:lnTo>
                  <a:pt x="83262" y="49838"/>
                </a:lnTo>
                <a:lnTo>
                  <a:pt x="46713" y="63522"/>
                </a:lnTo>
                <a:lnTo>
                  <a:pt x="21891" y="72904"/>
                </a:lnTo>
                <a:lnTo>
                  <a:pt x="21891" y="73686"/>
                </a:lnTo>
                <a:lnTo>
                  <a:pt x="46713" y="82871"/>
                </a:lnTo>
                <a:lnTo>
                  <a:pt x="83262" y="96551"/>
                </a:lnTo>
                <a:lnTo>
                  <a:pt x="83262" y="114338"/>
                </a:lnTo>
                <a:close/>
                <a:moveTo>
                  <a:pt x="117076" y="95576"/>
                </a:moveTo>
                <a:cubicBezTo>
                  <a:pt x="117466" y="90234"/>
                  <a:pt x="118671" y="85543"/>
                  <a:pt x="120691" y="81502"/>
                </a:cubicBezTo>
                <a:cubicBezTo>
                  <a:pt x="122711" y="77462"/>
                  <a:pt x="125056" y="73847"/>
                  <a:pt x="127727" y="70655"/>
                </a:cubicBezTo>
                <a:cubicBezTo>
                  <a:pt x="130399" y="67462"/>
                  <a:pt x="133266" y="64531"/>
                  <a:pt x="136328" y="61860"/>
                </a:cubicBezTo>
                <a:cubicBezTo>
                  <a:pt x="139390" y="59188"/>
                  <a:pt x="142224" y="56550"/>
                  <a:pt x="144830" y="53945"/>
                </a:cubicBezTo>
                <a:cubicBezTo>
                  <a:pt x="147437" y="51339"/>
                  <a:pt x="149586" y="48635"/>
                  <a:pt x="151278" y="45833"/>
                </a:cubicBezTo>
                <a:cubicBezTo>
                  <a:pt x="152972" y="43032"/>
                  <a:pt x="153819" y="39871"/>
                  <a:pt x="153819" y="36352"/>
                </a:cubicBezTo>
                <a:cubicBezTo>
                  <a:pt x="153819" y="31793"/>
                  <a:pt x="152516" y="28210"/>
                  <a:pt x="149909" y="25604"/>
                </a:cubicBezTo>
                <a:cubicBezTo>
                  <a:pt x="147305" y="22997"/>
                  <a:pt x="143722" y="21694"/>
                  <a:pt x="139161" y="21694"/>
                </a:cubicBezTo>
                <a:cubicBezTo>
                  <a:pt x="136033" y="21694"/>
                  <a:pt x="132972" y="22476"/>
                  <a:pt x="129975" y="24041"/>
                </a:cubicBezTo>
                <a:cubicBezTo>
                  <a:pt x="126979" y="25604"/>
                  <a:pt x="124177" y="27753"/>
                  <a:pt x="121571" y="30489"/>
                </a:cubicBezTo>
                <a:lnTo>
                  <a:pt x="110626" y="18371"/>
                </a:lnTo>
                <a:cubicBezTo>
                  <a:pt x="114795" y="14202"/>
                  <a:pt x="119551" y="10880"/>
                  <a:pt x="124893" y="8404"/>
                </a:cubicBezTo>
                <a:cubicBezTo>
                  <a:pt x="130236" y="5927"/>
                  <a:pt x="135839" y="4688"/>
                  <a:pt x="141702" y="4688"/>
                </a:cubicBezTo>
                <a:cubicBezTo>
                  <a:pt x="151605" y="4688"/>
                  <a:pt x="159522" y="7165"/>
                  <a:pt x="165451" y="12117"/>
                </a:cubicBezTo>
                <a:cubicBezTo>
                  <a:pt x="171380" y="17068"/>
                  <a:pt x="174344" y="24039"/>
                  <a:pt x="174344" y="33030"/>
                </a:cubicBezTo>
                <a:cubicBezTo>
                  <a:pt x="174344" y="38243"/>
                  <a:pt x="173464" y="42771"/>
                  <a:pt x="171705" y="46615"/>
                </a:cubicBezTo>
                <a:cubicBezTo>
                  <a:pt x="169945" y="50458"/>
                  <a:pt x="167697" y="53976"/>
                  <a:pt x="164961" y="57169"/>
                </a:cubicBezTo>
                <a:cubicBezTo>
                  <a:pt x="162226" y="60360"/>
                  <a:pt x="159228" y="63389"/>
                  <a:pt x="155970" y="66256"/>
                </a:cubicBezTo>
                <a:cubicBezTo>
                  <a:pt x="152713" y="69124"/>
                  <a:pt x="149618" y="72056"/>
                  <a:pt x="146685" y="75054"/>
                </a:cubicBezTo>
                <a:cubicBezTo>
                  <a:pt x="143755" y="78051"/>
                  <a:pt x="141214" y="81309"/>
                  <a:pt x="139063" y="84828"/>
                </a:cubicBezTo>
                <a:cubicBezTo>
                  <a:pt x="136913" y="88345"/>
                  <a:pt x="135578" y="92449"/>
                  <a:pt x="135057" y="97139"/>
                </a:cubicBezTo>
                <a:lnTo>
                  <a:pt x="117076" y="95576"/>
                </a:lnTo>
                <a:moveTo>
                  <a:pt x="118249" y="140333"/>
                </a:moveTo>
                <a:cubicBezTo>
                  <a:pt x="114729" y="140333"/>
                  <a:pt x="111927" y="139193"/>
                  <a:pt x="109841" y="136915"/>
                </a:cubicBezTo>
                <a:cubicBezTo>
                  <a:pt x="107758" y="134634"/>
                  <a:pt x="106716" y="131735"/>
                  <a:pt x="106716" y="128215"/>
                </a:cubicBezTo>
                <a:cubicBezTo>
                  <a:pt x="106716" y="126132"/>
                  <a:pt x="107106" y="124080"/>
                  <a:pt x="107888" y="122060"/>
                </a:cubicBezTo>
                <a:cubicBezTo>
                  <a:pt x="108671" y="120040"/>
                  <a:pt x="109780" y="118248"/>
                  <a:pt x="111213" y="116685"/>
                </a:cubicBezTo>
                <a:cubicBezTo>
                  <a:pt x="112647" y="115121"/>
                  <a:pt x="114372" y="113850"/>
                  <a:pt x="116390" y="112874"/>
                </a:cubicBezTo>
                <a:cubicBezTo>
                  <a:pt x="118411" y="111896"/>
                  <a:pt x="120594" y="111407"/>
                  <a:pt x="122940" y="111407"/>
                </a:cubicBezTo>
                <a:cubicBezTo>
                  <a:pt x="126457" y="111407"/>
                  <a:pt x="129226" y="112580"/>
                  <a:pt x="131246" y="114926"/>
                </a:cubicBezTo>
                <a:cubicBezTo>
                  <a:pt x="133266" y="117270"/>
                  <a:pt x="134276" y="120202"/>
                  <a:pt x="134276" y="123721"/>
                </a:cubicBezTo>
                <a:cubicBezTo>
                  <a:pt x="134276" y="125805"/>
                  <a:pt x="133884" y="127856"/>
                  <a:pt x="133101" y="129877"/>
                </a:cubicBezTo>
                <a:cubicBezTo>
                  <a:pt x="132319" y="131897"/>
                  <a:pt x="131245" y="133689"/>
                  <a:pt x="129877" y="135254"/>
                </a:cubicBezTo>
                <a:cubicBezTo>
                  <a:pt x="128509" y="136817"/>
                  <a:pt x="126815" y="138053"/>
                  <a:pt x="124795" y="138964"/>
                </a:cubicBezTo>
                <a:cubicBezTo>
                  <a:pt x="122777" y="139876"/>
                  <a:pt x="120595" y="140333"/>
                  <a:pt x="118249" y="140333"/>
                </a:cubicBezTo>
                <a:close/>
                <a:moveTo>
                  <a:pt x="199166" y="127825"/>
                </a:moveTo>
                <a:lnTo>
                  <a:pt x="196038" y="147371"/>
                </a:lnTo>
                <a:lnTo>
                  <a:pt x="190565" y="175907"/>
                </a:lnTo>
                <a:lnTo>
                  <a:pt x="169653" y="175907"/>
                </a:lnTo>
                <a:lnTo>
                  <a:pt x="196625" y="42022"/>
                </a:lnTo>
                <a:lnTo>
                  <a:pt x="213628" y="42022"/>
                </a:lnTo>
                <a:lnTo>
                  <a:pt x="213237" y="53748"/>
                </a:lnTo>
                <a:lnTo>
                  <a:pt x="213824" y="53748"/>
                </a:lnTo>
                <a:cubicBezTo>
                  <a:pt x="218386" y="49708"/>
                  <a:pt x="223337" y="46353"/>
                  <a:pt x="228680" y="43683"/>
                </a:cubicBezTo>
                <a:cubicBezTo>
                  <a:pt x="234022" y="41011"/>
                  <a:pt x="239429" y="39675"/>
                  <a:pt x="244901" y="39675"/>
                </a:cubicBezTo>
                <a:cubicBezTo>
                  <a:pt x="253502" y="39675"/>
                  <a:pt x="260212" y="42672"/>
                  <a:pt x="265032" y="48666"/>
                </a:cubicBezTo>
                <a:cubicBezTo>
                  <a:pt x="269853" y="54661"/>
                  <a:pt x="272264" y="63326"/>
                  <a:pt x="272264" y="74661"/>
                </a:cubicBezTo>
                <a:cubicBezTo>
                  <a:pt x="272264" y="83912"/>
                  <a:pt x="270831" y="92512"/>
                  <a:pt x="267964" y="100461"/>
                </a:cubicBezTo>
                <a:cubicBezTo>
                  <a:pt x="265098" y="108410"/>
                  <a:pt x="261255" y="115349"/>
                  <a:pt x="256434" y="121278"/>
                </a:cubicBezTo>
                <a:cubicBezTo>
                  <a:pt x="251612" y="127207"/>
                  <a:pt x="246140" y="131866"/>
                  <a:pt x="240016" y="135254"/>
                </a:cubicBezTo>
                <a:cubicBezTo>
                  <a:pt x="233892" y="138640"/>
                  <a:pt x="227507" y="140333"/>
                  <a:pt x="220860" y="140333"/>
                </a:cubicBezTo>
                <a:cubicBezTo>
                  <a:pt x="216301" y="140333"/>
                  <a:pt x="212197" y="139193"/>
                  <a:pt x="208549" y="136915"/>
                </a:cubicBezTo>
                <a:cubicBezTo>
                  <a:pt x="204900" y="134634"/>
                  <a:pt x="201903" y="131604"/>
                  <a:pt x="199557" y="127825"/>
                </a:cubicBezTo>
                <a:lnTo>
                  <a:pt x="199166" y="127825"/>
                </a:lnTo>
                <a:moveTo>
                  <a:pt x="236303" y="56877"/>
                </a:moveTo>
                <a:cubicBezTo>
                  <a:pt x="232523" y="56877"/>
                  <a:pt x="228418" y="58017"/>
                  <a:pt x="223988" y="60298"/>
                </a:cubicBezTo>
                <a:cubicBezTo>
                  <a:pt x="219559" y="62576"/>
                  <a:pt x="215519" y="66062"/>
                  <a:pt x="211871" y="70754"/>
                </a:cubicBezTo>
                <a:lnTo>
                  <a:pt x="203661" y="111797"/>
                </a:lnTo>
                <a:cubicBezTo>
                  <a:pt x="205746" y="115837"/>
                  <a:pt x="208157" y="118737"/>
                  <a:pt x="210893" y="120497"/>
                </a:cubicBezTo>
                <a:cubicBezTo>
                  <a:pt x="213629" y="122255"/>
                  <a:pt x="216496" y="123133"/>
                  <a:pt x="219494" y="123133"/>
                </a:cubicBezTo>
                <a:cubicBezTo>
                  <a:pt x="223532" y="123133"/>
                  <a:pt x="227440" y="121928"/>
                  <a:pt x="231218" y="119519"/>
                </a:cubicBezTo>
                <a:cubicBezTo>
                  <a:pt x="234997" y="117107"/>
                  <a:pt x="238321" y="113816"/>
                  <a:pt x="241188" y="109647"/>
                </a:cubicBezTo>
                <a:cubicBezTo>
                  <a:pt x="244055" y="105478"/>
                  <a:pt x="246367" y="100624"/>
                  <a:pt x="248125" y="95087"/>
                </a:cubicBezTo>
                <a:cubicBezTo>
                  <a:pt x="249884" y="89550"/>
                  <a:pt x="250764" y="83654"/>
                  <a:pt x="250764" y="77399"/>
                </a:cubicBezTo>
                <a:cubicBezTo>
                  <a:pt x="250764" y="70362"/>
                  <a:pt x="249461" y="65183"/>
                  <a:pt x="246854" y="61860"/>
                </a:cubicBezTo>
                <a:cubicBezTo>
                  <a:pt x="244250" y="58538"/>
                  <a:pt x="240732" y="56877"/>
                  <a:pt x="236303" y="56877"/>
                </a:cubicBezTo>
                <a:close/>
                <a:moveTo>
                  <a:pt x="283211" y="137989"/>
                </a:moveTo>
                <a:lnTo>
                  <a:pt x="310965" y="0"/>
                </a:lnTo>
                <a:lnTo>
                  <a:pt x="331877" y="0"/>
                </a:lnTo>
                <a:lnTo>
                  <a:pt x="323473" y="40653"/>
                </a:lnTo>
                <a:lnTo>
                  <a:pt x="319760" y="54530"/>
                </a:lnTo>
                <a:lnTo>
                  <a:pt x="320541" y="54530"/>
                </a:lnTo>
                <a:cubicBezTo>
                  <a:pt x="325494" y="50360"/>
                  <a:pt x="330543" y="46842"/>
                  <a:pt x="335689" y="43975"/>
                </a:cubicBezTo>
                <a:cubicBezTo>
                  <a:pt x="340836" y="41108"/>
                  <a:pt x="346342" y="39675"/>
                  <a:pt x="352205" y="39675"/>
                </a:cubicBezTo>
                <a:cubicBezTo>
                  <a:pt x="360284" y="39675"/>
                  <a:pt x="366081" y="41760"/>
                  <a:pt x="369598" y="45932"/>
                </a:cubicBezTo>
                <a:cubicBezTo>
                  <a:pt x="373118" y="50101"/>
                  <a:pt x="374877" y="56095"/>
                  <a:pt x="374877" y="63912"/>
                </a:cubicBezTo>
                <a:cubicBezTo>
                  <a:pt x="374877" y="66127"/>
                  <a:pt x="374780" y="68278"/>
                  <a:pt x="374585" y="70363"/>
                </a:cubicBezTo>
                <a:cubicBezTo>
                  <a:pt x="374390" y="72447"/>
                  <a:pt x="373967" y="74792"/>
                  <a:pt x="373315" y="77399"/>
                </a:cubicBezTo>
                <a:lnTo>
                  <a:pt x="361197" y="137989"/>
                </a:lnTo>
                <a:lnTo>
                  <a:pt x="340282" y="137989"/>
                </a:lnTo>
                <a:lnTo>
                  <a:pt x="352008" y="80133"/>
                </a:lnTo>
                <a:cubicBezTo>
                  <a:pt x="352400" y="77919"/>
                  <a:pt x="352759" y="76030"/>
                  <a:pt x="353085" y="74467"/>
                </a:cubicBezTo>
                <a:cubicBezTo>
                  <a:pt x="353411" y="72902"/>
                  <a:pt x="353574" y="71403"/>
                  <a:pt x="353574" y="69970"/>
                </a:cubicBezTo>
                <a:cubicBezTo>
                  <a:pt x="353574" y="61762"/>
                  <a:pt x="349535" y="57658"/>
                  <a:pt x="341457" y="57658"/>
                </a:cubicBezTo>
                <a:cubicBezTo>
                  <a:pt x="338069" y="57658"/>
                  <a:pt x="334452" y="58831"/>
                  <a:pt x="330607" y="61177"/>
                </a:cubicBezTo>
                <a:cubicBezTo>
                  <a:pt x="326764" y="63522"/>
                  <a:pt x="322301" y="67299"/>
                  <a:pt x="317219" y="72511"/>
                </a:cubicBezTo>
                <a:lnTo>
                  <a:pt x="304320" y="137989"/>
                </a:lnTo>
                <a:lnTo>
                  <a:pt x="283211" y="137989"/>
                </a:lnTo>
                <a:close/>
                <a:moveTo>
                  <a:pt x="408301" y="127825"/>
                </a:moveTo>
                <a:lnTo>
                  <a:pt x="405172" y="147371"/>
                </a:lnTo>
                <a:lnTo>
                  <a:pt x="399699" y="175907"/>
                </a:lnTo>
                <a:lnTo>
                  <a:pt x="378787" y="175907"/>
                </a:lnTo>
                <a:lnTo>
                  <a:pt x="405760" y="42022"/>
                </a:lnTo>
                <a:lnTo>
                  <a:pt x="422762" y="42022"/>
                </a:lnTo>
                <a:lnTo>
                  <a:pt x="422371" y="53748"/>
                </a:lnTo>
                <a:lnTo>
                  <a:pt x="422959" y="53748"/>
                </a:lnTo>
                <a:cubicBezTo>
                  <a:pt x="427520" y="49708"/>
                  <a:pt x="432472" y="46353"/>
                  <a:pt x="437814" y="43683"/>
                </a:cubicBezTo>
                <a:cubicBezTo>
                  <a:pt x="443157" y="41011"/>
                  <a:pt x="448564" y="39675"/>
                  <a:pt x="454035" y="39675"/>
                </a:cubicBezTo>
                <a:cubicBezTo>
                  <a:pt x="462636" y="39675"/>
                  <a:pt x="469347" y="42672"/>
                  <a:pt x="474166" y="48666"/>
                </a:cubicBezTo>
                <a:cubicBezTo>
                  <a:pt x="478988" y="54661"/>
                  <a:pt x="481399" y="63326"/>
                  <a:pt x="481399" y="74661"/>
                </a:cubicBezTo>
                <a:cubicBezTo>
                  <a:pt x="481399" y="83912"/>
                  <a:pt x="479965" y="92512"/>
                  <a:pt x="477098" y="100461"/>
                </a:cubicBezTo>
                <a:cubicBezTo>
                  <a:pt x="474233" y="108410"/>
                  <a:pt x="470390" y="115349"/>
                  <a:pt x="465568" y="121278"/>
                </a:cubicBezTo>
                <a:cubicBezTo>
                  <a:pt x="460747" y="127207"/>
                  <a:pt x="455274" y="131866"/>
                  <a:pt x="449150" y="135254"/>
                </a:cubicBezTo>
                <a:cubicBezTo>
                  <a:pt x="443026" y="138640"/>
                  <a:pt x="436641" y="140333"/>
                  <a:pt x="429994" y="140333"/>
                </a:cubicBezTo>
                <a:cubicBezTo>
                  <a:pt x="425435" y="140333"/>
                  <a:pt x="421332" y="139193"/>
                  <a:pt x="417683" y="136915"/>
                </a:cubicBezTo>
                <a:cubicBezTo>
                  <a:pt x="414035" y="134634"/>
                  <a:pt x="411037" y="131604"/>
                  <a:pt x="408691" y="127825"/>
                </a:cubicBezTo>
                <a:lnTo>
                  <a:pt x="408301" y="127825"/>
                </a:lnTo>
                <a:moveTo>
                  <a:pt x="445437" y="56877"/>
                </a:moveTo>
                <a:cubicBezTo>
                  <a:pt x="441657" y="56877"/>
                  <a:pt x="437553" y="58017"/>
                  <a:pt x="433123" y="60298"/>
                </a:cubicBezTo>
                <a:cubicBezTo>
                  <a:pt x="428693" y="62576"/>
                  <a:pt x="424654" y="66062"/>
                  <a:pt x="421005" y="70754"/>
                </a:cubicBezTo>
                <a:lnTo>
                  <a:pt x="412795" y="111797"/>
                </a:lnTo>
                <a:cubicBezTo>
                  <a:pt x="414881" y="115837"/>
                  <a:pt x="417291" y="118737"/>
                  <a:pt x="420027" y="120497"/>
                </a:cubicBezTo>
                <a:cubicBezTo>
                  <a:pt x="422763" y="122255"/>
                  <a:pt x="425630" y="123133"/>
                  <a:pt x="428628" y="123133"/>
                </a:cubicBezTo>
                <a:cubicBezTo>
                  <a:pt x="432667" y="123133"/>
                  <a:pt x="436574" y="121928"/>
                  <a:pt x="440352" y="119519"/>
                </a:cubicBezTo>
                <a:cubicBezTo>
                  <a:pt x="444132" y="117107"/>
                  <a:pt x="447455" y="113816"/>
                  <a:pt x="450322" y="109647"/>
                </a:cubicBezTo>
                <a:cubicBezTo>
                  <a:pt x="453189" y="105478"/>
                  <a:pt x="455502" y="100624"/>
                  <a:pt x="457259" y="95087"/>
                </a:cubicBezTo>
                <a:cubicBezTo>
                  <a:pt x="459019" y="89550"/>
                  <a:pt x="459899" y="83654"/>
                  <a:pt x="459899" y="77399"/>
                </a:cubicBezTo>
                <a:cubicBezTo>
                  <a:pt x="459899" y="70362"/>
                  <a:pt x="458595" y="65183"/>
                  <a:pt x="455989" y="61860"/>
                </a:cubicBezTo>
                <a:cubicBezTo>
                  <a:pt x="453384" y="58538"/>
                  <a:pt x="449867" y="56877"/>
                  <a:pt x="445437" y="5687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f">
            <a:extLst xmlns:a="http://schemas.openxmlformats.org/drawingml/2006/main">
              <a:ext uri="{FF2B5EF4-FFF2-40B4-BE49-F238E27FC236}">
                <a16:creationId xmlns:a16="http://schemas.microsoft.com/office/drawing/2014/main" id="{D43B992E-F666-4B4B-8DF7-E2481A9C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62" y="982721"/>
            <a:ext cx="74273" cy="140336"/>
          </a:xfrm>
          <a:custGeom xmlns:a="http://schemas.openxmlformats.org/drawingml/2006/main">
            <a:pathLst>
              <a:path w="74273" h="140336">
                <a:moveTo>
                  <a:pt x="3519" y="60981"/>
                </a:moveTo>
                <a:lnTo>
                  <a:pt x="6648" y="45347"/>
                </a:lnTo>
                <a:lnTo>
                  <a:pt x="19353" y="44369"/>
                </a:lnTo>
                <a:lnTo>
                  <a:pt x="21500" y="33227"/>
                </a:lnTo>
                <a:cubicBezTo>
                  <a:pt x="23454" y="23454"/>
                  <a:pt x="27167" y="15474"/>
                  <a:pt x="32639" y="9284"/>
                </a:cubicBezTo>
                <a:cubicBezTo>
                  <a:pt x="38113" y="3095"/>
                  <a:pt x="45671" y="0"/>
                  <a:pt x="55314" y="0"/>
                </a:cubicBezTo>
                <a:cubicBezTo>
                  <a:pt x="58963" y="0"/>
                  <a:pt x="62351" y="456"/>
                  <a:pt x="65478" y="1369"/>
                </a:cubicBezTo>
                <a:cubicBezTo>
                  <a:pt x="68606" y="2282"/>
                  <a:pt x="71537" y="3455"/>
                  <a:pt x="74273" y="4888"/>
                </a:cubicBezTo>
                <a:lnTo>
                  <a:pt x="67238" y="19740"/>
                </a:lnTo>
                <a:cubicBezTo>
                  <a:pt x="66065" y="19090"/>
                  <a:pt x="64598" y="18439"/>
                  <a:pt x="62839" y="17787"/>
                </a:cubicBezTo>
                <a:cubicBezTo>
                  <a:pt x="61081" y="17135"/>
                  <a:pt x="59224" y="16809"/>
                  <a:pt x="57268" y="16809"/>
                </a:cubicBezTo>
                <a:cubicBezTo>
                  <a:pt x="53359" y="16809"/>
                  <a:pt x="50167" y="18079"/>
                  <a:pt x="47691" y="20620"/>
                </a:cubicBezTo>
                <a:cubicBezTo>
                  <a:pt x="45216" y="23161"/>
                  <a:pt x="43457" y="27168"/>
                  <a:pt x="42415" y="32642"/>
                </a:cubicBezTo>
                <a:lnTo>
                  <a:pt x="40068" y="44369"/>
                </a:lnTo>
                <a:lnTo>
                  <a:pt x="58246" y="44369"/>
                </a:lnTo>
                <a:lnTo>
                  <a:pt x="54923" y="60981"/>
                </a:lnTo>
                <a:lnTo>
                  <a:pt x="36552" y="60981"/>
                </a:lnTo>
                <a:lnTo>
                  <a:pt x="20915" y="140336"/>
                </a:lnTo>
                <a:lnTo>
                  <a:pt x="0" y="140336"/>
                </a:lnTo>
                <a:lnTo>
                  <a:pt x="15833" y="60981"/>
                </a:lnTo>
                <a:lnTo>
                  <a:pt x="3519" y="6098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unctioncallapi(">
            <a:extLst xmlns:a="http://schemas.openxmlformats.org/drawingml/2006/main">
              <a:ext uri="{FF2B5EF4-FFF2-40B4-BE49-F238E27FC236}">
                <a16:creationId xmlns:a16="http://schemas.microsoft.com/office/drawing/2014/main" id="{1DCBB1F7-FD5B-4FD8-924A-4D62BE38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3761" y="979986"/>
            <a:ext cx="1279449" cy="180988"/>
          </a:xfrm>
          <a:custGeom xmlns:a="http://schemas.openxmlformats.org/drawingml/2006/main">
            <a:pathLst>
              <a:path w="1279449" h="180988">
                <a:moveTo>
                  <a:pt x="90885" y="47104"/>
                </a:moveTo>
                <a:lnTo>
                  <a:pt x="71926" y="143071"/>
                </a:lnTo>
                <a:lnTo>
                  <a:pt x="54923" y="143071"/>
                </a:lnTo>
                <a:lnTo>
                  <a:pt x="55705" y="129387"/>
                </a:lnTo>
                <a:lnTo>
                  <a:pt x="54923" y="129387"/>
                </a:lnTo>
                <a:cubicBezTo>
                  <a:pt x="50102" y="133688"/>
                  <a:pt x="45020" y="137435"/>
                  <a:pt x="39678" y="140628"/>
                </a:cubicBezTo>
                <a:cubicBezTo>
                  <a:pt x="34335" y="143819"/>
                  <a:pt x="28732" y="145415"/>
                  <a:pt x="22869" y="145415"/>
                </a:cubicBezTo>
                <a:cubicBezTo>
                  <a:pt x="14791" y="145415"/>
                  <a:pt x="8959" y="143298"/>
                  <a:pt x="5374" y="139065"/>
                </a:cubicBezTo>
                <a:cubicBezTo>
                  <a:pt x="1791" y="134830"/>
                  <a:pt x="0" y="128868"/>
                  <a:pt x="0" y="121180"/>
                </a:cubicBezTo>
                <a:cubicBezTo>
                  <a:pt x="0" y="118965"/>
                  <a:pt x="130" y="116783"/>
                  <a:pt x="391" y="114634"/>
                </a:cubicBezTo>
                <a:cubicBezTo>
                  <a:pt x="651" y="112482"/>
                  <a:pt x="1042" y="110169"/>
                  <a:pt x="1563" y="107694"/>
                </a:cubicBezTo>
                <a:lnTo>
                  <a:pt x="13683" y="47104"/>
                </a:lnTo>
                <a:lnTo>
                  <a:pt x="34596" y="47104"/>
                </a:lnTo>
                <a:lnTo>
                  <a:pt x="23063" y="104956"/>
                </a:lnTo>
                <a:cubicBezTo>
                  <a:pt x="22542" y="107173"/>
                  <a:pt x="22151" y="109063"/>
                  <a:pt x="21891" y="110625"/>
                </a:cubicBezTo>
                <a:cubicBezTo>
                  <a:pt x="21630" y="112188"/>
                  <a:pt x="21500" y="113686"/>
                  <a:pt x="21500" y="115120"/>
                </a:cubicBezTo>
                <a:cubicBezTo>
                  <a:pt x="21500" y="123329"/>
                  <a:pt x="25474" y="127434"/>
                  <a:pt x="33423" y="127434"/>
                </a:cubicBezTo>
                <a:cubicBezTo>
                  <a:pt x="39808" y="127434"/>
                  <a:pt x="47691" y="122482"/>
                  <a:pt x="57074" y="112579"/>
                </a:cubicBezTo>
                <a:lnTo>
                  <a:pt x="69973" y="47104"/>
                </a:lnTo>
                <a:lnTo>
                  <a:pt x="90885" y="47104"/>
                </a:lnTo>
                <a:close/>
                <a:moveTo>
                  <a:pt x="100972" y="143071"/>
                </a:moveTo>
                <a:lnTo>
                  <a:pt x="120125" y="47104"/>
                </a:lnTo>
                <a:lnTo>
                  <a:pt x="137131" y="47104"/>
                </a:lnTo>
                <a:lnTo>
                  <a:pt x="136152" y="60590"/>
                </a:lnTo>
                <a:lnTo>
                  <a:pt x="136934" y="60590"/>
                </a:lnTo>
                <a:cubicBezTo>
                  <a:pt x="142016" y="56289"/>
                  <a:pt x="147261" y="52575"/>
                  <a:pt x="152669" y="49448"/>
                </a:cubicBezTo>
                <a:cubicBezTo>
                  <a:pt x="158077" y="46320"/>
                  <a:pt x="163843" y="44757"/>
                  <a:pt x="169967" y="44757"/>
                </a:cubicBezTo>
                <a:cubicBezTo>
                  <a:pt x="178045" y="44757"/>
                  <a:pt x="183843" y="46842"/>
                  <a:pt x="187360" y="51014"/>
                </a:cubicBezTo>
                <a:cubicBezTo>
                  <a:pt x="190879" y="55183"/>
                  <a:pt x="192639" y="61176"/>
                  <a:pt x="192639" y="68994"/>
                </a:cubicBezTo>
                <a:cubicBezTo>
                  <a:pt x="192639" y="71209"/>
                  <a:pt x="192541" y="73359"/>
                  <a:pt x="192346" y="75445"/>
                </a:cubicBezTo>
                <a:cubicBezTo>
                  <a:pt x="192152" y="77529"/>
                  <a:pt x="191728" y="79874"/>
                  <a:pt x="191076" y="82481"/>
                </a:cubicBezTo>
                <a:lnTo>
                  <a:pt x="178959" y="143071"/>
                </a:lnTo>
                <a:lnTo>
                  <a:pt x="158043" y="143071"/>
                </a:lnTo>
                <a:lnTo>
                  <a:pt x="169770" y="85215"/>
                </a:lnTo>
                <a:cubicBezTo>
                  <a:pt x="170162" y="83001"/>
                  <a:pt x="170520" y="81112"/>
                  <a:pt x="170846" y="79549"/>
                </a:cubicBezTo>
                <a:cubicBezTo>
                  <a:pt x="171173" y="77984"/>
                  <a:pt x="171336" y="76485"/>
                  <a:pt x="171336" y="75051"/>
                </a:cubicBezTo>
                <a:cubicBezTo>
                  <a:pt x="171336" y="66844"/>
                  <a:pt x="167296" y="62740"/>
                  <a:pt x="159218" y="62740"/>
                </a:cubicBezTo>
                <a:cubicBezTo>
                  <a:pt x="155830" y="62740"/>
                  <a:pt x="152214" y="63913"/>
                  <a:pt x="148368" y="66259"/>
                </a:cubicBezTo>
                <a:cubicBezTo>
                  <a:pt x="144525" y="68604"/>
                  <a:pt x="140062" y="72381"/>
                  <a:pt x="134980" y="77592"/>
                </a:cubicBezTo>
                <a:lnTo>
                  <a:pt x="122082" y="143071"/>
                </a:lnTo>
                <a:lnTo>
                  <a:pt x="100972" y="143071"/>
                </a:lnTo>
                <a:close/>
                <a:moveTo>
                  <a:pt x="245529" y="145415"/>
                </a:moveTo>
                <a:cubicBezTo>
                  <a:pt x="240186" y="145415"/>
                  <a:pt x="235299" y="144536"/>
                  <a:pt x="230868" y="142778"/>
                </a:cubicBezTo>
                <a:cubicBezTo>
                  <a:pt x="226438" y="141019"/>
                  <a:pt x="222594" y="138478"/>
                  <a:pt x="219338" y="135155"/>
                </a:cubicBezTo>
                <a:cubicBezTo>
                  <a:pt x="216081" y="131833"/>
                  <a:pt x="213540" y="127761"/>
                  <a:pt x="211715" y="122939"/>
                </a:cubicBezTo>
                <a:cubicBezTo>
                  <a:pt x="209892" y="118118"/>
                  <a:pt x="208980" y="112580"/>
                  <a:pt x="208980" y="106325"/>
                </a:cubicBezTo>
                <a:cubicBezTo>
                  <a:pt x="208980" y="97725"/>
                  <a:pt x="210445" y="89680"/>
                  <a:pt x="213376" y="82188"/>
                </a:cubicBezTo>
                <a:cubicBezTo>
                  <a:pt x="216309" y="74695"/>
                  <a:pt x="220283" y="68179"/>
                  <a:pt x="225299" y="62642"/>
                </a:cubicBezTo>
                <a:cubicBezTo>
                  <a:pt x="230316" y="57105"/>
                  <a:pt x="236179" y="52739"/>
                  <a:pt x="242890" y="49546"/>
                </a:cubicBezTo>
                <a:cubicBezTo>
                  <a:pt x="249600" y="46353"/>
                  <a:pt x="256669" y="44757"/>
                  <a:pt x="264097" y="44757"/>
                </a:cubicBezTo>
                <a:cubicBezTo>
                  <a:pt x="269961" y="44757"/>
                  <a:pt x="274977" y="45930"/>
                  <a:pt x="279146" y="48276"/>
                </a:cubicBezTo>
                <a:cubicBezTo>
                  <a:pt x="283316" y="50622"/>
                  <a:pt x="286704" y="53359"/>
                  <a:pt x="289310" y="56486"/>
                </a:cubicBezTo>
                <a:lnTo>
                  <a:pt x="277584" y="69188"/>
                </a:lnTo>
                <a:cubicBezTo>
                  <a:pt x="275369" y="66584"/>
                  <a:pt x="273153" y="64695"/>
                  <a:pt x="270936" y="63522"/>
                </a:cubicBezTo>
                <a:cubicBezTo>
                  <a:pt x="268721" y="62349"/>
                  <a:pt x="265985" y="61762"/>
                  <a:pt x="262728" y="61762"/>
                </a:cubicBezTo>
                <a:cubicBezTo>
                  <a:pt x="258428" y="61762"/>
                  <a:pt x="254323" y="62935"/>
                  <a:pt x="250414" y="65281"/>
                </a:cubicBezTo>
                <a:cubicBezTo>
                  <a:pt x="246505" y="67625"/>
                  <a:pt x="243084" y="70785"/>
                  <a:pt x="240152" y="74759"/>
                </a:cubicBezTo>
                <a:cubicBezTo>
                  <a:pt x="237221" y="78734"/>
                  <a:pt x="234876" y="83359"/>
                  <a:pt x="233116" y="88636"/>
                </a:cubicBezTo>
                <a:cubicBezTo>
                  <a:pt x="231359" y="93913"/>
                  <a:pt x="230480" y="99549"/>
                  <a:pt x="230480" y="105543"/>
                </a:cubicBezTo>
                <a:cubicBezTo>
                  <a:pt x="230480" y="112840"/>
                  <a:pt x="232075" y="118476"/>
                  <a:pt x="235267" y="122450"/>
                </a:cubicBezTo>
                <a:cubicBezTo>
                  <a:pt x="238460" y="126425"/>
                  <a:pt x="243314" y="128412"/>
                  <a:pt x="249830" y="128412"/>
                </a:cubicBezTo>
                <a:cubicBezTo>
                  <a:pt x="253607" y="128412"/>
                  <a:pt x="256961" y="127663"/>
                  <a:pt x="259892" y="126163"/>
                </a:cubicBezTo>
                <a:cubicBezTo>
                  <a:pt x="262825" y="124664"/>
                  <a:pt x="265530" y="122938"/>
                  <a:pt x="268007" y="120983"/>
                </a:cubicBezTo>
                <a:lnTo>
                  <a:pt x="276996" y="134276"/>
                </a:lnTo>
                <a:cubicBezTo>
                  <a:pt x="273348" y="136882"/>
                  <a:pt x="269015" y="139390"/>
                  <a:pt x="263999" y="141800"/>
                </a:cubicBezTo>
                <a:cubicBezTo>
                  <a:pt x="258982" y="144210"/>
                  <a:pt x="252826" y="145415"/>
                  <a:pt x="245529" y="145415"/>
                </a:cubicBezTo>
                <a:close/>
                <a:moveTo>
                  <a:pt x="327345" y="145415"/>
                </a:moveTo>
                <a:cubicBezTo>
                  <a:pt x="318354" y="145415"/>
                  <a:pt x="311936" y="143167"/>
                  <a:pt x="308091" y="138672"/>
                </a:cubicBezTo>
                <a:cubicBezTo>
                  <a:pt x="304248" y="134176"/>
                  <a:pt x="302326" y="128606"/>
                  <a:pt x="302326" y="121961"/>
                </a:cubicBezTo>
                <a:cubicBezTo>
                  <a:pt x="302326" y="120007"/>
                  <a:pt x="302456" y="118118"/>
                  <a:pt x="302717" y="116295"/>
                </a:cubicBezTo>
                <a:cubicBezTo>
                  <a:pt x="302979" y="114470"/>
                  <a:pt x="303241" y="112580"/>
                  <a:pt x="303501" y="110625"/>
                </a:cubicBezTo>
                <a:lnTo>
                  <a:pt x="313271" y="63715"/>
                </a:lnTo>
                <a:lnTo>
                  <a:pt x="299785" y="63715"/>
                </a:lnTo>
                <a:lnTo>
                  <a:pt x="302914" y="48082"/>
                </a:lnTo>
                <a:lnTo>
                  <a:pt x="317572" y="47104"/>
                </a:lnTo>
                <a:lnTo>
                  <a:pt x="325195" y="21303"/>
                </a:lnTo>
                <a:lnTo>
                  <a:pt x="342785" y="21303"/>
                </a:lnTo>
                <a:lnTo>
                  <a:pt x="337703" y="47104"/>
                </a:lnTo>
                <a:lnTo>
                  <a:pt x="360769" y="47104"/>
                </a:lnTo>
                <a:lnTo>
                  <a:pt x="357446" y="63715"/>
                </a:lnTo>
                <a:lnTo>
                  <a:pt x="333990" y="63715"/>
                </a:lnTo>
                <a:lnTo>
                  <a:pt x="324217" y="111407"/>
                </a:lnTo>
                <a:cubicBezTo>
                  <a:pt x="323827" y="113753"/>
                  <a:pt x="323632" y="116033"/>
                  <a:pt x="323632" y="118248"/>
                </a:cubicBezTo>
                <a:cubicBezTo>
                  <a:pt x="323632" y="121765"/>
                  <a:pt x="324479" y="124404"/>
                  <a:pt x="326173" y="126163"/>
                </a:cubicBezTo>
                <a:cubicBezTo>
                  <a:pt x="327867" y="127923"/>
                  <a:pt x="330733" y="128803"/>
                  <a:pt x="334771" y="128803"/>
                </a:cubicBezTo>
                <a:cubicBezTo>
                  <a:pt x="336465" y="128803"/>
                  <a:pt x="338029" y="128542"/>
                  <a:pt x="339463" y="128021"/>
                </a:cubicBezTo>
                <a:cubicBezTo>
                  <a:pt x="340896" y="127501"/>
                  <a:pt x="342330" y="126914"/>
                  <a:pt x="343763" y="126262"/>
                </a:cubicBezTo>
                <a:lnTo>
                  <a:pt x="347673" y="141117"/>
                </a:lnTo>
                <a:cubicBezTo>
                  <a:pt x="345327" y="142159"/>
                  <a:pt x="342460" y="143135"/>
                  <a:pt x="339072" y="144046"/>
                </a:cubicBezTo>
                <a:cubicBezTo>
                  <a:pt x="335684" y="144958"/>
                  <a:pt x="331775" y="145415"/>
                  <a:pt x="327345" y="145415"/>
                </a:cubicBezTo>
                <a:close/>
                <a:moveTo>
                  <a:pt x="361667" y="143071"/>
                </a:moveTo>
                <a:lnTo>
                  <a:pt x="381017" y="47104"/>
                </a:lnTo>
                <a:lnTo>
                  <a:pt x="401929" y="47104"/>
                </a:lnTo>
                <a:lnTo>
                  <a:pt x="382777" y="143071"/>
                </a:lnTo>
                <a:lnTo>
                  <a:pt x="361667" y="143071"/>
                </a:lnTo>
                <a:moveTo>
                  <a:pt x="396457" y="30098"/>
                </a:moveTo>
                <a:cubicBezTo>
                  <a:pt x="393460" y="30098"/>
                  <a:pt x="390725" y="29154"/>
                  <a:pt x="388249" y="27265"/>
                </a:cubicBezTo>
                <a:cubicBezTo>
                  <a:pt x="385774" y="25376"/>
                  <a:pt x="384536" y="22672"/>
                  <a:pt x="384536" y="19153"/>
                </a:cubicBezTo>
                <a:cubicBezTo>
                  <a:pt x="384536" y="15375"/>
                  <a:pt x="385904" y="12151"/>
                  <a:pt x="388640" y="9481"/>
                </a:cubicBezTo>
                <a:cubicBezTo>
                  <a:pt x="391376" y="6809"/>
                  <a:pt x="394698" y="5473"/>
                  <a:pt x="398607" y="5473"/>
                </a:cubicBezTo>
                <a:cubicBezTo>
                  <a:pt x="401603" y="5473"/>
                  <a:pt x="404339" y="6417"/>
                  <a:pt x="406814" y="8306"/>
                </a:cubicBezTo>
                <a:cubicBezTo>
                  <a:pt x="409292" y="10195"/>
                  <a:pt x="410531" y="12899"/>
                  <a:pt x="410531" y="16418"/>
                </a:cubicBezTo>
                <a:cubicBezTo>
                  <a:pt x="410531" y="20327"/>
                  <a:pt x="409162" y="23585"/>
                  <a:pt x="406424" y="26191"/>
                </a:cubicBezTo>
                <a:cubicBezTo>
                  <a:pt x="403688" y="28796"/>
                  <a:pt x="400366" y="30098"/>
                  <a:pt x="396457" y="30098"/>
                </a:cubicBezTo>
                <a:close/>
                <a:moveTo>
                  <a:pt x="448564" y="145415"/>
                </a:moveTo>
                <a:cubicBezTo>
                  <a:pt x="443222" y="145415"/>
                  <a:pt x="438336" y="144503"/>
                  <a:pt x="433906" y="142680"/>
                </a:cubicBezTo>
                <a:cubicBezTo>
                  <a:pt x="429476" y="140855"/>
                  <a:pt x="425697" y="138249"/>
                  <a:pt x="422570" y="134863"/>
                </a:cubicBezTo>
                <a:cubicBezTo>
                  <a:pt x="419442" y="131475"/>
                  <a:pt x="417032" y="127370"/>
                  <a:pt x="415338" y="122549"/>
                </a:cubicBezTo>
                <a:cubicBezTo>
                  <a:pt x="413644" y="117727"/>
                  <a:pt x="412797" y="112319"/>
                  <a:pt x="412797" y="106325"/>
                </a:cubicBezTo>
                <a:cubicBezTo>
                  <a:pt x="412797" y="97205"/>
                  <a:pt x="414328" y="88833"/>
                  <a:pt x="417390" y="81210"/>
                </a:cubicBezTo>
                <a:cubicBezTo>
                  <a:pt x="420451" y="73587"/>
                  <a:pt x="424458" y="67104"/>
                  <a:pt x="429408" y="61762"/>
                </a:cubicBezTo>
                <a:cubicBezTo>
                  <a:pt x="434361" y="56420"/>
                  <a:pt x="439997" y="52250"/>
                  <a:pt x="446316" y="49254"/>
                </a:cubicBezTo>
                <a:cubicBezTo>
                  <a:pt x="452636" y="46256"/>
                  <a:pt x="459054" y="44757"/>
                  <a:pt x="465570" y="44757"/>
                </a:cubicBezTo>
                <a:cubicBezTo>
                  <a:pt x="476515" y="44757"/>
                  <a:pt x="485246" y="48243"/>
                  <a:pt x="491761" y="55216"/>
                </a:cubicBezTo>
                <a:cubicBezTo>
                  <a:pt x="498277" y="62187"/>
                  <a:pt x="501534" y="71731"/>
                  <a:pt x="501534" y="83849"/>
                </a:cubicBezTo>
                <a:cubicBezTo>
                  <a:pt x="501534" y="92970"/>
                  <a:pt x="500002" y="101308"/>
                  <a:pt x="496938" y="108866"/>
                </a:cubicBezTo>
                <a:cubicBezTo>
                  <a:pt x="493877" y="116423"/>
                  <a:pt x="489870" y="122906"/>
                  <a:pt x="484919" y="128314"/>
                </a:cubicBezTo>
                <a:cubicBezTo>
                  <a:pt x="479969" y="133722"/>
                  <a:pt x="474333" y="137924"/>
                  <a:pt x="468012" y="140920"/>
                </a:cubicBezTo>
                <a:cubicBezTo>
                  <a:pt x="461694" y="143917"/>
                  <a:pt x="455211" y="145415"/>
                  <a:pt x="448564" y="145415"/>
                </a:cubicBezTo>
                <a:moveTo>
                  <a:pt x="450911" y="128412"/>
                </a:moveTo>
                <a:cubicBezTo>
                  <a:pt x="454689" y="128412"/>
                  <a:pt x="458337" y="127272"/>
                  <a:pt x="461854" y="124991"/>
                </a:cubicBezTo>
                <a:cubicBezTo>
                  <a:pt x="465373" y="122711"/>
                  <a:pt x="468500" y="119583"/>
                  <a:pt x="471236" y="115609"/>
                </a:cubicBezTo>
                <a:cubicBezTo>
                  <a:pt x="473974" y="111634"/>
                  <a:pt x="476157" y="106976"/>
                  <a:pt x="477786" y="101633"/>
                </a:cubicBezTo>
                <a:cubicBezTo>
                  <a:pt x="479414" y="96291"/>
                  <a:pt x="480228" y="90558"/>
                  <a:pt x="480228" y="84434"/>
                </a:cubicBezTo>
                <a:cubicBezTo>
                  <a:pt x="480228" y="77137"/>
                  <a:pt x="478795" y="71534"/>
                  <a:pt x="475928" y="67625"/>
                </a:cubicBezTo>
                <a:cubicBezTo>
                  <a:pt x="473063" y="63716"/>
                  <a:pt x="468893" y="61762"/>
                  <a:pt x="463419" y="61762"/>
                </a:cubicBezTo>
                <a:cubicBezTo>
                  <a:pt x="459642" y="61762"/>
                  <a:pt x="455961" y="62902"/>
                  <a:pt x="452376" y="65183"/>
                </a:cubicBezTo>
                <a:cubicBezTo>
                  <a:pt x="448793" y="67463"/>
                  <a:pt x="445634" y="70558"/>
                  <a:pt x="442898" y="74467"/>
                </a:cubicBezTo>
                <a:cubicBezTo>
                  <a:pt x="440162" y="78376"/>
                  <a:pt x="437979" y="83002"/>
                  <a:pt x="436348" y="88344"/>
                </a:cubicBezTo>
                <a:cubicBezTo>
                  <a:pt x="434720" y="93686"/>
                  <a:pt x="433906" y="99419"/>
                  <a:pt x="433906" y="105543"/>
                </a:cubicBezTo>
                <a:cubicBezTo>
                  <a:pt x="433906" y="112840"/>
                  <a:pt x="435339" y="118476"/>
                  <a:pt x="438206" y="122450"/>
                </a:cubicBezTo>
                <a:cubicBezTo>
                  <a:pt x="441074" y="126425"/>
                  <a:pt x="445309" y="128412"/>
                  <a:pt x="450911" y="128412"/>
                </a:cubicBezTo>
                <a:close/>
                <a:moveTo>
                  <a:pt x="513574" y="143071"/>
                </a:moveTo>
                <a:lnTo>
                  <a:pt x="532727" y="47104"/>
                </a:lnTo>
                <a:lnTo>
                  <a:pt x="549732" y="47104"/>
                </a:lnTo>
                <a:lnTo>
                  <a:pt x="548754" y="60590"/>
                </a:lnTo>
                <a:lnTo>
                  <a:pt x="549535" y="60590"/>
                </a:lnTo>
                <a:cubicBezTo>
                  <a:pt x="554617" y="56289"/>
                  <a:pt x="559862" y="52575"/>
                  <a:pt x="565270" y="49448"/>
                </a:cubicBezTo>
                <a:cubicBezTo>
                  <a:pt x="570679" y="46320"/>
                  <a:pt x="576444" y="44757"/>
                  <a:pt x="582568" y="44757"/>
                </a:cubicBezTo>
                <a:cubicBezTo>
                  <a:pt x="590647" y="44757"/>
                  <a:pt x="596444" y="46842"/>
                  <a:pt x="599961" y="51014"/>
                </a:cubicBezTo>
                <a:cubicBezTo>
                  <a:pt x="603481" y="55183"/>
                  <a:pt x="605240" y="61176"/>
                  <a:pt x="605240" y="68994"/>
                </a:cubicBezTo>
                <a:cubicBezTo>
                  <a:pt x="605240" y="71209"/>
                  <a:pt x="605143" y="73359"/>
                  <a:pt x="604948" y="75445"/>
                </a:cubicBezTo>
                <a:cubicBezTo>
                  <a:pt x="604753" y="77529"/>
                  <a:pt x="604330" y="79874"/>
                  <a:pt x="603677" y="82481"/>
                </a:cubicBezTo>
                <a:lnTo>
                  <a:pt x="591560" y="143071"/>
                </a:lnTo>
                <a:lnTo>
                  <a:pt x="570645" y="143071"/>
                </a:lnTo>
                <a:lnTo>
                  <a:pt x="582371" y="85215"/>
                </a:lnTo>
                <a:cubicBezTo>
                  <a:pt x="582763" y="83001"/>
                  <a:pt x="583122" y="81112"/>
                  <a:pt x="583448" y="79549"/>
                </a:cubicBezTo>
                <a:cubicBezTo>
                  <a:pt x="583774" y="77984"/>
                  <a:pt x="583937" y="76485"/>
                  <a:pt x="583937" y="75051"/>
                </a:cubicBezTo>
                <a:cubicBezTo>
                  <a:pt x="583937" y="66844"/>
                  <a:pt x="579898" y="62740"/>
                  <a:pt x="571820" y="62740"/>
                </a:cubicBezTo>
                <a:cubicBezTo>
                  <a:pt x="568432" y="62740"/>
                  <a:pt x="564815" y="63913"/>
                  <a:pt x="560970" y="66259"/>
                </a:cubicBezTo>
                <a:cubicBezTo>
                  <a:pt x="557127" y="68604"/>
                  <a:pt x="552664" y="72381"/>
                  <a:pt x="547582" y="77592"/>
                </a:cubicBezTo>
                <a:lnTo>
                  <a:pt x="534683" y="143071"/>
                </a:lnTo>
                <a:lnTo>
                  <a:pt x="513574" y="143071"/>
                </a:lnTo>
                <a:close/>
                <a:moveTo>
                  <a:pt x="696175" y="145415"/>
                </a:moveTo>
                <a:cubicBezTo>
                  <a:pt x="690832" y="145415"/>
                  <a:pt x="685945" y="144536"/>
                  <a:pt x="681513" y="142778"/>
                </a:cubicBezTo>
                <a:cubicBezTo>
                  <a:pt x="677083" y="141019"/>
                  <a:pt x="673240" y="138478"/>
                  <a:pt x="669983" y="135155"/>
                </a:cubicBezTo>
                <a:cubicBezTo>
                  <a:pt x="666727" y="131833"/>
                  <a:pt x="664186" y="127761"/>
                  <a:pt x="662360" y="122939"/>
                </a:cubicBezTo>
                <a:cubicBezTo>
                  <a:pt x="660537" y="118118"/>
                  <a:pt x="659626" y="112580"/>
                  <a:pt x="659626" y="106325"/>
                </a:cubicBezTo>
                <a:cubicBezTo>
                  <a:pt x="659626" y="97725"/>
                  <a:pt x="661091" y="89680"/>
                  <a:pt x="664022" y="82188"/>
                </a:cubicBezTo>
                <a:cubicBezTo>
                  <a:pt x="666954" y="74695"/>
                  <a:pt x="670929" y="68179"/>
                  <a:pt x="675945" y="62642"/>
                </a:cubicBezTo>
                <a:cubicBezTo>
                  <a:pt x="680962" y="57105"/>
                  <a:pt x="686825" y="52739"/>
                  <a:pt x="693535" y="49546"/>
                </a:cubicBezTo>
                <a:cubicBezTo>
                  <a:pt x="700246" y="46353"/>
                  <a:pt x="707315" y="44757"/>
                  <a:pt x="714743" y="44757"/>
                </a:cubicBezTo>
                <a:cubicBezTo>
                  <a:pt x="720606" y="44757"/>
                  <a:pt x="725623" y="45930"/>
                  <a:pt x="729792" y="48276"/>
                </a:cubicBezTo>
                <a:cubicBezTo>
                  <a:pt x="733961" y="50622"/>
                  <a:pt x="737349" y="53359"/>
                  <a:pt x="739956" y="56486"/>
                </a:cubicBezTo>
                <a:lnTo>
                  <a:pt x="728229" y="69188"/>
                </a:lnTo>
                <a:cubicBezTo>
                  <a:pt x="726014" y="66584"/>
                  <a:pt x="723798" y="64695"/>
                  <a:pt x="721582" y="63522"/>
                </a:cubicBezTo>
                <a:cubicBezTo>
                  <a:pt x="719367" y="62349"/>
                  <a:pt x="716631" y="61762"/>
                  <a:pt x="713374" y="61762"/>
                </a:cubicBezTo>
                <a:cubicBezTo>
                  <a:pt x="709073" y="61762"/>
                  <a:pt x="704969" y="62935"/>
                  <a:pt x="701060" y="65281"/>
                </a:cubicBezTo>
                <a:cubicBezTo>
                  <a:pt x="697151" y="67625"/>
                  <a:pt x="693730" y="70785"/>
                  <a:pt x="690797" y="74759"/>
                </a:cubicBezTo>
                <a:cubicBezTo>
                  <a:pt x="687867" y="78734"/>
                  <a:pt x="685522" y="83359"/>
                  <a:pt x="683762" y="88636"/>
                </a:cubicBezTo>
                <a:cubicBezTo>
                  <a:pt x="682004" y="93913"/>
                  <a:pt x="681126" y="99549"/>
                  <a:pt x="681126" y="105543"/>
                </a:cubicBezTo>
                <a:cubicBezTo>
                  <a:pt x="681126" y="112840"/>
                  <a:pt x="682721" y="118476"/>
                  <a:pt x="685912" y="122450"/>
                </a:cubicBezTo>
                <a:cubicBezTo>
                  <a:pt x="689105" y="126425"/>
                  <a:pt x="693960" y="128412"/>
                  <a:pt x="700475" y="128412"/>
                </a:cubicBezTo>
                <a:cubicBezTo>
                  <a:pt x="704253" y="128412"/>
                  <a:pt x="707607" y="127663"/>
                  <a:pt x="710538" y="126163"/>
                </a:cubicBezTo>
                <a:cubicBezTo>
                  <a:pt x="713470" y="124664"/>
                  <a:pt x="716175" y="122938"/>
                  <a:pt x="718653" y="120983"/>
                </a:cubicBezTo>
                <a:lnTo>
                  <a:pt x="727642" y="134276"/>
                </a:lnTo>
                <a:cubicBezTo>
                  <a:pt x="723993" y="136882"/>
                  <a:pt x="719661" y="139390"/>
                  <a:pt x="714645" y="141800"/>
                </a:cubicBezTo>
                <a:cubicBezTo>
                  <a:pt x="709628" y="144210"/>
                  <a:pt x="703472" y="145415"/>
                  <a:pt x="696175" y="145415"/>
                </a:cubicBezTo>
                <a:close/>
                <a:moveTo>
                  <a:pt x="774239" y="145415"/>
                </a:moveTo>
                <a:cubicBezTo>
                  <a:pt x="765769" y="145415"/>
                  <a:pt x="759091" y="142418"/>
                  <a:pt x="754203" y="136426"/>
                </a:cubicBezTo>
                <a:cubicBezTo>
                  <a:pt x="749318" y="130431"/>
                  <a:pt x="746876" y="121765"/>
                  <a:pt x="746876" y="110428"/>
                </a:cubicBezTo>
                <a:cubicBezTo>
                  <a:pt x="746876" y="101308"/>
                  <a:pt x="748308" y="92742"/>
                  <a:pt x="751173" y="84729"/>
                </a:cubicBezTo>
                <a:cubicBezTo>
                  <a:pt x="754040" y="76715"/>
                  <a:pt x="757885" y="69743"/>
                  <a:pt x="762706" y="63814"/>
                </a:cubicBezTo>
                <a:cubicBezTo>
                  <a:pt x="767528" y="57885"/>
                  <a:pt x="773033" y="53226"/>
                  <a:pt x="779223" y="49838"/>
                </a:cubicBezTo>
                <a:cubicBezTo>
                  <a:pt x="785412" y="46450"/>
                  <a:pt x="791829" y="44757"/>
                  <a:pt x="798474" y="44757"/>
                </a:cubicBezTo>
                <a:cubicBezTo>
                  <a:pt x="803166" y="44757"/>
                  <a:pt x="807467" y="45962"/>
                  <a:pt x="811376" y="48374"/>
                </a:cubicBezTo>
                <a:cubicBezTo>
                  <a:pt x="815285" y="50784"/>
                  <a:pt x="818346" y="54073"/>
                  <a:pt x="820561" y="58243"/>
                </a:cubicBezTo>
                <a:lnTo>
                  <a:pt x="820952" y="58243"/>
                </a:lnTo>
                <a:lnTo>
                  <a:pt x="825056" y="47104"/>
                </a:lnTo>
                <a:lnTo>
                  <a:pt x="841864" y="47104"/>
                </a:lnTo>
                <a:lnTo>
                  <a:pt x="822712" y="143071"/>
                </a:lnTo>
                <a:lnTo>
                  <a:pt x="805512" y="143071"/>
                </a:lnTo>
                <a:lnTo>
                  <a:pt x="806488" y="129781"/>
                </a:lnTo>
                <a:lnTo>
                  <a:pt x="805903" y="129781"/>
                </a:lnTo>
                <a:cubicBezTo>
                  <a:pt x="801342" y="134471"/>
                  <a:pt x="796292" y="138250"/>
                  <a:pt x="790752" y="141117"/>
                </a:cubicBezTo>
                <a:cubicBezTo>
                  <a:pt x="785215" y="143982"/>
                  <a:pt x="779711" y="145415"/>
                  <a:pt x="774239" y="145415"/>
                </a:cubicBezTo>
                <a:moveTo>
                  <a:pt x="782837" y="128215"/>
                </a:moveTo>
                <a:cubicBezTo>
                  <a:pt x="787009" y="128215"/>
                  <a:pt x="791276" y="126978"/>
                  <a:pt x="795641" y="124502"/>
                </a:cubicBezTo>
                <a:cubicBezTo>
                  <a:pt x="800005" y="122027"/>
                  <a:pt x="804142" y="117858"/>
                  <a:pt x="808053" y="111994"/>
                </a:cubicBezTo>
                <a:lnTo>
                  <a:pt x="815870" y="73686"/>
                </a:lnTo>
                <a:cubicBezTo>
                  <a:pt x="813655" y="69516"/>
                  <a:pt x="811147" y="66520"/>
                  <a:pt x="808346" y="64697"/>
                </a:cubicBezTo>
                <a:cubicBezTo>
                  <a:pt x="805544" y="62871"/>
                  <a:pt x="802644" y="61959"/>
                  <a:pt x="799646" y="61959"/>
                </a:cubicBezTo>
                <a:cubicBezTo>
                  <a:pt x="795608" y="61959"/>
                  <a:pt x="791699" y="63164"/>
                  <a:pt x="787919" y="65573"/>
                </a:cubicBezTo>
                <a:cubicBezTo>
                  <a:pt x="784142" y="67983"/>
                  <a:pt x="780819" y="71274"/>
                  <a:pt x="777952" y="75445"/>
                </a:cubicBezTo>
                <a:cubicBezTo>
                  <a:pt x="775085" y="79615"/>
                  <a:pt x="772805" y="84468"/>
                  <a:pt x="771111" y="90005"/>
                </a:cubicBezTo>
                <a:cubicBezTo>
                  <a:pt x="769417" y="95542"/>
                  <a:pt x="768570" y="101373"/>
                  <a:pt x="768570" y="107497"/>
                </a:cubicBezTo>
                <a:cubicBezTo>
                  <a:pt x="768570" y="114533"/>
                  <a:pt x="769840" y="119745"/>
                  <a:pt x="772381" y="123133"/>
                </a:cubicBezTo>
                <a:cubicBezTo>
                  <a:pt x="774922" y="126521"/>
                  <a:pt x="778407" y="128215"/>
                  <a:pt x="782837" y="128215"/>
                </a:cubicBezTo>
                <a:close/>
                <a:moveTo>
                  <a:pt x="869893" y="145415"/>
                </a:moveTo>
                <a:cubicBezTo>
                  <a:pt x="864290" y="145415"/>
                  <a:pt x="860185" y="144047"/>
                  <a:pt x="857579" y="141311"/>
                </a:cubicBezTo>
                <a:cubicBezTo>
                  <a:pt x="854972" y="138575"/>
                  <a:pt x="853669" y="134732"/>
                  <a:pt x="853669" y="129781"/>
                </a:cubicBezTo>
                <a:cubicBezTo>
                  <a:pt x="853669" y="126783"/>
                  <a:pt x="854125" y="123395"/>
                  <a:pt x="855038" y="119617"/>
                </a:cubicBezTo>
                <a:lnTo>
                  <a:pt x="877907" y="5082"/>
                </a:lnTo>
                <a:lnTo>
                  <a:pt x="898819" y="5082"/>
                </a:lnTo>
                <a:lnTo>
                  <a:pt x="875756" y="120592"/>
                </a:lnTo>
                <a:cubicBezTo>
                  <a:pt x="875496" y="121636"/>
                  <a:pt x="875366" y="122419"/>
                  <a:pt x="875366" y="122939"/>
                </a:cubicBezTo>
                <a:cubicBezTo>
                  <a:pt x="875366" y="123460"/>
                  <a:pt x="875366" y="123917"/>
                  <a:pt x="875366" y="124308"/>
                </a:cubicBezTo>
                <a:cubicBezTo>
                  <a:pt x="875366" y="127044"/>
                  <a:pt x="876473" y="128412"/>
                  <a:pt x="878688" y="128412"/>
                </a:cubicBezTo>
                <a:cubicBezTo>
                  <a:pt x="879340" y="128412"/>
                  <a:pt x="879861" y="128379"/>
                  <a:pt x="880251" y="128314"/>
                </a:cubicBezTo>
                <a:cubicBezTo>
                  <a:pt x="880642" y="128248"/>
                  <a:pt x="881295" y="128085"/>
                  <a:pt x="882207" y="127825"/>
                </a:cubicBezTo>
                <a:lnTo>
                  <a:pt x="881816" y="143461"/>
                </a:lnTo>
                <a:cubicBezTo>
                  <a:pt x="880383" y="144113"/>
                  <a:pt x="878689" y="144601"/>
                  <a:pt x="876735" y="144926"/>
                </a:cubicBezTo>
                <a:cubicBezTo>
                  <a:pt x="874780" y="145252"/>
                  <a:pt x="872500" y="145415"/>
                  <a:pt x="869893" y="145415"/>
                </a:cubicBezTo>
                <a:close/>
                <a:moveTo>
                  <a:pt x="921375" y="145415"/>
                </a:moveTo>
                <a:cubicBezTo>
                  <a:pt x="915772" y="145415"/>
                  <a:pt x="911668" y="144047"/>
                  <a:pt x="909061" y="141311"/>
                </a:cubicBezTo>
                <a:cubicBezTo>
                  <a:pt x="906455" y="138575"/>
                  <a:pt x="905151" y="134732"/>
                  <a:pt x="905151" y="129781"/>
                </a:cubicBezTo>
                <a:cubicBezTo>
                  <a:pt x="905151" y="126783"/>
                  <a:pt x="905608" y="123395"/>
                  <a:pt x="906520" y="119617"/>
                </a:cubicBezTo>
                <a:lnTo>
                  <a:pt x="929389" y="5082"/>
                </a:lnTo>
                <a:lnTo>
                  <a:pt x="950301" y="5082"/>
                </a:lnTo>
                <a:lnTo>
                  <a:pt x="927239" y="120592"/>
                </a:lnTo>
                <a:cubicBezTo>
                  <a:pt x="926978" y="121636"/>
                  <a:pt x="926848" y="122419"/>
                  <a:pt x="926848" y="122939"/>
                </a:cubicBezTo>
                <a:cubicBezTo>
                  <a:pt x="926848" y="123460"/>
                  <a:pt x="926848" y="123917"/>
                  <a:pt x="926848" y="124308"/>
                </a:cubicBezTo>
                <a:cubicBezTo>
                  <a:pt x="926848" y="127044"/>
                  <a:pt x="927955" y="128412"/>
                  <a:pt x="930170" y="128412"/>
                </a:cubicBezTo>
                <a:cubicBezTo>
                  <a:pt x="930823" y="128412"/>
                  <a:pt x="931343" y="128379"/>
                  <a:pt x="931733" y="128314"/>
                </a:cubicBezTo>
                <a:cubicBezTo>
                  <a:pt x="932125" y="128248"/>
                  <a:pt x="932777" y="128085"/>
                  <a:pt x="933690" y="127825"/>
                </a:cubicBezTo>
                <a:lnTo>
                  <a:pt x="933299" y="143461"/>
                </a:lnTo>
                <a:cubicBezTo>
                  <a:pt x="931865" y="144113"/>
                  <a:pt x="930171" y="144601"/>
                  <a:pt x="928217" y="144926"/>
                </a:cubicBezTo>
                <a:cubicBezTo>
                  <a:pt x="926262" y="145252"/>
                  <a:pt x="923982" y="145415"/>
                  <a:pt x="921375" y="145415"/>
                </a:cubicBezTo>
                <a:close/>
                <a:moveTo>
                  <a:pt x="983022" y="145415"/>
                </a:moveTo>
                <a:cubicBezTo>
                  <a:pt x="974552" y="145415"/>
                  <a:pt x="967874" y="142418"/>
                  <a:pt x="962986" y="136426"/>
                </a:cubicBezTo>
                <a:cubicBezTo>
                  <a:pt x="958101" y="130431"/>
                  <a:pt x="955659" y="121765"/>
                  <a:pt x="955659" y="110428"/>
                </a:cubicBezTo>
                <a:cubicBezTo>
                  <a:pt x="955659" y="101308"/>
                  <a:pt x="957091" y="92742"/>
                  <a:pt x="959956" y="84729"/>
                </a:cubicBezTo>
                <a:cubicBezTo>
                  <a:pt x="962823" y="76715"/>
                  <a:pt x="966668" y="69743"/>
                  <a:pt x="971489" y="63814"/>
                </a:cubicBezTo>
                <a:cubicBezTo>
                  <a:pt x="976311" y="57885"/>
                  <a:pt x="981816" y="53226"/>
                  <a:pt x="988006" y="49838"/>
                </a:cubicBezTo>
                <a:cubicBezTo>
                  <a:pt x="994195" y="46450"/>
                  <a:pt x="1000612" y="44757"/>
                  <a:pt x="1007257" y="44757"/>
                </a:cubicBezTo>
                <a:cubicBezTo>
                  <a:pt x="1011949" y="44757"/>
                  <a:pt x="1016250" y="45962"/>
                  <a:pt x="1020159" y="48374"/>
                </a:cubicBezTo>
                <a:cubicBezTo>
                  <a:pt x="1024067" y="50784"/>
                  <a:pt x="1027129" y="54073"/>
                  <a:pt x="1029344" y="58243"/>
                </a:cubicBezTo>
                <a:lnTo>
                  <a:pt x="1029735" y="58243"/>
                </a:lnTo>
                <a:lnTo>
                  <a:pt x="1033839" y="47104"/>
                </a:lnTo>
                <a:lnTo>
                  <a:pt x="1050647" y="47104"/>
                </a:lnTo>
                <a:lnTo>
                  <a:pt x="1031495" y="143071"/>
                </a:lnTo>
                <a:lnTo>
                  <a:pt x="1014295" y="143071"/>
                </a:lnTo>
                <a:lnTo>
                  <a:pt x="1015270" y="129781"/>
                </a:lnTo>
                <a:lnTo>
                  <a:pt x="1014686" y="129781"/>
                </a:lnTo>
                <a:cubicBezTo>
                  <a:pt x="1010125" y="134471"/>
                  <a:pt x="1005075" y="138250"/>
                  <a:pt x="999535" y="141117"/>
                </a:cubicBezTo>
                <a:cubicBezTo>
                  <a:pt x="993998" y="143982"/>
                  <a:pt x="988494" y="145415"/>
                  <a:pt x="983022" y="145415"/>
                </a:cubicBezTo>
                <a:moveTo>
                  <a:pt x="991620" y="128215"/>
                </a:moveTo>
                <a:cubicBezTo>
                  <a:pt x="995792" y="128215"/>
                  <a:pt x="1000059" y="126978"/>
                  <a:pt x="1004424" y="124502"/>
                </a:cubicBezTo>
                <a:cubicBezTo>
                  <a:pt x="1008788" y="122027"/>
                  <a:pt x="1012925" y="117858"/>
                  <a:pt x="1016836" y="111994"/>
                </a:cubicBezTo>
                <a:lnTo>
                  <a:pt x="1024653" y="73686"/>
                </a:lnTo>
                <a:cubicBezTo>
                  <a:pt x="1022438" y="69516"/>
                  <a:pt x="1019930" y="66520"/>
                  <a:pt x="1017128" y="64697"/>
                </a:cubicBezTo>
                <a:cubicBezTo>
                  <a:pt x="1014327" y="62871"/>
                  <a:pt x="1011427" y="61959"/>
                  <a:pt x="1008429" y="61959"/>
                </a:cubicBezTo>
                <a:cubicBezTo>
                  <a:pt x="1004391" y="61959"/>
                  <a:pt x="1000482" y="63164"/>
                  <a:pt x="996702" y="65573"/>
                </a:cubicBezTo>
                <a:cubicBezTo>
                  <a:pt x="992925" y="67983"/>
                  <a:pt x="989602" y="71274"/>
                  <a:pt x="986735" y="75445"/>
                </a:cubicBezTo>
                <a:cubicBezTo>
                  <a:pt x="983868" y="79615"/>
                  <a:pt x="981588" y="84468"/>
                  <a:pt x="979894" y="90005"/>
                </a:cubicBezTo>
                <a:cubicBezTo>
                  <a:pt x="978200" y="95542"/>
                  <a:pt x="977353" y="101373"/>
                  <a:pt x="977353" y="107497"/>
                </a:cubicBezTo>
                <a:cubicBezTo>
                  <a:pt x="977353" y="114533"/>
                  <a:pt x="978623" y="119745"/>
                  <a:pt x="981164" y="123133"/>
                </a:cubicBezTo>
                <a:cubicBezTo>
                  <a:pt x="983705" y="126521"/>
                  <a:pt x="987190" y="128215"/>
                  <a:pt x="991620" y="128215"/>
                </a:cubicBezTo>
                <a:close/>
                <a:moveTo>
                  <a:pt x="1080826" y="132907"/>
                </a:moveTo>
                <a:lnTo>
                  <a:pt x="1077697" y="152453"/>
                </a:lnTo>
                <a:lnTo>
                  <a:pt x="1072224" y="180988"/>
                </a:lnTo>
                <a:lnTo>
                  <a:pt x="1051312" y="180988"/>
                </a:lnTo>
                <a:lnTo>
                  <a:pt x="1078285" y="47104"/>
                </a:lnTo>
                <a:lnTo>
                  <a:pt x="1095287" y="47104"/>
                </a:lnTo>
                <a:lnTo>
                  <a:pt x="1094896" y="58830"/>
                </a:lnTo>
                <a:lnTo>
                  <a:pt x="1095484" y="58830"/>
                </a:lnTo>
                <a:cubicBezTo>
                  <a:pt x="1100045" y="54790"/>
                  <a:pt x="1104997" y="51435"/>
                  <a:pt x="1110339" y="48765"/>
                </a:cubicBezTo>
                <a:cubicBezTo>
                  <a:pt x="1115682" y="46093"/>
                  <a:pt x="1121089" y="44757"/>
                  <a:pt x="1126560" y="44757"/>
                </a:cubicBezTo>
                <a:cubicBezTo>
                  <a:pt x="1135162" y="44757"/>
                  <a:pt x="1141872" y="47754"/>
                  <a:pt x="1146691" y="53748"/>
                </a:cubicBezTo>
                <a:cubicBezTo>
                  <a:pt x="1151513" y="59743"/>
                  <a:pt x="1153924" y="68408"/>
                  <a:pt x="1153924" y="79743"/>
                </a:cubicBezTo>
                <a:cubicBezTo>
                  <a:pt x="1153924" y="88994"/>
                  <a:pt x="1152490" y="97594"/>
                  <a:pt x="1149623" y="105543"/>
                </a:cubicBezTo>
                <a:cubicBezTo>
                  <a:pt x="1146758" y="113492"/>
                  <a:pt x="1142915" y="120431"/>
                  <a:pt x="1138093" y="126360"/>
                </a:cubicBezTo>
                <a:cubicBezTo>
                  <a:pt x="1133272" y="132289"/>
                  <a:pt x="1127799" y="136948"/>
                  <a:pt x="1121675" y="140336"/>
                </a:cubicBezTo>
                <a:cubicBezTo>
                  <a:pt x="1115551" y="143722"/>
                  <a:pt x="1109166" y="145415"/>
                  <a:pt x="1102519" y="145415"/>
                </a:cubicBezTo>
                <a:cubicBezTo>
                  <a:pt x="1097960" y="145415"/>
                  <a:pt x="1093857" y="144275"/>
                  <a:pt x="1090208" y="141997"/>
                </a:cubicBezTo>
                <a:cubicBezTo>
                  <a:pt x="1086560" y="139716"/>
                  <a:pt x="1083562" y="136686"/>
                  <a:pt x="1081216" y="132907"/>
                </a:cubicBezTo>
                <a:lnTo>
                  <a:pt x="1080826" y="132907"/>
                </a:lnTo>
                <a:moveTo>
                  <a:pt x="1117962" y="61959"/>
                </a:moveTo>
                <a:cubicBezTo>
                  <a:pt x="1114182" y="61959"/>
                  <a:pt x="1110078" y="63099"/>
                  <a:pt x="1105648" y="65380"/>
                </a:cubicBezTo>
                <a:cubicBezTo>
                  <a:pt x="1101218" y="67658"/>
                  <a:pt x="1097179" y="71144"/>
                  <a:pt x="1093531" y="75836"/>
                </a:cubicBezTo>
                <a:lnTo>
                  <a:pt x="1085320" y="116879"/>
                </a:lnTo>
                <a:cubicBezTo>
                  <a:pt x="1087406" y="120919"/>
                  <a:pt x="1089816" y="123819"/>
                  <a:pt x="1092552" y="125579"/>
                </a:cubicBezTo>
                <a:cubicBezTo>
                  <a:pt x="1095288" y="127337"/>
                  <a:pt x="1098155" y="128215"/>
                  <a:pt x="1101153" y="128215"/>
                </a:cubicBezTo>
                <a:cubicBezTo>
                  <a:pt x="1105192" y="128215"/>
                  <a:pt x="1109100" y="127010"/>
                  <a:pt x="1112877" y="124601"/>
                </a:cubicBezTo>
                <a:cubicBezTo>
                  <a:pt x="1116657" y="122189"/>
                  <a:pt x="1119980" y="118898"/>
                  <a:pt x="1122847" y="114729"/>
                </a:cubicBezTo>
                <a:cubicBezTo>
                  <a:pt x="1125714" y="110560"/>
                  <a:pt x="1128027" y="105706"/>
                  <a:pt x="1129784" y="100169"/>
                </a:cubicBezTo>
                <a:cubicBezTo>
                  <a:pt x="1131544" y="94632"/>
                  <a:pt x="1132424" y="88736"/>
                  <a:pt x="1132424" y="82481"/>
                </a:cubicBezTo>
                <a:cubicBezTo>
                  <a:pt x="1132424" y="75444"/>
                  <a:pt x="1131120" y="70265"/>
                  <a:pt x="1128514" y="66942"/>
                </a:cubicBezTo>
                <a:cubicBezTo>
                  <a:pt x="1125909" y="63620"/>
                  <a:pt x="1122392" y="61959"/>
                  <a:pt x="1117962" y="61959"/>
                </a:cubicBezTo>
                <a:close/>
                <a:moveTo>
                  <a:pt x="1164754" y="143071"/>
                </a:moveTo>
                <a:lnTo>
                  <a:pt x="1184104" y="47104"/>
                </a:lnTo>
                <a:lnTo>
                  <a:pt x="1205016" y="47104"/>
                </a:lnTo>
                <a:lnTo>
                  <a:pt x="1185863" y="143071"/>
                </a:lnTo>
                <a:lnTo>
                  <a:pt x="1164754" y="143071"/>
                </a:lnTo>
                <a:moveTo>
                  <a:pt x="1199543" y="30098"/>
                </a:moveTo>
                <a:cubicBezTo>
                  <a:pt x="1196547" y="30098"/>
                  <a:pt x="1193811" y="29154"/>
                  <a:pt x="1191336" y="27265"/>
                </a:cubicBezTo>
                <a:cubicBezTo>
                  <a:pt x="1188860" y="25376"/>
                  <a:pt x="1187623" y="22672"/>
                  <a:pt x="1187623" y="19153"/>
                </a:cubicBezTo>
                <a:cubicBezTo>
                  <a:pt x="1187623" y="15375"/>
                  <a:pt x="1188991" y="12151"/>
                  <a:pt x="1191727" y="9481"/>
                </a:cubicBezTo>
                <a:cubicBezTo>
                  <a:pt x="1194462" y="6809"/>
                  <a:pt x="1197785" y="5473"/>
                  <a:pt x="1201694" y="5473"/>
                </a:cubicBezTo>
                <a:cubicBezTo>
                  <a:pt x="1204690" y="5473"/>
                  <a:pt x="1207426" y="6417"/>
                  <a:pt x="1209901" y="8306"/>
                </a:cubicBezTo>
                <a:cubicBezTo>
                  <a:pt x="1212378" y="10195"/>
                  <a:pt x="1213617" y="12899"/>
                  <a:pt x="1213617" y="16418"/>
                </a:cubicBezTo>
                <a:cubicBezTo>
                  <a:pt x="1213617" y="20327"/>
                  <a:pt x="1212248" y="23585"/>
                  <a:pt x="1209510" y="26191"/>
                </a:cubicBezTo>
                <a:cubicBezTo>
                  <a:pt x="1206775" y="28796"/>
                  <a:pt x="1203452" y="30098"/>
                  <a:pt x="1199543" y="30098"/>
                </a:cubicBezTo>
                <a:close/>
                <a:moveTo>
                  <a:pt x="1232736" y="177860"/>
                </a:moveTo>
                <a:cubicBezTo>
                  <a:pt x="1229739" y="169521"/>
                  <a:pt x="1227101" y="160009"/>
                  <a:pt x="1224820" y="149325"/>
                </a:cubicBezTo>
                <a:cubicBezTo>
                  <a:pt x="1222540" y="138640"/>
                  <a:pt x="1221400" y="127955"/>
                  <a:pt x="1221400" y="117270"/>
                </a:cubicBezTo>
                <a:cubicBezTo>
                  <a:pt x="1221400" y="105935"/>
                  <a:pt x="1222410" y="95186"/>
                  <a:pt x="1224430" y="85022"/>
                </a:cubicBezTo>
                <a:cubicBezTo>
                  <a:pt x="1226450" y="74858"/>
                  <a:pt x="1229414" y="65020"/>
                  <a:pt x="1233323" y="55508"/>
                </a:cubicBezTo>
                <a:cubicBezTo>
                  <a:pt x="1237232" y="45996"/>
                  <a:pt x="1242021" y="36680"/>
                  <a:pt x="1247689" y="27560"/>
                </a:cubicBezTo>
                <a:cubicBezTo>
                  <a:pt x="1253358" y="18438"/>
                  <a:pt x="1259840" y="9251"/>
                  <a:pt x="1267137" y="0"/>
                </a:cubicBezTo>
                <a:lnTo>
                  <a:pt x="1279449" y="6448"/>
                </a:lnTo>
                <a:cubicBezTo>
                  <a:pt x="1265638" y="24430"/>
                  <a:pt x="1255377" y="42737"/>
                  <a:pt x="1248664" y="61371"/>
                </a:cubicBezTo>
                <a:cubicBezTo>
                  <a:pt x="1241954" y="80005"/>
                  <a:pt x="1238599" y="99225"/>
                  <a:pt x="1238599" y="119030"/>
                </a:cubicBezTo>
                <a:cubicBezTo>
                  <a:pt x="1238599" y="123330"/>
                  <a:pt x="1238762" y="127858"/>
                  <a:pt x="1239088" y="132614"/>
                </a:cubicBezTo>
                <a:cubicBezTo>
                  <a:pt x="1239414" y="137370"/>
                  <a:pt x="1239870" y="142093"/>
                  <a:pt x="1240457" y="146784"/>
                </a:cubicBezTo>
                <a:cubicBezTo>
                  <a:pt x="1241044" y="151474"/>
                  <a:pt x="1241825" y="156001"/>
                  <a:pt x="1242801" y="160365"/>
                </a:cubicBezTo>
                <a:cubicBezTo>
                  <a:pt x="1243779" y="164732"/>
                  <a:pt x="1244985" y="168739"/>
                  <a:pt x="1246419" y="172387"/>
                </a:cubicBezTo>
                <a:lnTo>
                  <a:pt x="1232736" y="1778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$v1,$v">
            <a:extLst xmlns:a="http://schemas.openxmlformats.org/drawingml/2006/main">
              <a:ext uri="{FF2B5EF4-FFF2-40B4-BE49-F238E27FC236}">
                <a16:creationId xmlns:a16="http://schemas.microsoft.com/office/drawing/2014/main" id="{756E49A7-0216-4A0D-AB93-936E0330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315" y="976076"/>
            <a:ext cx="572012" cy="181379"/>
          </a:xfrm>
          <a:custGeom xmlns:a="http://schemas.openxmlformats.org/drawingml/2006/main">
            <a:pathLst>
              <a:path w="572012" h="181379">
                <a:moveTo>
                  <a:pt x="24822" y="168480"/>
                </a:moveTo>
                <a:lnTo>
                  <a:pt x="28926" y="148349"/>
                </a:lnTo>
                <a:cubicBezTo>
                  <a:pt x="23194" y="147045"/>
                  <a:pt x="17852" y="144797"/>
                  <a:pt x="12899" y="141606"/>
                </a:cubicBezTo>
                <a:cubicBezTo>
                  <a:pt x="7948" y="138413"/>
                  <a:pt x="3648" y="134666"/>
                  <a:pt x="0" y="130366"/>
                </a:cubicBezTo>
                <a:lnTo>
                  <a:pt x="13096" y="117467"/>
                </a:lnTo>
                <a:cubicBezTo>
                  <a:pt x="16092" y="121376"/>
                  <a:pt x="19772" y="124829"/>
                  <a:pt x="24136" y="127828"/>
                </a:cubicBezTo>
                <a:cubicBezTo>
                  <a:pt x="28503" y="130824"/>
                  <a:pt x="33422" y="132322"/>
                  <a:pt x="38896" y="132322"/>
                </a:cubicBezTo>
                <a:cubicBezTo>
                  <a:pt x="45149" y="132322"/>
                  <a:pt x="50133" y="130628"/>
                  <a:pt x="53847" y="127240"/>
                </a:cubicBezTo>
                <a:cubicBezTo>
                  <a:pt x="57561" y="123852"/>
                  <a:pt x="59418" y="119291"/>
                  <a:pt x="59418" y="113557"/>
                </a:cubicBezTo>
                <a:cubicBezTo>
                  <a:pt x="59418" y="109388"/>
                  <a:pt x="58408" y="105739"/>
                  <a:pt x="56388" y="102612"/>
                </a:cubicBezTo>
                <a:cubicBezTo>
                  <a:pt x="54368" y="99484"/>
                  <a:pt x="51860" y="96585"/>
                  <a:pt x="48863" y="93915"/>
                </a:cubicBezTo>
                <a:cubicBezTo>
                  <a:pt x="45867" y="91243"/>
                  <a:pt x="42642" y="88669"/>
                  <a:pt x="39188" y="86194"/>
                </a:cubicBezTo>
                <a:cubicBezTo>
                  <a:pt x="35735" y="83718"/>
                  <a:pt x="32510" y="81015"/>
                  <a:pt x="29514" y="78085"/>
                </a:cubicBezTo>
                <a:cubicBezTo>
                  <a:pt x="26517" y="75152"/>
                  <a:pt x="24009" y="71861"/>
                  <a:pt x="21989" y="68213"/>
                </a:cubicBezTo>
                <a:cubicBezTo>
                  <a:pt x="19969" y="64564"/>
                  <a:pt x="18959" y="60265"/>
                  <a:pt x="18959" y="55314"/>
                </a:cubicBezTo>
                <a:cubicBezTo>
                  <a:pt x="18959" y="50361"/>
                  <a:pt x="19806" y="45768"/>
                  <a:pt x="21500" y="41533"/>
                </a:cubicBezTo>
                <a:cubicBezTo>
                  <a:pt x="23194" y="37298"/>
                  <a:pt x="25605" y="33617"/>
                  <a:pt x="28732" y="30492"/>
                </a:cubicBezTo>
                <a:cubicBezTo>
                  <a:pt x="31860" y="27364"/>
                  <a:pt x="35573" y="24823"/>
                  <a:pt x="39871" y="22869"/>
                </a:cubicBezTo>
                <a:cubicBezTo>
                  <a:pt x="44172" y="20914"/>
                  <a:pt x="48993" y="19741"/>
                  <a:pt x="54336" y="19350"/>
                </a:cubicBezTo>
                <a:lnTo>
                  <a:pt x="58049" y="0"/>
                </a:lnTo>
                <a:lnTo>
                  <a:pt x="72513" y="0"/>
                </a:lnTo>
                <a:lnTo>
                  <a:pt x="68604" y="20522"/>
                </a:lnTo>
                <a:cubicBezTo>
                  <a:pt x="73165" y="21826"/>
                  <a:pt x="77400" y="23879"/>
                  <a:pt x="81309" y="26680"/>
                </a:cubicBezTo>
                <a:cubicBezTo>
                  <a:pt x="85217" y="29482"/>
                  <a:pt x="88736" y="32837"/>
                  <a:pt x="91863" y="36746"/>
                </a:cubicBezTo>
                <a:lnTo>
                  <a:pt x="78377" y="48666"/>
                </a:lnTo>
                <a:cubicBezTo>
                  <a:pt x="75770" y="45018"/>
                  <a:pt x="72676" y="42022"/>
                  <a:pt x="69093" y="39678"/>
                </a:cubicBezTo>
                <a:cubicBezTo>
                  <a:pt x="65510" y="37331"/>
                  <a:pt x="61698" y="36158"/>
                  <a:pt x="57658" y="36158"/>
                </a:cubicBezTo>
                <a:cubicBezTo>
                  <a:pt x="52187" y="36158"/>
                  <a:pt x="47821" y="37689"/>
                  <a:pt x="44563" y="40751"/>
                </a:cubicBezTo>
                <a:cubicBezTo>
                  <a:pt x="41306" y="43813"/>
                  <a:pt x="39678" y="47820"/>
                  <a:pt x="39678" y="52773"/>
                </a:cubicBezTo>
                <a:cubicBezTo>
                  <a:pt x="39678" y="56290"/>
                  <a:pt x="40687" y="59418"/>
                  <a:pt x="42705" y="62156"/>
                </a:cubicBezTo>
                <a:cubicBezTo>
                  <a:pt x="44725" y="64892"/>
                  <a:pt x="47233" y="67497"/>
                  <a:pt x="50229" y="69973"/>
                </a:cubicBezTo>
                <a:cubicBezTo>
                  <a:pt x="53227" y="72448"/>
                  <a:pt x="56452" y="74923"/>
                  <a:pt x="59904" y="77399"/>
                </a:cubicBezTo>
                <a:cubicBezTo>
                  <a:pt x="63358" y="79874"/>
                  <a:pt x="66583" y="82675"/>
                  <a:pt x="69579" y="85803"/>
                </a:cubicBezTo>
                <a:cubicBezTo>
                  <a:pt x="72577" y="88930"/>
                  <a:pt x="75086" y="92481"/>
                  <a:pt x="77106" y="96456"/>
                </a:cubicBezTo>
                <a:cubicBezTo>
                  <a:pt x="79126" y="100431"/>
                  <a:pt x="80136" y="105154"/>
                  <a:pt x="80136" y="110625"/>
                </a:cubicBezTo>
                <a:cubicBezTo>
                  <a:pt x="80136" y="115838"/>
                  <a:pt x="79257" y="120660"/>
                  <a:pt x="77497" y="125090"/>
                </a:cubicBezTo>
                <a:cubicBezTo>
                  <a:pt x="75737" y="129520"/>
                  <a:pt x="73261" y="133461"/>
                  <a:pt x="70068" y="136915"/>
                </a:cubicBezTo>
                <a:cubicBezTo>
                  <a:pt x="66877" y="140369"/>
                  <a:pt x="63001" y="143138"/>
                  <a:pt x="58440" y="145224"/>
                </a:cubicBezTo>
                <a:cubicBezTo>
                  <a:pt x="53879" y="147308"/>
                  <a:pt x="48797" y="148610"/>
                  <a:pt x="43194" y="149131"/>
                </a:cubicBezTo>
                <a:lnTo>
                  <a:pt x="39287" y="168480"/>
                </a:lnTo>
                <a:lnTo>
                  <a:pt x="24822" y="168480"/>
                </a:lnTo>
                <a:close/>
                <a:moveTo>
                  <a:pt x="120127" y="146980"/>
                </a:moveTo>
                <a:lnTo>
                  <a:pt x="107031" y="51014"/>
                </a:lnTo>
                <a:lnTo>
                  <a:pt x="127943" y="51014"/>
                </a:lnTo>
                <a:lnTo>
                  <a:pt x="133025" y="102027"/>
                </a:lnTo>
                <a:cubicBezTo>
                  <a:pt x="133546" y="106849"/>
                  <a:pt x="133937" y="111670"/>
                  <a:pt x="134198" y="116492"/>
                </a:cubicBezTo>
                <a:cubicBezTo>
                  <a:pt x="134458" y="121311"/>
                  <a:pt x="134718" y="126197"/>
                  <a:pt x="134979" y="131150"/>
                </a:cubicBezTo>
                <a:lnTo>
                  <a:pt x="135760" y="131150"/>
                </a:lnTo>
                <a:cubicBezTo>
                  <a:pt x="137977" y="126197"/>
                  <a:pt x="140225" y="121343"/>
                  <a:pt x="142503" y="116587"/>
                </a:cubicBezTo>
                <a:cubicBezTo>
                  <a:pt x="144784" y="111831"/>
                  <a:pt x="147032" y="106978"/>
                  <a:pt x="149247" y="102027"/>
                </a:cubicBezTo>
                <a:lnTo>
                  <a:pt x="174069" y="51014"/>
                </a:lnTo>
                <a:lnTo>
                  <a:pt x="194787" y="51014"/>
                </a:lnTo>
                <a:lnTo>
                  <a:pt x="144752" y="146980"/>
                </a:lnTo>
                <a:lnTo>
                  <a:pt x="120127" y="146980"/>
                </a:lnTo>
                <a:close/>
                <a:moveTo>
                  <a:pt x="192169" y="146980"/>
                </a:moveTo>
                <a:lnTo>
                  <a:pt x="195685" y="129975"/>
                </a:lnTo>
                <a:lnTo>
                  <a:pt x="222073" y="129975"/>
                </a:lnTo>
                <a:lnTo>
                  <a:pt x="239076" y="45932"/>
                </a:lnTo>
                <a:lnTo>
                  <a:pt x="216601" y="45932"/>
                </a:lnTo>
                <a:lnTo>
                  <a:pt x="219336" y="32639"/>
                </a:lnTo>
                <a:cubicBezTo>
                  <a:pt x="225591" y="31597"/>
                  <a:pt x="231031" y="30295"/>
                  <a:pt x="235655" y="28732"/>
                </a:cubicBezTo>
                <a:cubicBezTo>
                  <a:pt x="240282" y="27167"/>
                  <a:pt x="244680" y="25147"/>
                  <a:pt x="248849" y="22672"/>
                </a:cubicBezTo>
                <a:lnTo>
                  <a:pt x="264683" y="22672"/>
                </a:lnTo>
                <a:lnTo>
                  <a:pt x="242986" y="129975"/>
                </a:lnTo>
                <a:lnTo>
                  <a:pt x="267027" y="129975"/>
                </a:lnTo>
                <a:lnTo>
                  <a:pt x="263704" y="146980"/>
                </a:lnTo>
                <a:lnTo>
                  <a:pt x="192169" y="146980"/>
                </a:lnTo>
                <a:close/>
                <a:moveTo>
                  <a:pt x="282389" y="181379"/>
                </a:moveTo>
                <a:lnTo>
                  <a:pt x="279848" y="169459"/>
                </a:lnTo>
                <a:cubicBezTo>
                  <a:pt x="286755" y="167244"/>
                  <a:pt x="292163" y="164149"/>
                  <a:pt x="296072" y="160174"/>
                </a:cubicBezTo>
                <a:cubicBezTo>
                  <a:pt x="299981" y="156200"/>
                  <a:pt x="302456" y="151932"/>
                  <a:pt x="303498" y="147371"/>
                </a:cubicBezTo>
                <a:cubicBezTo>
                  <a:pt x="299720" y="147371"/>
                  <a:pt x="296626" y="146329"/>
                  <a:pt x="294214" y="144246"/>
                </a:cubicBezTo>
                <a:cubicBezTo>
                  <a:pt x="291804" y="142160"/>
                  <a:pt x="290599" y="139293"/>
                  <a:pt x="290599" y="135644"/>
                </a:cubicBezTo>
                <a:cubicBezTo>
                  <a:pt x="290599" y="131736"/>
                  <a:pt x="291967" y="128217"/>
                  <a:pt x="294703" y="125090"/>
                </a:cubicBezTo>
                <a:cubicBezTo>
                  <a:pt x="297439" y="121962"/>
                  <a:pt x="301153" y="120399"/>
                  <a:pt x="305845" y="120399"/>
                </a:cubicBezTo>
                <a:cubicBezTo>
                  <a:pt x="310275" y="120399"/>
                  <a:pt x="313662" y="121832"/>
                  <a:pt x="316006" y="124699"/>
                </a:cubicBezTo>
                <a:cubicBezTo>
                  <a:pt x="318352" y="127566"/>
                  <a:pt x="319525" y="131475"/>
                  <a:pt x="319525" y="136426"/>
                </a:cubicBezTo>
                <a:cubicBezTo>
                  <a:pt x="319525" y="141899"/>
                  <a:pt x="318646" y="147079"/>
                  <a:pt x="316886" y="151964"/>
                </a:cubicBezTo>
                <a:cubicBezTo>
                  <a:pt x="315128" y="156851"/>
                  <a:pt x="312620" y="161249"/>
                  <a:pt x="309361" y="165158"/>
                </a:cubicBezTo>
                <a:cubicBezTo>
                  <a:pt x="306105" y="169067"/>
                  <a:pt x="302196" y="172422"/>
                  <a:pt x="297635" y="175224"/>
                </a:cubicBezTo>
                <a:cubicBezTo>
                  <a:pt x="293074" y="178025"/>
                  <a:pt x="287992" y="180077"/>
                  <a:pt x="282389" y="181379"/>
                </a:cubicBezTo>
                <a:close/>
                <a:moveTo>
                  <a:pt x="402047" y="168480"/>
                </a:moveTo>
                <a:lnTo>
                  <a:pt x="406151" y="148349"/>
                </a:lnTo>
                <a:cubicBezTo>
                  <a:pt x="400419" y="147045"/>
                  <a:pt x="395076" y="144797"/>
                  <a:pt x="390123" y="141606"/>
                </a:cubicBezTo>
                <a:cubicBezTo>
                  <a:pt x="385173" y="138413"/>
                  <a:pt x="380873" y="134666"/>
                  <a:pt x="377225" y="130366"/>
                </a:cubicBezTo>
                <a:lnTo>
                  <a:pt x="390320" y="117467"/>
                </a:lnTo>
                <a:cubicBezTo>
                  <a:pt x="393316" y="121376"/>
                  <a:pt x="396997" y="124829"/>
                  <a:pt x="401361" y="127828"/>
                </a:cubicBezTo>
                <a:cubicBezTo>
                  <a:pt x="405727" y="130824"/>
                  <a:pt x="410647" y="132322"/>
                  <a:pt x="416121" y="132322"/>
                </a:cubicBezTo>
                <a:cubicBezTo>
                  <a:pt x="422374" y="132322"/>
                  <a:pt x="427357" y="130628"/>
                  <a:pt x="431071" y="127240"/>
                </a:cubicBezTo>
                <a:cubicBezTo>
                  <a:pt x="434785" y="123852"/>
                  <a:pt x="436642" y="119291"/>
                  <a:pt x="436642" y="113557"/>
                </a:cubicBezTo>
                <a:cubicBezTo>
                  <a:pt x="436642" y="109388"/>
                  <a:pt x="435632" y="105739"/>
                  <a:pt x="433612" y="102612"/>
                </a:cubicBezTo>
                <a:cubicBezTo>
                  <a:pt x="431592" y="99484"/>
                  <a:pt x="429084" y="96585"/>
                  <a:pt x="426088" y="93915"/>
                </a:cubicBezTo>
                <a:cubicBezTo>
                  <a:pt x="423092" y="91243"/>
                  <a:pt x="419867" y="88669"/>
                  <a:pt x="416413" y="86194"/>
                </a:cubicBezTo>
                <a:cubicBezTo>
                  <a:pt x="412959" y="83718"/>
                  <a:pt x="409734" y="81015"/>
                  <a:pt x="406738" y="78085"/>
                </a:cubicBezTo>
                <a:cubicBezTo>
                  <a:pt x="403742" y="75152"/>
                  <a:pt x="401234" y="71861"/>
                  <a:pt x="399214" y="68213"/>
                </a:cubicBezTo>
                <a:cubicBezTo>
                  <a:pt x="397194" y="64564"/>
                  <a:pt x="396184" y="60265"/>
                  <a:pt x="396184" y="55314"/>
                </a:cubicBezTo>
                <a:cubicBezTo>
                  <a:pt x="396184" y="50361"/>
                  <a:pt x="397031" y="45768"/>
                  <a:pt x="398725" y="41533"/>
                </a:cubicBezTo>
                <a:cubicBezTo>
                  <a:pt x="400419" y="37298"/>
                  <a:pt x="402829" y="33617"/>
                  <a:pt x="405957" y="30492"/>
                </a:cubicBezTo>
                <a:cubicBezTo>
                  <a:pt x="409084" y="27364"/>
                  <a:pt x="412797" y="24823"/>
                  <a:pt x="417096" y="22869"/>
                </a:cubicBezTo>
                <a:cubicBezTo>
                  <a:pt x="421397" y="20914"/>
                  <a:pt x="426218" y="19741"/>
                  <a:pt x="431560" y="19350"/>
                </a:cubicBezTo>
                <a:lnTo>
                  <a:pt x="435274" y="0"/>
                </a:lnTo>
                <a:lnTo>
                  <a:pt x="449738" y="0"/>
                </a:lnTo>
                <a:lnTo>
                  <a:pt x="445828" y="20522"/>
                </a:lnTo>
                <a:cubicBezTo>
                  <a:pt x="450389" y="21826"/>
                  <a:pt x="454624" y="23879"/>
                  <a:pt x="458533" y="26680"/>
                </a:cubicBezTo>
                <a:cubicBezTo>
                  <a:pt x="462442" y="29482"/>
                  <a:pt x="465960" y="32837"/>
                  <a:pt x="469088" y="36746"/>
                </a:cubicBezTo>
                <a:lnTo>
                  <a:pt x="455601" y="48666"/>
                </a:lnTo>
                <a:cubicBezTo>
                  <a:pt x="452995" y="45018"/>
                  <a:pt x="449900" y="42022"/>
                  <a:pt x="446317" y="39678"/>
                </a:cubicBezTo>
                <a:cubicBezTo>
                  <a:pt x="442734" y="37331"/>
                  <a:pt x="438923" y="36158"/>
                  <a:pt x="434883" y="36158"/>
                </a:cubicBezTo>
                <a:cubicBezTo>
                  <a:pt x="429411" y="36158"/>
                  <a:pt x="425046" y="37689"/>
                  <a:pt x="421787" y="40751"/>
                </a:cubicBezTo>
                <a:cubicBezTo>
                  <a:pt x="418530" y="43813"/>
                  <a:pt x="416902" y="47820"/>
                  <a:pt x="416902" y="52773"/>
                </a:cubicBezTo>
                <a:cubicBezTo>
                  <a:pt x="416902" y="56290"/>
                  <a:pt x="417911" y="59418"/>
                  <a:pt x="419929" y="62156"/>
                </a:cubicBezTo>
                <a:cubicBezTo>
                  <a:pt x="421949" y="64892"/>
                  <a:pt x="424457" y="67497"/>
                  <a:pt x="427454" y="69973"/>
                </a:cubicBezTo>
                <a:cubicBezTo>
                  <a:pt x="430452" y="72448"/>
                  <a:pt x="433677" y="74923"/>
                  <a:pt x="437129" y="77399"/>
                </a:cubicBezTo>
                <a:cubicBezTo>
                  <a:pt x="440582" y="79874"/>
                  <a:pt x="443807" y="82675"/>
                  <a:pt x="446803" y="85803"/>
                </a:cubicBezTo>
                <a:cubicBezTo>
                  <a:pt x="449802" y="88930"/>
                  <a:pt x="452311" y="92481"/>
                  <a:pt x="454331" y="96456"/>
                </a:cubicBezTo>
                <a:cubicBezTo>
                  <a:pt x="456351" y="100431"/>
                  <a:pt x="457361" y="105154"/>
                  <a:pt x="457361" y="110625"/>
                </a:cubicBezTo>
                <a:cubicBezTo>
                  <a:pt x="457361" y="115838"/>
                  <a:pt x="456481" y="120660"/>
                  <a:pt x="454722" y="125090"/>
                </a:cubicBezTo>
                <a:cubicBezTo>
                  <a:pt x="452962" y="129520"/>
                  <a:pt x="450486" y="133461"/>
                  <a:pt x="447293" y="136915"/>
                </a:cubicBezTo>
                <a:cubicBezTo>
                  <a:pt x="444101" y="140369"/>
                  <a:pt x="440225" y="143138"/>
                  <a:pt x="435664" y="145224"/>
                </a:cubicBezTo>
                <a:cubicBezTo>
                  <a:pt x="431103" y="147308"/>
                  <a:pt x="426021" y="148610"/>
                  <a:pt x="420418" y="149131"/>
                </a:cubicBezTo>
                <a:lnTo>
                  <a:pt x="416511" y="168480"/>
                </a:lnTo>
                <a:lnTo>
                  <a:pt x="402047" y="168480"/>
                </a:lnTo>
                <a:close/>
                <a:moveTo>
                  <a:pt x="497351" y="146980"/>
                </a:moveTo>
                <a:lnTo>
                  <a:pt x="484255" y="51014"/>
                </a:lnTo>
                <a:lnTo>
                  <a:pt x="505168" y="51014"/>
                </a:lnTo>
                <a:lnTo>
                  <a:pt x="510250" y="102027"/>
                </a:lnTo>
                <a:cubicBezTo>
                  <a:pt x="510771" y="106849"/>
                  <a:pt x="511161" y="111670"/>
                  <a:pt x="511422" y="116492"/>
                </a:cubicBezTo>
                <a:cubicBezTo>
                  <a:pt x="511682" y="121311"/>
                  <a:pt x="511943" y="126197"/>
                  <a:pt x="512203" y="131150"/>
                </a:cubicBezTo>
                <a:lnTo>
                  <a:pt x="512985" y="131150"/>
                </a:lnTo>
                <a:cubicBezTo>
                  <a:pt x="515201" y="126197"/>
                  <a:pt x="517449" y="121343"/>
                  <a:pt x="519728" y="116587"/>
                </a:cubicBezTo>
                <a:cubicBezTo>
                  <a:pt x="522008" y="111831"/>
                  <a:pt x="524256" y="106978"/>
                  <a:pt x="526471" y="102027"/>
                </a:cubicBezTo>
                <a:lnTo>
                  <a:pt x="551293" y="51014"/>
                </a:lnTo>
                <a:lnTo>
                  <a:pt x="572012" y="51014"/>
                </a:lnTo>
                <a:lnTo>
                  <a:pt x="521976" y="146980"/>
                </a:lnTo>
                <a:lnTo>
                  <a:pt x="497351" y="1469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2,..){">
            <a:extLst xmlns:a="http://schemas.openxmlformats.org/drawingml/2006/main">
              <a:ext uri="{FF2B5EF4-FFF2-40B4-BE49-F238E27FC236}">
                <a16:creationId xmlns:a16="http://schemas.microsoft.com/office/drawing/2014/main" id="{55AAE6A3-6F76-4D9E-B18D-0F5BF20F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8063" y="979986"/>
            <a:ext cx="461502" cy="177860"/>
          </a:xfrm>
          <a:custGeom xmlns:a="http://schemas.openxmlformats.org/drawingml/2006/main">
            <a:pathLst>
              <a:path w="461502" h="177860">
                <a:moveTo>
                  <a:pt x="0" y="143071"/>
                </a:moveTo>
                <a:lnTo>
                  <a:pt x="2344" y="130953"/>
                </a:lnTo>
                <a:cubicBezTo>
                  <a:pt x="13550" y="121571"/>
                  <a:pt x="23550" y="113166"/>
                  <a:pt x="32344" y="105740"/>
                </a:cubicBezTo>
                <a:cubicBezTo>
                  <a:pt x="41140" y="98312"/>
                  <a:pt x="48535" y="91503"/>
                  <a:pt x="54530" y="85314"/>
                </a:cubicBezTo>
                <a:cubicBezTo>
                  <a:pt x="60524" y="79124"/>
                  <a:pt x="65084" y="73261"/>
                  <a:pt x="68210" y="67724"/>
                </a:cubicBezTo>
                <a:cubicBezTo>
                  <a:pt x="71337" y="62187"/>
                  <a:pt x="72901" y="56551"/>
                  <a:pt x="72901" y="50817"/>
                </a:cubicBezTo>
                <a:cubicBezTo>
                  <a:pt x="72901" y="45735"/>
                  <a:pt x="71435" y="41533"/>
                  <a:pt x="68502" y="38210"/>
                </a:cubicBezTo>
                <a:cubicBezTo>
                  <a:pt x="65572" y="34888"/>
                  <a:pt x="61174" y="33227"/>
                  <a:pt x="55311" y="33227"/>
                </a:cubicBezTo>
                <a:cubicBezTo>
                  <a:pt x="51533" y="33227"/>
                  <a:pt x="47755" y="34204"/>
                  <a:pt x="43975" y="36158"/>
                </a:cubicBezTo>
                <a:cubicBezTo>
                  <a:pt x="40197" y="38113"/>
                  <a:pt x="36354" y="40849"/>
                  <a:pt x="32445" y="44366"/>
                </a:cubicBezTo>
                <a:lnTo>
                  <a:pt x="22084" y="31858"/>
                </a:lnTo>
                <a:cubicBezTo>
                  <a:pt x="27948" y="26907"/>
                  <a:pt x="33811" y="23097"/>
                  <a:pt x="39675" y="20426"/>
                </a:cubicBezTo>
                <a:cubicBezTo>
                  <a:pt x="45538" y="17754"/>
                  <a:pt x="51597" y="16418"/>
                  <a:pt x="57852" y="16418"/>
                </a:cubicBezTo>
                <a:cubicBezTo>
                  <a:pt x="69058" y="16418"/>
                  <a:pt x="77788" y="19382"/>
                  <a:pt x="84043" y="25311"/>
                </a:cubicBezTo>
                <a:cubicBezTo>
                  <a:pt x="90298" y="31238"/>
                  <a:pt x="93426" y="38959"/>
                  <a:pt x="93426" y="48473"/>
                </a:cubicBezTo>
                <a:cubicBezTo>
                  <a:pt x="93426" y="54986"/>
                  <a:pt x="92155" y="61143"/>
                  <a:pt x="89614" y="66942"/>
                </a:cubicBezTo>
                <a:cubicBezTo>
                  <a:pt x="87073" y="72740"/>
                  <a:pt x="83359" y="78603"/>
                  <a:pt x="78472" y="84532"/>
                </a:cubicBezTo>
                <a:cubicBezTo>
                  <a:pt x="73587" y="90461"/>
                  <a:pt x="67561" y="96716"/>
                  <a:pt x="60393" y="103298"/>
                </a:cubicBezTo>
                <a:cubicBezTo>
                  <a:pt x="53227" y="109877"/>
                  <a:pt x="45084" y="117205"/>
                  <a:pt x="35961" y="125284"/>
                </a:cubicBezTo>
                <a:lnTo>
                  <a:pt x="83653" y="125284"/>
                </a:lnTo>
                <a:lnTo>
                  <a:pt x="80330" y="143071"/>
                </a:lnTo>
                <a:lnTo>
                  <a:pt x="0" y="143071"/>
                </a:lnTo>
                <a:close/>
                <a:moveTo>
                  <a:pt x="96865" y="177469"/>
                </a:moveTo>
                <a:lnTo>
                  <a:pt x="94324" y="165549"/>
                </a:lnTo>
                <a:cubicBezTo>
                  <a:pt x="101231" y="163334"/>
                  <a:pt x="106639" y="160239"/>
                  <a:pt x="110548" y="156265"/>
                </a:cubicBezTo>
                <a:cubicBezTo>
                  <a:pt x="114457" y="152290"/>
                  <a:pt x="116932" y="148022"/>
                  <a:pt x="117974" y="143461"/>
                </a:cubicBezTo>
                <a:cubicBezTo>
                  <a:pt x="114196" y="143461"/>
                  <a:pt x="111102" y="142419"/>
                  <a:pt x="108690" y="140336"/>
                </a:cubicBezTo>
                <a:cubicBezTo>
                  <a:pt x="106280" y="138250"/>
                  <a:pt x="105075" y="135383"/>
                  <a:pt x="105075" y="131735"/>
                </a:cubicBezTo>
                <a:cubicBezTo>
                  <a:pt x="105075" y="127826"/>
                  <a:pt x="106443" y="124307"/>
                  <a:pt x="109179" y="121180"/>
                </a:cubicBezTo>
                <a:cubicBezTo>
                  <a:pt x="111915" y="118052"/>
                  <a:pt x="115629" y="116489"/>
                  <a:pt x="120321" y="116489"/>
                </a:cubicBezTo>
                <a:cubicBezTo>
                  <a:pt x="124751" y="116489"/>
                  <a:pt x="128138" y="117922"/>
                  <a:pt x="130482" y="120789"/>
                </a:cubicBezTo>
                <a:cubicBezTo>
                  <a:pt x="132828" y="123656"/>
                  <a:pt x="134001" y="127565"/>
                  <a:pt x="134001" y="132516"/>
                </a:cubicBezTo>
                <a:cubicBezTo>
                  <a:pt x="134001" y="137990"/>
                  <a:pt x="133121" y="143169"/>
                  <a:pt x="131362" y="148054"/>
                </a:cubicBezTo>
                <a:cubicBezTo>
                  <a:pt x="129604" y="152941"/>
                  <a:pt x="127096" y="157339"/>
                  <a:pt x="123837" y="161248"/>
                </a:cubicBezTo>
                <a:cubicBezTo>
                  <a:pt x="120581" y="165157"/>
                  <a:pt x="116672" y="168512"/>
                  <a:pt x="112111" y="171314"/>
                </a:cubicBezTo>
                <a:cubicBezTo>
                  <a:pt x="107550" y="174115"/>
                  <a:pt x="102468" y="176167"/>
                  <a:pt x="96865" y="177469"/>
                </a:cubicBezTo>
                <a:close/>
                <a:moveTo>
                  <a:pt x="205577" y="145415"/>
                </a:moveTo>
                <a:cubicBezTo>
                  <a:pt x="202058" y="145415"/>
                  <a:pt x="199255" y="144275"/>
                  <a:pt x="197170" y="141997"/>
                </a:cubicBezTo>
                <a:cubicBezTo>
                  <a:pt x="195086" y="139716"/>
                  <a:pt x="194044" y="136816"/>
                  <a:pt x="194044" y="133297"/>
                </a:cubicBezTo>
                <a:cubicBezTo>
                  <a:pt x="194044" y="131214"/>
                  <a:pt x="194435" y="129162"/>
                  <a:pt x="195216" y="127142"/>
                </a:cubicBezTo>
                <a:cubicBezTo>
                  <a:pt x="196000" y="125122"/>
                  <a:pt x="197140" y="123330"/>
                  <a:pt x="198637" y="121767"/>
                </a:cubicBezTo>
                <a:cubicBezTo>
                  <a:pt x="200136" y="120203"/>
                  <a:pt x="201863" y="118932"/>
                  <a:pt x="203818" y="117956"/>
                </a:cubicBezTo>
                <a:cubicBezTo>
                  <a:pt x="205772" y="116978"/>
                  <a:pt x="207922" y="116489"/>
                  <a:pt x="210268" y="116489"/>
                </a:cubicBezTo>
                <a:cubicBezTo>
                  <a:pt x="213786" y="116489"/>
                  <a:pt x="216554" y="117662"/>
                  <a:pt x="218574" y="120008"/>
                </a:cubicBezTo>
                <a:cubicBezTo>
                  <a:pt x="220594" y="122352"/>
                  <a:pt x="221604" y="125284"/>
                  <a:pt x="221604" y="128803"/>
                </a:cubicBezTo>
                <a:cubicBezTo>
                  <a:pt x="221604" y="130887"/>
                  <a:pt x="221213" y="132938"/>
                  <a:pt x="220429" y="134958"/>
                </a:cubicBezTo>
                <a:cubicBezTo>
                  <a:pt x="219648" y="136979"/>
                  <a:pt x="218573" y="138771"/>
                  <a:pt x="217205" y="140336"/>
                </a:cubicBezTo>
                <a:cubicBezTo>
                  <a:pt x="215837" y="141898"/>
                  <a:pt x="214143" y="143135"/>
                  <a:pt x="212123" y="144046"/>
                </a:cubicBezTo>
                <a:cubicBezTo>
                  <a:pt x="210105" y="144958"/>
                  <a:pt x="207923" y="145415"/>
                  <a:pt x="205577" y="145415"/>
                </a:cubicBezTo>
                <a:close/>
                <a:moveTo>
                  <a:pt x="257098" y="145415"/>
                </a:moveTo>
                <a:cubicBezTo>
                  <a:pt x="253579" y="145415"/>
                  <a:pt x="250776" y="144275"/>
                  <a:pt x="248691" y="141997"/>
                </a:cubicBezTo>
                <a:cubicBezTo>
                  <a:pt x="246607" y="139716"/>
                  <a:pt x="245565" y="136816"/>
                  <a:pt x="245565" y="133297"/>
                </a:cubicBezTo>
                <a:cubicBezTo>
                  <a:pt x="245565" y="131214"/>
                  <a:pt x="245956" y="129162"/>
                  <a:pt x="246737" y="127142"/>
                </a:cubicBezTo>
                <a:cubicBezTo>
                  <a:pt x="247521" y="125122"/>
                  <a:pt x="248661" y="123330"/>
                  <a:pt x="250158" y="121767"/>
                </a:cubicBezTo>
                <a:cubicBezTo>
                  <a:pt x="251657" y="120203"/>
                  <a:pt x="253384" y="118932"/>
                  <a:pt x="255339" y="117956"/>
                </a:cubicBezTo>
                <a:cubicBezTo>
                  <a:pt x="257293" y="116978"/>
                  <a:pt x="259443" y="116489"/>
                  <a:pt x="261789" y="116489"/>
                </a:cubicBezTo>
                <a:cubicBezTo>
                  <a:pt x="265307" y="116489"/>
                  <a:pt x="268075" y="117662"/>
                  <a:pt x="270095" y="120008"/>
                </a:cubicBezTo>
                <a:cubicBezTo>
                  <a:pt x="272115" y="122352"/>
                  <a:pt x="273125" y="125284"/>
                  <a:pt x="273125" y="128803"/>
                </a:cubicBezTo>
                <a:cubicBezTo>
                  <a:pt x="273125" y="130887"/>
                  <a:pt x="272734" y="132938"/>
                  <a:pt x="271950" y="134958"/>
                </a:cubicBezTo>
                <a:cubicBezTo>
                  <a:pt x="271169" y="136979"/>
                  <a:pt x="270094" y="138771"/>
                  <a:pt x="268726" y="140336"/>
                </a:cubicBezTo>
                <a:cubicBezTo>
                  <a:pt x="267358" y="141898"/>
                  <a:pt x="265665" y="143135"/>
                  <a:pt x="263644" y="144046"/>
                </a:cubicBezTo>
                <a:cubicBezTo>
                  <a:pt x="261626" y="144958"/>
                  <a:pt x="259444" y="145415"/>
                  <a:pt x="257098" y="145415"/>
                </a:cubicBezTo>
                <a:close/>
                <a:moveTo>
                  <a:pt x="297284" y="177860"/>
                </a:moveTo>
                <a:lnTo>
                  <a:pt x="285167" y="171215"/>
                </a:lnTo>
                <a:cubicBezTo>
                  <a:pt x="298977" y="153365"/>
                  <a:pt x="309205" y="135091"/>
                  <a:pt x="315849" y="116393"/>
                </a:cubicBezTo>
                <a:cubicBezTo>
                  <a:pt x="322496" y="97694"/>
                  <a:pt x="325819" y="78440"/>
                  <a:pt x="325819" y="58634"/>
                </a:cubicBezTo>
                <a:cubicBezTo>
                  <a:pt x="325819" y="54335"/>
                  <a:pt x="325656" y="49808"/>
                  <a:pt x="325330" y="45052"/>
                </a:cubicBezTo>
                <a:cubicBezTo>
                  <a:pt x="325004" y="40296"/>
                  <a:pt x="324548" y="35573"/>
                  <a:pt x="323961" y="30882"/>
                </a:cubicBezTo>
                <a:cubicBezTo>
                  <a:pt x="323377" y="26190"/>
                  <a:pt x="322595" y="21662"/>
                  <a:pt x="321617" y="17298"/>
                </a:cubicBezTo>
                <a:cubicBezTo>
                  <a:pt x="320641" y="12932"/>
                  <a:pt x="319501" y="8924"/>
                  <a:pt x="318196" y="5276"/>
                </a:cubicBezTo>
                <a:lnTo>
                  <a:pt x="331683" y="0"/>
                </a:lnTo>
                <a:cubicBezTo>
                  <a:pt x="333247" y="4169"/>
                  <a:pt x="334714" y="8632"/>
                  <a:pt x="336082" y="13388"/>
                </a:cubicBezTo>
                <a:cubicBezTo>
                  <a:pt x="337450" y="18144"/>
                  <a:pt x="338655" y="23128"/>
                  <a:pt x="339696" y="28342"/>
                </a:cubicBezTo>
                <a:cubicBezTo>
                  <a:pt x="340738" y="33553"/>
                  <a:pt x="341552" y="38862"/>
                  <a:pt x="342139" y="44270"/>
                </a:cubicBezTo>
                <a:cubicBezTo>
                  <a:pt x="342725" y="49676"/>
                  <a:pt x="343019" y="55051"/>
                  <a:pt x="343019" y="60393"/>
                </a:cubicBezTo>
                <a:cubicBezTo>
                  <a:pt x="343019" y="71730"/>
                  <a:pt x="342009" y="82513"/>
                  <a:pt x="339989" y="92743"/>
                </a:cubicBezTo>
                <a:cubicBezTo>
                  <a:pt x="337971" y="102971"/>
                  <a:pt x="335007" y="112840"/>
                  <a:pt x="331098" y="122352"/>
                </a:cubicBezTo>
                <a:cubicBezTo>
                  <a:pt x="327189" y="131864"/>
                  <a:pt x="322401" y="141180"/>
                  <a:pt x="316732" y="150300"/>
                </a:cubicBezTo>
                <a:cubicBezTo>
                  <a:pt x="311064" y="159422"/>
                  <a:pt x="304581" y="168609"/>
                  <a:pt x="297284" y="177860"/>
                </a:cubicBezTo>
                <a:close/>
                <a:moveTo>
                  <a:pt x="417330" y="172778"/>
                </a:moveTo>
                <a:cubicBezTo>
                  <a:pt x="410815" y="172778"/>
                  <a:pt x="406189" y="171442"/>
                  <a:pt x="403453" y="168770"/>
                </a:cubicBezTo>
                <a:cubicBezTo>
                  <a:pt x="400718" y="166099"/>
                  <a:pt x="399350" y="161963"/>
                  <a:pt x="399350" y="156360"/>
                </a:cubicBezTo>
                <a:cubicBezTo>
                  <a:pt x="399350" y="152712"/>
                  <a:pt x="399903" y="148509"/>
                  <a:pt x="401011" y="143754"/>
                </a:cubicBezTo>
                <a:cubicBezTo>
                  <a:pt x="402118" y="138998"/>
                  <a:pt x="403290" y="134275"/>
                  <a:pt x="404527" y="129584"/>
                </a:cubicBezTo>
                <a:cubicBezTo>
                  <a:pt x="405766" y="124894"/>
                  <a:pt x="406939" y="120497"/>
                  <a:pt x="408046" y="116393"/>
                </a:cubicBezTo>
                <a:cubicBezTo>
                  <a:pt x="409154" y="112287"/>
                  <a:pt x="409707" y="108931"/>
                  <a:pt x="409707" y="106325"/>
                </a:cubicBezTo>
                <a:cubicBezTo>
                  <a:pt x="409707" y="103589"/>
                  <a:pt x="408795" y="101081"/>
                  <a:pt x="406970" y="98800"/>
                </a:cubicBezTo>
                <a:cubicBezTo>
                  <a:pt x="405146" y="96520"/>
                  <a:pt x="401499" y="95249"/>
                  <a:pt x="396027" y="94989"/>
                </a:cubicBezTo>
                <a:lnTo>
                  <a:pt x="398762" y="82481"/>
                </a:lnTo>
                <a:cubicBezTo>
                  <a:pt x="402019" y="82349"/>
                  <a:pt x="404820" y="81828"/>
                  <a:pt x="407166" y="80918"/>
                </a:cubicBezTo>
                <a:cubicBezTo>
                  <a:pt x="409513" y="80005"/>
                  <a:pt x="411402" y="78799"/>
                  <a:pt x="412836" y="77300"/>
                </a:cubicBezTo>
                <a:cubicBezTo>
                  <a:pt x="414269" y="75801"/>
                  <a:pt x="415377" y="74173"/>
                  <a:pt x="416158" y="72415"/>
                </a:cubicBezTo>
                <a:cubicBezTo>
                  <a:pt x="416940" y="70655"/>
                  <a:pt x="417526" y="68863"/>
                  <a:pt x="417918" y="67038"/>
                </a:cubicBezTo>
                <a:cubicBezTo>
                  <a:pt x="418439" y="63912"/>
                  <a:pt x="418894" y="60982"/>
                  <a:pt x="419284" y="58246"/>
                </a:cubicBezTo>
                <a:cubicBezTo>
                  <a:pt x="419676" y="55508"/>
                  <a:pt x="420066" y="52738"/>
                  <a:pt x="420456" y="49937"/>
                </a:cubicBezTo>
                <a:cubicBezTo>
                  <a:pt x="420848" y="47135"/>
                  <a:pt x="421271" y="44269"/>
                  <a:pt x="421726" y="41339"/>
                </a:cubicBezTo>
                <a:cubicBezTo>
                  <a:pt x="422184" y="38406"/>
                  <a:pt x="422738" y="35246"/>
                  <a:pt x="423391" y="31858"/>
                </a:cubicBezTo>
                <a:cubicBezTo>
                  <a:pt x="424432" y="26647"/>
                  <a:pt x="425670" y="22314"/>
                  <a:pt x="427104" y="18861"/>
                </a:cubicBezTo>
                <a:cubicBezTo>
                  <a:pt x="428537" y="15407"/>
                  <a:pt x="430329" y="12638"/>
                  <a:pt x="432478" y="10555"/>
                </a:cubicBezTo>
                <a:cubicBezTo>
                  <a:pt x="434627" y="8469"/>
                  <a:pt x="437167" y="6971"/>
                  <a:pt x="440098" y="6060"/>
                </a:cubicBezTo>
                <a:cubicBezTo>
                  <a:pt x="443031" y="5148"/>
                  <a:pt x="446583" y="4691"/>
                  <a:pt x="450754" y="4691"/>
                </a:cubicBezTo>
                <a:lnTo>
                  <a:pt x="461502" y="4691"/>
                </a:lnTo>
                <a:lnTo>
                  <a:pt x="458961" y="16221"/>
                </a:lnTo>
                <a:lnTo>
                  <a:pt x="454661" y="16221"/>
                </a:lnTo>
                <a:cubicBezTo>
                  <a:pt x="450102" y="16221"/>
                  <a:pt x="446779" y="17524"/>
                  <a:pt x="444694" y="20131"/>
                </a:cubicBezTo>
                <a:cubicBezTo>
                  <a:pt x="442608" y="22738"/>
                  <a:pt x="441044" y="26973"/>
                  <a:pt x="440002" y="32836"/>
                </a:cubicBezTo>
                <a:cubicBezTo>
                  <a:pt x="438961" y="38308"/>
                  <a:pt x="438016" y="43780"/>
                  <a:pt x="437169" y="49254"/>
                </a:cubicBezTo>
                <a:cubicBezTo>
                  <a:pt x="436322" y="54726"/>
                  <a:pt x="435378" y="60393"/>
                  <a:pt x="434336" y="66256"/>
                </a:cubicBezTo>
                <a:cubicBezTo>
                  <a:pt x="432902" y="73293"/>
                  <a:pt x="430785" y="78538"/>
                  <a:pt x="427983" y="81991"/>
                </a:cubicBezTo>
                <a:cubicBezTo>
                  <a:pt x="425182" y="85445"/>
                  <a:pt x="421371" y="87758"/>
                  <a:pt x="416549" y="88931"/>
                </a:cubicBezTo>
                <a:lnTo>
                  <a:pt x="416352" y="89713"/>
                </a:lnTo>
                <a:cubicBezTo>
                  <a:pt x="422868" y="91536"/>
                  <a:pt x="426125" y="95836"/>
                  <a:pt x="426125" y="102612"/>
                </a:cubicBezTo>
                <a:cubicBezTo>
                  <a:pt x="426125" y="106000"/>
                  <a:pt x="425636" y="109974"/>
                  <a:pt x="424658" y="114535"/>
                </a:cubicBezTo>
                <a:cubicBezTo>
                  <a:pt x="423682" y="119096"/>
                  <a:pt x="422574" y="123722"/>
                  <a:pt x="421336" y="128412"/>
                </a:cubicBezTo>
                <a:cubicBezTo>
                  <a:pt x="420099" y="133102"/>
                  <a:pt x="418992" y="137598"/>
                  <a:pt x="418013" y="141898"/>
                </a:cubicBezTo>
                <a:cubicBezTo>
                  <a:pt x="417037" y="146197"/>
                  <a:pt x="416549" y="149780"/>
                  <a:pt x="416549" y="152647"/>
                </a:cubicBezTo>
                <a:cubicBezTo>
                  <a:pt x="416549" y="155645"/>
                  <a:pt x="417200" y="157828"/>
                  <a:pt x="418502" y="159196"/>
                </a:cubicBezTo>
                <a:cubicBezTo>
                  <a:pt x="419807" y="160564"/>
                  <a:pt x="422348" y="161248"/>
                  <a:pt x="426125" y="161248"/>
                </a:cubicBezTo>
                <a:lnTo>
                  <a:pt x="430035" y="161248"/>
                </a:lnTo>
                <a:lnTo>
                  <a:pt x="427688" y="172778"/>
                </a:lnTo>
                <a:lnTo>
                  <a:pt x="417330" y="172778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..}">
            <a:extLst xmlns:a="http://schemas.openxmlformats.org/drawingml/2006/main">
              <a:ext uri="{FF2B5EF4-FFF2-40B4-BE49-F238E27FC236}">
                <a16:creationId xmlns:a16="http://schemas.microsoft.com/office/drawing/2014/main" id="{527ED0BA-2F2F-4708-8B4F-BF8D6425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2647" y="984677"/>
            <a:ext cx="155229" cy="168087"/>
          </a:xfrm>
          <a:custGeom xmlns:a="http://schemas.openxmlformats.org/drawingml/2006/main">
            <a:pathLst>
              <a:path w="155229" h="168087">
                <a:moveTo>
                  <a:pt x="11533" y="140723"/>
                </a:moveTo>
                <a:cubicBezTo>
                  <a:pt x="8014" y="140723"/>
                  <a:pt x="5211" y="139584"/>
                  <a:pt x="3126" y="137306"/>
                </a:cubicBezTo>
                <a:cubicBezTo>
                  <a:pt x="1042" y="135025"/>
                  <a:pt x="0" y="132125"/>
                  <a:pt x="0" y="128606"/>
                </a:cubicBezTo>
                <a:cubicBezTo>
                  <a:pt x="0" y="126522"/>
                  <a:pt x="391" y="124470"/>
                  <a:pt x="1172" y="122450"/>
                </a:cubicBezTo>
                <a:cubicBezTo>
                  <a:pt x="1955" y="120430"/>
                  <a:pt x="3096" y="118639"/>
                  <a:pt x="4593" y="117076"/>
                </a:cubicBezTo>
                <a:cubicBezTo>
                  <a:pt x="6092" y="115511"/>
                  <a:pt x="7819" y="114241"/>
                  <a:pt x="9773" y="113265"/>
                </a:cubicBezTo>
                <a:cubicBezTo>
                  <a:pt x="11728" y="112286"/>
                  <a:pt x="13878" y="111797"/>
                  <a:pt x="16224" y="111797"/>
                </a:cubicBezTo>
                <a:cubicBezTo>
                  <a:pt x="19741" y="111797"/>
                  <a:pt x="22510" y="112970"/>
                  <a:pt x="24530" y="115317"/>
                </a:cubicBezTo>
                <a:cubicBezTo>
                  <a:pt x="26550" y="117661"/>
                  <a:pt x="27560" y="120592"/>
                  <a:pt x="27560" y="124112"/>
                </a:cubicBezTo>
                <a:cubicBezTo>
                  <a:pt x="27560" y="126195"/>
                  <a:pt x="27168" y="128247"/>
                  <a:pt x="26385" y="130267"/>
                </a:cubicBezTo>
                <a:cubicBezTo>
                  <a:pt x="25604" y="132287"/>
                  <a:pt x="24529" y="134080"/>
                  <a:pt x="23161" y="135644"/>
                </a:cubicBezTo>
                <a:cubicBezTo>
                  <a:pt x="21793" y="137207"/>
                  <a:pt x="20099" y="138444"/>
                  <a:pt x="18079" y="139355"/>
                </a:cubicBezTo>
                <a:cubicBezTo>
                  <a:pt x="16061" y="140267"/>
                  <a:pt x="13879" y="140723"/>
                  <a:pt x="11533" y="140723"/>
                </a:cubicBezTo>
                <a:close/>
                <a:moveTo>
                  <a:pt x="63054" y="140723"/>
                </a:moveTo>
                <a:cubicBezTo>
                  <a:pt x="59535" y="140723"/>
                  <a:pt x="56733" y="139584"/>
                  <a:pt x="54647" y="137306"/>
                </a:cubicBezTo>
                <a:cubicBezTo>
                  <a:pt x="52563" y="135025"/>
                  <a:pt x="51522" y="132125"/>
                  <a:pt x="51522" y="128606"/>
                </a:cubicBezTo>
                <a:cubicBezTo>
                  <a:pt x="51522" y="126522"/>
                  <a:pt x="51912" y="124470"/>
                  <a:pt x="52694" y="122450"/>
                </a:cubicBezTo>
                <a:cubicBezTo>
                  <a:pt x="53477" y="120430"/>
                  <a:pt x="54617" y="118639"/>
                  <a:pt x="56114" y="117076"/>
                </a:cubicBezTo>
                <a:cubicBezTo>
                  <a:pt x="57614" y="115511"/>
                  <a:pt x="59340" y="114241"/>
                  <a:pt x="61295" y="113265"/>
                </a:cubicBezTo>
                <a:cubicBezTo>
                  <a:pt x="63249" y="112286"/>
                  <a:pt x="65400" y="111797"/>
                  <a:pt x="67746" y="111797"/>
                </a:cubicBezTo>
                <a:cubicBezTo>
                  <a:pt x="71263" y="111797"/>
                  <a:pt x="74032" y="112970"/>
                  <a:pt x="76052" y="115317"/>
                </a:cubicBezTo>
                <a:cubicBezTo>
                  <a:pt x="78072" y="117661"/>
                  <a:pt x="79082" y="120592"/>
                  <a:pt x="79082" y="124112"/>
                </a:cubicBezTo>
                <a:cubicBezTo>
                  <a:pt x="79082" y="126195"/>
                  <a:pt x="78690" y="128247"/>
                  <a:pt x="77907" y="130267"/>
                </a:cubicBezTo>
                <a:cubicBezTo>
                  <a:pt x="77125" y="132287"/>
                  <a:pt x="76051" y="134080"/>
                  <a:pt x="74683" y="135644"/>
                </a:cubicBezTo>
                <a:cubicBezTo>
                  <a:pt x="73315" y="137207"/>
                  <a:pt x="71621" y="138444"/>
                  <a:pt x="69601" y="139355"/>
                </a:cubicBezTo>
                <a:cubicBezTo>
                  <a:pt x="67583" y="140267"/>
                  <a:pt x="65401" y="140723"/>
                  <a:pt x="63054" y="140723"/>
                </a:cubicBezTo>
                <a:close/>
                <a:moveTo>
                  <a:pt x="89754" y="168087"/>
                </a:moveTo>
                <a:lnTo>
                  <a:pt x="92295" y="156557"/>
                </a:lnTo>
                <a:lnTo>
                  <a:pt x="96596" y="156557"/>
                </a:lnTo>
                <a:cubicBezTo>
                  <a:pt x="101155" y="156557"/>
                  <a:pt x="104477" y="155286"/>
                  <a:pt x="106563" y="152745"/>
                </a:cubicBezTo>
                <a:cubicBezTo>
                  <a:pt x="108648" y="150204"/>
                  <a:pt x="110212" y="146002"/>
                  <a:pt x="111254" y="140139"/>
                </a:cubicBezTo>
                <a:cubicBezTo>
                  <a:pt x="112296" y="134665"/>
                  <a:pt x="113240" y="129193"/>
                  <a:pt x="114087" y="123721"/>
                </a:cubicBezTo>
                <a:cubicBezTo>
                  <a:pt x="114934" y="118247"/>
                  <a:pt x="115879" y="112579"/>
                  <a:pt x="116920" y="106715"/>
                </a:cubicBezTo>
                <a:cubicBezTo>
                  <a:pt x="118354" y="99679"/>
                  <a:pt x="120471" y="94402"/>
                  <a:pt x="123273" y="90885"/>
                </a:cubicBezTo>
                <a:cubicBezTo>
                  <a:pt x="126074" y="87366"/>
                  <a:pt x="129886" y="85020"/>
                  <a:pt x="134707" y="83847"/>
                </a:cubicBezTo>
                <a:lnTo>
                  <a:pt x="134904" y="83065"/>
                </a:lnTo>
                <a:cubicBezTo>
                  <a:pt x="131385" y="82023"/>
                  <a:pt x="128876" y="80461"/>
                  <a:pt x="127377" y="78377"/>
                </a:cubicBezTo>
                <a:cubicBezTo>
                  <a:pt x="125880" y="76291"/>
                  <a:pt x="125131" y="73554"/>
                  <a:pt x="125131" y="70166"/>
                </a:cubicBezTo>
                <a:cubicBezTo>
                  <a:pt x="125131" y="66910"/>
                  <a:pt x="125619" y="63001"/>
                  <a:pt x="126595" y="58440"/>
                </a:cubicBezTo>
                <a:cubicBezTo>
                  <a:pt x="127573" y="53879"/>
                  <a:pt x="128681" y="49253"/>
                  <a:pt x="129918" y="44563"/>
                </a:cubicBezTo>
                <a:cubicBezTo>
                  <a:pt x="131156" y="39870"/>
                  <a:pt x="132264" y="35375"/>
                  <a:pt x="133240" y="31076"/>
                </a:cubicBezTo>
                <a:cubicBezTo>
                  <a:pt x="134218" y="26776"/>
                  <a:pt x="134707" y="23192"/>
                  <a:pt x="134707" y="20325"/>
                </a:cubicBezTo>
                <a:cubicBezTo>
                  <a:pt x="134707" y="17329"/>
                  <a:pt x="134055" y="15114"/>
                  <a:pt x="132751" y="13680"/>
                </a:cubicBezTo>
                <a:cubicBezTo>
                  <a:pt x="131449" y="12247"/>
                  <a:pt x="128909" y="11530"/>
                  <a:pt x="125131" y="11530"/>
                </a:cubicBezTo>
                <a:lnTo>
                  <a:pt x="121221" y="11530"/>
                </a:lnTo>
                <a:lnTo>
                  <a:pt x="123568" y="0"/>
                </a:lnTo>
                <a:lnTo>
                  <a:pt x="133926" y="0"/>
                </a:lnTo>
                <a:cubicBezTo>
                  <a:pt x="140441" y="0"/>
                  <a:pt x="145067" y="1368"/>
                  <a:pt x="147803" y="4104"/>
                </a:cubicBezTo>
                <a:cubicBezTo>
                  <a:pt x="150539" y="6840"/>
                  <a:pt x="151907" y="10944"/>
                  <a:pt x="151907" y="16418"/>
                </a:cubicBezTo>
                <a:cubicBezTo>
                  <a:pt x="151907" y="20196"/>
                  <a:pt x="151353" y="24431"/>
                  <a:pt x="150246" y="29123"/>
                </a:cubicBezTo>
                <a:cubicBezTo>
                  <a:pt x="149138" y="33813"/>
                  <a:pt x="147965" y="38503"/>
                  <a:pt x="146726" y="43194"/>
                </a:cubicBezTo>
                <a:cubicBezTo>
                  <a:pt x="145490" y="47884"/>
                  <a:pt x="144318" y="52315"/>
                  <a:pt x="143210" y="56486"/>
                </a:cubicBezTo>
                <a:cubicBezTo>
                  <a:pt x="142103" y="60656"/>
                  <a:pt x="141549" y="64043"/>
                  <a:pt x="141549" y="66647"/>
                </a:cubicBezTo>
                <a:cubicBezTo>
                  <a:pt x="141549" y="67951"/>
                  <a:pt x="141744" y="69255"/>
                  <a:pt x="142133" y="70557"/>
                </a:cubicBezTo>
                <a:cubicBezTo>
                  <a:pt x="142525" y="71859"/>
                  <a:pt x="143242" y="73032"/>
                  <a:pt x="144284" y="74076"/>
                </a:cubicBezTo>
                <a:cubicBezTo>
                  <a:pt x="145328" y="75118"/>
                  <a:pt x="146728" y="75965"/>
                  <a:pt x="148486" y="76617"/>
                </a:cubicBezTo>
                <a:cubicBezTo>
                  <a:pt x="150246" y="77267"/>
                  <a:pt x="152493" y="77658"/>
                  <a:pt x="155229" y="77789"/>
                </a:cubicBezTo>
                <a:lnTo>
                  <a:pt x="152494" y="90297"/>
                </a:lnTo>
                <a:cubicBezTo>
                  <a:pt x="149106" y="90429"/>
                  <a:pt x="146272" y="90951"/>
                  <a:pt x="143991" y="91863"/>
                </a:cubicBezTo>
                <a:cubicBezTo>
                  <a:pt x="141711" y="92774"/>
                  <a:pt x="139854" y="93979"/>
                  <a:pt x="138420" y="95478"/>
                </a:cubicBezTo>
                <a:cubicBezTo>
                  <a:pt x="136987" y="96977"/>
                  <a:pt x="135879" y="98606"/>
                  <a:pt x="135098" y="100366"/>
                </a:cubicBezTo>
                <a:cubicBezTo>
                  <a:pt x="134317" y="102124"/>
                  <a:pt x="133730" y="103914"/>
                  <a:pt x="133338" y="105737"/>
                </a:cubicBezTo>
                <a:cubicBezTo>
                  <a:pt x="132167" y="111863"/>
                  <a:pt x="131289" y="117597"/>
                  <a:pt x="130702" y="122940"/>
                </a:cubicBezTo>
                <a:cubicBezTo>
                  <a:pt x="130115" y="128282"/>
                  <a:pt x="129170" y="134341"/>
                  <a:pt x="127866" y="141117"/>
                </a:cubicBezTo>
                <a:cubicBezTo>
                  <a:pt x="126824" y="146328"/>
                  <a:pt x="125586" y="150660"/>
                  <a:pt x="124153" y="154111"/>
                </a:cubicBezTo>
                <a:cubicBezTo>
                  <a:pt x="122719" y="157565"/>
                  <a:pt x="120928" y="160335"/>
                  <a:pt x="118778" y="162420"/>
                </a:cubicBezTo>
                <a:cubicBezTo>
                  <a:pt x="116629" y="164506"/>
                  <a:pt x="114055" y="165971"/>
                  <a:pt x="111057" y="166816"/>
                </a:cubicBezTo>
                <a:cubicBezTo>
                  <a:pt x="108061" y="167663"/>
                  <a:pt x="104543" y="168087"/>
                  <a:pt x="100502" y="168087"/>
                </a:cubicBezTo>
                <a:lnTo>
                  <a:pt x="89754" y="168087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E5D250-1160-406D-8ED0-490F9254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483" y="1342256"/>
            <a:ext cx="3647941" cy="1361615"/>
          </a:xfrm>
          <a:custGeom xmlns:a="http://schemas.openxmlformats.org/drawingml/2006/main">
            <a:pathLst>
              <a:path w="3647941" h="1361615">
                <a:moveTo>
                  <a:pt x="0" y="0"/>
                </a:moveTo>
                <a:lnTo>
                  <a:pt x="3647941" y="0"/>
                </a:lnTo>
                <a:lnTo>
                  <a:pt x="3647941" y="1361615"/>
                </a:lnTo>
                <a:lnTo>
                  <a:pt x="0" y="13616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05CF6-B723-44DD-A49A-A4A83352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483" y="1342256"/>
            <a:ext cx="3647941" cy="1361617"/>
          </a:xfrm>
          <a:custGeom xmlns:a="http://schemas.openxmlformats.org/drawingml/2006/main">
            <a:pathLst>
              <a:path w="3647941" h="1361617" fill="none">
                <a:moveTo>
                  <a:pt x="0" y="0"/>
                </a:moveTo>
                <a:lnTo>
                  <a:pt x="3647941" y="0"/>
                </a:lnTo>
                <a:lnTo>
                  <a:pt x="3647941" y="1361617"/>
                </a:lnTo>
                <a:lnTo>
                  <a:pt x="0" y="13616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013321-7005-470E-8329-BFBD14E4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845" y="2131650"/>
            <a:ext cx="602647" cy="238887"/>
          </a:xfrm>
          <a:custGeom xmlns:a="http://schemas.openxmlformats.org/drawingml/2006/main">
            <a:pathLst>
              <a:path w="602647" h="238887">
                <a:moveTo>
                  <a:pt x="0" y="238887"/>
                </a:moveTo>
                <a:lnTo>
                  <a:pt x="0" y="0"/>
                </a:lnTo>
                <a:lnTo>
                  <a:pt x="602647" y="0"/>
                </a:lnTo>
                <a:lnTo>
                  <a:pt x="602647" y="238887"/>
                </a:lnTo>
                <a:lnTo>
                  <a:pt x="0" y="238887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C807D-A215-4137-B6F4-2B27FCDE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845" y="2370537"/>
            <a:ext cx="602647" cy="238887"/>
          </a:xfrm>
          <a:custGeom xmlns:a="http://schemas.openxmlformats.org/drawingml/2006/main">
            <a:pathLst>
              <a:path w="602647" h="238887">
                <a:moveTo>
                  <a:pt x="0" y="238887"/>
                </a:moveTo>
                <a:lnTo>
                  <a:pt x="0" y="0"/>
                </a:lnTo>
                <a:lnTo>
                  <a:pt x="602647" y="0"/>
                </a:lnTo>
                <a:lnTo>
                  <a:pt x="602647" y="238887"/>
                </a:lnTo>
                <a:lnTo>
                  <a:pt x="0" y="238887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$dom=newDOMDocument">
            <a:extLst xmlns:a="http://schemas.openxmlformats.org/drawingml/2006/main">
              <a:ext uri="{FF2B5EF4-FFF2-40B4-BE49-F238E27FC236}">
                <a16:creationId xmlns:a16="http://schemas.microsoft.com/office/drawing/2014/main" id="{8D6952DD-B2DE-48D6-9165-9C44B32C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95" y="1466012"/>
            <a:ext cx="2249318" cy="168480"/>
          </a:xfrm>
          <a:custGeom xmlns:a="http://schemas.openxmlformats.org/drawingml/2006/main">
            <a:pathLst>
              <a:path w="2249318" h="168480">
                <a:moveTo>
                  <a:pt x="24822" y="168480"/>
                </a:moveTo>
                <a:lnTo>
                  <a:pt x="28926" y="148349"/>
                </a:lnTo>
                <a:cubicBezTo>
                  <a:pt x="23194" y="147045"/>
                  <a:pt x="17852" y="144797"/>
                  <a:pt x="12899" y="141606"/>
                </a:cubicBezTo>
                <a:cubicBezTo>
                  <a:pt x="7948" y="138413"/>
                  <a:pt x="3648" y="134666"/>
                  <a:pt x="0" y="130366"/>
                </a:cubicBezTo>
                <a:lnTo>
                  <a:pt x="13096" y="117467"/>
                </a:lnTo>
                <a:cubicBezTo>
                  <a:pt x="16092" y="121376"/>
                  <a:pt x="19772" y="124829"/>
                  <a:pt x="24136" y="127828"/>
                </a:cubicBezTo>
                <a:cubicBezTo>
                  <a:pt x="28503" y="130824"/>
                  <a:pt x="33422" y="132322"/>
                  <a:pt x="38896" y="132322"/>
                </a:cubicBezTo>
                <a:cubicBezTo>
                  <a:pt x="45149" y="132322"/>
                  <a:pt x="50133" y="130628"/>
                  <a:pt x="53847" y="127240"/>
                </a:cubicBezTo>
                <a:cubicBezTo>
                  <a:pt x="57561" y="123852"/>
                  <a:pt x="59418" y="119291"/>
                  <a:pt x="59418" y="113557"/>
                </a:cubicBezTo>
                <a:cubicBezTo>
                  <a:pt x="59418" y="109388"/>
                  <a:pt x="58408" y="105739"/>
                  <a:pt x="56388" y="102612"/>
                </a:cubicBezTo>
                <a:cubicBezTo>
                  <a:pt x="54368" y="99484"/>
                  <a:pt x="51860" y="96585"/>
                  <a:pt x="48863" y="93915"/>
                </a:cubicBezTo>
                <a:cubicBezTo>
                  <a:pt x="45867" y="91243"/>
                  <a:pt x="42642" y="88669"/>
                  <a:pt x="39188" y="86194"/>
                </a:cubicBezTo>
                <a:cubicBezTo>
                  <a:pt x="35735" y="83718"/>
                  <a:pt x="32510" y="81015"/>
                  <a:pt x="29514" y="78085"/>
                </a:cubicBezTo>
                <a:cubicBezTo>
                  <a:pt x="26517" y="75152"/>
                  <a:pt x="24009" y="71861"/>
                  <a:pt x="21989" y="68213"/>
                </a:cubicBezTo>
                <a:cubicBezTo>
                  <a:pt x="19969" y="64564"/>
                  <a:pt x="18959" y="60265"/>
                  <a:pt x="18959" y="55314"/>
                </a:cubicBezTo>
                <a:cubicBezTo>
                  <a:pt x="18959" y="50361"/>
                  <a:pt x="19806" y="45768"/>
                  <a:pt x="21500" y="41533"/>
                </a:cubicBezTo>
                <a:cubicBezTo>
                  <a:pt x="23194" y="37298"/>
                  <a:pt x="25605" y="33617"/>
                  <a:pt x="28732" y="30492"/>
                </a:cubicBezTo>
                <a:cubicBezTo>
                  <a:pt x="31860" y="27364"/>
                  <a:pt x="35573" y="24823"/>
                  <a:pt x="39871" y="22869"/>
                </a:cubicBezTo>
                <a:cubicBezTo>
                  <a:pt x="44172" y="20914"/>
                  <a:pt x="48993" y="19741"/>
                  <a:pt x="54336" y="19350"/>
                </a:cubicBezTo>
                <a:lnTo>
                  <a:pt x="58049" y="0"/>
                </a:lnTo>
                <a:lnTo>
                  <a:pt x="72513" y="0"/>
                </a:lnTo>
                <a:lnTo>
                  <a:pt x="68604" y="20522"/>
                </a:lnTo>
                <a:cubicBezTo>
                  <a:pt x="73165" y="21826"/>
                  <a:pt x="77400" y="23879"/>
                  <a:pt x="81309" y="26680"/>
                </a:cubicBezTo>
                <a:cubicBezTo>
                  <a:pt x="85217" y="29482"/>
                  <a:pt x="88736" y="32837"/>
                  <a:pt x="91863" y="36746"/>
                </a:cubicBezTo>
                <a:lnTo>
                  <a:pt x="78377" y="48666"/>
                </a:lnTo>
                <a:cubicBezTo>
                  <a:pt x="75770" y="45018"/>
                  <a:pt x="72676" y="42022"/>
                  <a:pt x="69093" y="39678"/>
                </a:cubicBezTo>
                <a:cubicBezTo>
                  <a:pt x="65510" y="37331"/>
                  <a:pt x="61698" y="36158"/>
                  <a:pt x="57658" y="36158"/>
                </a:cubicBezTo>
                <a:cubicBezTo>
                  <a:pt x="52187" y="36158"/>
                  <a:pt x="47821" y="37689"/>
                  <a:pt x="44563" y="40751"/>
                </a:cubicBezTo>
                <a:cubicBezTo>
                  <a:pt x="41306" y="43813"/>
                  <a:pt x="39678" y="47820"/>
                  <a:pt x="39678" y="52773"/>
                </a:cubicBezTo>
                <a:cubicBezTo>
                  <a:pt x="39678" y="56290"/>
                  <a:pt x="40687" y="59418"/>
                  <a:pt x="42705" y="62156"/>
                </a:cubicBezTo>
                <a:cubicBezTo>
                  <a:pt x="44725" y="64892"/>
                  <a:pt x="47233" y="67497"/>
                  <a:pt x="50229" y="69973"/>
                </a:cubicBezTo>
                <a:cubicBezTo>
                  <a:pt x="53227" y="72448"/>
                  <a:pt x="56452" y="74923"/>
                  <a:pt x="59904" y="77399"/>
                </a:cubicBezTo>
                <a:cubicBezTo>
                  <a:pt x="63358" y="79874"/>
                  <a:pt x="66583" y="82675"/>
                  <a:pt x="69579" y="85803"/>
                </a:cubicBezTo>
                <a:cubicBezTo>
                  <a:pt x="72577" y="88930"/>
                  <a:pt x="75086" y="92481"/>
                  <a:pt x="77106" y="96456"/>
                </a:cubicBezTo>
                <a:cubicBezTo>
                  <a:pt x="79126" y="100431"/>
                  <a:pt x="80136" y="105154"/>
                  <a:pt x="80136" y="110625"/>
                </a:cubicBezTo>
                <a:cubicBezTo>
                  <a:pt x="80136" y="115838"/>
                  <a:pt x="79257" y="120660"/>
                  <a:pt x="77497" y="125090"/>
                </a:cubicBezTo>
                <a:cubicBezTo>
                  <a:pt x="75737" y="129520"/>
                  <a:pt x="73261" y="133461"/>
                  <a:pt x="70068" y="136915"/>
                </a:cubicBezTo>
                <a:cubicBezTo>
                  <a:pt x="66877" y="140369"/>
                  <a:pt x="63001" y="143138"/>
                  <a:pt x="58440" y="145224"/>
                </a:cubicBezTo>
                <a:cubicBezTo>
                  <a:pt x="53879" y="147308"/>
                  <a:pt x="48797" y="148610"/>
                  <a:pt x="43194" y="149131"/>
                </a:cubicBezTo>
                <a:lnTo>
                  <a:pt x="39287" y="168480"/>
                </a:lnTo>
                <a:lnTo>
                  <a:pt x="24822" y="168480"/>
                </a:lnTo>
                <a:close/>
                <a:moveTo>
                  <a:pt x="175713" y="61371"/>
                </a:moveTo>
                <a:lnTo>
                  <a:pt x="178448" y="43000"/>
                </a:lnTo>
                <a:lnTo>
                  <a:pt x="185093" y="8992"/>
                </a:lnTo>
                <a:lnTo>
                  <a:pt x="206008" y="8992"/>
                </a:lnTo>
                <a:lnTo>
                  <a:pt x="178254" y="146980"/>
                </a:lnTo>
                <a:lnTo>
                  <a:pt x="161055" y="146980"/>
                </a:lnTo>
                <a:lnTo>
                  <a:pt x="162030" y="133691"/>
                </a:lnTo>
                <a:lnTo>
                  <a:pt x="161445" y="133691"/>
                </a:lnTo>
                <a:cubicBezTo>
                  <a:pt x="156884" y="138381"/>
                  <a:pt x="151834" y="142160"/>
                  <a:pt x="146295" y="145027"/>
                </a:cubicBezTo>
                <a:cubicBezTo>
                  <a:pt x="140758" y="147892"/>
                  <a:pt x="135253" y="149325"/>
                  <a:pt x="129781" y="149325"/>
                </a:cubicBezTo>
                <a:cubicBezTo>
                  <a:pt x="121311" y="149325"/>
                  <a:pt x="114633" y="146328"/>
                  <a:pt x="109746" y="140336"/>
                </a:cubicBezTo>
                <a:cubicBezTo>
                  <a:pt x="104861" y="134341"/>
                  <a:pt x="102418" y="125675"/>
                  <a:pt x="102418" y="114338"/>
                </a:cubicBezTo>
                <a:cubicBezTo>
                  <a:pt x="102418" y="105218"/>
                  <a:pt x="103851" y="96652"/>
                  <a:pt x="106716" y="88639"/>
                </a:cubicBezTo>
                <a:cubicBezTo>
                  <a:pt x="109583" y="80625"/>
                  <a:pt x="113427" y="73653"/>
                  <a:pt x="118249" y="67724"/>
                </a:cubicBezTo>
                <a:cubicBezTo>
                  <a:pt x="123070" y="61795"/>
                  <a:pt x="128575" y="57136"/>
                  <a:pt x="134765" y="53748"/>
                </a:cubicBezTo>
                <a:cubicBezTo>
                  <a:pt x="140954" y="50360"/>
                  <a:pt x="147371" y="48666"/>
                  <a:pt x="154016" y="48666"/>
                </a:cubicBezTo>
                <a:cubicBezTo>
                  <a:pt x="158708" y="48666"/>
                  <a:pt x="162879" y="49839"/>
                  <a:pt x="166527" y="52186"/>
                </a:cubicBezTo>
                <a:cubicBezTo>
                  <a:pt x="170176" y="54532"/>
                  <a:pt x="173042" y="57594"/>
                  <a:pt x="175125" y="61371"/>
                </a:cubicBezTo>
                <a:lnTo>
                  <a:pt x="175713" y="61371"/>
                </a:lnTo>
                <a:moveTo>
                  <a:pt x="138380" y="132125"/>
                </a:moveTo>
                <a:cubicBezTo>
                  <a:pt x="142551" y="132125"/>
                  <a:pt x="146786" y="130888"/>
                  <a:pt x="151084" y="128412"/>
                </a:cubicBezTo>
                <a:cubicBezTo>
                  <a:pt x="155385" y="125937"/>
                  <a:pt x="159555" y="121767"/>
                  <a:pt x="163596" y="115904"/>
                </a:cubicBezTo>
                <a:lnTo>
                  <a:pt x="171412" y="77595"/>
                </a:lnTo>
                <a:cubicBezTo>
                  <a:pt x="169197" y="73426"/>
                  <a:pt x="166689" y="70430"/>
                  <a:pt x="163888" y="68607"/>
                </a:cubicBezTo>
                <a:cubicBezTo>
                  <a:pt x="161086" y="66781"/>
                  <a:pt x="158187" y="65869"/>
                  <a:pt x="155188" y="65869"/>
                </a:cubicBezTo>
                <a:cubicBezTo>
                  <a:pt x="151150" y="65869"/>
                  <a:pt x="147241" y="67074"/>
                  <a:pt x="143462" y="69483"/>
                </a:cubicBezTo>
                <a:cubicBezTo>
                  <a:pt x="139684" y="71893"/>
                  <a:pt x="136361" y="75184"/>
                  <a:pt x="133494" y="79355"/>
                </a:cubicBezTo>
                <a:cubicBezTo>
                  <a:pt x="130627" y="83524"/>
                  <a:pt x="128347" y="88378"/>
                  <a:pt x="126653" y="93915"/>
                </a:cubicBezTo>
                <a:cubicBezTo>
                  <a:pt x="124959" y="99452"/>
                  <a:pt x="124112" y="105283"/>
                  <a:pt x="124112" y="111407"/>
                </a:cubicBezTo>
                <a:cubicBezTo>
                  <a:pt x="124112" y="118443"/>
                  <a:pt x="125382" y="123655"/>
                  <a:pt x="127923" y="127043"/>
                </a:cubicBezTo>
                <a:cubicBezTo>
                  <a:pt x="130464" y="130431"/>
                  <a:pt x="133950" y="132125"/>
                  <a:pt x="138380" y="132125"/>
                </a:cubicBezTo>
                <a:close/>
                <a:moveTo>
                  <a:pt x="243866" y="149325"/>
                </a:moveTo>
                <a:cubicBezTo>
                  <a:pt x="238523" y="149325"/>
                  <a:pt x="233637" y="148413"/>
                  <a:pt x="229207" y="146590"/>
                </a:cubicBezTo>
                <a:cubicBezTo>
                  <a:pt x="224778" y="144765"/>
                  <a:pt x="220999" y="142159"/>
                  <a:pt x="217871" y="138773"/>
                </a:cubicBezTo>
                <a:cubicBezTo>
                  <a:pt x="214744" y="135385"/>
                  <a:pt x="212333" y="131280"/>
                  <a:pt x="210639" y="126459"/>
                </a:cubicBezTo>
                <a:cubicBezTo>
                  <a:pt x="208945" y="121637"/>
                  <a:pt x="208098" y="116229"/>
                  <a:pt x="208098" y="110235"/>
                </a:cubicBezTo>
                <a:cubicBezTo>
                  <a:pt x="208098" y="101114"/>
                  <a:pt x="209629" y="92743"/>
                  <a:pt x="212691" y="85120"/>
                </a:cubicBezTo>
                <a:cubicBezTo>
                  <a:pt x="215753" y="77497"/>
                  <a:pt x="219759" y="71014"/>
                  <a:pt x="224710" y="65672"/>
                </a:cubicBezTo>
                <a:cubicBezTo>
                  <a:pt x="229663" y="60329"/>
                  <a:pt x="235298" y="56160"/>
                  <a:pt x="241617" y="53164"/>
                </a:cubicBezTo>
                <a:cubicBezTo>
                  <a:pt x="247938" y="50166"/>
                  <a:pt x="254356" y="48666"/>
                  <a:pt x="260871" y="48666"/>
                </a:cubicBezTo>
                <a:cubicBezTo>
                  <a:pt x="271817" y="48666"/>
                  <a:pt x="280547" y="52153"/>
                  <a:pt x="287063" y="59126"/>
                </a:cubicBezTo>
                <a:cubicBezTo>
                  <a:pt x="293578" y="66096"/>
                  <a:pt x="296836" y="75641"/>
                  <a:pt x="296836" y="87759"/>
                </a:cubicBezTo>
                <a:cubicBezTo>
                  <a:pt x="296836" y="96880"/>
                  <a:pt x="295304" y="105218"/>
                  <a:pt x="292240" y="112776"/>
                </a:cubicBezTo>
                <a:cubicBezTo>
                  <a:pt x="289178" y="120333"/>
                  <a:pt x="285172" y="126816"/>
                  <a:pt x="280221" y="132224"/>
                </a:cubicBezTo>
                <a:cubicBezTo>
                  <a:pt x="275270" y="137632"/>
                  <a:pt x="269635" y="141834"/>
                  <a:pt x="263314" y="144830"/>
                </a:cubicBezTo>
                <a:cubicBezTo>
                  <a:pt x="256995" y="147826"/>
                  <a:pt x="250513" y="149325"/>
                  <a:pt x="243866" y="149325"/>
                </a:cubicBezTo>
                <a:moveTo>
                  <a:pt x="246213" y="132322"/>
                </a:moveTo>
                <a:cubicBezTo>
                  <a:pt x="249991" y="132322"/>
                  <a:pt x="253638" y="131182"/>
                  <a:pt x="257155" y="128901"/>
                </a:cubicBezTo>
                <a:cubicBezTo>
                  <a:pt x="260674" y="126621"/>
                  <a:pt x="263802" y="123493"/>
                  <a:pt x="266538" y="119519"/>
                </a:cubicBezTo>
                <a:cubicBezTo>
                  <a:pt x="269276" y="115544"/>
                  <a:pt x="271459" y="110886"/>
                  <a:pt x="273087" y="105543"/>
                </a:cubicBezTo>
                <a:cubicBezTo>
                  <a:pt x="274716" y="100201"/>
                  <a:pt x="275530" y="94468"/>
                  <a:pt x="275530" y="88344"/>
                </a:cubicBezTo>
                <a:cubicBezTo>
                  <a:pt x="275530" y="81047"/>
                  <a:pt x="274096" y="75444"/>
                  <a:pt x="271229" y="71535"/>
                </a:cubicBezTo>
                <a:cubicBezTo>
                  <a:pt x="268364" y="67626"/>
                  <a:pt x="264195" y="65672"/>
                  <a:pt x="258721" y="65672"/>
                </a:cubicBezTo>
                <a:cubicBezTo>
                  <a:pt x="254943" y="65672"/>
                  <a:pt x="251262" y="66812"/>
                  <a:pt x="247677" y="69093"/>
                </a:cubicBezTo>
                <a:cubicBezTo>
                  <a:pt x="244094" y="71373"/>
                  <a:pt x="240935" y="74468"/>
                  <a:pt x="238199" y="78377"/>
                </a:cubicBezTo>
                <a:cubicBezTo>
                  <a:pt x="235463" y="82286"/>
                  <a:pt x="233280" y="86911"/>
                  <a:pt x="231650" y="92254"/>
                </a:cubicBezTo>
                <a:cubicBezTo>
                  <a:pt x="230022" y="97596"/>
                  <a:pt x="229207" y="103329"/>
                  <a:pt x="229207" y="109453"/>
                </a:cubicBezTo>
                <a:cubicBezTo>
                  <a:pt x="229207" y="116750"/>
                  <a:pt x="230641" y="122386"/>
                  <a:pt x="233508" y="126360"/>
                </a:cubicBezTo>
                <a:cubicBezTo>
                  <a:pt x="236375" y="130335"/>
                  <a:pt x="240610" y="132322"/>
                  <a:pt x="246213" y="132322"/>
                </a:cubicBezTo>
                <a:close/>
                <a:moveTo>
                  <a:pt x="308895" y="146980"/>
                </a:moveTo>
                <a:lnTo>
                  <a:pt x="328047" y="51014"/>
                </a:lnTo>
                <a:lnTo>
                  <a:pt x="345053" y="51014"/>
                </a:lnTo>
                <a:lnTo>
                  <a:pt x="344075" y="64500"/>
                </a:lnTo>
                <a:lnTo>
                  <a:pt x="344856" y="64500"/>
                </a:lnTo>
                <a:cubicBezTo>
                  <a:pt x="349809" y="60199"/>
                  <a:pt x="354956" y="56485"/>
                  <a:pt x="360299" y="53358"/>
                </a:cubicBezTo>
                <a:cubicBezTo>
                  <a:pt x="365641" y="50230"/>
                  <a:pt x="370918" y="48666"/>
                  <a:pt x="376129" y="48666"/>
                </a:cubicBezTo>
                <a:cubicBezTo>
                  <a:pt x="379778" y="48666"/>
                  <a:pt x="382905" y="49123"/>
                  <a:pt x="385512" y="50035"/>
                </a:cubicBezTo>
                <a:cubicBezTo>
                  <a:pt x="388118" y="50948"/>
                  <a:pt x="390301" y="52187"/>
                  <a:pt x="392058" y="53751"/>
                </a:cubicBezTo>
                <a:cubicBezTo>
                  <a:pt x="393818" y="55314"/>
                  <a:pt x="395186" y="57170"/>
                  <a:pt x="396162" y="59319"/>
                </a:cubicBezTo>
                <a:cubicBezTo>
                  <a:pt x="397140" y="61469"/>
                  <a:pt x="397890" y="63847"/>
                  <a:pt x="398411" y="66453"/>
                </a:cubicBezTo>
                <a:cubicBezTo>
                  <a:pt x="404145" y="60982"/>
                  <a:pt x="409813" y="56649"/>
                  <a:pt x="415416" y="53456"/>
                </a:cubicBezTo>
                <a:cubicBezTo>
                  <a:pt x="421019" y="50263"/>
                  <a:pt x="426426" y="48666"/>
                  <a:pt x="431637" y="48666"/>
                </a:cubicBezTo>
                <a:cubicBezTo>
                  <a:pt x="439586" y="48666"/>
                  <a:pt x="445352" y="50752"/>
                  <a:pt x="448935" y="54923"/>
                </a:cubicBezTo>
                <a:cubicBezTo>
                  <a:pt x="452520" y="59093"/>
                  <a:pt x="454312" y="65086"/>
                  <a:pt x="454312" y="72904"/>
                </a:cubicBezTo>
                <a:cubicBezTo>
                  <a:pt x="454312" y="75119"/>
                  <a:pt x="454181" y="77269"/>
                  <a:pt x="453919" y="79355"/>
                </a:cubicBezTo>
                <a:cubicBezTo>
                  <a:pt x="453658" y="81439"/>
                  <a:pt x="453267" y="83784"/>
                  <a:pt x="452747" y="86390"/>
                </a:cubicBezTo>
                <a:lnTo>
                  <a:pt x="440629" y="146980"/>
                </a:lnTo>
                <a:lnTo>
                  <a:pt x="419520" y="146980"/>
                </a:lnTo>
                <a:lnTo>
                  <a:pt x="431247" y="89125"/>
                </a:lnTo>
                <a:cubicBezTo>
                  <a:pt x="431768" y="86910"/>
                  <a:pt x="432158" y="85022"/>
                  <a:pt x="432419" y="83459"/>
                </a:cubicBezTo>
                <a:cubicBezTo>
                  <a:pt x="432681" y="81894"/>
                  <a:pt x="432812" y="80395"/>
                  <a:pt x="432812" y="78961"/>
                </a:cubicBezTo>
                <a:cubicBezTo>
                  <a:pt x="432812" y="70754"/>
                  <a:pt x="428902" y="66650"/>
                  <a:pt x="421083" y="66650"/>
                </a:cubicBezTo>
                <a:cubicBezTo>
                  <a:pt x="418607" y="66650"/>
                  <a:pt x="415415" y="67823"/>
                  <a:pt x="411506" y="70169"/>
                </a:cubicBezTo>
                <a:cubicBezTo>
                  <a:pt x="407597" y="72513"/>
                  <a:pt x="403168" y="76291"/>
                  <a:pt x="398217" y="81502"/>
                </a:cubicBezTo>
                <a:lnTo>
                  <a:pt x="385121" y="146980"/>
                </a:lnTo>
                <a:lnTo>
                  <a:pt x="364206" y="146980"/>
                </a:lnTo>
                <a:lnTo>
                  <a:pt x="375739" y="89125"/>
                </a:lnTo>
                <a:cubicBezTo>
                  <a:pt x="376260" y="86910"/>
                  <a:pt x="376650" y="85022"/>
                  <a:pt x="376911" y="83459"/>
                </a:cubicBezTo>
                <a:cubicBezTo>
                  <a:pt x="377171" y="81894"/>
                  <a:pt x="377301" y="80395"/>
                  <a:pt x="377301" y="78961"/>
                </a:cubicBezTo>
                <a:cubicBezTo>
                  <a:pt x="377301" y="70754"/>
                  <a:pt x="373458" y="66650"/>
                  <a:pt x="365772" y="66650"/>
                </a:cubicBezTo>
                <a:cubicBezTo>
                  <a:pt x="363165" y="66650"/>
                  <a:pt x="359907" y="67823"/>
                  <a:pt x="355998" y="70169"/>
                </a:cubicBezTo>
                <a:cubicBezTo>
                  <a:pt x="352089" y="72513"/>
                  <a:pt x="347724" y="76291"/>
                  <a:pt x="342903" y="81502"/>
                </a:cubicBezTo>
                <a:lnTo>
                  <a:pt x="330004" y="146980"/>
                </a:lnTo>
                <a:lnTo>
                  <a:pt x="308895" y="146980"/>
                </a:lnTo>
                <a:close/>
                <a:moveTo>
                  <a:pt x="512153" y="68213"/>
                </a:moveTo>
                <a:lnTo>
                  <a:pt x="512153" y="53164"/>
                </a:lnTo>
                <a:lnTo>
                  <a:pt x="595024" y="53164"/>
                </a:lnTo>
                <a:lnTo>
                  <a:pt x="595024" y="68213"/>
                </a:lnTo>
                <a:lnTo>
                  <a:pt x="512153" y="68213"/>
                </a:lnTo>
                <a:moveTo>
                  <a:pt x="512153" y="111601"/>
                </a:moveTo>
                <a:lnTo>
                  <a:pt x="512153" y="96551"/>
                </a:lnTo>
                <a:lnTo>
                  <a:pt x="595024" y="96551"/>
                </a:lnTo>
                <a:lnTo>
                  <a:pt x="595024" y="111601"/>
                </a:lnTo>
                <a:lnTo>
                  <a:pt x="512153" y="111601"/>
                </a:lnTo>
                <a:close/>
                <a:moveTo>
                  <a:pt x="642715" y="146980"/>
                </a:moveTo>
                <a:lnTo>
                  <a:pt x="661867" y="51014"/>
                </a:lnTo>
                <a:lnTo>
                  <a:pt x="678873" y="51014"/>
                </a:lnTo>
                <a:lnTo>
                  <a:pt x="677895" y="64500"/>
                </a:lnTo>
                <a:lnTo>
                  <a:pt x="678676" y="64500"/>
                </a:lnTo>
                <a:cubicBezTo>
                  <a:pt x="683758" y="60199"/>
                  <a:pt x="689003" y="56485"/>
                  <a:pt x="694411" y="53358"/>
                </a:cubicBezTo>
                <a:cubicBezTo>
                  <a:pt x="699819" y="50230"/>
                  <a:pt x="705585" y="48666"/>
                  <a:pt x="711709" y="48666"/>
                </a:cubicBezTo>
                <a:cubicBezTo>
                  <a:pt x="719787" y="48666"/>
                  <a:pt x="725585" y="50752"/>
                  <a:pt x="729102" y="54923"/>
                </a:cubicBezTo>
                <a:cubicBezTo>
                  <a:pt x="732621" y="59093"/>
                  <a:pt x="734381" y="65086"/>
                  <a:pt x="734381" y="72904"/>
                </a:cubicBezTo>
                <a:cubicBezTo>
                  <a:pt x="734381" y="75119"/>
                  <a:pt x="734284" y="77269"/>
                  <a:pt x="734089" y="79355"/>
                </a:cubicBezTo>
                <a:cubicBezTo>
                  <a:pt x="733894" y="81439"/>
                  <a:pt x="733470" y="83784"/>
                  <a:pt x="732818" y="86390"/>
                </a:cubicBezTo>
                <a:lnTo>
                  <a:pt x="720701" y="146980"/>
                </a:lnTo>
                <a:lnTo>
                  <a:pt x="699785" y="146980"/>
                </a:lnTo>
                <a:lnTo>
                  <a:pt x="711512" y="89125"/>
                </a:lnTo>
                <a:cubicBezTo>
                  <a:pt x="711904" y="86910"/>
                  <a:pt x="712263" y="85022"/>
                  <a:pt x="712589" y="83459"/>
                </a:cubicBezTo>
                <a:cubicBezTo>
                  <a:pt x="712915" y="81894"/>
                  <a:pt x="713078" y="80395"/>
                  <a:pt x="713078" y="78961"/>
                </a:cubicBezTo>
                <a:cubicBezTo>
                  <a:pt x="713078" y="70754"/>
                  <a:pt x="709039" y="66650"/>
                  <a:pt x="700960" y="66650"/>
                </a:cubicBezTo>
                <a:cubicBezTo>
                  <a:pt x="697572" y="66650"/>
                  <a:pt x="693956" y="67823"/>
                  <a:pt x="690111" y="70169"/>
                </a:cubicBezTo>
                <a:cubicBezTo>
                  <a:pt x="686267" y="72513"/>
                  <a:pt x="681805" y="76291"/>
                  <a:pt x="676723" y="81502"/>
                </a:cubicBezTo>
                <a:lnTo>
                  <a:pt x="663824" y="146980"/>
                </a:lnTo>
                <a:lnTo>
                  <a:pt x="642715" y="146980"/>
                </a:lnTo>
                <a:close/>
                <a:moveTo>
                  <a:pt x="750801" y="108672"/>
                </a:moveTo>
                <a:cubicBezTo>
                  <a:pt x="750801" y="99681"/>
                  <a:pt x="752332" y="91504"/>
                  <a:pt x="755394" y="84142"/>
                </a:cubicBezTo>
                <a:cubicBezTo>
                  <a:pt x="758456" y="76779"/>
                  <a:pt x="762495" y="70460"/>
                  <a:pt x="767511" y="65183"/>
                </a:cubicBezTo>
                <a:cubicBezTo>
                  <a:pt x="772528" y="59906"/>
                  <a:pt x="778163" y="55834"/>
                  <a:pt x="784418" y="52967"/>
                </a:cubicBezTo>
                <a:cubicBezTo>
                  <a:pt x="790673" y="50100"/>
                  <a:pt x="796927" y="48666"/>
                  <a:pt x="803181" y="48666"/>
                </a:cubicBezTo>
                <a:cubicBezTo>
                  <a:pt x="808783" y="48666"/>
                  <a:pt x="813506" y="49579"/>
                  <a:pt x="817350" y="51404"/>
                </a:cubicBezTo>
                <a:cubicBezTo>
                  <a:pt x="821195" y="53227"/>
                  <a:pt x="824323" y="55736"/>
                  <a:pt x="826732" y="58929"/>
                </a:cubicBezTo>
                <a:cubicBezTo>
                  <a:pt x="829144" y="62122"/>
                  <a:pt x="830904" y="65869"/>
                  <a:pt x="832011" y="70169"/>
                </a:cubicBezTo>
                <a:cubicBezTo>
                  <a:pt x="833119" y="74468"/>
                  <a:pt x="833672" y="79093"/>
                  <a:pt x="833672" y="84043"/>
                </a:cubicBezTo>
                <a:cubicBezTo>
                  <a:pt x="833672" y="88215"/>
                  <a:pt x="833150" y="92255"/>
                  <a:pt x="832107" y="96164"/>
                </a:cubicBezTo>
                <a:cubicBezTo>
                  <a:pt x="831065" y="100073"/>
                  <a:pt x="830219" y="102808"/>
                  <a:pt x="829569" y="104371"/>
                </a:cubicBezTo>
                <a:lnTo>
                  <a:pt x="771126" y="104371"/>
                </a:lnTo>
                <a:cubicBezTo>
                  <a:pt x="770605" y="109453"/>
                  <a:pt x="770865" y="113818"/>
                  <a:pt x="771907" y="117467"/>
                </a:cubicBezTo>
                <a:cubicBezTo>
                  <a:pt x="772951" y="121115"/>
                  <a:pt x="774548" y="124113"/>
                  <a:pt x="776697" y="126459"/>
                </a:cubicBezTo>
                <a:cubicBezTo>
                  <a:pt x="778848" y="128803"/>
                  <a:pt x="781487" y="130529"/>
                  <a:pt x="784612" y="131636"/>
                </a:cubicBezTo>
                <a:cubicBezTo>
                  <a:pt x="787740" y="132744"/>
                  <a:pt x="791128" y="133297"/>
                  <a:pt x="794776" y="133297"/>
                </a:cubicBezTo>
                <a:cubicBezTo>
                  <a:pt x="798164" y="133297"/>
                  <a:pt x="801617" y="132516"/>
                  <a:pt x="805134" y="130953"/>
                </a:cubicBezTo>
                <a:cubicBezTo>
                  <a:pt x="808653" y="129390"/>
                  <a:pt x="811716" y="127632"/>
                  <a:pt x="814323" y="125677"/>
                </a:cubicBezTo>
                <a:lnTo>
                  <a:pt x="822139" y="139164"/>
                </a:lnTo>
                <a:cubicBezTo>
                  <a:pt x="818231" y="141899"/>
                  <a:pt x="813507" y="144277"/>
                  <a:pt x="807970" y="146297"/>
                </a:cubicBezTo>
                <a:cubicBezTo>
                  <a:pt x="802433" y="148316"/>
                  <a:pt x="796211" y="149325"/>
                  <a:pt x="789304" y="149325"/>
                </a:cubicBezTo>
                <a:cubicBezTo>
                  <a:pt x="783571" y="149325"/>
                  <a:pt x="778359" y="148413"/>
                  <a:pt x="773667" y="146590"/>
                </a:cubicBezTo>
                <a:cubicBezTo>
                  <a:pt x="768977" y="144765"/>
                  <a:pt x="764937" y="142126"/>
                  <a:pt x="761550" y="138675"/>
                </a:cubicBezTo>
                <a:cubicBezTo>
                  <a:pt x="758162" y="135221"/>
                  <a:pt x="755523" y="130986"/>
                  <a:pt x="753634" y="125970"/>
                </a:cubicBezTo>
                <a:cubicBezTo>
                  <a:pt x="751745" y="120953"/>
                  <a:pt x="750801" y="115187"/>
                  <a:pt x="750801" y="108672"/>
                </a:cubicBezTo>
                <a:moveTo>
                  <a:pt x="772886" y="91082"/>
                </a:moveTo>
                <a:lnTo>
                  <a:pt x="815301" y="91082"/>
                </a:lnTo>
                <a:cubicBezTo>
                  <a:pt x="815561" y="89777"/>
                  <a:pt x="815789" y="88441"/>
                  <a:pt x="815984" y="87073"/>
                </a:cubicBezTo>
                <a:cubicBezTo>
                  <a:pt x="816179" y="85706"/>
                  <a:pt x="816276" y="84240"/>
                  <a:pt x="816276" y="82677"/>
                </a:cubicBezTo>
                <a:cubicBezTo>
                  <a:pt x="816276" y="77985"/>
                  <a:pt x="815136" y="73848"/>
                  <a:pt x="812855" y="70265"/>
                </a:cubicBezTo>
                <a:cubicBezTo>
                  <a:pt x="810575" y="66682"/>
                  <a:pt x="806503" y="64891"/>
                  <a:pt x="800640" y="64891"/>
                </a:cubicBezTo>
                <a:cubicBezTo>
                  <a:pt x="794776" y="64891"/>
                  <a:pt x="789271" y="67204"/>
                  <a:pt x="784123" y="71831"/>
                </a:cubicBezTo>
                <a:cubicBezTo>
                  <a:pt x="778978" y="76455"/>
                  <a:pt x="775232" y="82872"/>
                  <a:pt x="772886" y="91082"/>
                </a:cubicBezTo>
                <a:close/>
                <a:moveTo>
                  <a:pt x="858887" y="146980"/>
                </a:moveTo>
                <a:lnTo>
                  <a:pt x="853217" y="51014"/>
                </a:lnTo>
                <a:lnTo>
                  <a:pt x="873936" y="51014"/>
                </a:lnTo>
                <a:lnTo>
                  <a:pt x="875498" y="102418"/>
                </a:lnTo>
                <a:cubicBezTo>
                  <a:pt x="875630" y="106979"/>
                  <a:pt x="875630" y="111540"/>
                  <a:pt x="875498" y="116101"/>
                </a:cubicBezTo>
                <a:cubicBezTo>
                  <a:pt x="875369" y="120660"/>
                  <a:pt x="875304" y="125285"/>
                  <a:pt x="875304" y="129975"/>
                </a:cubicBezTo>
                <a:lnTo>
                  <a:pt x="876086" y="129975"/>
                </a:lnTo>
                <a:cubicBezTo>
                  <a:pt x="877909" y="125285"/>
                  <a:pt x="879701" y="120660"/>
                  <a:pt x="881460" y="116101"/>
                </a:cubicBezTo>
                <a:cubicBezTo>
                  <a:pt x="883220" y="111540"/>
                  <a:pt x="885141" y="106979"/>
                  <a:pt x="887225" y="102418"/>
                </a:cubicBezTo>
                <a:lnTo>
                  <a:pt x="909506" y="51014"/>
                </a:lnTo>
                <a:lnTo>
                  <a:pt x="928662" y="51014"/>
                </a:lnTo>
                <a:lnTo>
                  <a:pt x="931203" y="102418"/>
                </a:lnTo>
                <a:cubicBezTo>
                  <a:pt x="931332" y="106979"/>
                  <a:pt x="931397" y="111540"/>
                  <a:pt x="931397" y="116101"/>
                </a:cubicBezTo>
                <a:cubicBezTo>
                  <a:pt x="931397" y="120660"/>
                  <a:pt x="931463" y="125285"/>
                  <a:pt x="931594" y="129975"/>
                </a:cubicBezTo>
                <a:lnTo>
                  <a:pt x="932375" y="129975"/>
                </a:lnTo>
                <a:cubicBezTo>
                  <a:pt x="934200" y="125285"/>
                  <a:pt x="935927" y="120660"/>
                  <a:pt x="937556" y="116101"/>
                </a:cubicBezTo>
                <a:cubicBezTo>
                  <a:pt x="939184" y="111540"/>
                  <a:pt x="940975" y="106979"/>
                  <a:pt x="942930" y="102418"/>
                </a:cubicBezTo>
                <a:lnTo>
                  <a:pt x="964236" y="51014"/>
                </a:lnTo>
                <a:lnTo>
                  <a:pt x="983779" y="51014"/>
                </a:lnTo>
                <a:lnTo>
                  <a:pt x="941561" y="146980"/>
                </a:lnTo>
                <a:lnTo>
                  <a:pt x="916545" y="146980"/>
                </a:lnTo>
                <a:lnTo>
                  <a:pt x="914785" y="100855"/>
                </a:lnTo>
                <a:cubicBezTo>
                  <a:pt x="914785" y="96294"/>
                  <a:pt x="914752" y="91668"/>
                  <a:pt x="914687" y="86978"/>
                </a:cubicBezTo>
                <a:cubicBezTo>
                  <a:pt x="914621" y="82286"/>
                  <a:pt x="914588" y="77464"/>
                  <a:pt x="914588" y="72513"/>
                </a:cubicBezTo>
                <a:lnTo>
                  <a:pt x="913807" y="72513"/>
                </a:lnTo>
                <a:cubicBezTo>
                  <a:pt x="911984" y="77464"/>
                  <a:pt x="910192" y="82286"/>
                  <a:pt x="908433" y="86978"/>
                </a:cubicBezTo>
                <a:cubicBezTo>
                  <a:pt x="906673" y="91668"/>
                  <a:pt x="904882" y="96294"/>
                  <a:pt x="903058" y="100855"/>
                </a:cubicBezTo>
                <a:lnTo>
                  <a:pt x="883318" y="146980"/>
                </a:lnTo>
                <a:lnTo>
                  <a:pt x="858887" y="146980"/>
                </a:lnTo>
                <a:close/>
                <a:moveTo>
                  <a:pt x="1024803" y="146980"/>
                </a:moveTo>
                <a:lnTo>
                  <a:pt x="1050213" y="19153"/>
                </a:lnTo>
                <a:lnTo>
                  <a:pt x="1076207" y="19153"/>
                </a:lnTo>
                <a:cubicBezTo>
                  <a:pt x="1094059" y="19153"/>
                  <a:pt x="1107742" y="23421"/>
                  <a:pt x="1117253" y="31956"/>
                </a:cubicBezTo>
                <a:cubicBezTo>
                  <a:pt x="1126765" y="40492"/>
                  <a:pt x="1131521" y="52903"/>
                  <a:pt x="1131521" y="69191"/>
                </a:cubicBezTo>
                <a:cubicBezTo>
                  <a:pt x="1131521" y="81310"/>
                  <a:pt x="1129859" y="92190"/>
                  <a:pt x="1126535" y="101833"/>
                </a:cubicBezTo>
                <a:cubicBezTo>
                  <a:pt x="1123212" y="111474"/>
                  <a:pt x="1118522" y="119618"/>
                  <a:pt x="1112464" y="126265"/>
                </a:cubicBezTo>
                <a:cubicBezTo>
                  <a:pt x="1106406" y="132910"/>
                  <a:pt x="1099109" y="138023"/>
                  <a:pt x="1090573" y="141606"/>
                </a:cubicBezTo>
                <a:cubicBezTo>
                  <a:pt x="1082038" y="145189"/>
                  <a:pt x="1072493" y="146980"/>
                  <a:pt x="1061939" y="146980"/>
                </a:cubicBezTo>
                <a:lnTo>
                  <a:pt x="1024803" y="146980"/>
                </a:lnTo>
                <a:moveTo>
                  <a:pt x="1049234" y="129975"/>
                </a:moveTo>
                <a:lnTo>
                  <a:pt x="1061549" y="129975"/>
                </a:lnTo>
                <a:cubicBezTo>
                  <a:pt x="1068714" y="129975"/>
                  <a:pt x="1075262" y="128640"/>
                  <a:pt x="1081191" y="125970"/>
                </a:cubicBezTo>
                <a:cubicBezTo>
                  <a:pt x="1087119" y="123297"/>
                  <a:pt x="1092234" y="119421"/>
                  <a:pt x="1096535" y="114341"/>
                </a:cubicBezTo>
                <a:cubicBezTo>
                  <a:pt x="1100835" y="109259"/>
                  <a:pt x="1104158" y="103037"/>
                  <a:pt x="1106502" y="95675"/>
                </a:cubicBezTo>
                <a:cubicBezTo>
                  <a:pt x="1108848" y="88312"/>
                  <a:pt x="1110021" y="79940"/>
                  <a:pt x="1110021" y="70557"/>
                </a:cubicBezTo>
                <a:cubicBezTo>
                  <a:pt x="1110021" y="59091"/>
                  <a:pt x="1107024" y="50492"/>
                  <a:pt x="1101029" y="44759"/>
                </a:cubicBezTo>
                <a:cubicBezTo>
                  <a:pt x="1095037" y="39025"/>
                  <a:pt x="1086568" y="36158"/>
                  <a:pt x="1075622" y="36158"/>
                </a:cubicBezTo>
                <a:lnTo>
                  <a:pt x="1067803" y="36158"/>
                </a:lnTo>
                <a:lnTo>
                  <a:pt x="1049234" y="129975"/>
                </a:lnTo>
                <a:close/>
                <a:moveTo>
                  <a:pt x="1192737" y="149325"/>
                </a:moveTo>
                <a:cubicBezTo>
                  <a:pt x="1185570" y="149325"/>
                  <a:pt x="1179119" y="148087"/>
                  <a:pt x="1173385" y="145612"/>
                </a:cubicBezTo>
                <a:cubicBezTo>
                  <a:pt x="1167653" y="143136"/>
                  <a:pt x="1162799" y="139553"/>
                  <a:pt x="1158825" y="134863"/>
                </a:cubicBezTo>
                <a:cubicBezTo>
                  <a:pt x="1154850" y="130171"/>
                  <a:pt x="1151820" y="124502"/>
                  <a:pt x="1149735" y="117858"/>
                </a:cubicBezTo>
                <a:cubicBezTo>
                  <a:pt x="1147651" y="111213"/>
                  <a:pt x="1146609" y="103786"/>
                  <a:pt x="1146609" y="95576"/>
                </a:cubicBezTo>
                <a:cubicBezTo>
                  <a:pt x="1146609" y="85023"/>
                  <a:pt x="1148270" y="74990"/>
                  <a:pt x="1151593" y="65478"/>
                </a:cubicBezTo>
                <a:cubicBezTo>
                  <a:pt x="1154915" y="55964"/>
                  <a:pt x="1159443" y="47592"/>
                  <a:pt x="1165177" y="40360"/>
                </a:cubicBezTo>
                <a:cubicBezTo>
                  <a:pt x="1170911" y="33129"/>
                  <a:pt x="1177655" y="27396"/>
                  <a:pt x="1185407" y="23161"/>
                </a:cubicBezTo>
                <a:cubicBezTo>
                  <a:pt x="1193159" y="18926"/>
                  <a:pt x="1201466" y="16809"/>
                  <a:pt x="1210327" y="16809"/>
                </a:cubicBezTo>
                <a:cubicBezTo>
                  <a:pt x="1217493" y="16809"/>
                  <a:pt x="1223942" y="18046"/>
                  <a:pt x="1229674" y="20522"/>
                </a:cubicBezTo>
                <a:cubicBezTo>
                  <a:pt x="1235408" y="22997"/>
                  <a:pt x="1240263" y="26581"/>
                  <a:pt x="1244237" y="31273"/>
                </a:cubicBezTo>
                <a:cubicBezTo>
                  <a:pt x="1248212" y="35963"/>
                  <a:pt x="1251241" y="41632"/>
                  <a:pt x="1253324" y="48279"/>
                </a:cubicBezTo>
                <a:cubicBezTo>
                  <a:pt x="1255410" y="54923"/>
                  <a:pt x="1256453" y="62350"/>
                  <a:pt x="1256453" y="70557"/>
                </a:cubicBezTo>
                <a:cubicBezTo>
                  <a:pt x="1256453" y="81113"/>
                  <a:pt x="1254825" y="91146"/>
                  <a:pt x="1251568" y="100658"/>
                </a:cubicBezTo>
                <a:cubicBezTo>
                  <a:pt x="1248311" y="110170"/>
                  <a:pt x="1243816" y="118542"/>
                  <a:pt x="1238081" y="125776"/>
                </a:cubicBezTo>
                <a:cubicBezTo>
                  <a:pt x="1232347" y="133007"/>
                  <a:pt x="1225604" y="138740"/>
                  <a:pt x="1217852" y="142975"/>
                </a:cubicBezTo>
                <a:cubicBezTo>
                  <a:pt x="1210100" y="147208"/>
                  <a:pt x="1201728" y="149325"/>
                  <a:pt x="1192737" y="149325"/>
                </a:cubicBezTo>
                <a:moveTo>
                  <a:pt x="1193910" y="131150"/>
                </a:moveTo>
                <a:cubicBezTo>
                  <a:pt x="1199512" y="131150"/>
                  <a:pt x="1204822" y="129456"/>
                  <a:pt x="1209838" y="126068"/>
                </a:cubicBezTo>
                <a:cubicBezTo>
                  <a:pt x="1214855" y="122680"/>
                  <a:pt x="1219220" y="118250"/>
                  <a:pt x="1222934" y="112779"/>
                </a:cubicBezTo>
                <a:cubicBezTo>
                  <a:pt x="1226648" y="107305"/>
                  <a:pt x="1229580" y="101017"/>
                  <a:pt x="1231729" y="93915"/>
                </a:cubicBezTo>
                <a:cubicBezTo>
                  <a:pt x="1233878" y="86813"/>
                  <a:pt x="1234953" y="79549"/>
                  <a:pt x="1234953" y="72123"/>
                </a:cubicBezTo>
                <a:cubicBezTo>
                  <a:pt x="1234953" y="60657"/>
                  <a:pt x="1232803" y="51601"/>
                  <a:pt x="1228502" y="44956"/>
                </a:cubicBezTo>
                <a:cubicBezTo>
                  <a:pt x="1224203" y="38310"/>
                  <a:pt x="1217755" y="34986"/>
                  <a:pt x="1209155" y="34986"/>
                </a:cubicBezTo>
                <a:cubicBezTo>
                  <a:pt x="1203421" y="34986"/>
                  <a:pt x="1198078" y="36680"/>
                  <a:pt x="1193125" y="40068"/>
                </a:cubicBezTo>
                <a:cubicBezTo>
                  <a:pt x="1188174" y="43456"/>
                  <a:pt x="1183875" y="47887"/>
                  <a:pt x="1180226" y="53361"/>
                </a:cubicBezTo>
                <a:cubicBezTo>
                  <a:pt x="1176578" y="58832"/>
                  <a:pt x="1173679" y="65119"/>
                  <a:pt x="1171530" y="72221"/>
                </a:cubicBezTo>
                <a:cubicBezTo>
                  <a:pt x="1169380" y="79321"/>
                  <a:pt x="1168306" y="86585"/>
                  <a:pt x="1168306" y="94013"/>
                </a:cubicBezTo>
                <a:cubicBezTo>
                  <a:pt x="1168306" y="105480"/>
                  <a:pt x="1170422" y="114536"/>
                  <a:pt x="1174655" y="121183"/>
                </a:cubicBezTo>
                <a:cubicBezTo>
                  <a:pt x="1178890" y="127828"/>
                  <a:pt x="1185308" y="131150"/>
                  <a:pt x="1193910" y="131150"/>
                </a:cubicBezTo>
                <a:close/>
                <a:moveTo>
                  <a:pt x="1269197" y="146980"/>
                </a:moveTo>
                <a:lnTo>
                  <a:pt x="1294607" y="19153"/>
                </a:lnTo>
                <a:lnTo>
                  <a:pt x="1318060" y="19153"/>
                </a:lnTo>
                <a:lnTo>
                  <a:pt x="1328224" y="83068"/>
                </a:lnTo>
                <a:lnTo>
                  <a:pt x="1331937" y="107694"/>
                </a:lnTo>
                <a:lnTo>
                  <a:pt x="1332719" y="107694"/>
                </a:lnTo>
                <a:lnTo>
                  <a:pt x="1345424" y="83068"/>
                </a:lnTo>
                <a:lnTo>
                  <a:pt x="1380607" y="19153"/>
                </a:lnTo>
                <a:lnTo>
                  <a:pt x="1403863" y="19153"/>
                </a:lnTo>
                <a:lnTo>
                  <a:pt x="1378260" y="146980"/>
                </a:lnTo>
                <a:lnTo>
                  <a:pt x="1358325" y="146980"/>
                </a:lnTo>
                <a:lnTo>
                  <a:pt x="1371027" y="85609"/>
                </a:lnTo>
                <a:cubicBezTo>
                  <a:pt x="1371679" y="82611"/>
                  <a:pt x="1372429" y="79386"/>
                  <a:pt x="1373276" y="75934"/>
                </a:cubicBezTo>
                <a:cubicBezTo>
                  <a:pt x="1374123" y="72481"/>
                  <a:pt x="1375003" y="68995"/>
                  <a:pt x="1375915" y="65478"/>
                </a:cubicBezTo>
                <a:cubicBezTo>
                  <a:pt x="1376828" y="61959"/>
                  <a:pt x="1377740" y="58505"/>
                  <a:pt x="1378650" y="55117"/>
                </a:cubicBezTo>
                <a:cubicBezTo>
                  <a:pt x="1379563" y="51729"/>
                  <a:pt x="1380475" y="48537"/>
                  <a:pt x="1381388" y="45541"/>
                </a:cubicBezTo>
                <a:lnTo>
                  <a:pt x="1380800" y="45541"/>
                </a:lnTo>
                <a:lnTo>
                  <a:pt x="1365164" y="74467"/>
                </a:lnTo>
                <a:lnTo>
                  <a:pt x="1331353" y="134472"/>
                </a:lnTo>
                <a:lnTo>
                  <a:pt x="1321579" y="134472"/>
                </a:lnTo>
                <a:lnTo>
                  <a:pt x="1311025" y="74467"/>
                </a:lnTo>
                <a:lnTo>
                  <a:pt x="1306921" y="45541"/>
                </a:lnTo>
                <a:lnTo>
                  <a:pt x="1306137" y="45541"/>
                </a:lnTo>
                <a:cubicBezTo>
                  <a:pt x="1305487" y="51533"/>
                  <a:pt x="1304738" y="58211"/>
                  <a:pt x="1303891" y="65574"/>
                </a:cubicBezTo>
                <a:cubicBezTo>
                  <a:pt x="1303044" y="72936"/>
                  <a:pt x="1302034" y="79615"/>
                  <a:pt x="1300861" y="85609"/>
                </a:cubicBezTo>
                <a:lnTo>
                  <a:pt x="1288547" y="146980"/>
                </a:lnTo>
                <a:lnTo>
                  <a:pt x="1269197" y="146980"/>
                </a:lnTo>
                <a:close/>
                <a:moveTo>
                  <a:pt x="1410353" y="146980"/>
                </a:moveTo>
                <a:lnTo>
                  <a:pt x="1435763" y="19153"/>
                </a:lnTo>
                <a:lnTo>
                  <a:pt x="1461757" y="19153"/>
                </a:lnTo>
                <a:cubicBezTo>
                  <a:pt x="1479610" y="19153"/>
                  <a:pt x="1493292" y="23421"/>
                  <a:pt x="1502804" y="31956"/>
                </a:cubicBezTo>
                <a:cubicBezTo>
                  <a:pt x="1512316" y="40492"/>
                  <a:pt x="1517072" y="52903"/>
                  <a:pt x="1517072" y="69191"/>
                </a:cubicBezTo>
                <a:cubicBezTo>
                  <a:pt x="1517072" y="81310"/>
                  <a:pt x="1515409" y="92190"/>
                  <a:pt x="1512085" y="101833"/>
                </a:cubicBezTo>
                <a:cubicBezTo>
                  <a:pt x="1508763" y="111474"/>
                  <a:pt x="1504072" y="119618"/>
                  <a:pt x="1498014" y="126265"/>
                </a:cubicBezTo>
                <a:cubicBezTo>
                  <a:pt x="1491956" y="132910"/>
                  <a:pt x="1484659" y="138023"/>
                  <a:pt x="1476124" y="141606"/>
                </a:cubicBezTo>
                <a:cubicBezTo>
                  <a:pt x="1467588" y="145189"/>
                  <a:pt x="1458043" y="146980"/>
                  <a:pt x="1447490" y="146980"/>
                </a:cubicBezTo>
                <a:lnTo>
                  <a:pt x="1410353" y="146980"/>
                </a:lnTo>
                <a:moveTo>
                  <a:pt x="1434785" y="129975"/>
                </a:moveTo>
                <a:lnTo>
                  <a:pt x="1447099" y="129975"/>
                </a:lnTo>
                <a:cubicBezTo>
                  <a:pt x="1454265" y="129975"/>
                  <a:pt x="1460812" y="128640"/>
                  <a:pt x="1466741" y="125970"/>
                </a:cubicBezTo>
                <a:cubicBezTo>
                  <a:pt x="1472670" y="123297"/>
                  <a:pt x="1477785" y="119421"/>
                  <a:pt x="1482085" y="114341"/>
                </a:cubicBezTo>
                <a:cubicBezTo>
                  <a:pt x="1486386" y="109259"/>
                  <a:pt x="1489708" y="103037"/>
                  <a:pt x="1492052" y="95675"/>
                </a:cubicBezTo>
                <a:cubicBezTo>
                  <a:pt x="1494399" y="88312"/>
                  <a:pt x="1495572" y="79940"/>
                  <a:pt x="1495572" y="70557"/>
                </a:cubicBezTo>
                <a:cubicBezTo>
                  <a:pt x="1495572" y="59091"/>
                  <a:pt x="1492574" y="50492"/>
                  <a:pt x="1486580" y="44759"/>
                </a:cubicBezTo>
                <a:cubicBezTo>
                  <a:pt x="1480587" y="39025"/>
                  <a:pt x="1472118" y="36158"/>
                  <a:pt x="1461173" y="36158"/>
                </a:cubicBezTo>
                <a:lnTo>
                  <a:pt x="1453353" y="36158"/>
                </a:lnTo>
                <a:lnTo>
                  <a:pt x="1434785" y="129975"/>
                </a:lnTo>
                <a:close/>
                <a:moveTo>
                  <a:pt x="1563236" y="149325"/>
                </a:moveTo>
                <a:cubicBezTo>
                  <a:pt x="1557893" y="149325"/>
                  <a:pt x="1553007" y="148413"/>
                  <a:pt x="1548577" y="146590"/>
                </a:cubicBezTo>
                <a:cubicBezTo>
                  <a:pt x="1544148" y="144765"/>
                  <a:pt x="1540369" y="142159"/>
                  <a:pt x="1537241" y="138773"/>
                </a:cubicBezTo>
                <a:cubicBezTo>
                  <a:pt x="1534114" y="135385"/>
                  <a:pt x="1531703" y="131280"/>
                  <a:pt x="1530009" y="126459"/>
                </a:cubicBezTo>
                <a:cubicBezTo>
                  <a:pt x="1528315" y="121637"/>
                  <a:pt x="1527468" y="116229"/>
                  <a:pt x="1527468" y="110235"/>
                </a:cubicBezTo>
                <a:cubicBezTo>
                  <a:pt x="1527468" y="101114"/>
                  <a:pt x="1528999" y="92743"/>
                  <a:pt x="1532061" y="85120"/>
                </a:cubicBezTo>
                <a:cubicBezTo>
                  <a:pt x="1535123" y="77497"/>
                  <a:pt x="1539129" y="71014"/>
                  <a:pt x="1544080" y="65672"/>
                </a:cubicBezTo>
                <a:cubicBezTo>
                  <a:pt x="1549033" y="60329"/>
                  <a:pt x="1554668" y="56160"/>
                  <a:pt x="1560987" y="53164"/>
                </a:cubicBezTo>
                <a:cubicBezTo>
                  <a:pt x="1567308" y="50166"/>
                  <a:pt x="1573726" y="48666"/>
                  <a:pt x="1580241" y="48666"/>
                </a:cubicBezTo>
                <a:cubicBezTo>
                  <a:pt x="1591187" y="48666"/>
                  <a:pt x="1599917" y="52153"/>
                  <a:pt x="1606433" y="59126"/>
                </a:cubicBezTo>
                <a:cubicBezTo>
                  <a:pt x="1612948" y="66096"/>
                  <a:pt x="1616206" y="75641"/>
                  <a:pt x="1616206" y="87759"/>
                </a:cubicBezTo>
                <a:cubicBezTo>
                  <a:pt x="1616206" y="96880"/>
                  <a:pt x="1614674" y="105218"/>
                  <a:pt x="1611610" y="112776"/>
                </a:cubicBezTo>
                <a:cubicBezTo>
                  <a:pt x="1608548" y="120333"/>
                  <a:pt x="1604542" y="126816"/>
                  <a:pt x="1599591" y="132224"/>
                </a:cubicBezTo>
                <a:cubicBezTo>
                  <a:pt x="1594640" y="137632"/>
                  <a:pt x="1589005" y="141834"/>
                  <a:pt x="1582684" y="144830"/>
                </a:cubicBezTo>
                <a:cubicBezTo>
                  <a:pt x="1576365" y="147826"/>
                  <a:pt x="1569883" y="149325"/>
                  <a:pt x="1563236" y="149325"/>
                </a:cubicBezTo>
                <a:moveTo>
                  <a:pt x="1565583" y="132322"/>
                </a:moveTo>
                <a:cubicBezTo>
                  <a:pt x="1569361" y="132322"/>
                  <a:pt x="1573008" y="131182"/>
                  <a:pt x="1576525" y="128901"/>
                </a:cubicBezTo>
                <a:cubicBezTo>
                  <a:pt x="1580045" y="126621"/>
                  <a:pt x="1583172" y="123493"/>
                  <a:pt x="1585908" y="119519"/>
                </a:cubicBezTo>
                <a:cubicBezTo>
                  <a:pt x="1588646" y="115544"/>
                  <a:pt x="1590829" y="110886"/>
                  <a:pt x="1592457" y="105543"/>
                </a:cubicBezTo>
                <a:cubicBezTo>
                  <a:pt x="1594086" y="100201"/>
                  <a:pt x="1594900" y="94468"/>
                  <a:pt x="1594900" y="88344"/>
                </a:cubicBezTo>
                <a:cubicBezTo>
                  <a:pt x="1594900" y="81047"/>
                  <a:pt x="1593466" y="75444"/>
                  <a:pt x="1590599" y="71535"/>
                </a:cubicBezTo>
                <a:cubicBezTo>
                  <a:pt x="1587734" y="67626"/>
                  <a:pt x="1583565" y="65672"/>
                  <a:pt x="1578091" y="65672"/>
                </a:cubicBezTo>
                <a:cubicBezTo>
                  <a:pt x="1574313" y="65672"/>
                  <a:pt x="1570632" y="66812"/>
                  <a:pt x="1567047" y="69093"/>
                </a:cubicBezTo>
                <a:cubicBezTo>
                  <a:pt x="1563465" y="71373"/>
                  <a:pt x="1560305" y="74468"/>
                  <a:pt x="1557569" y="78377"/>
                </a:cubicBezTo>
                <a:cubicBezTo>
                  <a:pt x="1554834" y="82286"/>
                  <a:pt x="1552650" y="86911"/>
                  <a:pt x="1551020" y="92254"/>
                </a:cubicBezTo>
                <a:cubicBezTo>
                  <a:pt x="1549392" y="97596"/>
                  <a:pt x="1548577" y="103329"/>
                  <a:pt x="1548577" y="109453"/>
                </a:cubicBezTo>
                <a:cubicBezTo>
                  <a:pt x="1548577" y="116750"/>
                  <a:pt x="1550011" y="122386"/>
                  <a:pt x="1552878" y="126360"/>
                </a:cubicBezTo>
                <a:cubicBezTo>
                  <a:pt x="1555745" y="130335"/>
                  <a:pt x="1559980" y="132322"/>
                  <a:pt x="1565583" y="132322"/>
                </a:cubicBezTo>
                <a:close/>
                <a:moveTo>
                  <a:pt x="1667062" y="149325"/>
                </a:moveTo>
                <a:cubicBezTo>
                  <a:pt x="1661719" y="149325"/>
                  <a:pt x="1656832" y="148446"/>
                  <a:pt x="1652400" y="146688"/>
                </a:cubicBezTo>
                <a:cubicBezTo>
                  <a:pt x="1647971" y="144929"/>
                  <a:pt x="1644127" y="142388"/>
                  <a:pt x="1640870" y="139065"/>
                </a:cubicBezTo>
                <a:cubicBezTo>
                  <a:pt x="1637614" y="135743"/>
                  <a:pt x="1635073" y="131671"/>
                  <a:pt x="1633248" y="126849"/>
                </a:cubicBezTo>
                <a:cubicBezTo>
                  <a:pt x="1631424" y="122028"/>
                  <a:pt x="1630513" y="116490"/>
                  <a:pt x="1630513" y="110235"/>
                </a:cubicBezTo>
                <a:cubicBezTo>
                  <a:pt x="1630513" y="101635"/>
                  <a:pt x="1631978" y="93590"/>
                  <a:pt x="1634909" y="86098"/>
                </a:cubicBezTo>
                <a:cubicBezTo>
                  <a:pt x="1637841" y="78604"/>
                  <a:pt x="1641816" y="72089"/>
                  <a:pt x="1646832" y="66552"/>
                </a:cubicBezTo>
                <a:cubicBezTo>
                  <a:pt x="1651849" y="61014"/>
                  <a:pt x="1657712" y="56649"/>
                  <a:pt x="1664422" y="53456"/>
                </a:cubicBezTo>
                <a:cubicBezTo>
                  <a:pt x="1671133" y="50263"/>
                  <a:pt x="1678202" y="48666"/>
                  <a:pt x="1685630" y="48666"/>
                </a:cubicBezTo>
                <a:cubicBezTo>
                  <a:pt x="1691493" y="48666"/>
                  <a:pt x="1696510" y="49839"/>
                  <a:pt x="1700679" y="52186"/>
                </a:cubicBezTo>
                <a:cubicBezTo>
                  <a:pt x="1704848" y="54532"/>
                  <a:pt x="1708236" y="57269"/>
                  <a:pt x="1710843" y="60396"/>
                </a:cubicBezTo>
                <a:lnTo>
                  <a:pt x="1699116" y="73098"/>
                </a:lnTo>
                <a:cubicBezTo>
                  <a:pt x="1696901" y="70493"/>
                  <a:pt x="1694685" y="68605"/>
                  <a:pt x="1692469" y="67432"/>
                </a:cubicBezTo>
                <a:cubicBezTo>
                  <a:pt x="1690254" y="66258"/>
                  <a:pt x="1687518" y="65672"/>
                  <a:pt x="1684261" y="65672"/>
                </a:cubicBezTo>
                <a:cubicBezTo>
                  <a:pt x="1679960" y="65672"/>
                  <a:pt x="1675856" y="66845"/>
                  <a:pt x="1671947" y="69191"/>
                </a:cubicBezTo>
                <a:cubicBezTo>
                  <a:pt x="1668038" y="71535"/>
                  <a:pt x="1664617" y="74695"/>
                  <a:pt x="1661684" y="78669"/>
                </a:cubicBezTo>
                <a:cubicBezTo>
                  <a:pt x="1658754" y="82644"/>
                  <a:pt x="1656409" y="87269"/>
                  <a:pt x="1654649" y="92546"/>
                </a:cubicBezTo>
                <a:cubicBezTo>
                  <a:pt x="1652891" y="97823"/>
                  <a:pt x="1652013" y="103459"/>
                  <a:pt x="1652013" y="109453"/>
                </a:cubicBezTo>
                <a:cubicBezTo>
                  <a:pt x="1652013" y="116750"/>
                  <a:pt x="1653608" y="122386"/>
                  <a:pt x="1656799" y="126360"/>
                </a:cubicBezTo>
                <a:cubicBezTo>
                  <a:pt x="1659992" y="130335"/>
                  <a:pt x="1664847" y="132322"/>
                  <a:pt x="1671362" y="132322"/>
                </a:cubicBezTo>
                <a:cubicBezTo>
                  <a:pt x="1675140" y="132322"/>
                  <a:pt x="1678494" y="131572"/>
                  <a:pt x="1681425" y="130073"/>
                </a:cubicBezTo>
                <a:cubicBezTo>
                  <a:pt x="1684358" y="128574"/>
                  <a:pt x="1687063" y="126847"/>
                  <a:pt x="1689540" y="124893"/>
                </a:cubicBezTo>
                <a:lnTo>
                  <a:pt x="1698529" y="138185"/>
                </a:lnTo>
                <a:cubicBezTo>
                  <a:pt x="1694880" y="140792"/>
                  <a:pt x="1690548" y="143300"/>
                  <a:pt x="1685532" y="145710"/>
                </a:cubicBezTo>
                <a:cubicBezTo>
                  <a:pt x="1680515" y="148120"/>
                  <a:pt x="1674359" y="149325"/>
                  <a:pt x="1667062" y="149325"/>
                </a:cubicBezTo>
                <a:close/>
                <a:moveTo>
                  <a:pt x="1810953" y="51014"/>
                </a:moveTo>
                <a:lnTo>
                  <a:pt x="1791994" y="146980"/>
                </a:lnTo>
                <a:lnTo>
                  <a:pt x="1774991" y="146980"/>
                </a:lnTo>
                <a:lnTo>
                  <a:pt x="1775773" y="133297"/>
                </a:lnTo>
                <a:lnTo>
                  <a:pt x="1774991" y="133297"/>
                </a:lnTo>
                <a:cubicBezTo>
                  <a:pt x="1770170" y="137598"/>
                  <a:pt x="1765088" y="141345"/>
                  <a:pt x="1759745" y="144538"/>
                </a:cubicBezTo>
                <a:cubicBezTo>
                  <a:pt x="1754403" y="147729"/>
                  <a:pt x="1748800" y="149325"/>
                  <a:pt x="1742937" y="149325"/>
                </a:cubicBezTo>
                <a:cubicBezTo>
                  <a:pt x="1734858" y="149325"/>
                  <a:pt x="1729027" y="147208"/>
                  <a:pt x="1725442" y="142975"/>
                </a:cubicBezTo>
                <a:cubicBezTo>
                  <a:pt x="1721859" y="138740"/>
                  <a:pt x="1720068" y="132778"/>
                  <a:pt x="1720068" y="125090"/>
                </a:cubicBezTo>
                <a:cubicBezTo>
                  <a:pt x="1720068" y="122875"/>
                  <a:pt x="1720198" y="120693"/>
                  <a:pt x="1720459" y="118543"/>
                </a:cubicBezTo>
                <a:cubicBezTo>
                  <a:pt x="1720719" y="116392"/>
                  <a:pt x="1721110" y="114079"/>
                  <a:pt x="1721631" y="111603"/>
                </a:cubicBezTo>
                <a:lnTo>
                  <a:pt x="1733751" y="51014"/>
                </a:lnTo>
                <a:lnTo>
                  <a:pt x="1754663" y="51014"/>
                </a:lnTo>
                <a:lnTo>
                  <a:pt x="1743131" y="108866"/>
                </a:lnTo>
                <a:cubicBezTo>
                  <a:pt x="1742610" y="111083"/>
                  <a:pt x="1742219" y="112972"/>
                  <a:pt x="1741958" y="114535"/>
                </a:cubicBezTo>
                <a:cubicBezTo>
                  <a:pt x="1741698" y="116098"/>
                  <a:pt x="1741568" y="117596"/>
                  <a:pt x="1741568" y="119030"/>
                </a:cubicBezTo>
                <a:cubicBezTo>
                  <a:pt x="1741568" y="127239"/>
                  <a:pt x="1745542" y="131344"/>
                  <a:pt x="1753491" y="131344"/>
                </a:cubicBezTo>
                <a:cubicBezTo>
                  <a:pt x="1759876" y="131344"/>
                  <a:pt x="1767759" y="126392"/>
                  <a:pt x="1777142" y="116489"/>
                </a:cubicBezTo>
                <a:lnTo>
                  <a:pt x="1790040" y="51014"/>
                </a:lnTo>
                <a:lnTo>
                  <a:pt x="1810953" y="51014"/>
                </a:lnTo>
                <a:close/>
                <a:moveTo>
                  <a:pt x="1821157" y="146980"/>
                </a:moveTo>
                <a:lnTo>
                  <a:pt x="1840310" y="51014"/>
                </a:lnTo>
                <a:lnTo>
                  <a:pt x="1857316" y="51014"/>
                </a:lnTo>
                <a:lnTo>
                  <a:pt x="1856337" y="64500"/>
                </a:lnTo>
                <a:lnTo>
                  <a:pt x="1857119" y="64500"/>
                </a:lnTo>
                <a:cubicBezTo>
                  <a:pt x="1862072" y="60199"/>
                  <a:pt x="1867219" y="56485"/>
                  <a:pt x="1872562" y="53358"/>
                </a:cubicBezTo>
                <a:cubicBezTo>
                  <a:pt x="1877904" y="50230"/>
                  <a:pt x="1883181" y="48666"/>
                  <a:pt x="1888392" y="48666"/>
                </a:cubicBezTo>
                <a:cubicBezTo>
                  <a:pt x="1892040" y="48666"/>
                  <a:pt x="1895168" y="49123"/>
                  <a:pt x="1897775" y="50035"/>
                </a:cubicBezTo>
                <a:cubicBezTo>
                  <a:pt x="1900381" y="50948"/>
                  <a:pt x="1902563" y="52187"/>
                  <a:pt x="1904321" y="53751"/>
                </a:cubicBezTo>
                <a:cubicBezTo>
                  <a:pt x="1906081" y="55314"/>
                  <a:pt x="1907448" y="57170"/>
                  <a:pt x="1908425" y="59319"/>
                </a:cubicBezTo>
                <a:cubicBezTo>
                  <a:pt x="1909403" y="61469"/>
                  <a:pt x="1910152" y="63847"/>
                  <a:pt x="1910673" y="66453"/>
                </a:cubicBezTo>
                <a:cubicBezTo>
                  <a:pt x="1916407" y="60982"/>
                  <a:pt x="1922076" y="56649"/>
                  <a:pt x="1927679" y="53456"/>
                </a:cubicBezTo>
                <a:cubicBezTo>
                  <a:pt x="1933282" y="50263"/>
                  <a:pt x="1938689" y="48666"/>
                  <a:pt x="1943900" y="48666"/>
                </a:cubicBezTo>
                <a:cubicBezTo>
                  <a:pt x="1951849" y="48666"/>
                  <a:pt x="1957615" y="50752"/>
                  <a:pt x="1961198" y="54923"/>
                </a:cubicBezTo>
                <a:cubicBezTo>
                  <a:pt x="1964783" y="59093"/>
                  <a:pt x="1966575" y="65086"/>
                  <a:pt x="1966575" y="72904"/>
                </a:cubicBezTo>
                <a:cubicBezTo>
                  <a:pt x="1966575" y="75119"/>
                  <a:pt x="1966444" y="77269"/>
                  <a:pt x="1966181" y="79355"/>
                </a:cubicBezTo>
                <a:cubicBezTo>
                  <a:pt x="1965921" y="81439"/>
                  <a:pt x="1965530" y="83784"/>
                  <a:pt x="1965009" y="86390"/>
                </a:cubicBezTo>
                <a:lnTo>
                  <a:pt x="1952892" y="146980"/>
                </a:lnTo>
                <a:lnTo>
                  <a:pt x="1931783" y="146980"/>
                </a:lnTo>
                <a:lnTo>
                  <a:pt x="1943509" y="89125"/>
                </a:lnTo>
                <a:cubicBezTo>
                  <a:pt x="1944030" y="86910"/>
                  <a:pt x="1944421" y="85022"/>
                  <a:pt x="1944681" y="83459"/>
                </a:cubicBezTo>
                <a:cubicBezTo>
                  <a:pt x="1944944" y="81894"/>
                  <a:pt x="1945075" y="80395"/>
                  <a:pt x="1945075" y="78961"/>
                </a:cubicBezTo>
                <a:cubicBezTo>
                  <a:pt x="1945075" y="70754"/>
                  <a:pt x="1941165" y="66650"/>
                  <a:pt x="1933345" y="66650"/>
                </a:cubicBezTo>
                <a:cubicBezTo>
                  <a:pt x="1930870" y="66650"/>
                  <a:pt x="1927678" y="67823"/>
                  <a:pt x="1923769" y="70169"/>
                </a:cubicBezTo>
                <a:cubicBezTo>
                  <a:pt x="1919860" y="72513"/>
                  <a:pt x="1915430" y="76291"/>
                  <a:pt x="1910480" y="81502"/>
                </a:cubicBezTo>
                <a:lnTo>
                  <a:pt x="1897384" y="146980"/>
                </a:lnTo>
                <a:lnTo>
                  <a:pt x="1876469" y="146980"/>
                </a:lnTo>
                <a:lnTo>
                  <a:pt x="1888001" y="89125"/>
                </a:lnTo>
                <a:cubicBezTo>
                  <a:pt x="1888522" y="86910"/>
                  <a:pt x="1888913" y="85022"/>
                  <a:pt x="1889173" y="83459"/>
                </a:cubicBezTo>
                <a:cubicBezTo>
                  <a:pt x="1889434" y="81894"/>
                  <a:pt x="1889564" y="80395"/>
                  <a:pt x="1889564" y="78961"/>
                </a:cubicBezTo>
                <a:cubicBezTo>
                  <a:pt x="1889564" y="70754"/>
                  <a:pt x="1885721" y="66650"/>
                  <a:pt x="1878034" y="66650"/>
                </a:cubicBezTo>
                <a:cubicBezTo>
                  <a:pt x="1875428" y="66650"/>
                  <a:pt x="1872170" y="67823"/>
                  <a:pt x="1868261" y="70169"/>
                </a:cubicBezTo>
                <a:cubicBezTo>
                  <a:pt x="1864352" y="72513"/>
                  <a:pt x="1859987" y="76291"/>
                  <a:pt x="1855165" y="81502"/>
                </a:cubicBezTo>
                <a:lnTo>
                  <a:pt x="1842267" y="146980"/>
                </a:lnTo>
                <a:lnTo>
                  <a:pt x="1821157" y="146980"/>
                </a:lnTo>
                <a:close/>
                <a:moveTo>
                  <a:pt x="1983423" y="108672"/>
                </a:moveTo>
                <a:cubicBezTo>
                  <a:pt x="1983423" y="99681"/>
                  <a:pt x="1984954" y="91504"/>
                  <a:pt x="1988016" y="84142"/>
                </a:cubicBezTo>
                <a:cubicBezTo>
                  <a:pt x="1991078" y="76779"/>
                  <a:pt x="1995117" y="70460"/>
                  <a:pt x="2000133" y="65183"/>
                </a:cubicBezTo>
                <a:cubicBezTo>
                  <a:pt x="2005149" y="59906"/>
                  <a:pt x="2010785" y="55834"/>
                  <a:pt x="2017040" y="52967"/>
                </a:cubicBezTo>
                <a:cubicBezTo>
                  <a:pt x="2023295" y="50100"/>
                  <a:pt x="2029549" y="48666"/>
                  <a:pt x="2035802" y="48666"/>
                </a:cubicBezTo>
                <a:cubicBezTo>
                  <a:pt x="2041405" y="48666"/>
                  <a:pt x="2046128" y="49579"/>
                  <a:pt x="2049972" y="51404"/>
                </a:cubicBezTo>
                <a:cubicBezTo>
                  <a:pt x="2053817" y="53227"/>
                  <a:pt x="2056944" y="55736"/>
                  <a:pt x="2059354" y="58929"/>
                </a:cubicBezTo>
                <a:cubicBezTo>
                  <a:pt x="2061766" y="62122"/>
                  <a:pt x="2063525" y="65869"/>
                  <a:pt x="2064633" y="70169"/>
                </a:cubicBezTo>
                <a:cubicBezTo>
                  <a:pt x="2065740" y="74468"/>
                  <a:pt x="2066294" y="79093"/>
                  <a:pt x="2066294" y="84043"/>
                </a:cubicBezTo>
                <a:cubicBezTo>
                  <a:pt x="2066294" y="88215"/>
                  <a:pt x="2065772" y="92255"/>
                  <a:pt x="2064728" y="96164"/>
                </a:cubicBezTo>
                <a:cubicBezTo>
                  <a:pt x="2063686" y="100073"/>
                  <a:pt x="2062840" y="102808"/>
                  <a:pt x="2062190" y="104371"/>
                </a:cubicBezTo>
                <a:lnTo>
                  <a:pt x="2003748" y="104371"/>
                </a:lnTo>
                <a:cubicBezTo>
                  <a:pt x="2003227" y="109453"/>
                  <a:pt x="2003487" y="113818"/>
                  <a:pt x="2004529" y="117467"/>
                </a:cubicBezTo>
                <a:cubicBezTo>
                  <a:pt x="2005573" y="121115"/>
                  <a:pt x="2007169" y="124113"/>
                  <a:pt x="2009319" y="126459"/>
                </a:cubicBezTo>
                <a:cubicBezTo>
                  <a:pt x="2011470" y="128803"/>
                  <a:pt x="2014108" y="130529"/>
                  <a:pt x="2017234" y="131636"/>
                </a:cubicBezTo>
                <a:cubicBezTo>
                  <a:pt x="2020362" y="132744"/>
                  <a:pt x="2023749" y="133297"/>
                  <a:pt x="2027398" y="133297"/>
                </a:cubicBezTo>
                <a:cubicBezTo>
                  <a:pt x="2030786" y="133297"/>
                  <a:pt x="2034239" y="132516"/>
                  <a:pt x="2037756" y="130953"/>
                </a:cubicBezTo>
                <a:cubicBezTo>
                  <a:pt x="2041275" y="129390"/>
                  <a:pt x="2044338" y="127632"/>
                  <a:pt x="2046944" y="125677"/>
                </a:cubicBezTo>
                <a:lnTo>
                  <a:pt x="2054761" y="139164"/>
                </a:lnTo>
                <a:cubicBezTo>
                  <a:pt x="2050852" y="141899"/>
                  <a:pt x="2046129" y="144277"/>
                  <a:pt x="2040592" y="146297"/>
                </a:cubicBezTo>
                <a:cubicBezTo>
                  <a:pt x="2035055" y="148316"/>
                  <a:pt x="2028832" y="149325"/>
                  <a:pt x="2021925" y="149325"/>
                </a:cubicBezTo>
                <a:cubicBezTo>
                  <a:pt x="2016193" y="149325"/>
                  <a:pt x="2010981" y="148413"/>
                  <a:pt x="2006289" y="146590"/>
                </a:cubicBezTo>
                <a:cubicBezTo>
                  <a:pt x="2001598" y="144765"/>
                  <a:pt x="1997559" y="142126"/>
                  <a:pt x="1994171" y="138675"/>
                </a:cubicBezTo>
                <a:cubicBezTo>
                  <a:pt x="1990783" y="135221"/>
                  <a:pt x="1988145" y="130986"/>
                  <a:pt x="1986256" y="125970"/>
                </a:cubicBezTo>
                <a:cubicBezTo>
                  <a:pt x="1984367" y="120953"/>
                  <a:pt x="1983423" y="115187"/>
                  <a:pt x="1983423" y="108672"/>
                </a:cubicBezTo>
                <a:moveTo>
                  <a:pt x="2005507" y="91082"/>
                </a:moveTo>
                <a:lnTo>
                  <a:pt x="2047923" y="91082"/>
                </a:lnTo>
                <a:cubicBezTo>
                  <a:pt x="2048183" y="89777"/>
                  <a:pt x="2048411" y="88441"/>
                  <a:pt x="2048606" y="87073"/>
                </a:cubicBezTo>
                <a:cubicBezTo>
                  <a:pt x="2048800" y="85706"/>
                  <a:pt x="2048898" y="84240"/>
                  <a:pt x="2048898" y="82677"/>
                </a:cubicBezTo>
                <a:cubicBezTo>
                  <a:pt x="2048898" y="77985"/>
                  <a:pt x="2047758" y="73848"/>
                  <a:pt x="2045477" y="70265"/>
                </a:cubicBezTo>
                <a:cubicBezTo>
                  <a:pt x="2043197" y="66682"/>
                  <a:pt x="2039125" y="64891"/>
                  <a:pt x="2033261" y="64891"/>
                </a:cubicBezTo>
                <a:cubicBezTo>
                  <a:pt x="2027398" y="64891"/>
                  <a:pt x="2021892" y="67204"/>
                  <a:pt x="2016745" y="71831"/>
                </a:cubicBezTo>
                <a:cubicBezTo>
                  <a:pt x="2011599" y="76455"/>
                  <a:pt x="2007853" y="82872"/>
                  <a:pt x="2005507" y="91082"/>
                </a:cubicBezTo>
                <a:close/>
                <a:moveTo>
                  <a:pt x="2076302" y="146980"/>
                </a:moveTo>
                <a:lnTo>
                  <a:pt x="2095455" y="51014"/>
                </a:lnTo>
                <a:lnTo>
                  <a:pt x="2112460" y="51014"/>
                </a:lnTo>
                <a:lnTo>
                  <a:pt x="2111482" y="64500"/>
                </a:lnTo>
                <a:lnTo>
                  <a:pt x="2112264" y="64500"/>
                </a:lnTo>
                <a:cubicBezTo>
                  <a:pt x="2117346" y="60199"/>
                  <a:pt x="2122591" y="56485"/>
                  <a:pt x="2127999" y="53358"/>
                </a:cubicBezTo>
                <a:cubicBezTo>
                  <a:pt x="2133407" y="50230"/>
                  <a:pt x="2139173" y="48666"/>
                  <a:pt x="2145296" y="48666"/>
                </a:cubicBezTo>
                <a:cubicBezTo>
                  <a:pt x="2153375" y="48666"/>
                  <a:pt x="2159172" y="50752"/>
                  <a:pt x="2162690" y="54923"/>
                </a:cubicBezTo>
                <a:cubicBezTo>
                  <a:pt x="2166209" y="59093"/>
                  <a:pt x="2167968" y="65086"/>
                  <a:pt x="2167968" y="72904"/>
                </a:cubicBezTo>
                <a:cubicBezTo>
                  <a:pt x="2167968" y="75119"/>
                  <a:pt x="2167871" y="77269"/>
                  <a:pt x="2167676" y="79355"/>
                </a:cubicBezTo>
                <a:cubicBezTo>
                  <a:pt x="2167481" y="81439"/>
                  <a:pt x="2167058" y="83784"/>
                  <a:pt x="2166406" y="86390"/>
                </a:cubicBezTo>
                <a:lnTo>
                  <a:pt x="2154288" y="146980"/>
                </a:lnTo>
                <a:lnTo>
                  <a:pt x="2133373" y="146980"/>
                </a:lnTo>
                <a:lnTo>
                  <a:pt x="2145100" y="89125"/>
                </a:lnTo>
                <a:cubicBezTo>
                  <a:pt x="2145491" y="86910"/>
                  <a:pt x="2145850" y="85022"/>
                  <a:pt x="2146176" y="83459"/>
                </a:cubicBezTo>
                <a:cubicBezTo>
                  <a:pt x="2146502" y="81894"/>
                  <a:pt x="2146665" y="80395"/>
                  <a:pt x="2146665" y="78961"/>
                </a:cubicBezTo>
                <a:cubicBezTo>
                  <a:pt x="2146665" y="70754"/>
                  <a:pt x="2142626" y="66650"/>
                  <a:pt x="2134548" y="66650"/>
                </a:cubicBezTo>
                <a:cubicBezTo>
                  <a:pt x="2131160" y="66650"/>
                  <a:pt x="2127543" y="67823"/>
                  <a:pt x="2123698" y="70169"/>
                </a:cubicBezTo>
                <a:cubicBezTo>
                  <a:pt x="2119855" y="72513"/>
                  <a:pt x="2115392" y="76291"/>
                  <a:pt x="2110310" y="81502"/>
                </a:cubicBezTo>
                <a:lnTo>
                  <a:pt x="2097411" y="146980"/>
                </a:lnTo>
                <a:lnTo>
                  <a:pt x="2076302" y="146980"/>
                </a:lnTo>
                <a:close/>
                <a:moveTo>
                  <a:pt x="2215894" y="149325"/>
                </a:moveTo>
                <a:cubicBezTo>
                  <a:pt x="2206903" y="149325"/>
                  <a:pt x="2200485" y="147077"/>
                  <a:pt x="2196640" y="142581"/>
                </a:cubicBezTo>
                <a:cubicBezTo>
                  <a:pt x="2192797" y="138086"/>
                  <a:pt x="2190875" y="132516"/>
                  <a:pt x="2190875" y="125871"/>
                </a:cubicBezTo>
                <a:cubicBezTo>
                  <a:pt x="2190875" y="123917"/>
                  <a:pt x="2191005" y="122028"/>
                  <a:pt x="2191266" y="120205"/>
                </a:cubicBezTo>
                <a:cubicBezTo>
                  <a:pt x="2191528" y="118379"/>
                  <a:pt x="2191790" y="116490"/>
                  <a:pt x="2192050" y="114535"/>
                </a:cubicBezTo>
                <a:lnTo>
                  <a:pt x="2201820" y="67625"/>
                </a:lnTo>
                <a:lnTo>
                  <a:pt x="2188334" y="67625"/>
                </a:lnTo>
                <a:lnTo>
                  <a:pt x="2191462" y="51992"/>
                </a:lnTo>
                <a:lnTo>
                  <a:pt x="2206121" y="51014"/>
                </a:lnTo>
                <a:lnTo>
                  <a:pt x="2213744" y="25213"/>
                </a:lnTo>
                <a:lnTo>
                  <a:pt x="2231334" y="25213"/>
                </a:lnTo>
                <a:lnTo>
                  <a:pt x="2226252" y="51014"/>
                </a:lnTo>
                <a:lnTo>
                  <a:pt x="2249318" y="51014"/>
                </a:lnTo>
                <a:lnTo>
                  <a:pt x="2245995" y="67625"/>
                </a:lnTo>
                <a:lnTo>
                  <a:pt x="2222539" y="67625"/>
                </a:lnTo>
                <a:lnTo>
                  <a:pt x="2212766" y="115317"/>
                </a:lnTo>
                <a:cubicBezTo>
                  <a:pt x="2212376" y="117663"/>
                  <a:pt x="2212181" y="119943"/>
                  <a:pt x="2212181" y="122158"/>
                </a:cubicBezTo>
                <a:cubicBezTo>
                  <a:pt x="2212181" y="125675"/>
                  <a:pt x="2213028" y="128314"/>
                  <a:pt x="2214722" y="130073"/>
                </a:cubicBezTo>
                <a:cubicBezTo>
                  <a:pt x="2216416" y="131833"/>
                  <a:pt x="2219282" y="132713"/>
                  <a:pt x="2223320" y="132713"/>
                </a:cubicBezTo>
                <a:cubicBezTo>
                  <a:pt x="2225014" y="132713"/>
                  <a:pt x="2226578" y="132452"/>
                  <a:pt x="2228012" y="131931"/>
                </a:cubicBezTo>
                <a:cubicBezTo>
                  <a:pt x="2229445" y="131410"/>
                  <a:pt x="2230879" y="130824"/>
                  <a:pt x="2232312" y="130172"/>
                </a:cubicBezTo>
                <a:lnTo>
                  <a:pt x="2236222" y="145027"/>
                </a:lnTo>
                <a:cubicBezTo>
                  <a:pt x="2233876" y="146069"/>
                  <a:pt x="2231009" y="147045"/>
                  <a:pt x="2227621" y="147956"/>
                </a:cubicBezTo>
                <a:cubicBezTo>
                  <a:pt x="2224233" y="148868"/>
                  <a:pt x="2220324" y="149325"/>
                  <a:pt x="2215894" y="14932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;">
            <a:extLst xmlns:a="http://schemas.openxmlformats.org/drawingml/2006/main">
              <a:ext uri="{FF2B5EF4-FFF2-40B4-BE49-F238E27FC236}">
                <a16:creationId xmlns:a16="http://schemas.microsoft.com/office/drawing/2014/main" id="{693AFC24-8DE0-4C29-8D24-8F37A0A4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6885" y="1517806"/>
            <a:ext cx="49451" cy="129584"/>
          </a:xfrm>
          <a:custGeom xmlns:a="http://schemas.openxmlformats.org/drawingml/2006/main">
            <a:pathLst>
              <a:path w="49451" h="129584">
                <a:moveTo>
                  <a:pt x="33423" y="28926"/>
                </a:moveTo>
                <a:cubicBezTo>
                  <a:pt x="29904" y="28926"/>
                  <a:pt x="27102" y="27787"/>
                  <a:pt x="25016" y="25508"/>
                </a:cubicBezTo>
                <a:cubicBezTo>
                  <a:pt x="22932" y="23228"/>
                  <a:pt x="21891" y="20328"/>
                  <a:pt x="21891" y="16809"/>
                </a:cubicBezTo>
                <a:cubicBezTo>
                  <a:pt x="21891" y="14725"/>
                  <a:pt x="22281" y="12673"/>
                  <a:pt x="23063" y="10653"/>
                </a:cubicBezTo>
                <a:cubicBezTo>
                  <a:pt x="23846" y="8633"/>
                  <a:pt x="24986" y="6842"/>
                  <a:pt x="26483" y="5279"/>
                </a:cubicBezTo>
                <a:cubicBezTo>
                  <a:pt x="27983" y="3714"/>
                  <a:pt x="29709" y="2444"/>
                  <a:pt x="31664" y="1467"/>
                </a:cubicBezTo>
                <a:cubicBezTo>
                  <a:pt x="33618" y="489"/>
                  <a:pt x="35769" y="0"/>
                  <a:pt x="38115" y="0"/>
                </a:cubicBezTo>
                <a:cubicBezTo>
                  <a:pt x="41632" y="0"/>
                  <a:pt x="44401" y="1173"/>
                  <a:pt x="46421" y="3519"/>
                </a:cubicBezTo>
                <a:cubicBezTo>
                  <a:pt x="48441" y="5863"/>
                  <a:pt x="49451" y="8795"/>
                  <a:pt x="49451" y="12314"/>
                </a:cubicBezTo>
                <a:cubicBezTo>
                  <a:pt x="49451" y="14398"/>
                  <a:pt x="49059" y="16450"/>
                  <a:pt x="48276" y="18470"/>
                </a:cubicBezTo>
                <a:cubicBezTo>
                  <a:pt x="47494" y="20490"/>
                  <a:pt x="46420" y="22282"/>
                  <a:pt x="45052" y="23847"/>
                </a:cubicBezTo>
                <a:cubicBezTo>
                  <a:pt x="43684" y="25410"/>
                  <a:pt x="41990" y="26648"/>
                  <a:pt x="39970" y="27560"/>
                </a:cubicBezTo>
                <a:cubicBezTo>
                  <a:pt x="37952" y="28471"/>
                  <a:pt x="35770" y="28926"/>
                  <a:pt x="33423" y="28926"/>
                </a:cubicBezTo>
                <a:moveTo>
                  <a:pt x="2541" y="129584"/>
                </a:moveTo>
                <a:lnTo>
                  <a:pt x="0" y="117664"/>
                </a:lnTo>
                <a:cubicBezTo>
                  <a:pt x="6907" y="115449"/>
                  <a:pt x="12315" y="112354"/>
                  <a:pt x="16224" y="108380"/>
                </a:cubicBezTo>
                <a:cubicBezTo>
                  <a:pt x="20133" y="104405"/>
                  <a:pt x="22608" y="100137"/>
                  <a:pt x="23650" y="95576"/>
                </a:cubicBezTo>
                <a:cubicBezTo>
                  <a:pt x="19873" y="95576"/>
                  <a:pt x="16778" y="94534"/>
                  <a:pt x="14366" y="92451"/>
                </a:cubicBezTo>
                <a:cubicBezTo>
                  <a:pt x="11956" y="90365"/>
                  <a:pt x="10751" y="87498"/>
                  <a:pt x="10751" y="83850"/>
                </a:cubicBezTo>
                <a:cubicBezTo>
                  <a:pt x="10751" y="79941"/>
                  <a:pt x="12119" y="76422"/>
                  <a:pt x="14855" y="73295"/>
                </a:cubicBezTo>
                <a:cubicBezTo>
                  <a:pt x="17591" y="70167"/>
                  <a:pt x="21305" y="68604"/>
                  <a:pt x="25997" y="68604"/>
                </a:cubicBezTo>
                <a:cubicBezTo>
                  <a:pt x="30427" y="68604"/>
                  <a:pt x="33814" y="70037"/>
                  <a:pt x="36158" y="72904"/>
                </a:cubicBezTo>
                <a:cubicBezTo>
                  <a:pt x="38504" y="75771"/>
                  <a:pt x="39678" y="79680"/>
                  <a:pt x="39678" y="84631"/>
                </a:cubicBezTo>
                <a:cubicBezTo>
                  <a:pt x="39678" y="90105"/>
                  <a:pt x="38798" y="95284"/>
                  <a:pt x="37038" y="100169"/>
                </a:cubicBezTo>
                <a:cubicBezTo>
                  <a:pt x="35281" y="105056"/>
                  <a:pt x="32772" y="109454"/>
                  <a:pt x="29514" y="113363"/>
                </a:cubicBezTo>
                <a:cubicBezTo>
                  <a:pt x="26257" y="117272"/>
                  <a:pt x="22348" y="120627"/>
                  <a:pt x="17787" y="123429"/>
                </a:cubicBezTo>
                <a:cubicBezTo>
                  <a:pt x="13226" y="126230"/>
                  <a:pt x="8144" y="128282"/>
                  <a:pt x="2541" y="12958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$dom-&gt;load">
            <a:extLst xmlns:a="http://schemas.openxmlformats.org/drawingml/2006/main">
              <a:ext uri="{FF2B5EF4-FFF2-40B4-BE49-F238E27FC236}">
                <a16:creationId xmlns:a16="http://schemas.microsoft.com/office/drawing/2014/main" id="{95AF5068-18B8-4B17-9F66-C4832FF7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95" y="1700555"/>
            <a:ext cx="993320" cy="168480"/>
          </a:xfrm>
          <a:custGeom xmlns:a="http://schemas.openxmlformats.org/drawingml/2006/main">
            <a:pathLst>
              <a:path w="993320" h="168480">
                <a:moveTo>
                  <a:pt x="24822" y="168480"/>
                </a:moveTo>
                <a:lnTo>
                  <a:pt x="28926" y="148349"/>
                </a:lnTo>
                <a:cubicBezTo>
                  <a:pt x="23194" y="147045"/>
                  <a:pt x="17852" y="144797"/>
                  <a:pt x="12899" y="141606"/>
                </a:cubicBezTo>
                <a:cubicBezTo>
                  <a:pt x="7948" y="138413"/>
                  <a:pt x="3648" y="134666"/>
                  <a:pt x="0" y="130366"/>
                </a:cubicBezTo>
                <a:lnTo>
                  <a:pt x="13096" y="117467"/>
                </a:lnTo>
                <a:cubicBezTo>
                  <a:pt x="16092" y="121376"/>
                  <a:pt x="19772" y="124829"/>
                  <a:pt x="24136" y="127828"/>
                </a:cubicBezTo>
                <a:cubicBezTo>
                  <a:pt x="28503" y="130824"/>
                  <a:pt x="33422" y="132322"/>
                  <a:pt x="38896" y="132322"/>
                </a:cubicBezTo>
                <a:cubicBezTo>
                  <a:pt x="45149" y="132322"/>
                  <a:pt x="50133" y="130628"/>
                  <a:pt x="53847" y="127240"/>
                </a:cubicBezTo>
                <a:cubicBezTo>
                  <a:pt x="57561" y="123852"/>
                  <a:pt x="59418" y="119291"/>
                  <a:pt x="59418" y="113557"/>
                </a:cubicBezTo>
                <a:cubicBezTo>
                  <a:pt x="59418" y="109388"/>
                  <a:pt x="58408" y="105739"/>
                  <a:pt x="56388" y="102612"/>
                </a:cubicBezTo>
                <a:cubicBezTo>
                  <a:pt x="54368" y="99484"/>
                  <a:pt x="51860" y="96585"/>
                  <a:pt x="48863" y="93915"/>
                </a:cubicBezTo>
                <a:cubicBezTo>
                  <a:pt x="45867" y="91243"/>
                  <a:pt x="42642" y="88669"/>
                  <a:pt x="39188" y="86194"/>
                </a:cubicBezTo>
                <a:cubicBezTo>
                  <a:pt x="35735" y="83718"/>
                  <a:pt x="32510" y="81015"/>
                  <a:pt x="29514" y="78085"/>
                </a:cubicBezTo>
                <a:cubicBezTo>
                  <a:pt x="26517" y="75152"/>
                  <a:pt x="24009" y="71861"/>
                  <a:pt x="21989" y="68213"/>
                </a:cubicBezTo>
                <a:cubicBezTo>
                  <a:pt x="19969" y="64564"/>
                  <a:pt x="18959" y="60265"/>
                  <a:pt x="18959" y="55314"/>
                </a:cubicBezTo>
                <a:cubicBezTo>
                  <a:pt x="18959" y="50361"/>
                  <a:pt x="19806" y="45768"/>
                  <a:pt x="21500" y="41533"/>
                </a:cubicBezTo>
                <a:cubicBezTo>
                  <a:pt x="23194" y="37298"/>
                  <a:pt x="25605" y="33617"/>
                  <a:pt x="28732" y="30492"/>
                </a:cubicBezTo>
                <a:cubicBezTo>
                  <a:pt x="31860" y="27364"/>
                  <a:pt x="35573" y="24823"/>
                  <a:pt x="39871" y="22869"/>
                </a:cubicBezTo>
                <a:cubicBezTo>
                  <a:pt x="44172" y="20914"/>
                  <a:pt x="48993" y="19741"/>
                  <a:pt x="54336" y="19350"/>
                </a:cubicBezTo>
                <a:lnTo>
                  <a:pt x="58049" y="0"/>
                </a:lnTo>
                <a:lnTo>
                  <a:pt x="72513" y="0"/>
                </a:lnTo>
                <a:lnTo>
                  <a:pt x="68604" y="20522"/>
                </a:lnTo>
                <a:cubicBezTo>
                  <a:pt x="73165" y="21826"/>
                  <a:pt x="77400" y="23879"/>
                  <a:pt x="81309" y="26680"/>
                </a:cubicBezTo>
                <a:cubicBezTo>
                  <a:pt x="85217" y="29482"/>
                  <a:pt x="88736" y="32837"/>
                  <a:pt x="91863" y="36746"/>
                </a:cubicBezTo>
                <a:lnTo>
                  <a:pt x="78377" y="48666"/>
                </a:lnTo>
                <a:cubicBezTo>
                  <a:pt x="75770" y="45018"/>
                  <a:pt x="72676" y="42022"/>
                  <a:pt x="69093" y="39678"/>
                </a:cubicBezTo>
                <a:cubicBezTo>
                  <a:pt x="65510" y="37331"/>
                  <a:pt x="61698" y="36158"/>
                  <a:pt x="57658" y="36158"/>
                </a:cubicBezTo>
                <a:cubicBezTo>
                  <a:pt x="52187" y="36158"/>
                  <a:pt x="47821" y="37689"/>
                  <a:pt x="44563" y="40751"/>
                </a:cubicBezTo>
                <a:cubicBezTo>
                  <a:pt x="41306" y="43813"/>
                  <a:pt x="39678" y="47820"/>
                  <a:pt x="39678" y="52773"/>
                </a:cubicBezTo>
                <a:cubicBezTo>
                  <a:pt x="39678" y="56290"/>
                  <a:pt x="40687" y="59418"/>
                  <a:pt x="42705" y="62156"/>
                </a:cubicBezTo>
                <a:cubicBezTo>
                  <a:pt x="44725" y="64892"/>
                  <a:pt x="47233" y="67497"/>
                  <a:pt x="50229" y="69973"/>
                </a:cubicBezTo>
                <a:cubicBezTo>
                  <a:pt x="53227" y="72448"/>
                  <a:pt x="56452" y="74923"/>
                  <a:pt x="59904" y="77399"/>
                </a:cubicBezTo>
                <a:cubicBezTo>
                  <a:pt x="63358" y="79874"/>
                  <a:pt x="66583" y="82675"/>
                  <a:pt x="69579" y="85803"/>
                </a:cubicBezTo>
                <a:cubicBezTo>
                  <a:pt x="72577" y="88930"/>
                  <a:pt x="75086" y="92481"/>
                  <a:pt x="77106" y="96456"/>
                </a:cubicBezTo>
                <a:cubicBezTo>
                  <a:pt x="79126" y="100431"/>
                  <a:pt x="80136" y="105154"/>
                  <a:pt x="80136" y="110625"/>
                </a:cubicBezTo>
                <a:cubicBezTo>
                  <a:pt x="80136" y="115838"/>
                  <a:pt x="79257" y="120660"/>
                  <a:pt x="77497" y="125090"/>
                </a:cubicBezTo>
                <a:cubicBezTo>
                  <a:pt x="75737" y="129520"/>
                  <a:pt x="73261" y="133461"/>
                  <a:pt x="70068" y="136915"/>
                </a:cubicBezTo>
                <a:cubicBezTo>
                  <a:pt x="66877" y="140369"/>
                  <a:pt x="63001" y="143138"/>
                  <a:pt x="58440" y="145224"/>
                </a:cubicBezTo>
                <a:cubicBezTo>
                  <a:pt x="53879" y="147308"/>
                  <a:pt x="48797" y="148610"/>
                  <a:pt x="43194" y="149131"/>
                </a:cubicBezTo>
                <a:lnTo>
                  <a:pt x="39287" y="168480"/>
                </a:lnTo>
                <a:lnTo>
                  <a:pt x="24822" y="168480"/>
                </a:lnTo>
                <a:close/>
                <a:moveTo>
                  <a:pt x="175713" y="61371"/>
                </a:moveTo>
                <a:lnTo>
                  <a:pt x="178448" y="43000"/>
                </a:lnTo>
                <a:lnTo>
                  <a:pt x="185093" y="8992"/>
                </a:lnTo>
                <a:lnTo>
                  <a:pt x="206008" y="8992"/>
                </a:lnTo>
                <a:lnTo>
                  <a:pt x="178254" y="146980"/>
                </a:lnTo>
                <a:lnTo>
                  <a:pt x="161055" y="146980"/>
                </a:lnTo>
                <a:lnTo>
                  <a:pt x="162030" y="133691"/>
                </a:lnTo>
                <a:lnTo>
                  <a:pt x="161445" y="133691"/>
                </a:lnTo>
                <a:cubicBezTo>
                  <a:pt x="156884" y="138381"/>
                  <a:pt x="151834" y="142160"/>
                  <a:pt x="146295" y="145027"/>
                </a:cubicBezTo>
                <a:cubicBezTo>
                  <a:pt x="140758" y="147892"/>
                  <a:pt x="135253" y="149325"/>
                  <a:pt x="129781" y="149325"/>
                </a:cubicBezTo>
                <a:cubicBezTo>
                  <a:pt x="121311" y="149325"/>
                  <a:pt x="114633" y="146328"/>
                  <a:pt x="109746" y="140336"/>
                </a:cubicBezTo>
                <a:cubicBezTo>
                  <a:pt x="104861" y="134341"/>
                  <a:pt x="102418" y="125675"/>
                  <a:pt x="102418" y="114338"/>
                </a:cubicBezTo>
                <a:cubicBezTo>
                  <a:pt x="102418" y="105218"/>
                  <a:pt x="103851" y="96652"/>
                  <a:pt x="106716" y="88639"/>
                </a:cubicBezTo>
                <a:cubicBezTo>
                  <a:pt x="109583" y="80625"/>
                  <a:pt x="113427" y="73653"/>
                  <a:pt x="118249" y="67724"/>
                </a:cubicBezTo>
                <a:cubicBezTo>
                  <a:pt x="123070" y="61795"/>
                  <a:pt x="128575" y="57136"/>
                  <a:pt x="134765" y="53748"/>
                </a:cubicBezTo>
                <a:cubicBezTo>
                  <a:pt x="140954" y="50360"/>
                  <a:pt x="147371" y="48666"/>
                  <a:pt x="154016" y="48666"/>
                </a:cubicBezTo>
                <a:cubicBezTo>
                  <a:pt x="158708" y="48666"/>
                  <a:pt x="162879" y="49839"/>
                  <a:pt x="166527" y="52186"/>
                </a:cubicBezTo>
                <a:cubicBezTo>
                  <a:pt x="170176" y="54532"/>
                  <a:pt x="173042" y="57594"/>
                  <a:pt x="175125" y="61371"/>
                </a:cubicBezTo>
                <a:lnTo>
                  <a:pt x="175713" y="61371"/>
                </a:lnTo>
                <a:moveTo>
                  <a:pt x="138380" y="132125"/>
                </a:moveTo>
                <a:cubicBezTo>
                  <a:pt x="142551" y="132125"/>
                  <a:pt x="146786" y="130888"/>
                  <a:pt x="151084" y="128412"/>
                </a:cubicBezTo>
                <a:cubicBezTo>
                  <a:pt x="155385" y="125937"/>
                  <a:pt x="159555" y="121767"/>
                  <a:pt x="163596" y="115904"/>
                </a:cubicBezTo>
                <a:lnTo>
                  <a:pt x="171412" y="77595"/>
                </a:lnTo>
                <a:cubicBezTo>
                  <a:pt x="169197" y="73426"/>
                  <a:pt x="166689" y="70430"/>
                  <a:pt x="163888" y="68607"/>
                </a:cubicBezTo>
                <a:cubicBezTo>
                  <a:pt x="161086" y="66781"/>
                  <a:pt x="158187" y="65869"/>
                  <a:pt x="155188" y="65869"/>
                </a:cubicBezTo>
                <a:cubicBezTo>
                  <a:pt x="151150" y="65869"/>
                  <a:pt x="147241" y="67074"/>
                  <a:pt x="143462" y="69483"/>
                </a:cubicBezTo>
                <a:cubicBezTo>
                  <a:pt x="139684" y="71893"/>
                  <a:pt x="136361" y="75184"/>
                  <a:pt x="133494" y="79355"/>
                </a:cubicBezTo>
                <a:cubicBezTo>
                  <a:pt x="130627" y="83524"/>
                  <a:pt x="128347" y="88378"/>
                  <a:pt x="126653" y="93915"/>
                </a:cubicBezTo>
                <a:cubicBezTo>
                  <a:pt x="124959" y="99452"/>
                  <a:pt x="124112" y="105283"/>
                  <a:pt x="124112" y="111407"/>
                </a:cubicBezTo>
                <a:cubicBezTo>
                  <a:pt x="124112" y="118443"/>
                  <a:pt x="125382" y="123655"/>
                  <a:pt x="127923" y="127043"/>
                </a:cubicBezTo>
                <a:cubicBezTo>
                  <a:pt x="130464" y="130431"/>
                  <a:pt x="133950" y="132125"/>
                  <a:pt x="138380" y="132125"/>
                </a:cubicBezTo>
                <a:close/>
                <a:moveTo>
                  <a:pt x="243866" y="149325"/>
                </a:moveTo>
                <a:cubicBezTo>
                  <a:pt x="238523" y="149325"/>
                  <a:pt x="233637" y="148413"/>
                  <a:pt x="229207" y="146590"/>
                </a:cubicBezTo>
                <a:cubicBezTo>
                  <a:pt x="224778" y="144765"/>
                  <a:pt x="220999" y="142159"/>
                  <a:pt x="217871" y="138773"/>
                </a:cubicBezTo>
                <a:cubicBezTo>
                  <a:pt x="214744" y="135385"/>
                  <a:pt x="212333" y="131280"/>
                  <a:pt x="210639" y="126459"/>
                </a:cubicBezTo>
                <a:cubicBezTo>
                  <a:pt x="208945" y="121637"/>
                  <a:pt x="208098" y="116229"/>
                  <a:pt x="208098" y="110235"/>
                </a:cubicBezTo>
                <a:cubicBezTo>
                  <a:pt x="208098" y="101114"/>
                  <a:pt x="209629" y="92743"/>
                  <a:pt x="212691" y="85120"/>
                </a:cubicBezTo>
                <a:cubicBezTo>
                  <a:pt x="215753" y="77497"/>
                  <a:pt x="219759" y="71014"/>
                  <a:pt x="224710" y="65672"/>
                </a:cubicBezTo>
                <a:cubicBezTo>
                  <a:pt x="229663" y="60329"/>
                  <a:pt x="235298" y="56160"/>
                  <a:pt x="241617" y="53164"/>
                </a:cubicBezTo>
                <a:cubicBezTo>
                  <a:pt x="247938" y="50166"/>
                  <a:pt x="254356" y="48666"/>
                  <a:pt x="260871" y="48666"/>
                </a:cubicBezTo>
                <a:cubicBezTo>
                  <a:pt x="271817" y="48666"/>
                  <a:pt x="280547" y="52153"/>
                  <a:pt x="287063" y="59126"/>
                </a:cubicBezTo>
                <a:cubicBezTo>
                  <a:pt x="293578" y="66096"/>
                  <a:pt x="296836" y="75641"/>
                  <a:pt x="296836" y="87759"/>
                </a:cubicBezTo>
                <a:cubicBezTo>
                  <a:pt x="296836" y="96880"/>
                  <a:pt x="295304" y="105218"/>
                  <a:pt x="292240" y="112776"/>
                </a:cubicBezTo>
                <a:cubicBezTo>
                  <a:pt x="289178" y="120333"/>
                  <a:pt x="285172" y="126816"/>
                  <a:pt x="280221" y="132224"/>
                </a:cubicBezTo>
                <a:cubicBezTo>
                  <a:pt x="275270" y="137632"/>
                  <a:pt x="269635" y="141834"/>
                  <a:pt x="263314" y="144830"/>
                </a:cubicBezTo>
                <a:cubicBezTo>
                  <a:pt x="256995" y="147826"/>
                  <a:pt x="250513" y="149325"/>
                  <a:pt x="243866" y="149325"/>
                </a:cubicBezTo>
                <a:moveTo>
                  <a:pt x="246213" y="132322"/>
                </a:moveTo>
                <a:cubicBezTo>
                  <a:pt x="249991" y="132322"/>
                  <a:pt x="253638" y="131182"/>
                  <a:pt x="257155" y="128901"/>
                </a:cubicBezTo>
                <a:cubicBezTo>
                  <a:pt x="260674" y="126621"/>
                  <a:pt x="263802" y="123493"/>
                  <a:pt x="266538" y="119519"/>
                </a:cubicBezTo>
                <a:cubicBezTo>
                  <a:pt x="269276" y="115544"/>
                  <a:pt x="271459" y="110886"/>
                  <a:pt x="273087" y="105543"/>
                </a:cubicBezTo>
                <a:cubicBezTo>
                  <a:pt x="274716" y="100201"/>
                  <a:pt x="275530" y="94468"/>
                  <a:pt x="275530" y="88344"/>
                </a:cubicBezTo>
                <a:cubicBezTo>
                  <a:pt x="275530" y="81047"/>
                  <a:pt x="274096" y="75444"/>
                  <a:pt x="271229" y="71535"/>
                </a:cubicBezTo>
                <a:cubicBezTo>
                  <a:pt x="268364" y="67626"/>
                  <a:pt x="264195" y="65672"/>
                  <a:pt x="258721" y="65672"/>
                </a:cubicBezTo>
                <a:cubicBezTo>
                  <a:pt x="254943" y="65672"/>
                  <a:pt x="251262" y="66812"/>
                  <a:pt x="247677" y="69093"/>
                </a:cubicBezTo>
                <a:cubicBezTo>
                  <a:pt x="244094" y="71373"/>
                  <a:pt x="240935" y="74468"/>
                  <a:pt x="238199" y="78377"/>
                </a:cubicBezTo>
                <a:cubicBezTo>
                  <a:pt x="235463" y="82286"/>
                  <a:pt x="233280" y="86911"/>
                  <a:pt x="231650" y="92254"/>
                </a:cubicBezTo>
                <a:cubicBezTo>
                  <a:pt x="230022" y="97596"/>
                  <a:pt x="229207" y="103329"/>
                  <a:pt x="229207" y="109453"/>
                </a:cubicBezTo>
                <a:cubicBezTo>
                  <a:pt x="229207" y="116750"/>
                  <a:pt x="230641" y="122386"/>
                  <a:pt x="233508" y="126360"/>
                </a:cubicBezTo>
                <a:cubicBezTo>
                  <a:pt x="236375" y="130335"/>
                  <a:pt x="240610" y="132322"/>
                  <a:pt x="246213" y="132322"/>
                </a:cubicBezTo>
                <a:close/>
                <a:moveTo>
                  <a:pt x="308895" y="146980"/>
                </a:moveTo>
                <a:lnTo>
                  <a:pt x="328047" y="51014"/>
                </a:lnTo>
                <a:lnTo>
                  <a:pt x="345053" y="51014"/>
                </a:lnTo>
                <a:lnTo>
                  <a:pt x="344075" y="64500"/>
                </a:lnTo>
                <a:lnTo>
                  <a:pt x="344856" y="64500"/>
                </a:lnTo>
                <a:cubicBezTo>
                  <a:pt x="349809" y="60199"/>
                  <a:pt x="354956" y="56485"/>
                  <a:pt x="360299" y="53358"/>
                </a:cubicBezTo>
                <a:cubicBezTo>
                  <a:pt x="365641" y="50230"/>
                  <a:pt x="370918" y="48666"/>
                  <a:pt x="376129" y="48666"/>
                </a:cubicBezTo>
                <a:cubicBezTo>
                  <a:pt x="379778" y="48666"/>
                  <a:pt x="382905" y="49123"/>
                  <a:pt x="385512" y="50035"/>
                </a:cubicBezTo>
                <a:cubicBezTo>
                  <a:pt x="388118" y="50948"/>
                  <a:pt x="390301" y="52187"/>
                  <a:pt x="392058" y="53751"/>
                </a:cubicBezTo>
                <a:cubicBezTo>
                  <a:pt x="393818" y="55314"/>
                  <a:pt x="395186" y="57170"/>
                  <a:pt x="396162" y="59319"/>
                </a:cubicBezTo>
                <a:cubicBezTo>
                  <a:pt x="397140" y="61469"/>
                  <a:pt x="397890" y="63847"/>
                  <a:pt x="398411" y="66453"/>
                </a:cubicBezTo>
                <a:cubicBezTo>
                  <a:pt x="404145" y="60982"/>
                  <a:pt x="409813" y="56649"/>
                  <a:pt x="415416" y="53456"/>
                </a:cubicBezTo>
                <a:cubicBezTo>
                  <a:pt x="421019" y="50263"/>
                  <a:pt x="426426" y="48666"/>
                  <a:pt x="431637" y="48666"/>
                </a:cubicBezTo>
                <a:cubicBezTo>
                  <a:pt x="439586" y="48666"/>
                  <a:pt x="445352" y="50752"/>
                  <a:pt x="448935" y="54923"/>
                </a:cubicBezTo>
                <a:cubicBezTo>
                  <a:pt x="452520" y="59093"/>
                  <a:pt x="454312" y="65086"/>
                  <a:pt x="454312" y="72904"/>
                </a:cubicBezTo>
                <a:cubicBezTo>
                  <a:pt x="454312" y="75119"/>
                  <a:pt x="454181" y="77269"/>
                  <a:pt x="453919" y="79355"/>
                </a:cubicBezTo>
                <a:cubicBezTo>
                  <a:pt x="453658" y="81439"/>
                  <a:pt x="453267" y="83784"/>
                  <a:pt x="452747" y="86390"/>
                </a:cubicBezTo>
                <a:lnTo>
                  <a:pt x="440629" y="146980"/>
                </a:lnTo>
                <a:lnTo>
                  <a:pt x="419520" y="146980"/>
                </a:lnTo>
                <a:lnTo>
                  <a:pt x="431247" y="89125"/>
                </a:lnTo>
                <a:cubicBezTo>
                  <a:pt x="431768" y="86910"/>
                  <a:pt x="432158" y="85022"/>
                  <a:pt x="432419" y="83459"/>
                </a:cubicBezTo>
                <a:cubicBezTo>
                  <a:pt x="432681" y="81894"/>
                  <a:pt x="432812" y="80395"/>
                  <a:pt x="432812" y="78961"/>
                </a:cubicBezTo>
                <a:cubicBezTo>
                  <a:pt x="432812" y="70754"/>
                  <a:pt x="428902" y="66650"/>
                  <a:pt x="421083" y="66650"/>
                </a:cubicBezTo>
                <a:cubicBezTo>
                  <a:pt x="418607" y="66650"/>
                  <a:pt x="415415" y="67823"/>
                  <a:pt x="411506" y="70169"/>
                </a:cubicBezTo>
                <a:cubicBezTo>
                  <a:pt x="407597" y="72513"/>
                  <a:pt x="403168" y="76291"/>
                  <a:pt x="398217" y="81502"/>
                </a:cubicBezTo>
                <a:lnTo>
                  <a:pt x="385121" y="146980"/>
                </a:lnTo>
                <a:lnTo>
                  <a:pt x="364206" y="146980"/>
                </a:lnTo>
                <a:lnTo>
                  <a:pt x="375739" y="89125"/>
                </a:lnTo>
                <a:cubicBezTo>
                  <a:pt x="376260" y="86910"/>
                  <a:pt x="376650" y="85022"/>
                  <a:pt x="376911" y="83459"/>
                </a:cubicBezTo>
                <a:cubicBezTo>
                  <a:pt x="377171" y="81894"/>
                  <a:pt x="377301" y="80395"/>
                  <a:pt x="377301" y="78961"/>
                </a:cubicBezTo>
                <a:cubicBezTo>
                  <a:pt x="377301" y="70754"/>
                  <a:pt x="373458" y="66650"/>
                  <a:pt x="365772" y="66650"/>
                </a:cubicBezTo>
                <a:cubicBezTo>
                  <a:pt x="363165" y="66650"/>
                  <a:pt x="359907" y="67823"/>
                  <a:pt x="355998" y="70169"/>
                </a:cubicBezTo>
                <a:cubicBezTo>
                  <a:pt x="352089" y="72513"/>
                  <a:pt x="347724" y="76291"/>
                  <a:pt x="342903" y="81502"/>
                </a:cubicBezTo>
                <a:lnTo>
                  <a:pt x="330004" y="146980"/>
                </a:lnTo>
                <a:lnTo>
                  <a:pt x="308895" y="146980"/>
                </a:lnTo>
                <a:close/>
                <a:moveTo>
                  <a:pt x="471411" y="105349"/>
                </a:moveTo>
                <a:lnTo>
                  <a:pt x="474539" y="89907"/>
                </a:lnTo>
                <a:lnTo>
                  <a:pt x="518905" y="89907"/>
                </a:lnTo>
                <a:lnTo>
                  <a:pt x="515582" y="105349"/>
                </a:lnTo>
                <a:lnTo>
                  <a:pt x="471411" y="105349"/>
                </a:lnTo>
                <a:close/>
                <a:moveTo>
                  <a:pt x="533870" y="123330"/>
                </a:moveTo>
                <a:lnTo>
                  <a:pt x="533870" y="105543"/>
                </a:lnTo>
                <a:lnTo>
                  <a:pt x="570419" y="91863"/>
                </a:lnTo>
                <a:lnTo>
                  <a:pt x="595241" y="82677"/>
                </a:lnTo>
                <a:lnTo>
                  <a:pt x="595241" y="81896"/>
                </a:lnTo>
                <a:lnTo>
                  <a:pt x="570419" y="72513"/>
                </a:lnTo>
                <a:lnTo>
                  <a:pt x="533870" y="58830"/>
                </a:lnTo>
                <a:lnTo>
                  <a:pt x="533870" y="41437"/>
                </a:lnTo>
                <a:lnTo>
                  <a:pt x="617132" y="74858"/>
                </a:lnTo>
                <a:lnTo>
                  <a:pt x="617132" y="89907"/>
                </a:lnTo>
                <a:lnTo>
                  <a:pt x="533870" y="123330"/>
                </a:lnTo>
                <a:close/>
                <a:moveTo>
                  <a:pt x="646254" y="149325"/>
                </a:moveTo>
                <a:cubicBezTo>
                  <a:pt x="640651" y="149325"/>
                  <a:pt x="636547" y="147957"/>
                  <a:pt x="633940" y="145221"/>
                </a:cubicBezTo>
                <a:cubicBezTo>
                  <a:pt x="631334" y="142485"/>
                  <a:pt x="630030" y="138642"/>
                  <a:pt x="630030" y="133691"/>
                </a:cubicBezTo>
                <a:cubicBezTo>
                  <a:pt x="630030" y="130693"/>
                  <a:pt x="630487" y="127305"/>
                  <a:pt x="631399" y="123527"/>
                </a:cubicBezTo>
                <a:lnTo>
                  <a:pt x="654268" y="8992"/>
                </a:lnTo>
                <a:lnTo>
                  <a:pt x="675180" y="8992"/>
                </a:lnTo>
                <a:lnTo>
                  <a:pt x="652118" y="124502"/>
                </a:lnTo>
                <a:cubicBezTo>
                  <a:pt x="651857" y="125546"/>
                  <a:pt x="651727" y="126328"/>
                  <a:pt x="651727" y="126849"/>
                </a:cubicBezTo>
                <a:cubicBezTo>
                  <a:pt x="651727" y="127370"/>
                  <a:pt x="651727" y="127827"/>
                  <a:pt x="651727" y="128218"/>
                </a:cubicBezTo>
                <a:cubicBezTo>
                  <a:pt x="651727" y="130954"/>
                  <a:pt x="652835" y="132322"/>
                  <a:pt x="655049" y="132322"/>
                </a:cubicBezTo>
                <a:cubicBezTo>
                  <a:pt x="655702" y="132322"/>
                  <a:pt x="656222" y="132289"/>
                  <a:pt x="656612" y="132224"/>
                </a:cubicBezTo>
                <a:cubicBezTo>
                  <a:pt x="657004" y="132158"/>
                  <a:pt x="657656" y="131995"/>
                  <a:pt x="658569" y="131735"/>
                </a:cubicBezTo>
                <a:lnTo>
                  <a:pt x="658178" y="147371"/>
                </a:lnTo>
                <a:cubicBezTo>
                  <a:pt x="656744" y="148023"/>
                  <a:pt x="655050" y="148511"/>
                  <a:pt x="653096" y="148835"/>
                </a:cubicBezTo>
                <a:cubicBezTo>
                  <a:pt x="651142" y="149162"/>
                  <a:pt x="648861" y="149325"/>
                  <a:pt x="646254" y="149325"/>
                </a:cubicBezTo>
                <a:close/>
                <a:moveTo>
                  <a:pt x="716206" y="149325"/>
                </a:moveTo>
                <a:cubicBezTo>
                  <a:pt x="710864" y="149325"/>
                  <a:pt x="705978" y="148413"/>
                  <a:pt x="701548" y="146590"/>
                </a:cubicBezTo>
                <a:cubicBezTo>
                  <a:pt x="697118" y="144765"/>
                  <a:pt x="693339" y="142159"/>
                  <a:pt x="690212" y="138773"/>
                </a:cubicBezTo>
                <a:cubicBezTo>
                  <a:pt x="687084" y="135385"/>
                  <a:pt x="684674" y="131280"/>
                  <a:pt x="682980" y="126459"/>
                </a:cubicBezTo>
                <a:cubicBezTo>
                  <a:pt x="681286" y="121637"/>
                  <a:pt x="680439" y="116229"/>
                  <a:pt x="680439" y="110235"/>
                </a:cubicBezTo>
                <a:cubicBezTo>
                  <a:pt x="680439" y="101114"/>
                  <a:pt x="681970" y="92743"/>
                  <a:pt x="685031" y="85120"/>
                </a:cubicBezTo>
                <a:cubicBezTo>
                  <a:pt x="688093" y="77497"/>
                  <a:pt x="692100" y="71014"/>
                  <a:pt x="697050" y="65672"/>
                </a:cubicBezTo>
                <a:cubicBezTo>
                  <a:pt x="702003" y="60329"/>
                  <a:pt x="707639" y="56160"/>
                  <a:pt x="713958" y="53164"/>
                </a:cubicBezTo>
                <a:cubicBezTo>
                  <a:pt x="720278" y="50166"/>
                  <a:pt x="726696" y="48666"/>
                  <a:pt x="733212" y="48666"/>
                </a:cubicBezTo>
                <a:cubicBezTo>
                  <a:pt x="744157" y="48666"/>
                  <a:pt x="752888" y="52153"/>
                  <a:pt x="759403" y="59126"/>
                </a:cubicBezTo>
                <a:cubicBezTo>
                  <a:pt x="765919" y="66096"/>
                  <a:pt x="769176" y="75641"/>
                  <a:pt x="769176" y="87759"/>
                </a:cubicBezTo>
                <a:cubicBezTo>
                  <a:pt x="769176" y="96880"/>
                  <a:pt x="767644" y="105218"/>
                  <a:pt x="764580" y="112776"/>
                </a:cubicBezTo>
                <a:cubicBezTo>
                  <a:pt x="761519" y="120333"/>
                  <a:pt x="757512" y="126816"/>
                  <a:pt x="752561" y="132224"/>
                </a:cubicBezTo>
                <a:cubicBezTo>
                  <a:pt x="747611" y="137632"/>
                  <a:pt x="741975" y="141834"/>
                  <a:pt x="735654" y="144830"/>
                </a:cubicBezTo>
                <a:cubicBezTo>
                  <a:pt x="729336" y="147826"/>
                  <a:pt x="722853" y="149325"/>
                  <a:pt x="716206" y="149325"/>
                </a:cubicBezTo>
                <a:moveTo>
                  <a:pt x="718553" y="132322"/>
                </a:moveTo>
                <a:cubicBezTo>
                  <a:pt x="722331" y="132322"/>
                  <a:pt x="725979" y="131182"/>
                  <a:pt x="729496" y="128901"/>
                </a:cubicBezTo>
                <a:cubicBezTo>
                  <a:pt x="733015" y="126621"/>
                  <a:pt x="736142" y="123493"/>
                  <a:pt x="738878" y="119519"/>
                </a:cubicBezTo>
                <a:cubicBezTo>
                  <a:pt x="741616" y="115544"/>
                  <a:pt x="743799" y="110886"/>
                  <a:pt x="745428" y="105543"/>
                </a:cubicBezTo>
                <a:cubicBezTo>
                  <a:pt x="747056" y="100201"/>
                  <a:pt x="747870" y="94468"/>
                  <a:pt x="747870" y="88344"/>
                </a:cubicBezTo>
                <a:cubicBezTo>
                  <a:pt x="747870" y="81047"/>
                  <a:pt x="746437" y="75444"/>
                  <a:pt x="743570" y="71535"/>
                </a:cubicBezTo>
                <a:cubicBezTo>
                  <a:pt x="740705" y="67626"/>
                  <a:pt x="736535" y="65672"/>
                  <a:pt x="731061" y="65672"/>
                </a:cubicBezTo>
                <a:cubicBezTo>
                  <a:pt x="727284" y="65672"/>
                  <a:pt x="723603" y="66812"/>
                  <a:pt x="720018" y="69093"/>
                </a:cubicBezTo>
                <a:cubicBezTo>
                  <a:pt x="716435" y="71373"/>
                  <a:pt x="713276" y="74468"/>
                  <a:pt x="710540" y="78377"/>
                </a:cubicBezTo>
                <a:cubicBezTo>
                  <a:pt x="707804" y="82286"/>
                  <a:pt x="705621" y="86911"/>
                  <a:pt x="703990" y="92254"/>
                </a:cubicBezTo>
                <a:cubicBezTo>
                  <a:pt x="702362" y="97596"/>
                  <a:pt x="701548" y="103329"/>
                  <a:pt x="701548" y="109453"/>
                </a:cubicBezTo>
                <a:cubicBezTo>
                  <a:pt x="701548" y="116750"/>
                  <a:pt x="702981" y="122386"/>
                  <a:pt x="705848" y="126360"/>
                </a:cubicBezTo>
                <a:cubicBezTo>
                  <a:pt x="708716" y="130335"/>
                  <a:pt x="712951" y="132322"/>
                  <a:pt x="718553" y="132322"/>
                </a:cubicBezTo>
                <a:close/>
                <a:moveTo>
                  <a:pt x="811179" y="149325"/>
                </a:moveTo>
                <a:cubicBezTo>
                  <a:pt x="802709" y="149325"/>
                  <a:pt x="796030" y="146328"/>
                  <a:pt x="791143" y="140336"/>
                </a:cubicBezTo>
                <a:cubicBezTo>
                  <a:pt x="786258" y="134341"/>
                  <a:pt x="783815" y="125675"/>
                  <a:pt x="783815" y="114338"/>
                </a:cubicBezTo>
                <a:cubicBezTo>
                  <a:pt x="783815" y="105218"/>
                  <a:pt x="785248" y="96652"/>
                  <a:pt x="788113" y="88639"/>
                </a:cubicBezTo>
                <a:cubicBezTo>
                  <a:pt x="790980" y="80625"/>
                  <a:pt x="794824" y="73653"/>
                  <a:pt x="799646" y="67724"/>
                </a:cubicBezTo>
                <a:cubicBezTo>
                  <a:pt x="804467" y="61795"/>
                  <a:pt x="809973" y="57136"/>
                  <a:pt x="816162" y="53748"/>
                </a:cubicBezTo>
                <a:cubicBezTo>
                  <a:pt x="822352" y="50360"/>
                  <a:pt x="828769" y="48666"/>
                  <a:pt x="835413" y="48666"/>
                </a:cubicBezTo>
                <a:cubicBezTo>
                  <a:pt x="840106" y="48666"/>
                  <a:pt x="844406" y="49872"/>
                  <a:pt x="848315" y="52284"/>
                </a:cubicBezTo>
                <a:cubicBezTo>
                  <a:pt x="852224" y="54694"/>
                  <a:pt x="855286" y="57983"/>
                  <a:pt x="857501" y="62153"/>
                </a:cubicBezTo>
                <a:lnTo>
                  <a:pt x="857891" y="62153"/>
                </a:lnTo>
                <a:lnTo>
                  <a:pt x="861995" y="51014"/>
                </a:lnTo>
                <a:lnTo>
                  <a:pt x="878804" y="51014"/>
                </a:lnTo>
                <a:lnTo>
                  <a:pt x="859651" y="146980"/>
                </a:lnTo>
                <a:lnTo>
                  <a:pt x="842452" y="146980"/>
                </a:lnTo>
                <a:lnTo>
                  <a:pt x="843427" y="133691"/>
                </a:lnTo>
                <a:lnTo>
                  <a:pt x="842842" y="133691"/>
                </a:lnTo>
                <a:cubicBezTo>
                  <a:pt x="838281" y="138381"/>
                  <a:pt x="833231" y="142160"/>
                  <a:pt x="827692" y="145027"/>
                </a:cubicBezTo>
                <a:cubicBezTo>
                  <a:pt x="822155" y="147892"/>
                  <a:pt x="816650" y="149325"/>
                  <a:pt x="811179" y="149325"/>
                </a:cubicBezTo>
                <a:moveTo>
                  <a:pt x="819777" y="132125"/>
                </a:moveTo>
                <a:cubicBezTo>
                  <a:pt x="823948" y="132125"/>
                  <a:pt x="828216" y="130888"/>
                  <a:pt x="832580" y="128412"/>
                </a:cubicBezTo>
                <a:cubicBezTo>
                  <a:pt x="836944" y="125937"/>
                  <a:pt x="841082" y="121767"/>
                  <a:pt x="844993" y="115904"/>
                </a:cubicBezTo>
                <a:lnTo>
                  <a:pt x="852810" y="77595"/>
                </a:lnTo>
                <a:cubicBezTo>
                  <a:pt x="850595" y="73426"/>
                  <a:pt x="848086" y="70430"/>
                  <a:pt x="845285" y="68607"/>
                </a:cubicBezTo>
                <a:cubicBezTo>
                  <a:pt x="842484" y="66781"/>
                  <a:pt x="839584" y="65869"/>
                  <a:pt x="836585" y="65869"/>
                </a:cubicBezTo>
                <a:cubicBezTo>
                  <a:pt x="832547" y="65869"/>
                  <a:pt x="828638" y="67074"/>
                  <a:pt x="824859" y="69483"/>
                </a:cubicBezTo>
                <a:cubicBezTo>
                  <a:pt x="821081" y="71893"/>
                  <a:pt x="817759" y="75184"/>
                  <a:pt x="814892" y="79355"/>
                </a:cubicBezTo>
                <a:cubicBezTo>
                  <a:pt x="812025" y="83524"/>
                  <a:pt x="809744" y="88378"/>
                  <a:pt x="808050" y="93915"/>
                </a:cubicBezTo>
                <a:cubicBezTo>
                  <a:pt x="806356" y="99452"/>
                  <a:pt x="805509" y="105283"/>
                  <a:pt x="805509" y="111407"/>
                </a:cubicBezTo>
                <a:cubicBezTo>
                  <a:pt x="805509" y="118443"/>
                  <a:pt x="806780" y="123655"/>
                  <a:pt x="809321" y="127043"/>
                </a:cubicBezTo>
                <a:cubicBezTo>
                  <a:pt x="811861" y="130431"/>
                  <a:pt x="815347" y="132125"/>
                  <a:pt x="819777" y="132125"/>
                </a:cubicBezTo>
                <a:close/>
                <a:moveTo>
                  <a:pt x="963025" y="61371"/>
                </a:moveTo>
                <a:lnTo>
                  <a:pt x="965760" y="43000"/>
                </a:lnTo>
                <a:lnTo>
                  <a:pt x="972405" y="8992"/>
                </a:lnTo>
                <a:lnTo>
                  <a:pt x="993320" y="8992"/>
                </a:lnTo>
                <a:lnTo>
                  <a:pt x="965566" y="146980"/>
                </a:lnTo>
                <a:lnTo>
                  <a:pt x="948367" y="146980"/>
                </a:lnTo>
                <a:lnTo>
                  <a:pt x="949342" y="133691"/>
                </a:lnTo>
                <a:lnTo>
                  <a:pt x="948758" y="133691"/>
                </a:lnTo>
                <a:cubicBezTo>
                  <a:pt x="944197" y="138381"/>
                  <a:pt x="939146" y="142160"/>
                  <a:pt x="933607" y="145027"/>
                </a:cubicBezTo>
                <a:cubicBezTo>
                  <a:pt x="928070" y="147892"/>
                  <a:pt x="922565" y="149325"/>
                  <a:pt x="917094" y="149325"/>
                </a:cubicBezTo>
                <a:cubicBezTo>
                  <a:pt x="908624" y="149325"/>
                  <a:pt x="901945" y="146328"/>
                  <a:pt x="897058" y="140336"/>
                </a:cubicBezTo>
                <a:cubicBezTo>
                  <a:pt x="892173" y="134341"/>
                  <a:pt x="889730" y="125675"/>
                  <a:pt x="889730" y="114338"/>
                </a:cubicBezTo>
                <a:cubicBezTo>
                  <a:pt x="889730" y="105218"/>
                  <a:pt x="891163" y="96652"/>
                  <a:pt x="894028" y="88639"/>
                </a:cubicBezTo>
                <a:cubicBezTo>
                  <a:pt x="896895" y="80625"/>
                  <a:pt x="900739" y="73653"/>
                  <a:pt x="905561" y="67724"/>
                </a:cubicBezTo>
                <a:cubicBezTo>
                  <a:pt x="910382" y="61795"/>
                  <a:pt x="915888" y="57136"/>
                  <a:pt x="922077" y="53748"/>
                </a:cubicBezTo>
                <a:cubicBezTo>
                  <a:pt x="928267" y="50360"/>
                  <a:pt x="934684" y="48666"/>
                  <a:pt x="941329" y="48666"/>
                </a:cubicBezTo>
                <a:cubicBezTo>
                  <a:pt x="946021" y="48666"/>
                  <a:pt x="950191" y="49839"/>
                  <a:pt x="953840" y="52186"/>
                </a:cubicBezTo>
                <a:cubicBezTo>
                  <a:pt x="957488" y="54532"/>
                  <a:pt x="960354" y="57594"/>
                  <a:pt x="962438" y="61371"/>
                </a:cubicBezTo>
                <a:lnTo>
                  <a:pt x="963025" y="61371"/>
                </a:lnTo>
                <a:moveTo>
                  <a:pt x="925692" y="132125"/>
                </a:moveTo>
                <a:cubicBezTo>
                  <a:pt x="929863" y="132125"/>
                  <a:pt x="934098" y="130888"/>
                  <a:pt x="938397" y="128412"/>
                </a:cubicBezTo>
                <a:cubicBezTo>
                  <a:pt x="942697" y="125937"/>
                  <a:pt x="946868" y="121767"/>
                  <a:pt x="950908" y="115904"/>
                </a:cubicBezTo>
                <a:lnTo>
                  <a:pt x="958725" y="77595"/>
                </a:lnTo>
                <a:cubicBezTo>
                  <a:pt x="956510" y="73426"/>
                  <a:pt x="954002" y="70430"/>
                  <a:pt x="951200" y="68607"/>
                </a:cubicBezTo>
                <a:cubicBezTo>
                  <a:pt x="948399" y="66781"/>
                  <a:pt x="945499" y="65869"/>
                  <a:pt x="942501" y="65869"/>
                </a:cubicBezTo>
                <a:cubicBezTo>
                  <a:pt x="938462" y="65869"/>
                  <a:pt x="934554" y="67074"/>
                  <a:pt x="930774" y="69483"/>
                </a:cubicBezTo>
                <a:cubicBezTo>
                  <a:pt x="926996" y="71893"/>
                  <a:pt x="923674" y="75184"/>
                  <a:pt x="920807" y="79355"/>
                </a:cubicBezTo>
                <a:cubicBezTo>
                  <a:pt x="917940" y="83524"/>
                  <a:pt x="915659" y="88378"/>
                  <a:pt x="913965" y="93915"/>
                </a:cubicBezTo>
                <a:cubicBezTo>
                  <a:pt x="912271" y="99452"/>
                  <a:pt x="911424" y="105283"/>
                  <a:pt x="911424" y="111407"/>
                </a:cubicBezTo>
                <a:cubicBezTo>
                  <a:pt x="911424" y="118443"/>
                  <a:pt x="912695" y="123655"/>
                  <a:pt x="915236" y="127043"/>
                </a:cubicBezTo>
                <a:cubicBezTo>
                  <a:pt x="917777" y="130431"/>
                  <a:pt x="921262" y="132125"/>
                  <a:pt x="925692" y="13212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XML(…);">
            <a:extLst xmlns:a="http://schemas.openxmlformats.org/drawingml/2006/main">
              <a:ext uri="{FF2B5EF4-FFF2-40B4-BE49-F238E27FC236}">
                <a16:creationId xmlns:a16="http://schemas.microsoft.com/office/drawing/2014/main" id="{B615E14D-4D2C-4995-AC51-E3A1A03E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8765" y="1704465"/>
            <a:ext cx="699586" cy="177860"/>
          </a:xfrm>
          <a:custGeom xmlns:a="http://schemas.openxmlformats.org/drawingml/2006/main">
            <a:pathLst>
              <a:path w="699586" h="177860">
                <a:moveTo>
                  <a:pt x="0" y="143071"/>
                </a:moveTo>
                <a:lnTo>
                  <a:pt x="48276" y="77008"/>
                </a:lnTo>
                <a:lnTo>
                  <a:pt x="27754" y="15243"/>
                </a:lnTo>
                <a:lnTo>
                  <a:pt x="51014" y="15243"/>
                </a:lnTo>
                <a:lnTo>
                  <a:pt x="59612" y="44953"/>
                </a:lnTo>
                <a:cubicBezTo>
                  <a:pt x="60393" y="47950"/>
                  <a:pt x="61142" y="50979"/>
                  <a:pt x="61857" y="54041"/>
                </a:cubicBezTo>
                <a:cubicBezTo>
                  <a:pt x="62575" y="57103"/>
                  <a:pt x="63456" y="60458"/>
                  <a:pt x="64500" y="64106"/>
                </a:cubicBezTo>
                <a:lnTo>
                  <a:pt x="65281" y="64106"/>
                </a:lnTo>
                <a:cubicBezTo>
                  <a:pt x="67496" y="60589"/>
                  <a:pt x="69678" y="57202"/>
                  <a:pt x="71828" y="53945"/>
                </a:cubicBezTo>
                <a:cubicBezTo>
                  <a:pt x="73979" y="50686"/>
                  <a:pt x="75966" y="47559"/>
                  <a:pt x="77789" y="44563"/>
                </a:cubicBezTo>
                <a:lnTo>
                  <a:pt x="97139" y="15243"/>
                </a:lnTo>
                <a:lnTo>
                  <a:pt x="119617" y="15243"/>
                </a:lnTo>
                <a:lnTo>
                  <a:pt x="73879" y="78180"/>
                </a:lnTo>
                <a:lnTo>
                  <a:pt x="96161" y="143071"/>
                </a:lnTo>
                <a:lnTo>
                  <a:pt x="72904" y="143071"/>
                </a:lnTo>
                <a:lnTo>
                  <a:pt x="63522" y="111213"/>
                </a:lnTo>
                <a:cubicBezTo>
                  <a:pt x="62480" y="107954"/>
                  <a:pt x="61535" y="104696"/>
                  <a:pt x="60688" y="101440"/>
                </a:cubicBezTo>
                <a:cubicBezTo>
                  <a:pt x="59841" y="98181"/>
                  <a:pt x="58896" y="94727"/>
                  <a:pt x="57852" y="91079"/>
                </a:cubicBezTo>
                <a:lnTo>
                  <a:pt x="57268" y="91079"/>
                </a:lnTo>
                <a:cubicBezTo>
                  <a:pt x="54792" y="94727"/>
                  <a:pt x="52446" y="98245"/>
                  <a:pt x="50229" y="101633"/>
                </a:cubicBezTo>
                <a:cubicBezTo>
                  <a:pt x="48014" y="105021"/>
                  <a:pt x="45865" y="108409"/>
                  <a:pt x="43781" y="111797"/>
                </a:cubicBezTo>
                <a:lnTo>
                  <a:pt x="22475" y="143071"/>
                </a:lnTo>
                <a:lnTo>
                  <a:pt x="0" y="143071"/>
                </a:lnTo>
                <a:close/>
                <a:moveTo>
                  <a:pt x="116469" y="143071"/>
                </a:moveTo>
                <a:lnTo>
                  <a:pt x="141879" y="15243"/>
                </a:lnTo>
                <a:lnTo>
                  <a:pt x="165332" y="15243"/>
                </a:lnTo>
                <a:lnTo>
                  <a:pt x="175496" y="79158"/>
                </a:lnTo>
                <a:lnTo>
                  <a:pt x="179209" y="103784"/>
                </a:lnTo>
                <a:lnTo>
                  <a:pt x="179991" y="103784"/>
                </a:lnTo>
                <a:lnTo>
                  <a:pt x="192696" y="79158"/>
                </a:lnTo>
                <a:lnTo>
                  <a:pt x="227879" y="15243"/>
                </a:lnTo>
                <a:lnTo>
                  <a:pt x="251135" y="15243"/>
                </a:lnTo>
                <a:lnTo>
                  <a:pt x="225532" y="143071"/>
                </a:lnTo>
                <a:lnTo>
                  <a:pt x="205598" y="143071"/>
                </a:lnTo>
                <a:lnTo>
                  <a:pt x="218299" y="81699"/>
                </a:lnTo>
                <a:cubicBezTo>
                  <a:pt x="218952" y="78701"/>
                  <a:pt x="219701" y="75476"/>
                  <a:pt x="220548" y="72024"/>
                </a:cubicBezTo>
                <a:cubicBezTo>
                  <a:pt x="221395" y="68571"/>
                  <a:pt x="222275" y="65085"/>
                  <a:pt x="223188" y="61568"/>
                </a:cubicBezTo>
                <a:cubicBezTo>
                  <a:pt x="224100" y="58049"/>
                  <a:pt x="225012" y="54595"/>
                  <a:pt x="225922" y="51207"/>
                </a:cubicBezTo>
                <a:cubicBezTo>
                  <a:pt x="226835" y="47819"/>
                  <a:pt x="227748" y="44627"/>
                  <a:pt x="228660" y="41631"/>
                </a:cubicBezTo>
                <a:lnTo>
                  <a:pt x="228073" y="41631"/>
                </a:lnTo>
                <a:lnTo>
                  <a:pt x="212436" y="70557"/>
                </a:lnTo>
                <a:lnTo>
                  <a:pt x="178625" y="130562"/>
                </a:lnTo>
                <a:lnTo>
                  <a:pt x="168852" y="130562"/>
                </a:lnTo>
                <a:lnTo>
                  <a:pt x="158297" y="70557"/>
                </a:lnTo>
                <a:lnTo>
                  <a:pt x="154193" y="41631"/>
                </a:lnTo>
                <a:lnTo>
                  <a:pt x="153409" y="41631"/>
                </a:lnTo>
                <a:cubicBezTo>
                  <a:pt x="152759" y="47624"/>
                  <a:pt x="152010" y="54301"/>
                  <a:pt x="151163" y="61664"/>
                </a:cubicBezTo>
                <a:cubicBezTo>
                  <a:pt x="150316" y="69026"/>
                  <a:pt x="149306" y="75705"/>
                  <a:pt x="148133" y="81699"/>
                </a:cubicBezTo>
                <a:lnTo>
                  <a:pt x="135819" y="143071"/>
                </a:lnTo>
                <a:lnTo>
                  <a:pt x="116469" y="143071"/>
                </a:lnTo>
                <a:close/>
                <a:moveTo>
                  <a:pt x="257567" y="143071"/>
                </a:moveTo>
                <a:lnTo>
                  <a:pt x="282977" y="15243"/>
                </a:lnTo>
                <a:lnTo>
                  <a:pt x="304086" y="15243"/>
                </a:lnTo>
                <a:lnTo>
                  <a:pt x="282195" y="125284"/>
                </a:lnTo>
                <a:lnTo>
                  <a:pt x="333209" y="125284"/>
                </a:lnTo>
                <a:lnTo>
                  <a:pt x="329690" y="143071"/>
                </a:lnTo>
                <a:lnTo>
                  <a:pt x="257567" y="143071"/>
                </a:lnTo>
                <a:close/>
                <a:moveTo>
                  <a:pt x="369309" y="177860"/>
                </a:moveTo>
                <a:cubicBezTo>
                  <a:pt x="366313" y="169521"/>
                  <a:pt x="363675" y="160009"/>
                  <a:pt x="361394" y="149325"/>
                </a:cubicBezTo>
                <a:cubicBezTo>
                  <a:pt x="359114" y="138640"/>
                  <a:pt x="357973" y="127955"/>
                  <a:pt x="357973" y="117270"/>
                </a:cubicBezTo>
                <a:cubicBezTo>
                  <a:pt x="357973" y="105935"/>
                  <a:pt x="358983" y="95186"/>
                  <a:pt x="361003" y="85022"/>
                </a:cubicBezTo>
                <a:cubicBezTo>
                  <a:pt x="363024" y="74858"/>
                  <a:pt x="365988" y="65020"/>
                  <a:pt x="369897" y="55508"/>
                </a:cubicBezTo>
                <a:cubicBezTo>
                  <a:pt x="373806" y="45996"/>
                  <a:pt x="378595" y="36680"/>
                  <a:pt x="384263" y="27560"/>
                </a:cubicBezTo>
                <a:cubicBezTo>
                  <a:pt x="389932" y="18438"/>
                  <a:pt x="396414" y="9251"/>
                  <a:pt x="403711" y="0"/>
                </a:cubicBezTo>
                <a:lnTo>
                  <a:pt x="416022" y="6448"/>
                </a:lnTo>
                <a:cubicBezTo>
                  <a:pt x="402212" y="24430"/>
                  <a:pt x="391951" y="42737"/>
                  <a:pt x="385238" y="61371"/>
                </a:cubicBezTo>
                <a:cubicBezTo>
                  <a:pt x="378528" y="80005"/>
                  <a:pt x="375173" y="99225"/>
                  <a:pt x="375173" y="119030"/>
                </a:cubicBezTo>
                <a:cubicBezTo>
                  <a:pt x="375173" y="123330"/>
                  <a:pt x="375336" y="127858"/>
                  <a:pt x="375662" y="132614"/>
                </a:cubicBezTo>
                <a:cubicBezTo>
                  <a:pt x="375988" y="137370"/>
                  <a:pt x="376444" y="142093"/>
                  <a:pt x="377031" y="146784"/>
                </a:cubicBezTo>
                <a:cubicBezTo>
                  <a:pt x="377617" y="151474"/>
                  <a:pt x="378399" y="156001"/>
                  <a:pt x="379375" y="160365"/>
                </a:cubicBezTo>
                <a:cubicBezTo>
                  <a:pt x="380353" y="164732"/>
                  <a:pt x="381559" y="168739"/>
                  <a:pt x="382993" y="172387"/>
                </a:cubicBezTo>
                <a:lnTo>
                  <a:pt x="369309" y="177860"/>
                </a:lnTo>
                <a:close/>
                <a:moveTo>
                  <a:pt x="432362" y="145415"/>
                </a:moveTo>
                <a:cubicBezTo>
                  <a:pt x="428843" y="145415"/>
                  <a:pt x="426040" y="144275"/>
                  <a:pt x="423955" y="141997"/>
                </a:cubicBezTo>
                <a:cubicBezTo>
                  <a:pt x="421871" y="139716"/>
                  <a:pt x="420829" y="136816"/>
                  <a:pt x="420829" y="133297"/>
                </a:cubicBezTo>
                <a:cubicBezTo>
                  <a:pt x="420829" y="131214"/>
                  <a:pt x="421220" y="129162"/>
                  <a:pt x="422001" y="127142"/>
                </a:cubicBezTo>
                <a:cubicBezTo>
                  <a:pt x="422785" y="125122"/>
                  <a:pt x="423925" y="123330"/>
                  <a:pt x="425422" y="121767"/>
                </a:cubicBezTo>
                <a:cubicBezTo>
                  <a:pt x="426921" y="120203"/>
                  <a:pt x="428648" y="118932"/>
                  <a:pt x="430602" y="117956"/>
                </a:cubicBezTo>
                <a:cubicBezTo>
                  <a:pt x="432557" y="116978"/>
                  <a:pt x="434707" y="116489"/>
                  <a:pt x="437053" y="116489"/>
                </a:cubicBezTo>
                <a:cubicBezTo>
                  <a:pt x="440571" y="116489"/>
                  <a:pt x="443339" y="117662"/>
                  <a:pt x="445359" y="120008"/>
                </a:cubicBezTo>
                <a:cubicBezTo>
                  <a:pt x="447379" y="122352"/>
                  <a:pt x="448389" y="125284"/>
                  <a:pt x="448389" y="128803"/>
                </a:cubicBezTo>
                <a:cubicBezTo>
                  <a:pt x="448389" y="130887"/>
                  <a:pt x="447998" y="132938"/>
                  <a:pt x="447214" y="134958"/>
                </a:cubicBezTo>
                <a:cubicBezTo>
                  <a:pt x="446433" y="136979"/>
                  <a:pt x="445358" y="138771"/>
                  <a:pt x="443990" y="140336"/>
                </a:cubicBezTo>
                <a:cubicBezTo>
                  <a:pt x="442622" y="141898"/>
                  <a:pt x="440928" y="143135"/>
                  <a:pt x="438908" y="144046"/>
                </a:cubicBezTo>
                <a:cubicBezTo>
                  <a:pt x="436890" y="144958"/>
                  <a:pt x="434708" y="145415"/>
                  <a:pt x="432362" y="145415"/>
                </a:cubicBezTo>
                <a:moveTo>
                  <a:pt x="495690" y="145415"/>
                </a:moveTo>
                <a:cubicBezTo>
                  <a:pt x="492171" y="145415"/>
                  <a:pt x="489368" y="144275"/>
                  <a:pt x="487283" y="141997"/>
                </a:cubicBezTo>
                <a:cubicBezTo>
                  <a:pt x="485199" y="139716"/>
                  <a:pt x="484157" y="136816"/>
                  <a:pt x="484157" y="133297"/>
                </a:cubicBezTo>
                <a:cubicBezTo>
                  <a:pt x="484157" y="131214"/>
                  <a:pt x="484548" y="129162"/>
                  <a:pt x="485329" y="127142"/>
                </a:cubicBezTo>
                <a:cubicBezTo>
                  <a:pt x="486112" y="125122"/>
                  <a:pt x="487253" y="123330"/>
                  <a:pt x="488750" y="121767"/>
                </a:cubicBezTo>
                <a:cubicBezTo>
                  <a:pt x="490249" y="120203"/>
                  <a:pt x="491976" y="118932"/>
                  <a:pt x="493930" y="117956"/>
                </a:cubicBezTo>
                <a:cubicBezTo>
                  <a:pt x="495885" y="116978"/>
                  <a:pt x="498035" y="116489"/>
                  <a:pt x="500381" y="116489"/>
                </a:cubicBezTo>
                <a:cubicBezTo>
                  <a:pt x="503898" y="116489"/>
                  <a:pt x="506667" y="117662"/>
                  <a:pt x="508687" y="120008"/>
                </a:cubicBezTo>
                <a:cubicBezTo>
                  <a:pt x="510707" y="122352"/>
                  <a:pt x="511717" y="125284"/>
                  <a:pt x="511717" y="128803"/>
                </a:cubicBezTo>
                <a:cubicBezTo>
                  <a:pt x="511717" y="130887"/>
                  <a:pt x="511325" y="132938"/>
                  <a:pt x="510542" y="134958"/>
                </a:cubicBezTo>
                <a:cubicBezTo>
                  <a:pt x="509761" y="136979"/>
                  <a:pt x="508686" y="138771"/>
                  <a:pt x="507318" y="140336"/>
                </a:cubicBezTo>
                <a:cubicBezTo>
                  <a:pt x="505950" y="141898"/>
                  <a:pt x="504256" y="143135"/>
                  <a:pt x="502236" y="144046"/>
                </a:cubicBezTo>
                <a:cubicBezTo>
                  <a:pt x="500218" y="144958"/>
                  <a:pt x="498036" y="145415"/>
                  <a:pt x="495690" y="145415"/>
                </a:cubicBezTo>
                <a:moveTo>
                  <a:pt x="559018" y="145415"/>
                </a:moveTo>
                <a:cubicBezTo>
                  <a:pt x="555498" y="145415"/>
                  <a:pt x="552696" y="144275"/>
                  <a:pt x="550610" y="141997"/>
                </a:cubicBezTo>
                <a:cubicBezTo>
                  <a:pt x="548527" y="139716"/>
                  <a:pt x="547485" y="136816"/>
                  <a:pt x="547485" y="133297"/>
                </a:cubicBezTo>
                <a:cubicBezTo>
                  <a:pt x="547485" y="131214"/>
                  <a:pt x="547875" y="129162"/>
                  <a:pt x="548657" y="127142"/>
                </a:cubicBezTo>
                <a:cubicBezTo>
                  <a:pt x="549440" y="125122"/>
                  <a:pt x="550580" y="123330"/>
                  <a:pt x="552078" y="121767"/>
                </a:cubicBezTo>
                <a:cubicBezTo>
                  <a:pt x="553577" y="120203"/>
                  <a:pt x="555304" y="118932"/>
                  <a:pt x="557258" y="117956"/>
                </a:cubicBezTo>
                <a:cubicBezTo>
                  <a:pt x="559212" y="116978"/>
                  <a:pt x="561363" y="116489"/>
                  <a:pt x="563709" y="116489"/>
                </a:cubicBezTo>
                <a:cubicBezTo>
                  <a:pt x="567226" y="116489"/>
                  <a:pt x="569995" y="117662"/>
                  <a:pt x="572015" y="120008"/>
                </a:cubicBezTo>
                <a:cubicBezTo>
                  <a:pt x="574035" y="122352"/>
                  <a:pt x="575045" y="125284"/>
                  <a:pt x="575045" y="128803"/>
                </a:cubicBezTo>
                <a:cubicBezTo>
                  <a:pt x="575045" y="130887"/>
                  <a:pt x="574653" y="132938"/>
                  <a:pt x="573870" y="134958"/>
                </a:cubicBezTo>
                <a:cubicBezTo>
                  <a:pt x="573088" y="136979"/>
                  <a:pt x="572014" y="138771"/>
                  <a:pt x="570646" y="140336"/>
                </a:cubicBezTo>
                <a:cubicBezTo>
                  <a:pt x="569278" y="141898"/>
                  <a:pt x="567584" y="143135"/>
                  <a:pt x="565564" y="144046"/>
                </a:cubicBezTo>
                <a:cubicBezTo>
                  <a:pt x="563546" y="144958"/>
                  <a:pt x="561364" y="145415"/>
                  <a:pt x="559018" y="145415"/>
                </a:cubicBezTo>
                <a:close/>
                <a:moveTo>
                  <a:pt x="600766" y="177860"/>
                </a:moveTo>
                <a:lnTo>
                  <a:pt x="588649" y="171215"/>
                </a:lnTo>
                <a:cubicBezTo>
                  <a:pt x="602459" y="153365"/>
                  <a:pt x="612687" y="135091"/>
                  <a:pt x="619331" y="116393"/>
                </a:cubicBezTo>
                <a:cubicBezTo>
                  <a:pt x="625978" y="97694"/>
                  <a:pt x="629301" y="78440"/>
                  <a:pt x="629301" y="58634"/>
                </a:cubicBezTo>
                <a:cubicBezTo>
                  <a:pt x="629301" y="54335"/>
                  <a:pt x="629138" y="49808"/>
                  <a:pt x="628812" y="45052"/>
                </a:cubicBezTo>
                <a:cubicBezTo>
                  <a:pt x="628486" y="40296"/>
                  <a:pt x="628030" y="35573"/>
                  <a:pt x="627443" y="30882"/>
                </a:cubicBezTo>
                <a:cubicBezTo>
                  <a:pt x="626859" y="26190"/>
                  <a:pt x="626077" y="21662"/>
                  <a:pt x="625099" y="17298"/>
                </a:cubicBezTo>
                <a:cubicBezTo>
                  <a:pt x="624123" y="12932"/>
                  <a:pt x="622983" y="8924"/>
                  <a:pt x="621678" y="5276"/>
                </a:cubicBezTo>
                <a:lnTo>
                  <a:pt x="635165" y="0"/>
                </a:lnTo>
                <a:cubicBezTo>
                  <a:pt x="636730" y="4169"/>
                  <a:pt x="638196" y="8632"/>
                  <a:pt x="639564" y="13388"/>
                </a:cubicBezTo>
                <a:cubicBezTo>
                  <a:pt x="640932" y="18144"/>
                  <a:pt x="642137" y="23128"/>
                  <a:pt x="643178" y="28342"/>
                </a:cubicBezTo>
                <a:cubicBezTo>
                  <a:pt x="644220" y="33553"/>
                  <a:pt x="645034" y="38862"/>
                  <a:pt x="645621" y="44270"/>
                </a:cubicBezTo>
                <a:cubicBezTo>
                  <a:pt x="646208" y="49676"/>
                  <a:pt x="646501" y="55051"/>
                  <a:pt x="646501" y="60393"/>
                </a:cubicBezTo>
                <a:cubicBezTo>
                  <a:pt x="646501" y="71730"/>
                  <a:pt x="645491" y="82513"/>
                  <a:pt x="643471" y="92743"/>
                </a:cubicBezTo>
                <a:cubicBezTo>
                  <a:pt x="641453" y="102971"/>
                  <a:pt x="638489" y="112840"/>
                  <a:pt x="634580" y="122352"/>
                </a:cubicBezTo>
                <a:cubicBezTo>
                  <a:pt x="630671" y="131864"/>
                  <a:pt x="625883" y="141180"/>
                  <a:pt x="620214" y="150300"/>
                </a:cubicBezTo>
                <a:cubicBezTo>
                  <a:pt x="614546" y="159422"/>
                  <a:pt x="608063" y="168609"/>
                  <a:pt x="600766" y="177860"/>
                </a:cubicBezTo>
                <a:close/>
                <a:moveTo>
                  <a:pt x="683559" y="76811"/>
                </a:moveTo>
                <a:cubicBezTo>
                  <a:pt x="680040" y="76811"/>
                  <a:pt x="677237" y="75672"/>
                  <a:pt x="675152" y="73393"/>
                </a:cubicBezTo>
                <a:cubicBezTo>
                  <a:pt x="673068" y="71113"/>
                  <a:pt x="672026" y="68213"/>
                  <a:pt x="672026" y="64694"/>
                </a:cubicBezTo>
                <a:cubicBezTo>
                  <a:pt x="672026" y="62610"/>
                  <a:pt x="672417" y="60558"/>
                  <a:pt x="673198" y="58538"/>
                </a:cubicBezTo>
                <a:cubicBezTo>
                  <a:pt x="673982" y="56518"/>
                  <a:pt x="675122" y="54727"/>
                  <a:pt x="676619" y="53164"/>
                </a:cubicBezTo>
                <a:cubicBezTo>
                  <a:pt x="678118" y="51599"/>
                  <a:pt x="679845" y="50329"/>
                  <a:pt x="681799" y="49352"/>
                </a:cubicBezTo>
                <a:cubicBezTo>
                  <a:pt x="683754" y="48374"/>
                  <a:pt x="685904" y="47885"/>
                  <a:pt x="688250" y="47885"/>
                </a:cubicBezTo>
                <a:cubicBezTo>
                  <a:pt x="691768" y="47885"/>
                  <a:pt x="694536" y="49058"/>
                  <a:pt x="696556" y="51404"/>
                </a:cubicBezTo>
                <a:cubicBezTo>
                  <a:pt x="698576" y="53748"/>
                  <a:pt x="699586" y="56680"/>
                  <a:pt x="699586" y="60199"/>
                </a:cubicBezTo>
                <a:cubicBezTo>
                  <a:pt x="699586" y="62283"/>
                  <a:pt x="699195" y="64335"/>
                  <a:pt x="698411" y="66355"/>
                </a:cubicBezTo>
                <a:cubicBezTo>
                  <a:pt x="697630" y="68375"/>
                  <a:pt x="696555" y="70167"/>
                  <a:pt x="695187" y="71732"/>
                </a:cubicBezTo>
                <a:cubicBezTo>
                  <a:pt x="693819" y="73295"/>
                  <a:pt x="692125" y="74533"/>
                  <a:pt x="690105" y="75445"/>
                </a:cubicBezTo>
                <a:cubicBezTo>
                  <a:pt x="688087" y="76356"/>
                  <a:pt x="685905" y="76811"/>
                  <a:pt x="683559" y="76811"/>
                </a:cubicBezTo>
                <a:moveTo>
                  <a:pt x="652677" y="177469"/>
                </a:moveTo>
                <a:lnTo>
                  <a:pt x="650136" y="165549"/>
                </a:lnTo>
                <a:cubicBezTo>
                  <a:pt x="657043" y="163334"/>
                  <a:pt x="662451" y="160239"/>
                  <a:pt x="666360" y="156265"/>
                </a:cubicBezTo>
                <a:cubicBezTo>
                  <a:pt x="670269" y="152290"/>
                  <a:pt x="672744" y="148022"/>
                  <a:pt x="673786" y="143461"/>
                </a:cubicBezTo>
                <a:cubicBezTo>
                  <a:pt x="670008" y="143461"/>
                  <a:pt x="666913" y="142419"/>
                  <a:pt x="664502" y="140336"/>
                </a:cubicBezTo>
                <a:cubicBezTo>
                  <a:pt x="662092" y="138250"/>
                  <a:pt x="660887" y="135383"/>
                  <a:pt x="660887" y="131735"/>
                </a:cubicBezTo>
                <a:cubicBezTo>
                  <a:pt x="660887" y="127826"/>
                  <a:pt x="662255" y="124307"/>
                  <a:pt x="664991" y="121180"/>
                </a:cubicBezTo>
                <a:cubicBezTo>
                  <a:pt x="667727" y="118052"/>
                  <a:pt x="671441" y="116489"/>
                  <a:pt x="676133" y="116489"/>
                </a:cubicBezTo>
                <a:cubicBezTo>
                  <a:pt x="680563" y="116489"/>
                  <a:pt x="683950" y="117922"/>
                  <a:pt x="686294" y="120789"/>
                </a:cubicBezTo>
                <a:cubicBezTo>
                  <a:pt x="688640" y="123656"/>
                  <a:pt x="689813" y="127565"/>
                  <a:pt x="689813" y="132516"/>
                </a:cubicBezTo>
                <a:cubicBezTo>
                  <a:pt x="689813" y="137990"/>
                  <a:pt x="688933" y="143169"/>
                  <a:pt x="687174" y="148054"/>
                </a:cubicBezTo>
                <a:cubicBezTo>
                  <a:pt x="685416" y="152941"/>
                  <a:pt x="682908" y="157339"/>
                  <a:pt x="679649" y="161248"/>
                </a:cubicBezTo>
                <a:cubicBezTo>
                  <a:pt x="676392" y="165157"/>
                  <a:pt x="672484" y="168512"/>
                  <a:pt x="667922" y="171314"/>
                </a:cubicBezTo>
                <a:cubicBezTo>
                  <a:pt x="663361" y="174115"/>
                  <a:pt x="658279" y="176167"/>
                  <a:pt x="652677" y="17746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$nodes=$dom-&gt;…;">
            <a:extLst xmlns:a="http://schemas.openxmlformats.org/drawingml/2006/main">
              <a:ext uri="{FF2B5EF4-FFF2-40B4-BE49-F238E27FC236}">
                <a16:creationId xmlns:a16="http://schemas.microsoft.com/office/drawing/2014/main" id="{216D44FA-12BB-49D5-BE7A-97E8D723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95" y="1940311"/>
            <a:ext cx="1618785" cy="181379"/>
          </a:xfrm>
          <a:custGeom xmlns:a="http://schemas.openxmlformats.org/drawingml/2006/main">
            <a:pathLst>
              <a:path w="1618785" h="181379">
                <a:moveTo>
                  <a:pt x="24822" y="168480"/>
                </a:moveTo>
                <a:lnTo>
                  <a:pt x="28926" y="148349"/>
                </a:lnTo>
                <a:cubicBezTo>
                  <a:pt x="23194" y="147045"/>
                  <a:pt x="17852" y="144797"/>
                  <a:pt x="12899" y="141606"/>
                </a:cubicBezTo>
                <a:cubicBezTo>
                  <a:pt x="7948" y="138413"/>
                  <a:pt x="3648" y="134666"/>
                  <a:pt x="0" y="130366"/>
                </a:cubicBezTo>
                <a:lnTo>
                  <a:pt x="13096" y="117467"/>
                </a:lnTo>
                <a:cubicBezTo>
                  <a:pt x="16092" y="121376"/>
                  <a:pt x="19772" y="124829"/>
                  <a:pt x="24136" y="127828"/>
                </a:cubicBezTo>
                <a:cubicBezTo>
                  <a:pt x="28503" y="130824"/>
                  <a:pt x="33422" y="132322"/>
                  <a:pt x="38896" y="132322"/>
                </a:cubicBezTo>
                <a:cubicBezTo>
                  <a:pt x="45149" y="132322"/>
                  <a:pt x="50133" y="130628"/>
                  <a:pt x="53847" y="127240"/>
                </a:cubicBezTo>
                <a:cubicBezTo>
                  <a:pt x="57561" y="123852"/>
                  <a:pt x="59418" y="119291"/>
                  <a:pt x="59418" y="113557"/>
                </a:cubicBezTo>
                <a:cubicBezTo>
                  <a:pt x="59418" y="109388"/>
                  <a:pt x="58408" y="105739"/>
                  <a:pt x="56388" y="102612"/>
                </a:cubicBezTo>
                <a:cubicBezTo>
                  <a:pt x="54368" y="99484"/>
                  <a:pt x="51860" y="96585"/>
                  <a:pt x="48863" y="93915"/>
                </a:cubicBezTo>
                <a:cubicBezTo>
                  <a:pt x="45867" y="91243"/>
                  <a:pt x="42642" y="88669"/>
                  <a:pt x="39188" y="86194"/>
                </a:cubicBezTo>
                <a:cubicBezTo>
                  <a:pt x="35735" y="83718"/>
                  <a:pt x="32510" y="81015"/>
                  <a:pt x="29514" y="78085"/>
                </a:cubicBezTo>
                <a:cubicBezTo>
                  <a:pt x="26517" y="75152"/>
                  <a:pt x="24009" y="71861"/>
                  <a:pt x="21989" y="68213"/>
                </a:cubicBezTo>
                <a:cubicBezTo>
                  <a:pt x="19969" y="64564"/>
                  <a:pt x="18959" y="60265"/>
                  <a:pt x="18959" y="55314"/>
                </a:cubicBezTo>
                <a:cubicBezTo>
                  <a:pt x="18959" y="50361"/>
                  <a:pt x="19806" y="45768"/>
                  <a:pt x="21500" y="41533"/>
                </a:cubicBezTo>
                <a:cubicBezTo>
                  <a:pt x="23194" y="37298"/>
                  <a:pt x="25605" y="33617"/>
                  <a:pt x="28732" y="30492"/>
                </a:cubicBezTo>
                <a:cubicBezTo>
                  <a:pt x="31860" y="27364"/>
                  <a:pt x="35573" y="24823"/>
                  <a:pt x="39871" y="22869"/>
                </a:cubicBezTo>
                <a:cubicBezTo>
                  <a:pt x="44172" y="20914"/>
                  <a:pt x="48993" y="19741"/>
                  <a:pt x="54336" y="19350"/>
                </a:cubicBezTo>
                <a:lnTo>
                  <a:pt x="58049" y="0"/>
                </a:lnTo>
                <a:lnTo>
                  <a:pt x="72513" y="0"/>
                </a:lnTo>
                <a:lnTo>
                  <a:pt x="68604" y="20522"/>
                </a:lnTo>
                <a:cubicBezTo>
                  <a:pt x="73165" y="21826"/>
                  <a:pt x="77400" y="23879"/>
                  <a:pt x="81309" y="26680"/>
                </a:cubicBezTo>
                <a:cubicBezTo>
                  <a:pt x="85217" y="29482"/>
                  <a:pt x="88736" y="32837"/>
                  <a:pt x="91863" y="36746"/>
                </a:cubicBezTo>
                <a:lnTo>
                  <a:pt x="78377" y="48666"/>
                </a:lnTo>
                <a:cubicBezTo>
                  <a:pt x="75770" y="45018"/>
                  <a:pt x="72676" y="42022"/>
                  <a:pt x="69093" y="39678"/>
                </a:cubicBezTo>
                <a:cubicBezTo>
                  <a:pt x="65510" y="37331"/>
                  <a:pt x="61698" y="36158"/>
                  <a:pt x="57658" y="36158"/>
                </a:cubicBezTo>
                <a:cubicBezTo>
                  <a:pt x="52187" y="36158"/>
                  <a:pt x="47821" y="37689"/>
                  <a:pt x="44563" y="40751"/>
                </a:cubicBezTo>
                <a:cubicBezTo>
                  <a:pt x="41306" y="43813"/>
                  <a:pt x="39678" y="47820"/>
                  <a:pt x="39678" y="52773"/>
                </a:cubicBezTo>
                <a:cubicBezTo>
                  <a:pt x="39678" y="56290"/>
                  <a:pt x="40687" y="59418"/>
                  <a:pt x="42705" y="62156"/>
                </a:cubicBezTo>
                <a:cubicBezTo>
                  <a:pt x="44725" y="64892"/>
                  <a:pt x="47233" y="67497"/>
                  <a:pt x="50229" y="69973"/>
                </a:cubicBezTo>
                <a:cubicBezTo>
                  <a:pt x="53227" y="72448"/>
                  <a:pt x="56452" y="74923"/>
                  <a:pt x="59904" y="77399"/>
                </a:cubicBezTo>
                <a:cubicBezTo>
                  <a:pt x="63358" y="79874"/>
                  <a:pt x="66583" y="82675"/>
                  <a:pt x="69579" y="85803"/>
                </a:cubicBezTo>
                <a:cubicBezTo>
                  <a:pt x="72577" y="88930"/>
                  <a:pt x="75086" y="92481"/>
                  <a:pt x="77106" y="96456"/>
                </a:cubicBezTo>
                <a:cubicBezTo>
                  <a:pt x="79126" y="100431"/>
                  <a:pt x="80136" y="105154"/>
                  <a:pt x="80136" y="110625"/>
                </a:cubicBezTo>
                <a:cubicBezTo>
                  <a:pt x="80136" y="115838"/>
                  <a:pt x="79257" y="120660"/>
                  <a:pt x="77497" y="125090"/>
                </a:cubicBezTo>
                <a:cubicBezTo>
                  <a:pt x="75737" y="129520"/>
                  <a:pt x="73261" y="133461"/>
                  <a:pt x="70068" y="136915"/>
                </a:cubicBezTo>
                <a:cubicBezTo>
                  <a:pt x="66877" y="140369"/>
                  <a:pt x="63001" y="143138"/>
                  <a:pt x="58440" y="145224"/>
                </a:cubicBezTo>
                <a:cubicBezTo>
                  <a:pt x="53879" y="147308"/>
                  <a:pt x="48797" y="148610"/>
                  <a:pt x="43194" y="149131"/>
                </a:cubicBezTo>
                <a:lnTo>
                  <a:pt x="39287" y="168480"/>
                </a:lnTo>
                <a:lnTo>
                  <a:pt x="24822" y="168480"/>
                </a:lnTo>
                <a:close/>
                <a:moveTo>
                  <a:pt x="99877" y="146980"/>
                </a:moveTo>
                <a:lnTo>
                  <a:pt x="119030" y="51014"/>
                </a:lnTo>
                <a:lnTo>
                  <a:pt x="136035" y="51014"/>
                </a:lnTo>
                <a:lnTo>
                  <a:pt x="135057" y="64500"/>
                </a:lnTo>
                <a:lnTo>
                  <a:pt x="135839" y="64500"/>
                </a:lnTo>
                <a:cubicBezTo>
                  <a:pt x="140921" y="60199"/>
                  <a:pt x="146166" y="56485"/>
                  <a:pt x="151574" y="53358"/>
                </a:cubicBezTo>
                <a:cubicBezTo>
                  <a:pt x="156982" y="50230"/>
                  <a:pt x="162748" y="48666"/>
                  <a:pt x="168871" y="48666"/>
                </a:cubicBezTo>
                <a:cubicBezTo>
                  <a:pt x="176950" y="48666"/>
                  <a:pt x="182747" y="50752"/>
                  <a:pt x="186265" y="54923"/>
                </a:cubicBezTo>
                <a:cubicBezTo>
                  <a:pt x="189784" y="59093"/>
                  <a:pt x="191543" y="65086"/>
                  <a:pt x="191543" y="72904"/>
                </a:cubicBezTo>
                <a:cubicBezTo>
                  <a:pt x="191543" y="75119"/>
                  <a:pt x="191446" y="77269"/>
                  <a:pt x="191251" y="79355"/>
                </a:cubicBezTo>
                <a:cubicBezTo>
                  <a:pt x="191056" y="81439"/>
                  <a:pt x="190633" y="83784"/>
                  <a:pt x="189981" y="86390"/>
                </a:cubicBezTo>
                <a:lnTo>
                  <a:pt x="177863" y="146980"/>
                </a:lnTo>
                <a:lnTo>
                  <a:pt x="156948" y="146980"/>
                </a:lnTo>
                <a:lnTo>
                  <a:pt x="168675" y="89125"/>
                </a:lnTo>
                <a:cubicBezTo>
                  <a:pt x="169066" y="86910"/>
                  <a:pt x="169425" y="85022"/>
                  <a:pt x="169751" y="83459"/>
                </a:cubicBezTo>
                <a:cubicBezTo>
                  <a:pt x="170077" y="81894"/>
                  <a:pt x="170240" y="80395"/>
                  <a:pt x="170240" y="78961"/>
                </a:cubicBezTo>
                <a:cubicBezTo>
                  <a:pt x="170240" y="70754"/>
                  <a:pt x="166201" y="66650"/>
                  <a:pt x="158123" y="66650"/>
                </a:cubicBezTo>
                <a:cubicBezTo>
                  <a:pt x="154735" y="66650"/>
                  <a:pt x="151118" y="67823"/>
                  <a:pt x="147273" y="70169"/>
                </a:cubicBezTo>
                <a:cubicBezTo>
                  <a:pt x="143430" y="72513"/>
                  <a:pt x="138967" y="76291"/>
                  <a:pt x="133885" y="81502"/>
                </a:cubicBezTo>
                <a:lnTo>
                  <a:pt x="120986" y="146980"/>
                </a:lnTo>
                <a:lnTo>
                  <a:pt x="99877" y="146980"/>
                </a:lnTo>
                <a:close/>
                <a:moveTo>
                  <a:pt x="243924" y="149325"/>
                </a:moveTo>
                <a:cubicBezTo>
                  <a:pt x="238582" y="149325"/>
                  <a:pt x="233696" y="148413"/>
                  <a:pt x="229266" y="146590"/>
                </a:cubicBezTo>
                <a:cubicBezTo>
                  <a:pt x="224836" y="144765"/>
                  <a:pt x="221058" y="142159"/>
                  <a:pt x="217930" y="138773"/>
                </a:cubicBezTo>
                <a:cubicBezTo>
                  <a:pt x="214802" y="135385"/>
                  <a:pt x="212392" y="131280"/>
                  <a:pt x="210698" y="126459"/>
                </a:cubicBezTo>
                <a:cubicBezTo>
                  <a:pt x="209004" y="121637"/>
                  <a:pt x="208157" y="116229"/>
                  <a:pt x="208157" y="110235"/>
                </a:cubicBezTo>
                <a:cubicBezTo>
                  <a:pt x="208157" y="101114"/>
                  <a:pt x="209688" y="92743"/>
                  <a:pt x="212750" y="85120"/>
                </a:cubicBezTo>
                <a:cubicBezTo>
                  <a:pt x="215812" y="77497"/>
                  <a:pt x="219818" y="71014"/>
                  <a:pt x="224769" y="65672"/>
                </a:cubicBezTo>
                <a:cubicBezTo>
                  <a:pt x="229721" y="60329"/>
                  <a:pt x="235357" y="56160"/>
                  <a:pt x="241676" y="53164"/>
                </a:cubicBezTo>
                <a:cubicBezTo>
                  <a:pt x="247996" y="50166"/>
                  <a:pt x="254414" y="48666"/>
                  <a:pt x="260930" y="48666"/>
                </a:cubicBezTo>
                <a:cubicBezTo>
                  <a:pt x="271875" y="48666"/>
                  <a:pt x="280606" y="52153"/>
                  <a:pt x="287121" y="59126"/>
                </a:cubicBezTo>
                <a:cubicBezTo>
                  <a:pt x="293637" y="66096"/>
                  <a:pt x="296894" y="75641"/>
                  <a:pt x="296894" y="87759"/>
                </a:cubicBezTo>
                <a:cubicBezTo>
                  <a:pt x="296894" y="96880"/>
                  <a:pt x="295362" y="105218"/>
                  <a:pt x="292299" y="112776"/>
                </a:cubicBezTo>
                <a:cubicBezTo>
                  <a:pt x="289237" y="120333"/>
                  <a:pt x="285230" y="126816"/>
                  <a:pt x="280280" y="132224"/>
                </a:cubicBezTo>
                <a:cubicBezTo>
                  <a:pt x="275329" y="137632"/>
                  <a:pt x="269693" y="141834"/>
                  <a:pt x="263372" y="144830"/>
                </a:cubicBezTo>
                <a:cubicBezTo>
                  <a:pt x="257054" y="147826"/>
                  <a:pt x="250571" y="149325"/>
                  <a:pt x="243924" y="149325"/>
                </a:cubicBezTo>
                <a:moveTo>
                  <a:pt x="246272" y="132322"/>
                </a:moveTo>
                <a:cubicBezTo>
                  <a:pt x="250049" y="132322"/>
                  <a:pt x="253697" y="131182"/>
                  <a:pt x="257214" y="128901"/>
                </a:cubicBezTo>
                <a:cubicBezTo>
                  <a:pt x="260733" y="126621"/>
                  <a:pt x="263861" y="123493"/>
                  <a:pt x="266596" y="119519"/>
                </a:cubicBezTo>
                <a:cubicBezTo>
                  <a:pt x="269334" y="115544"/>
                  <a:pt x="271517" y="110886"/>
                  <a:pt x="273146" y="105543"/>
                </a:cubicBezTo>
                <a:cubicBezTo>
                  <a:pt x="274774" y="100201"/>
                  <a:pt x="275588" y="94468"/>
                  <a:pt x="275588" y="88344"/>
                </a:cubicBezTo>
                <a:cubicBezTo>
                  <a:pt x="275588" y="81047"/>
                  <a:pt x="274155" y="75444"/>
                  <a:pt x="271288" y="71535"/>
                </a:cubicBezTo>
                <a:cubicBezTo>
                  <a:pt x="268423" y="67626"/>
                  <a:pt x="264253" y="65672"/>
                  <a:pt x="258780" y="65672"/>
                </a:cubicBezTo>
                <a:cubicBezTo>
                  <a:pt x="255002" y="65672"/>
                  <a:pt x="251321" y="66812"/>
                  <a:pt x="247736" y="69093"/>
                </a:cubicBezTo>
                <a:cubicBezTo>
                  <a:pt x="244153" y="71373"/>
                  <a:pt x="240994" y="74468"/>
                  <a:pt x="238258" y="78377"/>
                </a:cubicBezTo>
                <a:cubicBezTo>
                  <a:pt x="235522" y="82286"/>
                  <a:pt x="233339" y="86911"/>
                  <a:pt x="231709" y="92254"/>
                </a:cubicBezTo>
                <a:cubicBezTo>
                  <a:pt x="230080" y="97596"/>
                  <a:pt x="229266" y="103329"/>
                  <a:pt x="229266" y="109453"/>
                </a:cubicBezTo>
                <a:cubicBezTo>
                  <a:pt x="229266" y="116750"/>
                  <a:pt x="230700" y="122386"/>
                  <a:pt x="233567" y="126360"/>
                </a:cubicBezTo>
                <a:cubicBezTo>
                  <a:pt x="236434" y="130335"/>
                  <a:pt x="240669" y="132322"/>
                  <a:pt x="246272" y="132322"/>
                </a:cubicBezTo>
                <a:close/>
                <a:moveTo>
                  <a:pt x="384847" y="61371"/>
                </a:moveTo>
                <a:lnTo>
                  <a:pt x="387582" y="43000"/>
                </a:lnTo>
                <a:lnTo>
                  <a:pt x="394227" y="8992"/>
                </a:lnTo>
                <a:lnTo>
                  <a:pt x="415142" y="8992"/>
                </a:lnTo>
                <a:lnTo>
                  <a:pt x="387388" y="146980"/>
                </a:lnTo>
                <a:lnTo>
                  <a:pt x="370189" y="146980"/>
                </a:lnTo>
                <a:lnTo>
                  <a:pt x="371164" y="133691"/>
                </a:lnTo>
                <a:lnTo>
                  <a:pt x="370580" y="133691"/>
                </a:lnTo>
                <a:cubicBezTo>
                  <a:pt x="366019" y="138381"/>
                  <a:pt x="360968" y="142160"/>
                  <a:pt x="355429" y="145027"/>
                </a:cubicBezTo>
                <a:cubicBezTo>
                  <a:pt x="349892" y="147892"/>
                  <a:pt x="344387" y="149325"/>
                  <a:pt x="338916" y="149325"/>
                </a:cubicBezTo>
                <a:cubicBezTo>
                  <a:pt x="330446" y="149325"/>
                  <a:pt x="323767" y="146328"/>
                  <a:pt x="318880" y="140336"/>
                </a:cubicBezTo>
                <a:cubicBezTo>
                  <a:pt x="313995" y="134341"/>
                  <a:pt x="311552" y="125675"/>
                  <a:pt x="311552" y="114338"/>
                </a:cubicBezTo>
                <a:cubicBezTo>
                  <a:pt x="311552" y="105218"/>
                  <a:pt x="312985" y="96652"/>
                  <a:pt x="315850" y="88639"/>
                </a:cubicBezTo>
                <a:cubicBezTo>
                  <a:pt x="318717" y="80625"/>
                  <a:pt x="322561" y="73653"/>
                  <a:pt x="327383" y="67724"/>
                </a:cubicBezTo>
                <a:cubicBezTo>
                  <a:pt x="332204" y="61795"/>
                  <a:pt x="337710" y="57136"/>
                  <a:pt x="343899" y="53748"/>
                </a:cubicBezTo>
                <a:cubicBezTo>
                  <a:pt x="350089" y="50360"/>
                  <a:pt x="356506" y="48666"/>
                  <a:pt x="363151" y="48666"/>
                </a:cubicBezTo>
                <a:cubicBezTo>
                  <a:pt x="367843" y="48666"/>
                  <a:pt x="372013" y="49839"/>
                  <a:pt x="375662" y="52186"/>
                </a:cubicBezTo>
                <a:cubicBezTo>
                  <a:pt x="379310" y="54532"/>
                  <a:pt x="382176" y="57594"/>
                  <a:pt x="384260" y="61371"/>
                </a:cubicBezTo>
                <a:lnTo>
                  <a:pt x="384847" y="61371"/>
                </a:lnTo>
                <a:moveTo>
                  <a:pt x="347514" y="132125"/>
                </a:moveTo>
                <a:cubicBezTo>
                  <a:pt x="351685" y="132125"/>
                  <a:pt x="355920" y="130888"/>
                  <a:pt x="360219" y="128412"/>
                </a:cubicBezTo>
                <a:cubicBezTo>
                  <a:pt x="364519" y="125937"/>
                  <a:pt x="368690" y="121767"/>
                  <a:pt x="372730" y="115904"/>
                </a:cubicBezTo>
                <a:lnTo>
                  <a:pt x="380547" y="77595"/>
                </a:lnTo>
                <a:cubicBezTo>
                  <a:pt x="378332" y="73426"/>
                  <a:pt x="375824" y="70430"/>
                  <a:pt x="373022" y="68607"/>
                </a:cubicBezTo>
                <a:cubicBezTo>
                  <a:pt x="370221" y="66781"/>
                  <a:pt x="367321" y="65869"/>
                  <a:pt x="364323" y="65869"/>
                </a:cubicBezTo>
                <a:cubicBezTo>
                  <a:pt x="360285" y="65869"/>
                  <a:pt x="356376" y="67074"/>
                  <a:pt x="352596" y="69483"/>
                </a:cubicBezTo>
                <a:cubicBezTo>
                  <a:pt x="348818" y="71893"/>
                  <a:pt x="345496" y="75184"/>
                  <a:pt x="342629" y="79355"/>
                </a:cubicBezTo>
                <a:cubicBezTo>
                  <a:pt x="339762" y="83524"/>
                  <a:pt x="337481" y="88378"/>
                  <a:pt x="335787" y="93915"/>
                </a:cubicBezTo>
                <a:cubicBezTo>
                  <a:pt x="334093" y="99452"/>
                  <a:pt x="333246" y="105283"/>
                  <a:pt x="333246" y="111407"/>
                </a:cubicBezTo>
                <a:cubicBezTo>
                  <a:pt x="333246" y="118443"/>
                  <a:pt x="334517" y="123655"/>
                  <a:pt x="337058" y="127043"/>
                </a:cubicBezTo>
                <a:cubicBezTo>
                  <a:pt x="339599" y="130431"/>
                  <a:pt x="343084" y="132125"/>
                  <a:pt x="347514" y="132125"/>
                </a:cubicBezTo>
                <a:close/>
                <a:moveTo>
                  <a:pt x="417096" y="108672"/>
                </a:moveTo>
                <a:cubicBezTo>
                  <a:pt x="417096" y="99681"/>
                  <a:pt x="418627" y="91504"/>
                  <a:pt x="421689" y="84142"/>
                </a:cubicBezTo>
                <a:cubicBezTo>
                  <a:pt x="424751" y="76779"/>
                  <a:pt x="428790" y="70460"/>
                  <a:pt x="433807" y="65183"/>
                </a:cubicBezTo>
                <a:cubicBezTo>
                  <a:pt x="438823" y="59906"/>
                  <a:pt x="444459" y="55834"/>
                  <a:pt x="450714" y="52967"/>
                </a:cubicBezTo>
                <a:cubicBezTo>
                  <a:pt x="456969" y="50100"/>
                  <a:pt x="463223" y="48666"/>
                  <a:pt x="469476" y="48666"/>
                </a:cubicBezTo>
                <a:cubicBezTo>
                  <a:pt x="475079" y="48666"/>
                  <a:pt x="479802" y="49579"/>
                  <a:pt x="483645" y="51404"/>
                </a:cubicBezTo>
                <a:cubicBezTo>
                  <a:pt x="487490" y="53227"/>
                  <a:pt x="490618" y="55736"/>
                  <a:pt x="493028" y="58929"/>
                </a:cubicBezTo>
                <a:cubicBezTo>
                  <a:pt x="495440" y="62122"/>
                  <a:pt x="497199" y="65869"/>
                  <a:pt x="498307" y="70169"/>
                </a:cubicBezTo>
                <a:cubicBezTo>
                  <a:pt x="499414" y="74468"/>
                  <a:pt x="499968" y="79093"/>
                  <a:pt x="499968" y="84043"/>
                </a:cubicBezTo>
                <a:cubicBezTo>
                  <a:pt x="499968" y="88215"/>
                  <a:pt x="499446" y="92255"/>
                  <a:pt x="498402" y="96164"/>
                </a:cubicBezTo>
                <a:cubicBezTo>
                  <a:pt x="497360" y="100073"/>
                  <a:pt x="496514" y="102808"/>
                  <a:pt x="495864" y="104371"/>
                </a:cubicBezTo>
                <a:lnTo>
                  <a:pt x="437421" y="104371"/>
                </a:lnTo>
                <a:cubicBezTo>
                  <a:pt x="436900" y="109453"/>
                  <a:pt x="437161" y="113818"/>
                  <a:pt x="438203" y="117467"/>
                </a:cubicBezTo>
                <a:cubicBezTo>
                  <a:pt x="439247" y="121115"/>
                  <a:pt x="440843" y="124113"/>
                  <a:pt x="442992" y="126459"/>
                </a:cubicBezTo>
                <a:cubicBezTo>
                  <a:pt x="445144" y="128803"/>
                  <a:pt x="447782" y="130529"/>
                  <a:pt x="450908" y="131636"/>
                </a:cubicBezTo>
                <a:cubicBezTo>
                  <a:pt x="454035" y="132744"/>
                  <a:pt x="457423" y="133297"/>
                  <a:pt x="461072" y="133297"/>
                </a:cubicBezTo>
                <a:cubicBezTo>
                  <a:pt x="464460" y="133297"/>
                  <a:pt x="467912" y="132516"/>
                  <a:pt x="471429" y="130953"/>
                </a:cubicBezTo>
                <a:cubicBezTo>
                  <a:pt x="474949" y="129390"/>
                  <a:pt x="478011" y="127632"/>
                  <a:pt x="480618" y="125677"/>
                </a:cubicBezTo>
                <a:lnTo>
                  <a:pt x="488435" y="139164"/>
                </a:lnTo>
                <a:cubicBezTo>
                  <a:pt x="484526" y="141899"/>
                  <a:pt x="479803" y="144277"/>
                  <a:pt x="474266" y="146297"/>
                </a:cubicBezTo>
                <a:cubicBezTo>
                  <a:pt x="468728" y="148316"/>
                  <a:pt x="462506" y="149325"/>
                  <a:pt x="455599" y="149325"/>
                </a:cubicBezTo>
                <a:cubicBezTo>
                  <a:pt x="449867" y="149325"/>
                  <a:pt x="444655" y="148413"/>
                  <a:pt x="439962" y="146590"/>
                </a:cubicBezTo>
                <a:cubicBezTo>
                  <a:pt x="435272" y="144765"/>
                  <a:pt x="431233" y="142126"/>
                  <a:pt x="427845" y="138675"/>
                </a:cubicBezTo>
                <a:cubicBezTo>
                  <a:pt x="424457" y="135221"/>
                  <a:pt x="421819" y="130986"/>
                  <a:pt x="419930" y="125970"/>
                </a:cubicBezTo>
                <a:cubicBezTo>
                  <a:pt x="418041" y="120953"/>
                  <a:pt x="417096" y="115187"/>
                  <a:pt x="417096" y="108672"/>
                </a:cubicBezTo>
                <a:moveTo>
                  <a:pt x="439181" y="91082"/>
                </a:moveTo>
                <a:lnTo>
                  <a:pt x="481596" y="91082"/>
                </a:lnTo>
                <a:cubicBezTo>
                  <a:pt x="481857" y="89777"/>
                  <a:pt x="482084" y="88441"/>
                  <a:pt x="482279" y="87073"/>
                </a:cubicBezTo>
                <a:cubicBezTo>
                  <a:pt x="482474" y="85706"/>
                  <a:pt x="482572" y="84240"/>
                  <a:pt x="482572" y="82677"/>
                </a:cubicBezTo>
                <a:cubicBezTo>
                  <a:pt x="482572" y="77985"/>
                  <a:pt x="481431" y="73848"/>
                  <a:pt x="479151" y="70265"/>
                </a:cubicBezTo>
                <a:cubicBezTo>
                  <a:pt x="476870" y="66682"/>
                  <a:pt x="472798" y="64891"/>
                  <a:pt x="466935" y="64891"/>
                </a:cubicBezTo>
                <a:cubicBezTo>
                  <a:pt x="461072" y="64891"/>
                  <a:pt x="455566" y="67204"/>
                  <a:pt x="450419" y="71831"/>
                </a:cubicBezTo>
                <a:cubicBezTo>
                  <a:pt x="445273" y="76455"/>
                  <a:pt x="441527" y="82872"/>
                  <a:pt x="439181" y="91082"/>
                </a:cubicBezTo>
                <a:close/>
                <a:moveTo>
                  <a:pt x="538082" y="149325"/>
                </a:moveTo>
                <a:cubicBezTo>
                  <a:pt x="535086" y="149325"/>
                  <a:pt x="531991" y="148868"/>
                  <a:pt x="528798" y="147956"/>
                </a:cubicBezTo>
                <a:cubicBezTo>
                  <a:pt x="525605" y="147045"/>
                  <a:pt x="522510" y="145808"/>
                  <a:pt x="519514" y="144246"/>
                </a:cubicBezTo>
                <a:cubicBezTo>
                  <a:pt x="516517" y="142681"/>
                  <a:pt x="513716" y="140758"/>
                  <a:pt x="511109" y="138478"/>
                </a:cubicBezTo>
                <a:cubicBezTo>
                  <a:pt x="508503" y="136197"/>
                  <a:pt x="506288" y="133689"/>
                  <a:pt x="504465" y="130953"/>
                </a:cubicBezTo>
                <a:lnTo>
                  <a:pt x="516973" y="120789"/>
                </a:lnTo>
                <a:cubicBezTo>
                  <a:pt x="520100" y="124959"/>
                  <a:pt x="523586" y="128152"/>
                  <a:pt x="527429" y="130369"/>
                </a:cubicBezTo>
                <a:cubicBezTo>
                  <a:pt x="531274" y="132584"/>
                  <a:pt x="535346" y="133691"/>
                  <a:pt x="539645" y="133691"/>
                </a:cubicBezTo>
                <a:cubicBezTo>
                  <a:pt x="544206" y="133691"/>
                  <a:pt x="548147" y="132486"/>
                  <a:pt x="551470" y="130076"/>
                </a:cubicBezTo>
                <a:cubicBezTo>
                  <a:pt x="554792" y="127665"/>
                  <a:pt x="556453" y="124699"/>
                  <a:pt x="556453" y="121180"/>
                </a:cubicBezTo>
                <a:cubicBezTo>
                  <a:pt x="556453" y="118184"/>
                  <a:pt x="555085" y="115611"/>
                  <a:pt x="552350" y="113462"/>
                </a:cubicBezTo>
                <a:cubicBezTo>
                  <a:pt x="549614" y="111310"/>
                  <a:pt x="545249" y="108541"/>
                  <a:pt x="539254" y="105153"/>
                </a:cubicBezTo>
                <a:cubicBezTo>
                  <a:pt x="532870" y="101635"/>
                  <a:pt x="527853" y="97792"/>
                  <a:pt x="524205" y="93623"/>
                </a:cubicBezTo>
                <a:cubicBezTo>
                  <a:pt x="520556" y="89453"/>
                  <a:pt x="518732" y="84436"/>
                  <a:pt x="518732" y="78571"/>
                </a:cubicBezTo>
                <a:cubicBezTo>
                  <a:pt x="518732" y="74272"/>
                  <a:pt x="519644" y="70266"/>
                  <a:pt x="521467" y="66552"/>
                </a:cubicBezTo>
                <a:cubicBezTo>
                  <a:pt x="523292" y="62838"/>
                  <a:pt x="525800" y="59678"/>
                  <a:pt x="528992" y="57074"/>
                </a:cubicBezTo>
                <a:cubicBezTo>
                  <a:pt x="532185" y="54467"/>
                  <a:pt x="535899" y="52414"/>
                  <a:pt x="540134" y="50915"/>
                </a:cubicBezTo>
                <a:cubicBezTo>
                  <a:pt x="544369" y="49416"/>
                  <a:pt x="548897" y="48666"/>
                  <a:pt x="553718" y="48666"/>
                </a:cubicBezTo>
                <a:cubicBezTo>
                  <a:pt x="559974" y="48666"/>
                  <a:pt x="565609" y="49970"/>
                  <a:pt x="570626" y="52576"/>
                </a:cubicBezTo>
                <a:cubicBezTo>
                  <a:pt x="575642" y="55183"/>
                  <a:pt x="580039" y="58441"/>
                  <a:pt x="583817" y="62350"/>
                </a:cubicBezTo>
                <a:lnTo>
                  <a:pt x="572090" y="73489"/>
                </a:lnTo>
                <a:cubicBezTo>
                  <a:pt x="569615" y="71013"/>
                  <a:pt x="566878" y="68897"/>
                  <a:pt x="563879" y="67139"/>
                </a:cubicBezTo>
                <a:cubicBezTo>
                  <a:pt x="560883" y="65380"/>
                  <a:pt x="557496" y="64500"/>
                  <a:pt x="553718" y="64500"/>
                </a:cubicBezTo>
                <a:cubicBezTo>
                  <a:pt x="549289" y="64500"/>
                  <a:pt x="545640" y="65673"/>
                  <a:pt x="542773" y="68019"/>
                </a:cubicBezTo>
                <a:cubicBezTo>
                  <a:pt x="539906" y="70363"/>
                  <a:pt x="538473" y="73229"/>
                  <a:pt x="538473" y="76617"/>
                </a:cubicBezTo>
                <a:cubicBezTo>
                  <a:pt x="538473" y="78442"/>
                  <a:pt x="538929" y="80006"/>
                  <a:pt x="539841" y="81309"/>
                </a:cubicBezTo>
                <a:cubicBezTo>
                  <a:pt x="540754" y="82611"/>
                  <a:pt x="541992" y="83849"/>
                  <a:pt x="543555" y="85022"/>
                </a:cubicBezTo>
                <a:cubicBezTo>
                  <a:pt x="545117" y="86195"/>
                  <a:pt x="546876" y="87302"/>
                  <a:pt x="548830" y="88344"/>
                </a:cubicBezTo>
                <a:cubicBezTo>
                  <a:pt x="550785" y="89386"/>
                  <a:pt x="552805" y="90493"/>
                  <a:pt x="554891" y="91666"/>
                </a:cubicBezTo>
                <a:cubicBezTo>
                  <a:pt x="562058" y="95446"/>
                  <a:pt x="567401" y="99420"/>
                  <a:pt x="570918" y="103590"/>
                </a:cubicBezTo>
                <a:cubicBezTo>
                  <a:pt x="574435" y="107759"/>
                  <a:pt x="576194" y="112776"/>
                  <a:pt x="576194" y="118639"/>
                </a:cubicBezTo>
                <a:cubicBezTo>
                  <a:pt x="576194" y="123331"/>
                  <a:pt x="575249" y="127567"/>
                  <a:pt x="573360" y="131347"/>
                </a:cubicBezTo>
                <a:cubicBezTo>
                  <a:pt x="571472" y="135125"/>
                  <a:pt x="568833" y="138349"/>
                  <a:pt x="565445" y="141022"/>
                </a:cubicBezTo>
                <a:cubicBezTo>
                  <a:pt x="562057" y="143692"/>
                  <a:pt x="558017" y="145743"/>
                  <a:pt x="553325" y="147174"/>
                </a:cubicBezTo>
                <a:cubicBezTo>
                  <a:pt x="548635" y="148608"/>
                  <a:pt x="543554" y="149325"/>
                  <a:pt x="538082" y="149325"/>
                </a:cubicBezTo>
                <a:close/>
                <a:moveTo>
                  <a:pt x="634441" y="68213"/>
                </a:moveTo>
                <a:lnTo>
                  <a:pt x="634441" y="53164"/>
                </a:lnTo>
                <a:lnTo>
                  <a:pt x="717312" y="53164"/>
                </a:lnTo>
                <a:lnTo>
                  <a:pt x="717312" y="68213"/>
                </a:lnTo>
                <a:lnTo>
                  <a:pt x="634441" y="68213"/>
                </a:lnTo>
                <a:moveTo>
                  <a:pt x="634441" y="111601"/>
                </a:moveTo>
                <a:lnTo>
                  <a:pt x="634441" y="96551"/>
                </a:lnTo>
                <a:lnTo>
                  <a:pt x="717312" y="96551"/>
                </a:lnTo>
                <a:lnTo>
                  <a:pt x="717312" y="111601"/>
                </a:lnTo>
                <a:lnTo>
                  <a:pt x="634441" y="111601"/>
                </a:lnTo>
                <a:close/>
                <a:moveTo>
                  <a:pt x="787676" y="168480"/>
                </a:moveTo>
                <a:lnTo>
                  <a:pt x="791779" y="148349"/>
                </a:lnTo>
                <a:cubicBezTo>
                  <a:pt x="786047" y="147045"/>
                  <a:pt x="780705" y="144797"/>
                  <a:pt x="775752" y="141606"/>
                </a:cubicBezTo>
                <a:cubicBezTo>
                  <a:pt x="770801" y="138413"/>
                  <a:pt x="766502" y="134666"/>
                  <a:pt x="762853" y="130366"/>
                </a:cubicBezTo>
                <a:lnTo>
                  <a:pt x="775949" y="117467"/>
                </a:lnTo>
                <a:cubicBezTo>
                  <a:pt x="778945" y="121376"/>
                  <a:pt x="782626" y="124829"/>
                  <a:pt x="786990" y="127828"/>
                </a:cubicBezTo>
                <a:cubicBezTo>
                  <a:pt x="791356" y="130824"/>
                  <a:pt x="796276" y="132322"/>
                  <a:pt x="801749" y="132322"/>
                </a:cubicBezTo>
                <a:cubicBezTo>
                  <a:pt x="808003" y="132322"/>
                  <a:pt x="812986" y="130628"/>
                  <a:pt x="816700" y="127240"/>
                </a:cubicBezTo>
                <a:cubicBezTo>
                  <a:pt x="820414" y="123852"/>
                  <a:pt x="822271" y="119291"/>
                  <a:pt x="822271" y="113557"/>
                </a:cubicBezTo>
                <a:cubicBezTo>
                  <a:pt x="822271" y="109388"/>
                  <a:pt x="821261" y="105739"/>
                  <a:pt x="819241" y="102612"/>
                </a:cubicBezTo>
                <a:cubicBezTo>
                  <a:pt x="817221" y="99484"/>
                  <a:pt x="814713" y="96585"/>
                  <a:pt x="811717" y="93915"/>
                </a:cubicBezTo>
                <a:cubicBezTo>
                  <a:pt x="808720" y="91243"/>
                  <a:pt x="805495" y="88669"/>
                  <a:pt x="802042" y="86194"/>
                </a:cubicBezTo>
                <a:cubicBezTo>
                  <a:pt x="798588" y="83718"/>
                  <a:pt x="795363" y="81015"/>
                  <a:pt x="792367" y="78085"/>
                </a:cubicBezTo>
                <a:cubicBezTo>
                  <a:pt x="789371" y="75152"/>
                  <a:pt x="786862" y="71861"/>
                  <a:pt x="784842" y="68213"/>
                </a:cubicBezTo>
                <a:cubicBezTo>
                  <a:pt x="782822" y="64564"/>
                  <a:pt x="781812" y="60265"/>
                  <a:pt x="781812" y="55314"/>
                </a:cubicBezTo>
                <a:cubicBezTo>
                  <a:pt x="781812" y="50361"/>
                  <a:pt x="782659" y="45768"/>
                  <a:pt x="784353" y="41533"/>
                </a:cubicBezTo>
                <a:cubicBezTo>
                  <a:pt x="786047" y="37298"/>
                  <a:pt x="788458" y="33617"/>
                  <a:pt x="791586" y="30492"/>
                </a:cubicBezTo>
                <a:cubicBezTo>
                  <a:pt x="794713" y="27364"/>
                  <a:pt x="798426" y="24823"/>
                  <a:pt x="802725" y="22869"/>
                </a:cubicBezTo>
                <a:cubicBezTo>
                  <a:pt x="807025" y="20914"/>
                  <a:pt x="811847" y="19741"/>
                  <a:pt x="817189" y="19350"/>
                </a:cubicBezTo>
                <a:lnTo>
                  <a:pt x="820902" y="0"/>
                </a:lnTo>
                <a:lnTo>
                  <a:pt x="835367" y="0"/>
                </a:lnTo>
                <a:lnTo>
                  <a:pt x="831457" y="20522"/>
                </a:lnTo>
                <a:cubicBezTo>
                  <a:pt x="836018" y="21826"/>
                  <a:pt x="840253" y="23879"/>
                  <a:pt x="844162" y="26680"/>
                </a:cubicBezTo>
                <a:cubicBezTo>
                  <a:pt x="848071" y="29482"/>
                  <a:pt x="851589" y="32837"/>
                  <a:pt x="854716" y="36746"/>
                </a:cubicBezTo>
                <a:lnTo>
                  <a:pt x="841230" y="48666"/>
                </a:lnTo>
                <a:cubicBezTo>
                  <a:pt x="838624" y="45018"/>
                  <a:pt x="835529" y="42022"/>
                  <a:pt x="831946" y="39678"/>
                </a:cubicBezTo>
                <a:cubicBezTo>
                  <a:pt x="828363" y="37331"/>
                  <a:pt x="824552" y="36158"/>
                  <a:pt x="820512" y="36158"/>
                </a:cubicBezTo>
                <a:cubicBezTo>
                  <a:pt x="815040" y="36158"/>
                  <a:pt x="810675" y="37689"/>
                  <a:pt x="807416" y="40751"/>
                </a:cubicBezTo>
                <a:cubicBezTo>
                  <a:pt x="804159" y="43813"/>
                  <a:pt x="802531" y="47820"/>
                  <a:pt x="802531" y="52773"/>
                </a:cubicBezTo>
                <a:cubicBezTo>
                  <a:pt x="802531" y="56290"/>
                  <a:pt x="803540" y="59418"/>
                  <a:pt x="805558" y="62156"/>
                </a:cubicBezTo>
                <a:cubicBezTo>
                  <a:pt x="807578" y="64892"/>
                  <a:pt x="810086" y="67497"/>
                  <a:pt x="813083" y="69973"/>
                </a:cubicBezTo>
                <a:cubicBezTo>
                  <a:pt x="816081" y="72448"/>
                  <a:pt x="819306" y="74923"/>
                  <a:pt x="822757" y="77399"/>
                </a:cubicBezTo>
                <a:cubicBezTo>
                  <a:pt x="826211" y="79874"/>
                  <a:pt x="829436" y="82675"/>
                  <a:pt x="832432" y="85803"/>
                </a:cubicBezTo>
                <a:cubicBezTo>
                  <a:pt x="835430" y="88930"/>
                  <a:pt x="837940" y="92481"/>
                  <a:pt x="839960" y="96456"/>
                </a:cubicBezTo>
                <a:cubicBezTo>
                  <a:pt x="841980" y="100431"/>
                  <a:pt x="842990" y="105154"/>
                  <a:pt x="842990" y="110625"/>
                </a:cubicBezTo>
                <a:cubicBezTo>
                  <a:pt x="842990" y="115838"/>
                  <a:pt x="842110" y="120660"/>
                  <a:pt x="840350" y="125090"/>
                </a:cubicBezTo>
                <a:cubicBezTo>
                  <a:pt x="838591" y="129520"/>
                  <a:pt x="836114" y="133461"/>
                  <a:pt x="832921" y="136915"/>
                </a:cubicBezTo>
                <a:cubicBezTo>
                  <a:pt x="829730" y="140369"/>
                  <a:pt x="825854" y="143138"/>
                  <a:pt x="821293" y="145224"/>
                </a:cubicBezTo>
                <a:cubicBezTo>
                  <a:pt x="816732" y="147308"/>
                  <a:pt x="811650" y="148610"/>
                  <a:pt x="806047" y="149131"/>
                </a:cubicBezTo>
                <a:lnTo>
                  <a:pt x="802140" y="168480"/>
                </a:lnTo>
                <a:lnTo>
                  <a:pt x="787676" y="168480"/>
                </a:lnTo>
                <a:close/>
                <a:moveTo>
                  <a:pt x="938523" y="61371"/>
                </a:moveTo>
                <a:lnTo>
                  <a:pt x="941258" y="43000"/>
                </a:lnTo>
                <a:lnTo>
                  <a:pt x="947902" y="8992"/>
                </a:lnTo>
                <a:lnTo>
                  <a:pt x="968818" y="8992"/>
                </a:lnTo>
                <a:lnTo>
                  <a:pt x="941064" y="146980"/>
                </a:lnTo>
                <a:lnTo>
                  <a:pt x="923864" y="146980"/>
                </a:lnTo>
                <a:lnTo>
                  <a:pt x="924840" y="133691"/>
                </a:lnTo>
                <a:lnTo>
                  <a:pt x="924255" y="133691"/>
                </a:lnTo>
                <a:cubicBezTo>
                  <a:pt x="919694" y="138381"/>
                  <a:pt x="914644" y="142160"/>
                  <a:pt x="909105" y="145027"/>
                </a:cubicBezTo>
                <a:cubicBezTo>
                  <a:pt x="903567" y="147892"/>
                  <a:pt x="898063" y="149325"/>
                  <a:pt x="892591" y="149325"/>
                </a:cubicBezTo>
                <a:cubicBezTo>
                  <a:pt x="884121" y="149325"/>
                  <a:pt x="877443" y="146328"/>
                  <a:pt x="872556" y="140336"/>
                </a:cubicBezTo>
                <a:cubicBezTo>
                  <a:pt x="867671" y="134341"/>
                  <a:pt x="865228" y="125675"/>
                  <a:pt x="865228" y="114338"/>
                </a:cubicBezTo>
                <a:cubicBezTo>
                  <a:pt x="865228" y="105218"/>
                  <a:pt x="866661" y="96652"/>
                  <a:pt x="869526" y="88639"/>
                </a:cubicBezTo>
                <a:cubicBezTo>
                  <a:pt x="872393" y="80625"/>
                  <a:pt x="876237" y="73653"/>
                  <a:pt x="881058" y="67724"/>
                </a:cubicBezTo>
                <a:cubicBezTo>
                  <a:pt x="885880" y="61795"/>
                  <a:pt x="891385" y="57136"/>
                  <a:pt x="897575" y="53748"/>
                </a:cubicBezTo>
                <a:cubicBezTo>
                  <a:pt x="903764" y="50360"/>
                  <a:pt x="910181" y="48666"/>
                  <a:pt x="916826" y="48666"/>
                </a:cubicBezTo>
                <a:cubicBezTo>
                  <a:pt x="921518" y="48666"/>
                  <a:pt x="925689" y="49839"/>
                  <a:pt x="929337" y="52186"/>
                </a:cubicBezTo>
                <a:cubicBezTo>
                  <a:pt x="932986" y="54532"/>
                  <a:pt x="935852" y="57594"/>
                  <a:pt x="937935" y="61371"/>
                </a:cubicBezTo>
                <a:lnTo>
                  <a:pt x="938523" y="61371"/>
                </a:lnTo>
                <a:moveTo>
                  <a:pt x="901189" y="132125"/>
                </a:moveTo>
                <a:cubicBezTo>
                  <a:pt x="905361" y="132125"/>
                  <a:pt x="909596" y="130888"/>
                  <a:pt x="913894" y="128412"/>
                </a:cubicBezTo>
                <a:cubicBezTo>
                  <a:pt x="918195" y="125937"/>
                  <a:pt x="922365" y="121767"/>
                  <a:pt x="926405" y="115904"/>
                </a:cubicBezTo>
                <a:lnTo>
                  <a:pt x="934222" y="77595"/>
                </a:lnTo>
                <a:cubicBezTo>
                  <a:pt x="932007" y="73426"/>
                  <a:pt x="929499" y="70430"/>
                  <a:pt x="926698" y="68607"/>
                </a:cubicBezTo>
                <a:cubicBezTo>
                  <a:pt x="923896" y="66781"/>
                  <a:pt x="920996" y="65869"/>
                  <a:pt x="917998" y="65869"/>
                </a:cubicBezTo>
                <a:cubicBezTo>
                  <a:pt x="913960" y="65869"/>
                  <a:pt x="910051" y="67074"/>
                  <a:pt x="906271" y="69483"/>
                </a:cubicBezTo>
                <a:cubicBezTo>
                  <a:pt x="902494" y="71893"/>
                  <a:pt x="899171" y="75184"/>
                  <a:pt x="896304" y="79355"/>
                </a:cubicBezTo>
                <a:cubicBezTo>
                  <a:pt x="893437" y="83524"/>
                  <a:pt x="891157" y="88378"/>
                  <a:pt x="889463" y="93915"/>
                </a:cubicBezTo>
                <a:cubicBezTo>
                  <a:pt x="887769" y="99452"/>
                  <a:pt x="886922" y="105283"/>
                  <a:pt x="886922" y="111407"/>
                </a:cubicBezTo>
                <a:cubicBezTo>
                  <a:pt x="886922" y="118443"/>
                  <a:pt x="888192" y="123655"/>
                  <a:pt x="890733" y="127043"/>
                </a:cubicBezTo>
                <a:cubicBezTo>
                  <a:pt x="893274" y="130431"/>
                  <a:pt x="896760" y="132125"/>
                  <a:pt x="901189" y="132125"/>
                </a:cubicBezTo>
                <a:close/>
                <a:moveTo>
                  <a:pt x="1006676" y="149325"/>
                </a:moveTo>
                <a:cubicBezTo>
                  <a:pt x="1001333" y="149325"/>
                  <a:pt x="996447" y="148413"/>
                  <a:pt x="992017" y="146590"/>
                </a:cubicBezTo>
                <a:cubicBezTo>
                  <a:pt x="987588" y="144765"/>
                  <a:pt x="983809" y="142159"/>
                  <a:pt x="980681" y="138773"/>
                </a:cubicBezTo>
                <a:cubicBezTo>
                  <a:pt x="977554" y="135385"/>
                  <a:pt x="975143" y="131280"/>
                  <a:pt x="973449" y="126459"/>
                </a:cubicBezTo>
                <a:cubicBezTo>
                  <a:pt x="971755" y="121637"/>
                  <a:pt x="970908" y="116229"/>
                  <a:pt x="970908" y="110235"/>
                </a:cubicBezTo>
                <a:cubicBezTo>
                  <a:pt x="970908" y="101114"/>
                  <a:pt x="972439" y="92743"/>
                  <a:pt x="975501" y="85120"/>
                </a:cubicBezTo>
                <a:cubicBezTo>
                  <a:pt x="978563" y="77497"/>
                  <a:pt x="982569" y="71014"/>
                  <a:pt x="987520" y="65672"/>
                </a:cubicBezTo>
                <a:cubicBezTo>
                  <a:pt x="992473" y="60329"/>
                  <a:pt x="998108" y="56160"/>
                  <a:pt x="1004427" y="53164"/>
                </a:cubicBezTo>
                <a:cubicBezTo>
                  <a:pt x="1010748" y="50166"/>
                  <a:pt x="1017166" y="48666"/>
                  <a:pt x="1023681" y="48666"/>
                </a:cubicBezTo>
                <a:cubicBezTo>
                  <a:pt x="1034627" y="48666"/>
                  <a:pt x="1043357" y="52153"/>
                  <a:pt x="1049872" y="59126"/>
                </a:cubicBezTo>
                <a:cubicBezTo>
                  <a:pt x="1056388" y="66096"/>
                  <a:pt x="1059646" y="75641"/>
                  <a:pt x="1059646" y="87759"/>
                </a:cubicBezTo>
                <a:cubicBezTo>
                  <a:pt x="1059646" y="96880"/>
                  <a:pt x="1058114" y="105218"/>
                  <a:pt x="1055050" y="112776"/>
                </a:cubicBezTo>
                <a:cubicBezTo>
                  <a:pt x="1051988" y="120333"/>
                  <a:pt x="1047982" y="126816"/>
                  <a:pt x="1043031" y="132224"/>
                </a:cubicBezTo>
                <a:cubicBezTo>
                  <a:pt x="1038080" y="137632"/>
                  <a:pt x="1032444" y="141834"/>
                  <a:pt x="1026124" y="144830"/>
                </a:cubicBezTo>
                <a:cubicBezTo>
                  <a:pt x="1019805" y="147826"/>
                  <a:pt x="1013322" y="149325"/>
                  <a:pt x="1006676" y="149325"/>
                </a:cubicBezTo>
                <a:moveTo>
                  <a:pt x="1009023" y="132322"/>
                </a:moveTo>
                <a:cubicBezTo>
                  <a:pt x="1012801" y="132322"/>
                  <a:pt x="1016448" y="131182"/>
                  <a:pt x="1019965" y="128901"/>
                </a:cubicBezTo>
                <a:cubicBezTo>
                  <a:pt x="1023484" y="126621"/>
                  <a:pt x="1026612" y="123493"/>
                  <a:pt x="1029348" y="119519"/>
                </a:cubicBezTo>
                <a:cubicBezTo>
                  <a:pt x="1032086" y="115544"/>
                  <a:pt x="1034269" y="110886"/>
                  <a:pt x="1035897" y="105543"/>
                </a:cubicBezTo>
                <a:cubicBezTo>
                  <a:pt x="1037525" y="100201"/>
                  <a:pt x="1038340" y="94468"/>
                  <a:pt x="1038340" y="88344"/>
                </a:cubicBezTo>
                <a:cubicBezTo>
                  <a:pt x="1038340" y="81047"/>
                  <a:pt x="1036906" y="75444"/>
                  <a:pt x="1034039" y="71535"/>
                </a:cubicBezTo>
                <a:cubicBezTo>
                  <a:pt x="1031174" y="67626"/>
                  <a:pt x="1027005" y="65672"/>
                  <a:pt x="1021531" y="65672"/>
                </a:cubicBezTo>
                <a:cubicBezTo>
                  <a:pt x="1017753" y="65672"/>
                  <a:pt x="1014072" y="66812"/>
                  <a:pt x="1010487" y="69093"/>
                </a:cubicBezTo>
                <a:cubicBezTo>
                  <a:pt x="1006904" y="71373"/>
                  <a:pt x="1003745" y="74468"/>
                  <a:pt x="1001009" y="78377"/>
                </a:cubicBezTo>
                <a:cubicBezTo>
                  <a:pt x="998273" y="82286"/>
                  <a:pt x="996090" y="86911"/>
                  <a:pt x="994460" y="92254"/>
                </a:cubicBezTo>
                <a:cubicBezTo>
                  <a:pt x="992832" y="97596"/>
                  <a:pt x="992017" y="103329"/>
                  <a:pt x="992017" y="109453"/>
                </a:cubicBezTo>
                <a:cubicBezTo>
                  <a:pt x="992017" y="116750"/>
                  <a:pt x="993451" y="122386"/>
                  <a:pt x="996318" y="126360"/>
                </a:cubicBezTo>
                <a:cubicBezTo>
                  <a:pt x="999185" y="130335"/>
                  <a:pt x="1003420" y="132322"/>
                  <a:pt x="1009023" y="132322"/>
                </a:cubicBezTo>
                <a:close/>
                <a:moveTo>
                  <a:pt x="1071705" y="146980"/>
                </a:moveTo>
                <a:lnTo>
                  <a:pt x="1090857" y="51014"/>
                </a:lnTo>
                <a:lnTo>
                  <a:pt x="1107863" y="51014"/>
                </a:lnTo>
                <a:lnTo>
                  <a:pt x="1106885" y="64500"/>
                </a:lnTo>
                <a:lnTo>
                  <a:pt x="1107666" y="64500"/>
                </a:lnTo>
                <a:cubicBezTo>
                  <a:pt x="1112619" y="60199"/>
                  <a:pt x="1117766" y="56485"/>
                  <a:pt x="1123109" y="53358"/>
                </a:cubicBezTo>
                <a:cubicBezTo>
                  <a:pt x="1128451" y="50230"/>
                  <a:pt x="1133728" y="48666"/>
                  <a:pt x="1138939" y="48666"/>
                </a:cubicBezTo>
                <a:cubicBezTo>
                  <a:pt x="1142588" y="48666"/>
                  <a:pt x="1145715" y="49123"/>
                  <a:pt x="1148322" y="50035"/>
                </a:cubicBezTo>
                <a:cubicBezTo>
                  <a:pt x="1150928" y="50948"/>
                  <a:pt x="1153110" y="52187"/>
                  <a:pt x="1154868" y="53751"/>
                </a:cubicBezTo>
                <a:cubicBezTo>
                  <a:pt x="1156628" y="55314"/>
                  <a:pt x="1157996" y="57170"/>
                  <a:pt x="1158972" y="59319"/>
                </a:cubicBezTo>
                <a:cubicBezTo>
                  <a:pt x="1159950" y="61469"/>
                  <a:pt x="1160700" y="63847"/>
                  <a:pt x="1161221" y="66453"/>
                </a:cubicBezTo>
                <a:cubicBezTo>
                  <a:pt x="1166955" y="60982"/>
                  <a:pt x="1172623" y="56649"/>
                  <a:pt x="1178226" y="53456"/>
                </a:cubicBezTo>
                <a:cubicBezTo>
                  <a:pt x="1183829" y="50263"/>
                  <a:pt x="1189236" y="48666"/>
                  <a:pt x="1194447" y="48666"/>
                </a:cubicBezTo>
                <a:cubicBezTo>
                  <a:pt x="1202396" y="48666"/>
                  <a:pt x="1208162" y="50752"/>
                  <a:pt x="1211745" y="54923"/>
                </a:cubicBezTo>
                <a:cubicBezTo>
                  <a:pt x="1215330" y="59093"/>
                  <a:pt x="1217122" y="65086"/>
                  <a:pt x="1217122" y="72904"/>
                </a:cubicBezTo>
                <a:cubicBezTo>
                  <a:pt x="1217122" y="75119"/>
                  <a:pt x="1216991" y="77269"/>
                  <a:pt x="1216729" y="79355"/>
                </a:cubicBezTo>
                <a:cubicBezTo>
                  <a:pt x="1216468" y="81439"/>
                  <a:pt x="1216077" y="83784"/>
                  <a:pt x="1215556" y="86390"/>
                </a:cubicBezTo>
                <a:lnTo>
                  <a:pt x="1203439" y="146980"/>
                </a:lnTo>
                <a:lnTo>
                  <a:pt x="1182330" y="146980"/>
                </a:lnTo>
                <a:lnTo>
                  <a:pt x="1194057" y="89125"/>
                </a:lnTo>
                <a:cubicBezTo>
                  <a:pt x="1194577" y="86910"/>
                  <a:pt x="1194968" y="85022"/>
                  <a:pt x="1195229" y="83459"/>
                </a:cubicBezTo>
                <a:cubicBezTo>
                  <a:pt x="1195491" y="81894"/>
                  <a:pt x="1195622" y="80395"/>
                  <a:pt x="1195622" y="78961"/>
                </a:cubicBezTo>
                <a:cubicBezTo>
                  <a:pt x="1195622" y="70754"/>
                  <a:pt x="1191712" y="66650"/>
                  <a:pt x="1183893" y="66650"/>
                </a:cubicBezTo>
                <a:cubicBezTo>
                  <a:pt x="1181417" y="66650"/>
                  <a:pt x="1178225" y="67823"/>
                  <a:pt x="1174316" y="70169"/>
                </a:cubicBezTo>
                <a:cubicBezTo>
                  <a:pt x="1170407" y="72513"/>
                  <a:pt x="1165977" y="76291"/>
                  <a:pt x="1161027" y="81502"/>
                </a:cubicBezTo>
                <a:lnTo>
                  <a:pt x="1147931" y="146980"/>
                </a:lnTo>
                <a:lnTo>
                  <a:pt x="1127016" y="146980"/>
                </a:lnTo>
                <a:lnTo>
                  <a:pt x="1138549" y="89125"/>
                </a:lnTo>
                <a:cubicBezTo>
                  <a:pt x="1139069" y="86910"/>
                  <a:pt x="1139460" y="85022"/>
                  <a:pt x="1139721" y="83459"/>
                </a:cubicBezTo>
                <a:cubicBezTo>
                  <a:pt x="1139981" y="81894"/>
                  <a:pt x="1140111" y="80395"/>
                  <a:pt x="1140111" y="78961"/>
                </a:cubicBezTo>
                <a:cubicBezTo>
                  <a:pt x="1140111" y="70754"/>
                  <a:pt x="1136268" y="66650"/>
                  <a:pt x="1128581" y="66650"/>
                </a:cubicBezTo>
                <a:cubicBezTo>
                  <a:pt x="1125975" y="66650"/>
                  <a:pt x="1122717" y="67823"/>
                  <a:pt x="1118808" y="70169"/>
                </a:cubicBezTo>
                <a:cubicBezTo>
                  <a:pt x="1114899" y="72513"/>
                  <a:pt x="1110534" y="76291"/>
                  <a:pt x="1105713" y="81502"/>
                </a:cubicBezTo>
                <a:lnTo>
                  <a:pt x="1092814" y="146980"/>
                </a:lnTo>
                <a:lnTo>
                  <a:pt x="1071705" y="146980"/>
                </a:lnTo>
                <a:close/>
                <a:moveTo>
                  <a:pt x="1234220" y="105349"/>
                </a:moveTo>
                <a:lnTo>
                  <a:pt x="1237348" y="89907"/>
                </a:lnTo>
                <a:lnTo>
                  <a:pt x="1281714" y="89907"/>
                </a:lnTo>
                <a:lnTo>
                  <a:pt x="1278392" y="105349"/>
                </a:lnTo>
                <a:lnTo>
                  <a:pt x="1234220" y="105349"/>
                </a:lnTo>
                <a:close/>
                <a:moveTo>
                  <a:pt x="1296679" y="123330"/>
                </a:moveTo>
                <a:lnTo>
                  <a:pt x="1296679" y="105543"/>
                </a:lnTo>
                <a:lnTo>
                  <a:pt x="1333228" y="91863"/>
                </a:lnTo>
                <a:lnTo>
                  <a:pt x="1358050" y="82677"/>
                </a:lnTo>
                <a:lnTo>
                  <a:pt x="1358050" y="81896"/>
                </a:lnTo>
                <a:lnTo>
                  <a:pt x="1333228" y="72513"/>
                </a:lnTo>
                <a:lnTo>
                  <a:pt x="1296679" y="58830"/>
                </a:lnTo>
                <a:lnTo>
                  <a:pt x="1296679" y="41437"/>
                </a:lnTo>
                <a:lnTo>
                  <a:pt x="1379941" y="74858"/>
                </a:lnTo>
                <a:lnTo>
                  <a:pt x="1379941" y="89907"/>
                </a:lnTo>
                <a:lnTo>
                  <a:pt x="1296679" y="123330"/>
                </a:lnTo>
                <a:close/>
                <a:moveTo>
                  <a:pt x="1411408" y="149325"/>
                </a:moveTo>
                <a:cubicBezTo>
                  <a:pt x="1407889" y="149325"/>
                  <a:pt x="1405087" y="148185"/>
                  <a:pt x="1403001" y="145907"/>
                </a:cubicBezTo>
                <a:cubicBezTo>
                  <a:pt x="1400917" y="143626"/>
                  <a:pt x="1399876" y="140726"/>
                  <a:pt x="1399876" y="137207"/>
                </a:cubicBezTo>
                <a:cubicBezTo>
                  <a:pt x="1399876" y="135124"/>
                  <a:pt x="1400266" y="133072"/>
                  <a:pt x="1401048" y="131052"/>
                </a:cubicBezTo>
                <a:cubicBezTo>
                  <a:pt x="1401831" y="129032"/>
                  <a:pt x="1402971" y="127240"/>
                  <a:pt x="1404468" y="125677"/>
                </a:cubicBezTo>
                <a:cubicBezTo>
                  <a:pt x="1405968" y="124113"/>
                  <a:pt x="1407694" y="122842"/>
                  <a:pt x="1409649" y="121866"/>
                </a:cubicBezTo>
                <a:cubicBezTo>
                  <a:pt x="1411603" y="120888"/>
                  <a:pt x="1413754" y="120399"/>
                  <a:pt x="1416100" y="120399"/>
                </a:cubicBezTo>
                <a:cubicBezTo>
                  <a:pt x="1419617" y="120399"/>
                  <a:pt x="1422386" y="121572"/>
                  <a:pt x="1424406" y="123918"/>
                </a:cubicBezTo>
                <a:cubicBezTo>
                  <a:pt x="1426426" y="126262"/>
                  <a:pt x="1427436" y="129194"/>
                  <a:pt x="1427436" y="132713"/>
                </a:cubicBezTo>
                <a:cubicBezTo>
                  <a:pt x="1427436" y="134796"/>
                  <a:pt x="1427044" y="136848"/>
                  <a:pt x="1426261" y="138868"/>
                </a:cubicBezTo>
                <a:cubicBezTo>
                  <a:pt x="1425479" y="140888"/>
                  <a:pt x="1424405" y="142681"/>
                  <a:pt x="1423037" y="144246"/>
                </a:cubicBezTo>
                <a:cubicBezTo>
                  <a:pt x="1421669" y="145808"/>
                  <a:pt x="1419975" y="147045"/>
                  <a:pt x="1417955" y="147956"/>
                </a:cubicBezTo>
                <a:cubicBezTo>
                  <a:pt x="1415937" y="148868"/>
                  <a:pt x="1413755" y="149325"/>
                  <a:pt x="1411408" y="149325"/>
                </a:cubicBezTo>
                <a:moveTo>
                  <a:pt x="1474736" y="149325"/>
                </a:moveTo>
                <a:cubicBezTo>
                  <a:pt x="1471217" y="149325"/>
                  <a:pt x="1468415" y="148185"/>
                  <a:pt x="1466329" y="145907"/>
                </a:cubicBezTo>
                <a:cubicBezTo>
                  <a:pt x="1464245" y="143626"/>
                  <a:pt x="1463203" y="140726"/>
                  <a:pt x="1463203" y="137207"/>
                </a:cubicBezTo>
                <a:cubicBezTo>
                  <a:pt x="1463203" y="135124"/>
                  <a:pt x="1463594" y="133072"/>
                  <a:pt x="1464375" y="131052"/>
                </a:cubicBezTo>
                <a:cubicBezTo>
                  <a:pt x="1465159" y="129032"/>
                  <a:pt x="1466299" y="127240"/>
                  <a:pt x="1467796" y="125677"/>
                </a:cubicBezTo>
                <a:cubicBezTo>
                  <a:pt x="1469295" y="124113"/>
                  <a:pt x="1471022" y="122842"/>
                  <a:pt x="1472977" y="121866"/>
                </a:cubicBezTo>
                <a:cubicBezTo>
                  <a:pt x="1474931" y="120888"/>
                  <a:pt x="1477081" y="120399"/>
                  <a:pt x="1479427" y="120399"/>
                </a:cubicBezTo>
                <a:cubicBezTo>
                  <a:pt x="1482945" y="120399"/>
                  <a:pt x="1485713" y="121572"/>
                  <a:pt x="1487733" y="123918"/>
                </a:cubicBezTo>
                <a:cubicBezTo>
                  <a:pt x="1489753" y="126262"/>
                  <a:pt x="1490764" y="129194"/>
                  <a:pt x="1490764" y="132713"/>
                </a:cubicBezTo>
                <a:cubicBezTo>
                  <a:pt x="1490764" y="134796"/>
                  <a:pt x="1490372" y="136848"/>
                  <a:pt x="1489588" y="138868"/>
                </a:cubicBezTo>
                <a:cubicBezTo>
                  <a:pt x="1488807" y="140888"/>
                  <a:pt x="1487732" y="142681"/>
                  <a:pt x="1486365" y="144246"/>
                </a:cubicBezTo>
                <a:cubicBezTo>
                  <a:pt x="1484997" y="145808"/>
                  <a:pt x="1483303" y="147045"/>
                  <a:pt x="1481283" y="147956"/>
                </a:cubicBezTo>
                <a:cubicBezTo>
                  <a:pt x="1479264" y="148868"/>
                  <a:pt x="1477082" y="149325"/>
                  <a:pt x="1474736" y="149325"/>
                </a:cubicBezTo>
                <a:moveTo>
                  <a:pt x="1538064" y="149325"/>
                </a:moveTo>
                <a:cubicBezTo>
                  <a:pt x="1534545" y="149325"/>
                  <a:pt x="1531742" y="148185"/>
                  <a:pt x="1529657" y="145907"/>
                </a:cubicBezTo>
                <a:cubicBezTo>
                  <a:pt x="1527573" y="143626"/>
                  <a:pt x="1526531" y="140726"/>
                  <a:pt x="1526531" y="137207"/>
                </a:cubicBezTo>
                <a:cubicBezTo>
                  <a:pt x="1526531" y="135124"/>
                  <a:pt x="1526922" y="133072"/>
                  <a:pt x="1527703" y="131052"/>
                </a:cubicBezTo>
                <a:cubicBezTo>
                  <a:pt x="1528487" y="129032"/>
                  <a:pt x="1529627" y="127240"/>
                  <a:pt x="1531124" y="125677"/>
                </a:cubicBezTo>
                <a:cubicBezTo>
                  <a:pt x="1532623" y="124113"/>
                  <a:pt x="1534350" y="122842"/>
                  <a:pt x="1536304" y="121866"/>
                </a:cubicBezTo>
                <a:cubicBezTo>
                  <a:pt x="1538259" y="120888"/>
                  <a:pt x="1540409" y="120399"/>
                  <a:pt x="1542755" y="120399"/>
                </a:cubicBezTo>
                <a:cubicBezTo>
                  <a:pt x="1546272" y="120399"/>
                  <a:pt x="1549041" y="121572"/>
                  <a:pt x="1551061" y="123918"/>
                </a:cubicBezTo>
                <a:cubicBezTo>
                  <a:pt x="1553081" y="126262"/>
                  <a:pt x="1554091" y="129194"/>
                  <a:pt x="1554091" y="132713"/>
                </a:cubicBezTo>
                <a:cubicBezTo>
                  <a:pt x="1554091" y="134796"/>
                  <a:pt x="1553700" y="136848"/>
                  <a:pt x="1552916" y="138868"/>
                </a:cubicBezTo>
                <a:cubicBezTo>
                  <a:pt x="1552135" y="140888"/>
                  <a:pt x="1551060" y="142681"/>
                  <a:pt x="1549692" y="144246"/>
                </a:cubicBezTo>
                <a:cubicBezTo>
                  <a:pt x="1548324" y="145808"/>
                  <a:pt x="1546630" y="147045"/>
                  <a:pt x="1544610" y="147956"/>
                </a:cubicBezTo>
                <a:cubicBezTo>
                  <a:pt x="1542592" y="148868"/>
                  <a:pt x="1540410" y="149325"/>
                  <a:pt x="1538064" y="149325"/>
                </a:cubicBezTo>
                <a:close/>
                <a:moveTo>
                  <a:pt x="1602757" y="80721"/>
                </a:moveTo>
                <a:cubicBezTo>
                  <a:pt x="1599238" y="80721"/>
                  <a:pt x="1596436" y="79582"/>
                  <a:pt x="1594350" y="77303"/>
                </a:cubicBezTo>
                <a:cubicBezTo>
                  <a:pt x="1592266" y="75023"/>
                  <a:pt x="1591225" y="72123"/>
                  <a:pt x="1591225" y="68604"/>
                </a:cubicBezTo>
                <a:cubicBezTo>
                  <a:pt x="1591225" y="66520"/>
                  <a:pt x="1591615" y="64468"/>
                  <a:pt x="1592397" y="62448"/>
                </a:cubicBezTo>
                <a:cubicBezTo>
                  <a:pt x="1593180" y="60428"/>
                  <a:pt x="1594320" y="58636"/>
                  <a:pt x="1595817" y="57074"/>
                </a:cubicBezTo>
                <a:cubicBezTo>
                  <a:pt x="1597317" y="55509"/>
                  <a:pt x="1599043" y="54238"/>
                  <a:pt x="1600998" y="53262"/>
                </a:cubicBezTo>
                <a:cubicBezTo>
                  <a:pt x="1602952" y="52284"/>
                  <a:pt x="1605103" y="51795"/>
                  <a:pt x="1607449" y="51795"/>
                </a:cubicBezTo>
                <a:cubicBezTo>
                  <a:pt x="1610966" y="51795"/>
                  <a:pt x="1613735" y="52968"/>
                  <a:pt x="1615755" y="55314"/>
                </a:cubicBezTo>
                <a:cubicBezTo>
                  <a:pt x="1617775" y="57658"/>
                  <a:pt x="1618785" y="60590"/>
                  <a:pt x="1618785" y="64109"/>
                </a:cubicBezTo>
                <a:cubicBezTo>
                  <a:pt x="1618785" y="66193"/>
                  <a:pt x="1618393" y="68245"/>
                  <a:pt x="1617610" y="70265"/>
                </a:cubicBezTo>
                <a:cubicBezTo>
                  <a:pt x="1616828" y="72285"/>
                  <a:pt x="1615754" y="74077"/>
                  <a:pt x="1614386" y="75642"/>
                </a:cubicBezTo>
                <a:cubicBezTo>
                  <a:pt x="1613018" y="77205"/>
                  <a:pt x="1611324" y="78442"/>
                  <a:pt x="1609304" y="79355"/>
                </a:cubicBezTo>
                <a:cubicBezTo>
                  <a:pt x="1607286" y="80266"/>
                  <a:pt x="1605104" y="80721"/>
                  <a:pt x="1602757" y="80721"/>
                </a:cubicBezTo>
                <a:moveTo>
                  <a:pt x="1571875" y="181379"/>
                </a:moveTo>
                <a:lnTo>
                  <a:pt x="1569334" y="169459"/>
                </a:lnTo>
                <a:cubicBezTo>
                  <a:pt x="1576241" y="167244"/>
                  <a:pt x="1581649" y="164149"/>
                  <a:pt x="1585558" y="160174"/>
                </a:cubicBezTo>
                <a:cubicBezTo>
                  <a:pt x="1589467" y="156200"/>
                  <a:pt x="1591942" y="151932"/>
                  <a:pt x="1592984" y="147371"/>
                </a:cubicBezTo>
                <a:cubicBezTo>
                  <a:pt x="1589206" y="147371"/>
                  <a:pt x="1586112" y="146329"/>
                  <a:pt x="1583700" y="144246"/>
                </a:cubicBezTo>
                <a:cubicBezTo>
                  <a:pt x="1581290" y="142160"/>
                  <a:pt x="1580085" y="139293"/>
                  <a:pt x="1580085" y="135644"/>
                </a:cubicBezTo>
                <a:cubicBezTo>
                  <a:pt x="1580085" y="131736"/>
                  <a:pt x="1581453" y="128217"/>
                  <a:pt x="1584189" y="125090"/>
                </a:cubicBezTo>
                <a:cubicBezTo>
                  <a:pt x="1586925" y="121962"/>
                  <a:pt x="1590639" y="120399"/>
                  <a:pt x="1595331" y="120399"/>
                </a:cubicBezTo>
                <a:cubicBezTo>
                  <a:pt x="1599761" y="120399"/>
                  <a:pt x="1603148" y="121832"/>
                  <a:pt x="1605492" y="124699"/>
                </a:cubicBezTo>
                <a:cubicBezTo>
                  <a:pt x="1607838" y="127566"/>
                  <a:pt x="1609011" y="131475"/>
                  <a:pt x="1609011" y="136426"/>
                </a:cubicBezTo>
                <a:cubicBezTo>
                  <a:pt x="1609011" y="141899"/>
                  <a:pt x="1608132" y="147079"/>
                  <a:pt x="1606372" y="151964"/>
                </a:cubicBezTo>
                <a:cubicBezTo>
                  <a:pt x="1604614" y="156851"/>
                  <a:pt x="1602106" y="161249"/>
                  <a:pt x="1598847" y="165158"/>
                </a:cubicBezTo>
                <a:cubicBezTo>
                  <a:pt x="1595591" y="169067"/>
                  <a:pt x="1591682" y="172422"/>
                  <a:pt x="1587121" y="175224"/>
                </a:cubicBezTo>
                <a:cubicBezTo>
                  <a:pt x="1582560" y="178025"/>
                  <a:pt x="1577478" y="180077"/>
                  <a:pt x="1571875" y="18137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$f">
            <a:extLst xmlns:a="http://schemas.openxmlformats.org/drawingml/2006/main">
              <a:ext uri="{FF2B5EF4-FFF2-40B4-BE49-F238E27FC236}">
                <a16:creationId xmlns:a16="http://schemas.microsoft.com/office/drawing/2014/main" id="{2383533C-840D-45E7-825B-F103C413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95" y="2180066"/>
            <a:ext cx="177666" cy="168480"/>
          </a:xfrm>
          <a:custGeom xmlns:a="http://schemas.openxmlformats.org/drawingml/2006/main">
            <a:pathLst>
              <a:path w="177666" h="168480">
                <a:moveTo>
                  <a:pt x="24822" y="168480"/>
                </a:moveTo>
                <a:lnTo>
                  <a:pt x="28926" y="148349"/>
                </a:lnTo>
                <a:cubicBezTo>
                  <a:pt x="23194" y="147045"/>
                  <a:pt x="17852" y="144797"/>
                  <a:pt x="12899" y="141606"/>
                </a:cubicBezTo>
                <a:cubicBezTo>
                  <a:pt x="7948" y="138413"/>
                  <a:pt x="3648" y="134666"/>
                  <a:pt x="0" y="130366"/>
                </a:cubicBezTo>
                <a:lnTo>
                  <a:pt x="13096" y="117467"/>
                </a:lnTo>
                <a:cubicBezTo>
                  <a:pt x="16092" y="121376"/>
                  <a:pt x="19772" y="124829"/>
                  <a:pt x="24136" y="127828"/>
                </a:cubicBezTo>
                <a:cubicBezTo>
                  <a:pt x="28503" y="130824"/>
                  <a:pt x="33422" y="132322"/>
                  <a:pt x="38896" y="132322"/>
                </a:cubicBezTo>
                <a:cubicBezTo>
                  <a:pt x="45149" y="132322"/>
                  <a:pt x="50133" y="130628"/>
                  <a:pt x="53847" y="127240"/>
                </a:cubicBezTo>
                <a:cubicBezTo>
                  <a:pt x="57561" y="123852"/>
                  <a:pt x="59418" y="119291"/>
                  <a:pt x="59418" y="113557"/>
                </a:cubicBezTo>
                <a:cubicBezTo>
                  <a:pt x="59418" y="109388"/>
                  <a:pt x="58408" y="105739"/>
                  <a:pt x="56388" y="102612"/>
                </a:cubicBezTo>
                <a:cubicBezTo>
                  <a:pt x="54368" y="99484"/>
                  <a:pt x="51860" y="96585"/>
                  <a:pt x="48863" y="93915"/>
                </a:cubicBezTo>
                <a:cubicBezTo>
                  <a:pt x="45867" y="91243"/>
                  <a:pt x="42642" y="88669"/>
                  <a:pt x="39188" y="86194"/>
                </a:cubicBezTo>
                <a:cubicBezTo>
                  <a:pt x="35735" y="83718"/>
                  <a:pt x="32510" y="81015"/>
                  <a:pt x="29514" y="78085"/>
                </a:cubicBezTo>
                <a:cubicBezTo>
                  <a:pt x="26517" y="75152"/>
                  <a:pt x="24009" y="71861"/>
                  <a:pt x="21989" y="68213"/>
                </a:cubicBezTo>
                <a:cubicBezTo>
                  <a:pt x="19969" y="64564"/>
                  <a:pt x="18959" y="60265"/>
                  <a:pt x="18959" y="55314"/>
                </a:cubicBezTo>
                <a:cubicBezTo>
                  <a:pt x="18959" y="50361"/>
                  <a:pt x="19806" y="45768"/>
                  <a:pt x="21500" y="41533"/>
                </a:cubicBezTo>
                <a:cubicBezTo>
                  <a:pt x="23194" y="37298"/>
                  <a:pt x="25605" y="33617"/>
                  <a:pt x="28732" y="30492"/>
                </a:cubicBezTo>
                <a:cubicBezTo>
                  <a:pt x="31860" y="27364"/>
                  <a:pt x="35573" y="24823"/>
                  <a:pt x="39871" y="22869"/>
                </a:cubicBezTo>
                <a:cubicBezTo>
                  <a:pt x="44172" y="20914"/>
                  <a:pt x="48993" y="19741"/>
                  <a:pt x="54336" y="19350"/>
                </a:cubicBezTo>
                <a:lnTo>
                  <a:pt x="58049" y="0"/>
                </a:lnTo>
                <a:lnTo>
                  <a:pt x="72513" y="0"/>
                </a:lnTo>
                <a:lnTo>
                  <a:pt x="68604" y="20522"/>
                </a:lnTo>
                <a:cubicBezTo>
                  <a:pt x="73165" y="21826"/>
                  <a:pt x="77400" y="23879"/>
                  <a:pt x="81309" y="26680"/>
                </a:cubicBezTo>
                <a:cubicBezTo>
                  <a:pt x="85217" y="29482"/>
                  <a:pt x="88736" y="32837"/>
                  <a:pt x="91863" y="36746"/>
                </a:cubicBezTo>
                <a:lnTo>
                  <a:pt x="78377" y="48666"/>
                </a:lnTo>
                <a:cubicBezTo>
                  <a:pt x="75770" y="45018"/>
                  <a:pt x="72676" y="42022"/>
                  <a:pt x="69093" y="39678"/>
                </a:cubicBezTo>
                <a:cubicBezTo>
                  <a:pt x="65510" y="37331"/>
                  <a:pt x="61698" y="36158"/>
                  <a:pt x="57658" y="36158"/>
                </a:cubicBezTo>
                <a:cubicBezTo>
                  <a:pt x="52187" y="36158"/>
                  <a:pt x="47821" y="37689"/>
                  <a:pt x="44563" y="40751"/>
                </a:cubicBezTo>
                <a:cubicBezTo>
                  <a:pt x="41306" y="43813"/>
                  <a:pt x="39678" y="47820"/>
                  <a:pt x="39678" y="52773"/>
                </a:cubicBezTo>
                <a:cubicBezTo>
                  <a:pt x="39678" y="56290"/>
                  <a:pt x="40687" y="59418"/>
                  <a:pt x="42705" y="62156"/>
                </a:cubicBezTo>
                <a:cubicBezTo>
                  <a:pt x="44725" y="64892"/>
                  <a:pt x="47233" y="67497"/>
                  <a:pt x="50229" y="69973"/>
                </a:cubicBezTo>
                <a:cubicBezTo>
                  <a:pt x="53227" y="72448"/>
                  <a:pt x="56452" y="74923"/>
                  <a:pt x="59904" y="77399"/>
                </a:cubicBezTo>
                <a:cubicBezTo>
                  <a:pt x="63358" y="79874"/>
                  <a:pt x="66583" y="82675"/>
                  <a:pt x="69579" y="85803"/>
                </a:cubicBezTo>
                <a:cubicBezTo>
                  <a:pt x="72577" y="88930"/>
                  <a:pt x="75086" y="92481"/>
                  <a:pt x="77106" y="96456"/>
                </a:cubicBezTo>
                <a:cubicBezTo>
                  <a:pt x="79126" y="100431"/>
                  <a:pt x="80136" y="105154"/>
                  <a:pt x="80136" y="110625"/>
                </a:cubicBezTo>
                <a:cubicBezTo>
                  <a:pt x="80136" y="115838"/>
                  <a:pt x="79257" y="120660"/>
                  <a:pt x="77497" y="125090"/>
                </a:cubicBezTo>
                <a:cubicBezTo>
                  <a:pt x="75737" y="129520"/>
                  <a:pt x="73261" y="133461"/>
                  <a:pt x="70068" y="136915"/>
                </a:cubicBezTo>
                <a:cubicBezTo>
                  <a:pt x="66877" y="140369"/>
                  <a:pt x="63001" y="143138"/>
                  <a:pt x="58440" y="145224"/>
                </a:cubicBezTo>
                <a:cubicBezTo>
                  <a:pt x="53879" y="147308"/>
                  <a:pt x="48797" y="148610"/>
                  <a:pt x="43194" y="149131"/>
                </a:cubicBezTo>
                <a:lnTo>
                  <a:pt x="39287" y="168480"/>
                </a:lnTo>
                <a:lnTo>
                  <a:pt x="24822" y="168480"/>
                </a:lnTo>
                <a:close/>
                <a:moveTo>
                  <a:pt x="106913" y="67625"/>
                </a:moveTo>
                <a:lnTo>
                  <a:pt x="110041" y="51992"/>
                </a:lnTo>
                <a:lnTo>
                  <a:pt x="122746" y="51014"/>
                </a:lnTo>
                <a:lnTo>
                  <a:pt x="124893" y="39871"/>
                </a:lnTo>
                <a:cubicBezTo>
                  <a:pt x="126848" y="30099"/>
                  <a:pt x="130561" y="22118"/>
                  <a:pt x="136032" y="15929"/>
                </a:cubicBezTo>
                <a:cubicBezTo>
                  <a:pt x="141506" y="9739"/>
                  <a:pt x="149064" y="6645"/>
                  <a:pt x="158707" y="6645"/>
                </a:cubicBezTo>
                <a:cubicBezTo>
                  <a:pt x="162356" y="6645"/>
                  <a:pt x="165744" y="7101"/>
                  <a:pt x="168871" y="8014"/>
                </a:cubicBezTo>
                <a:cubicBezTo>
                  <a:pt x="171999" y="8926"/>
                  <a:pt x="174931" y="10099"/>
                  <a:pt x="177666" y="11533"/>
                </a:cubicBezTo>
                <a:lnTo>
                  <a:pt x="170631" y="26385"/>
                </a:lnTo>
                <a:cubicBezTo>
                  <a:pt x="169458" y="25735"/>
                  <a:pt x="167992" y="25084"/>
                  <a:pt x="166232" y="24432"/>
                </a:cubicBezTo>
                <a:cubicBezTo>
                  <a:pt x="164474" y="23779"/>
                  <a:pt x="162617" y="23453"/>
                  <a:pt x="160661" y="23453"/>
                </a:cubicBezTo>
                <a:cubicBezTo>
                  <a:pt x="156752" y="23453"/>
                  <a:pt x="153560" y="24724"/>
                  <a:pt x="151084" y="27265"/>
                </a:cubicBezTo>
                <a:cubicBezTo>
                  <a:pt x="148609" y="29806"/>
                  <a:pt x="146850" y="33813"/>
                  <a:pt x="145809" y="39287"/>
                </a:cubicBezTo>
                <a:lnTo>
                  <a:pt x="143462" y="51014"/>
                </a:lnTo>
                <a:lnTo>
                  <a:pt x="161639" y="51014"/>
                </a:lnTo>
                <a:lnTo>
                  <a:pt x="158317" y="67625"/>
                </a:lnTo>
                <a:lnTo>
                  <a:pt x="139945" y="67625"/>
                </a:lnTo>
                <a:lnTo>
                  <a:pt x="124309" y="146980"/>
                </a:lnTo>
                <a:lnTo>
                  <a:pt x="103393" y="146980"/>
                </a:lnTo>
                <a:lnTo>
                  <a:pt x="119227" y="67625"/>
                </a:lnTo>
                <a:lnTo>
                  <a:pt x="106913" y="6762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usion=$nodes-&gt;getIter…(">
            <a:extLst xmlns:a="http://schemas.openxmlformats.org/drawingml/2006/main">
              <a:ext uri="{FF2B5EF4-FFF2-40B4-BE49-F238E27FC236}">
                <a16:creationId xmlns:a16="http://schemas.microsoft.com/office/drawing/2014/main" id="{B54AF053-059F-411D-ACEA-FA4F4948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566" y="2180066"/>
            <a:ext cx="2172477" cy="189590"/>
          </a:xfrm>
          <a:custGeom xmlns:a="http://schemas.openxmlformats.org/drawingml/2006/main">
            <a:pathLst>
              <a:path w="2172477" h="189590">
                <a:moveTo>
                  <a:pt x="90885" y="51014"/>
                </a:moveTo>
                <a:lnTo>
                  <a:pt x="71926" y="146980"/>
                </a:lnTo>
                <a:lnTo>
                  <a:pt x="54923" y="146980"/>
                </a:lnTo>
                <a:lnTo>
                  <a:pt x="55705" y="133297"/>
                </a:lnTo>
                <a:lnTo>
                  <a:pt x="54923" y="133297"/>
                </a:lnTo>
                <a:cubicBezTo>
                  <a:pt x="50102" y="137598"/>
                  <a:pt x="45020" y="141345"/>
                  <a:pt x="39678" y="144538"/>
                </a:cubicBezTo>
                <a:cubicBezTo>
                  <a:pt x="34335" y="147729"/>
                  <a:pt x="28732" y="149325"/>
                  <a:pt x="22869" y="149325"/>
                </a:cubicBezTo>
                <a:cubicBezTo>
                  <a:pt x="14791" y="149325"/>
                  <a:pt x="8959" y="147208"/>
                  <a:pt x="5374" y="142975"/>
                </a:cubicBezTo>
                <a:cubicBezTo>
                  <a:pt x="1791" y="138740"/>
                  <a:pt x="0" y="132778"/>
                  <a:pt x="0" y="125090"/>
                </a:cubicBezTo>
                <a:cubicBezTo>
                  <a:pt x="0" y="122875"/>
                  <a:pt x="130" y="120693"/>
                  <a:pt x="391" y="118543"/>
                </a:cubicBezTo>
                <a:cubicBezTo>
                  <a:pt x="651" y="116392"/>
                  <a:pt x="1042" y="114079"/>
                  <a:pt x="1563" y="111603"/>
                </a:cubicBezTo>
                <a:lnTo>
                  <a:pt x="13683" y="51014"/>
                </a:lnTo>
                <a:lnTo>
                  <a:pt x="34596" y="51014"/>
                </a:lnTo>
                <a:lnTo>
                  <a:pt x="23063" y="108866"/>
                </a:lnTo>
                <a:cubicBezTo>
                  <a:pt x="22542" y="111083"/>
                  <a:pt x="22151" y="112972"/>
                  <a:pt x="21891" y="114535"/>
                </a:cubicBezTo>
                <a:cubicBezTo>
                  <a:pt x="21630" y="116098"/>
                  <a:pt x="21500" y="117596"/>
                  <a:pt x="21500" y="119030"/>
                </a:cubicBezTo>
                <a:cubicBezTo>
                  <a:pt x="21500" y="127239"/>
                  <a:pt x="25474" y="131344"/>
                  <a:pt x="33423" y="131344"/>
                </a:cubicBezTo>
                <a:cubicBezTo>
                  <a:pt x="39808" y="131344"/>
                  <a:pt x="47691" y="126392"/>
                  <a:pt x="57074" y="116489"/>
                </a:cubicBezTo>
                <a:lnTo>
                  <a:pt x="69973" y="51014"/>
                </a:lnTo>
                <a:lnTo>
                  <a:pt x="90885" y="51014"/>
                </a:lnTo>
                <a:close/>
                <a:moveTo>
                  <a:pt x="129195" y="149325"/>
                </a:moveTo>
                <a:cubicBezTo>
                  <a:pt x="126198" y="149325"/>
                  <a:pt x="123104" y="148868"/>
                  <a:pt x="119911" y="147956"/>
                </a:cubicBezTo>
                <a:cubicBezTo>
                  <a:pt x="116718" y="147045"/>
                  <a:pt x="113623" y="145808"/>
                  <a:pt x="110627" y="144246"/>
                </a:cubicBezTo>
                <a:cubicBezTo>
                  <a:pt x="107630" y="142681"/>
                  <a:pt x="104829" y="140758"/>
                  <a:pt x="102222" y="138478"/>
                </a:cubicBezTo>
                <a:cubicBezTo>
                  <a:pt x="99616" y="136197"/>
                  <a:pt x="97401" y="133689"/>
                  <a:pt x="95577" y="130953"/>
                </a:cubicBezTo>
                <a:lnTo>
                  <a:pt x="108086" y="120789"/>
                </a:lnTo>
                <a:cubicBezTo>
                  <a:pt x="111213" y="124959"/>
                  <a:pt x="114698" y="128152"/>
                  <a:pt x="118542" y="130369"/>
                </a:cubicBezTo>
                <a:cubicBezTo>
                  <a:pt x="122387" y="132584"/>
                  <a:pt x="126459" y="133691"/>
                  <a:pt x="130758" y="133691"/>
                </a:cubicBezTo>
                <a:cubicBezTo>
                  <a:pt x="135319" y="133691"/>
                  <a:pt x="139260" y="132486"/>
                  <a:pt x="142583" y="130076"/>
                </a:cubicBezTo>
                <a:cubicBezTo>
                  <a:pt x="145905" y="127665"/>
                  <a:pt x="147566" y="124699"/>
                  <a:pt x="147566" y="121180"/>
                </a:cubicBezTo>
                <a:cubicBezTo>
                  <a:pt x="147566" y="118184"/>
                  <a:pt x="146198" y="115611"/>
                  <a:pt x="143462" y="113462"/>
                </a:cubicBezTo>
                <a:cubicBezTo>
                  <a:pt x="140727" y="111310"/>
                  <a:pt x="136361" y="108541"/>
                  <a:pt x="130367" y="105153"/>
                </a:cubicBezTo>
                <a:cubicBezTo>
                  <a:pt x="123983" y="101635"/>
                  <a:pt x="118966" y="97792"/>
                  <a:pt x="115318" y="93623"/>
                </a:cubicBezTo>
                <a:cubicBezTo>
                  <a:pt x="111669" y="89453"/>
                  <a:pt x="109845" y="84436"/>
                  <a:pt x="109845" y="78571"/>
                </a:cubicBezTo>
                <a:cubicBezTo>
                  <a:pt x="109845" y="74272"/>
                  <a:pt x="110757" y="70266"/>
                  <a:pt x="112580" y="66552"/>
                </a:cubicBezTo>
                <a:cubicBezTo>
                  <a:pt x="114405" y="62838"/>
                  <a:pt x="116913" y="59678"/>
                  <a:pt x="120105" y="57074"/>
                </a:cubicBezTo>
                <a:cubicBezTo>
                  <a:pt x="123298" y="54467"/>
                  <a:pt x="127012" y="52414"/>
                  <a:pt x="131247" y="50915"/>
                </a:cubicBezTo>
                <a:cubicBezTo>
                  <a:pt x="135482" y="49416"/>
                  <a:pt x="140010" y="48666"/>
                  <a:pt x="144831" y="48666"/>
                </a:cubicBezTo>
                <a:cubicBezTo>
                  <a:pt x="151086" y="48666"/>
                  <a:pt x="156722" y="49970"/>
                  <a:pt x="161738" y="52576"/>
                </a:cubicBezTo>
                <a:cubicBezTo>
                  <a:pt x="166755" y="55183"/>
                  <a:pt x="171152" y="58441"/>
                  <a:pt x="174930" y="62350"/>
                </a:cubicBezTo>
                <a:lnTo>
                  <a:pt x="163203" y="73489"/>
                </a:lnTo>
                <a:cubicBezTo>
                  <a:pt x="160727" y="71013"/>
                  <a:pt x="157991" y="68897"/>
                  <a:pt x="154992" y="67139"/>
                </a:cubicBezTo>
                <a:cubicBezTo>
                  <a:pt x="151996" y="65380"/>
                  <a:pt x="148609" y="64500"/>
                  <a:pt x="144831" y="64500"/>
                </a:cubicBezTo>
                <a:cubicBezTo>
                  <a:pt x="140402" y="64500"/>
                  <a:pt x="136753" y="65673"/>
                  <a:pt x="133886" y="68019"/>
                </a:cubicBezTo>
                <a:cubicBezTo>
                  <a:pt x="131019" y="70363"/>
                  <a:pt x="129585" y="73229"/>
                  <a:pt x="129585" y="76617"/>
                </a:cubicBezTo>
                <a:cubicBezTo>
                  <a:pt x="129585" y="78442"/>
                  <a:pt x="130042" y="80006"/>
                  <a:pt x="130954" y="81309"/>
                </a:cubicBezTo>
                <a:cubicBezTo>
                  <a:pt x="131867" y="82611"/>
                  <a:pt x="133105" y="83849"/>
                  <a:pt x="134667" y="85022"/>
                </a:cubicBezTo>
                <a:cubicBezTo>
                  <a:pt x="136230" y="86195"/>
                  <a:pt x="137989" y="87302"/>
                  <a:pt x="139943" y="88344"/>
                </a:cubicBezTo>
                <a:cubicBezTo>
                  <a:pt x="141898" y="89386"/>
                  <a:pt x="143918" y="90493"/>
                  <a:pt x="146003" y="91666"/>
                </a:cubicBezTo>
                <a:cubicBezTo>
                  <a:pt x="153171" y="95446"/>
                  <a:pt x="158514" y="99420"/>
                  <a:pt x="162031" y="103590"/>
                </a:cubicBezTo>
                <a:cubicBezTo>
                  <a:pt x="165548" y="107759"/>
                  <a:pt x="167307" y="112776"/>
                  <a:pt x="167307" y="118639"/>
                </a:cubicBezTo>
                <a:cubicBezTo>
                  <a:pt x="167307" y="123331"/>
                  <a:pt x="166362" y="127567"/>
                  <a:pt x="164473" y="131347"/>
                </a:cubicBezTo>
                <a:cubicBezTo>
                  <a:pt x="162584" y="135125"/>
                  <a:pt x="159946" y="138349"/>
                  <a:pt x="156558" y="141022"/>
                </a:cubicBezTo>
                <a:cubicBezTo>
                  <a:pt x="153170" y="143692"/>
                  <a:pt x="149130" y="145743"/>
                  <a:pt x="144438" y="147174"/>
                </a:cubicBezTo>
                <a:cubicBezTo>
                  <a:pt x="139747" y="148608"/>
                  <a:pt x="134666" y="149325"/>
                  <a:pt x="129195" y="149325"/>
                </a:cubicBezTo>
                <a:close/>
                <a:moveTo>
                  <a:pt x="182555" y="146980"/>
                </a:moveTo>
                <a:lnTo>
                  <a:pt x="201904" y="51014"/>
                </a:lnTo>
                <a:lnTo>
                  <a:pt x="222817" y="51014"/>
                </a:lnTo>
                <a:lnTo>
                  <a:pt x="203664" y="146980"/>
                </a:lnTo>
                <a:lnTo>
                  <a:pt x="182555" y="146980"/>
                </a:lnTo>
                <a:moveTo>
                  <a:pt x="217344" y="34008"/>
                </a:moveTo>
                <a:cubicBezTo>
                  <a:pt x="214348" y="34008"/>
                  <a:pt x="211612" y="33064"/>
                  <a:pt x="209136" y="31175"/>
                </a:cubicBezTo>
                <a:cubicBezTo>
                  <a:pt x="206661" y="29286"/>
                  <a:pt x="205423" y="26582"/>
                  <a:pt x="205423" y="23063"/>
                </a:cubicBezTo>
                <a:cubicBezTo>
                  <a:pt x="205423" y="19285"/>
                  <a:pt x="206791" y="16061"/>
                  <a:pt x="209527" y="13391"/>
                </a:cubicBezTo>
                <a:cubicBezTo>
                  <a:pt x="212263" y="10719"/>
                  <a:pt x="215585" y="9383"/>
                  <a:pt x="219494" y="9383"/>
                </a:cubicBezTo>
                <a:cubicBezTo>
                  <a:pt x="222491" y="9383"/>
                  <a:pt x="225226" y="10327"/>
                  <a:pt x="227702" y="12216"/>
                </a:cubicBezTo>
                <a:cubicBezTo>
                  <a:pt x="230179" y="14105"/>
                  <a:pt x="231418" y="16809"/>
                  <a:pt x="231418" y="20328"/>
                </a:cubicBezTo>
                <a:cubicBezTo>
                  <a:pt x="231418" y="24237"/>
                  <a:pt x="230049" y="27495"/>
                  <a:pt x="227311" y="30101"/>
                </a:cubicBezTo>
                <a:cubicBezTo>
                  <a:pt x="224575" y="32706"/>
                  <a:pt x="221253" y="34008"/>
                  <a:pt x="217344" y="34008"/>
                </a:cubicBezTo>
                <a:close/>
                <a:moveTo>
                  <a:pt x="269529" y="149325"/>
                </a:moveTo>
                <a:cubicBezTo>
                  <a:pt x="264187" y="149325"/>
                  <a:pt x="259301" y="148413"/>
                  <a:pt x="254871" y="146590"/>
                </a:cubicBezTo>
                <a:cubicBezTo>
                  <a:pt x="250441" y="144765"/>
                  <a:pt x="246662" y="142159"/>
                  <a:pt x="243535" y="138773"/>
                </a:cubicBezTo>
                <a:cubicBezTo>
                  <a:pt x="240407" y="135385"/>
                  <a:pt x="237997" y="131280"/>
                  <a:pt x="236303" y="126459"/>
                </a:cubicBezTo>
                <a:cubicBezTo>
                  <a:pt x="234609" y="121637"/>
                  <a:pt x="233762" y="116229"/>
                  <a:pt x="233762" y="110235"/>
                </a:cubicBezTo>
                <a:cubicBezTo>
                  <a:pt x="233762" y="101114"/>
                  <a:pt x="235293" y="92743"/>
                  <a:pt x="238355" y="85120"/>
                </a:cubicBezTo>
                <a:cubicBezTo>
                  <a:pt x="241416" y="77497"/>
                  <a:pt x="245423" y="71014"/>
                  <a:pt x="250374" y="65672"/>
                </a:cubicBezTo>
                <a:cubicBezTo>
                  <a:pt x="255326" y="60329"/>
                  <a:pt x="260962" y="56160"/>
                  <a:pt x="267281" y="53164"/>
                </a:cubicBezTo>
                <a:cubicBezTo>
                  <a:pt x="273601" y="50166"/>
                  <a:pt x="280019" y="48666"/>
                  <a:pt x="286535" y="48666"/>
                </a:cubicBezTo>
                <a:cubicBezTo>
                  <a:pt x="297480" y="48666"/>
                  <a:pt x="306211" y="52153"/>
                  <a:pt x="312726" y="59126"/>
                </a:cubicBezTo>
                <a:cubicBezTo>
                  <a:pt x="319242" y="66096"/>
                  <a:pt x="322499" y="75641"/>
                  <a:pt x="322499" y="87759"/>
                </a:cubicBezTo>
                <a:cubicBezTo>
                  <a:pt x="322499" y="96880"/>
                  <a:pt x="320967" y="105218"/>
                  <a:pt x="317903" y="112776"/>
                </a:cubicBezTo>
                <a:cubicBezTo>
                  <a:pt x="314842" y="120333"/>
                  <a:pt x="310835" y="126816"/>
                  <a:pt x="305884" y="132224"/>
                </a:cubicBezTo>
                <a:cubicBezTo>
                  <a:pt x="300934" y="137632"/>
                  <a:pt x="295298" y="141834"/>
                  <a:pt x="288977" y="144830"/>
                </a:cubicBezTo>
                <a:cubicBezTo>
                  <a:pt x="282659" y="147826"/>
                  <a:pt x="276176" y="149325"/>
                  <a:pt x="269529" y="149325"/>
                </a:cubicBezTo>
                <a:moveTo>
                  <a:pt x="271876" y="132322"/>
                </a:moveTo>
                <a:cubicBezTo>
                  <a:pt x="275654" y="132322"/>
                  <a:pt x="279302" y="131182"/>
                  <a:pt x="282819" y="128901"/>
                </a:cubicBezTo>
                <a:cubicBezTo>
                  <a:pt x="286338" y="126621"/>
                  <a:pt x="289466" y="123493"/>
                  <a:pt x="292201" y="119519"/>
                </a:cubicBezTo>
                <a:cubicBezTo>
                  <a:pt x="294939" y="115544"/>
                  <a:pt x="297122" y="110886"/>
                  <a:pt x="298751" y="105543"/>
                </a:cubicBezTo>
                <a:cubicBezTo>
                  <a:pt x="300379" y="100201"/>
                  <a:pt x="301193" y="94468"/>
                  <a:pt x="301193" y="88344"/>
                </a:cubicBezTo>
                <a:cubicBezTo>
                  <a:pt x="301193" y="81047"/>
                  <a:pt x="299760" y="75444"/>
                  <a:pt x="296893" y="71535"/>
                </a:cubicBezTo>
                <a:cubicBezTo>
                  <a:pt x="294028" y="67626"/>
                  <a:pt x="289858" y="65672"/>
                  <a:pt x="284385" y="65672"/>
                </a:cubicBezTo>
                <a:cubicBezTo>
                  <a:pt x="280607" y="65672"/>
                  <a:pt x="276926" y="66812"/>
                  <a:pt x="273341" y="69093"/>
                </a:cubicBezTo>
                <a:cubicBezTo>
                  <a:pt x="269758" y="71373"/>
                  <a:pt x="266599" y="74468"/>
                  <a:pt x="263863" y="78377"/>
                </a:cubicBezTo>
                <a:cubicBezTo>
                  <a:pt x="261127" y="82286"/>
                  <a:pt x="258944" y="86911"/>
                  <a:pt x="257314" y="92254"/>
                </a:cubicBezTo>
                <a:cubicBezTo>
                  <a:pt x="255685" y="97596"/>
                  <a:pt x="254871" y="103329"/>
                  <a:pt x="254871" y="109453"/>
                </a:cubicBezTo>
                <a:cubicBezTo>
                  <a:pt x="254871" y="116750"/>
                  <a:pt x="256304" y="122386"/>
                  <a:pt x="259172" y="126360"/>
                </a:cubicBezTo>
                <a:cubicBezTo>
                  <a:pt x="262039" y="130335"/>
                  <a:pt x="266274" y="132322"/>
                  <a:pt x="271876" y="132322"/>
                </a:cubicBezTo>
                <a:close/>
                <a:moveTo>
                  <a:pt x="334617" y="146980"/>
                </a:moveTo>
                <a:lnTo>
                  <a:pt x="353770" y="51014"/>
                </a:lnTo>
                <a:lnTo>
                  <a:pt x="370776" y="51014"/>
                </a:lnTo>
                <a:lnTo>
                  <a:pt x="369797" y="64500"/>
                </a:lnTo>
                <a:lnTo>
                  <a:pt x="370579" y="64500"/>
                </a:lnTo>
                <a:cubicBezTo>
                  <a:pt x="375661" y="60199"/>
                  <a:pt x="380906" y="56485"/>
                  <a:pt x="386314" y="53358"/>
                </a:cubicBezTo>
                <a:cubicBezTo>
                  <a:pt x="391722" y="50230"/>
                  <a:pt x="397488" y="48666"/>
                  <a:pt x="403612" y="48666"/>
                </a:cubicBezTo>
                <a:cubicBezTo>
                  <a:pt x="411690" y="48666"/>
                  <a:pt x="417488" y="50752"/>
                  <a:pt x="421005" y="54923"/>
                </a:cubicBezTo>
                <a:cubicBezTo>
                  <a:pt x="424524" y="59093"/>
                  <a:pt x="426284" y="65086"/>
                  <a:pt x="426284" y="72904"/>
                </a:cubicBezTo>
                <a:cubicBezTo>
                  <a:pt x="426284" y="75119"/>
                  <a:pt x="426186" y="77269"/>
                  <a:pt x="425991" y="79355"/>
                </a:cubicBezTo>
                <a:cubicBezTo>
                  <a:pt x="425796" y="81439"/>
                  <a:pt x="425373" y="83784"/>
                  <a:pt x="424721" y="86390"/>
                </a:cubicBezTo>
                <a:lnTo>
                  <a:pt x="412603" y="146980"/>
                </a:lnTo>
                <a:lnTo>
                  <a:pt x="391688" y="146980"/>
                </a:lnTo>
                <a:lnTo>
                  <a:pt x="403415" y="89125"/>
                </a:lnTo>
                <a:cubicBezTo>
                  <a:pt x="403806" y="86910"/>
                  <a:pt x="404165" y="85022"/>
                  <a:pt x="404491" y="83459"/>
                </a:cubicBezTo>
                <a:cubicBezTo>
                  <a:pt x="404817" y="81894"/>
                  <a:pt x="404980" y="80395"/>
                  <a:pt x="404980" y="78961"/>
                </a:cubicBezTo>
                <a:cubicBezTo>
                  <a:pt x="404980" y="70754"/>
                  <a:pt x="400941" y="66650"/>
                  <a:pt x="392863" y="66650"/>
                </a:cubicBezTo>
                <a:cubicBezTo>
                  <a:pt x="389475" y="66650"/>
                  <a:pt x="385859" y="67823"/>
                  <a:pt x="382013" y="70169"/>
                </a:cubicBezTo>
                <a:cubicBezTo>
                  <a:pt x="378170" y="72513"/>
                  <a:pt x="373707" y="76291"/>
                  <a:pt x="368625" y="81502"/>
                </a:cubicBezTo>
                <a:lnTo>
                  <a:pt x="355727" y="146980"/>
                </a:lnTo>
                <a:lnTo>
                  <a:pt x="334617" y="146980"/>
                </a:lnTo>
                <a:close/>
                <a:moveTo>
                  <a:pt x="483314" y="68213"/>
                </a:moveTo>
                <a:lnTo>
                  <a:pt x="483314" y="53164"/>
                </a:lnTo>
                <a:lnTo>
                  <a:pt x="566185" y="53164"/>
                </a:lnTo>
                <a:lnTo>
                  <a:pt x="566185" y="68213"/>
                </a:lnTo>
                <a:lnTo>
                  <a:pt x="483314" y="68213"/>
                </a:lnTo>
                <a:moveTo>
                  <a:pt x="483314" y="111601"/>
                </a:moveTo>
                <a:lnTo>
                  <a:pt x="483314" y="96551"/>
                </a:lnTo>
                <a:lnTo>
                  <a:pt x="566185" y="96551"/>
                </a:lnTo>
                <a:lnTo>
                  <a:pt x="566185" y="111601"/>
                </a:lnTo>
                <a:lnTo>
                  <a:pt x="483314" y="111601"/>
                </a:lnTo>
                <a:close/>
                <a:moveTo>
                  <a:pt x="636548" y="168480"/>
                </a:moveTo>
                <a:lnTo>
                  <a:pt x="640651" y="148349"/>
                </a:lnTo>
                <a:cubicBezTo>
                  <a:pt x="634919" y="147045"/>
                  <a:pt x="629577" y="144797"/>
                  <a:pt x="624624" y="141606"/>
                </a:cubicBezTo>
                <a:cubicBezTo>
                  <a:pt x="619673" y="138413"/>
                  <a:pt x="615374" y="134666"/>
                  <a:pt x="611725" y="130366"/>
                </a:cubicBezTo>
                <a:lnTo>
                  <a:pt x="624821" y="117467"/>
                </a:lnTo>
                <a:cubicBezTo>
                  <a:pt x="627817" y="121376"/>
                  <a:pt x="631497" y="124829"/>
                  <a:pt x="635862" y="127828"/>
                </a:cubicBezTo>
                <a:cubicBezTo>
                  <a:pt x="640228" y="130824"/>
                  <a:pt x="645148" y="132322"/>
                  <a:pt x="650621" y="132322"/>
                </a:cubicBezTo>
                <a:cubicBezTo>
                  <a:pt x="656875" y="132322"/>
                  <a:pt x="661858" y="130628"/>
                  <a:pt x="665572" y="127240"/>
                </a:cubicBezTo>
                <a:cubicBezTo>
                  <a:pt x="669286" y="123852"/>
                  <a:pt x="671143" y="119291"/>
                  <a:pt x="671143" y="113557"/>
                </a:cubicBezTo>
                <a:cubicBezTo>
                  <a:pt x="671143" y="109388"/>
                  <a:pt x="670133" y="105739"/>
                  <a:pt x="668113" y="102612"/>
                </a:cubicBezTo>
                <a:cubicBezTo>
                  <a:pt x="666093" y="99484"/>
                  <a:pt x="663585" y="96585"/>
                  <a:pt x="660589" y="93915"/>
                </a:cubicBezTo>
                <a:cubicBezTo>
                  <a:pt x="657592" y="91243"/>
                  <a:pt x="654367" y="88669"/>
                  <a:pt x="650914" y="86194"/>
                </a:cubicBezTo>
                <a:cubicBezTo>
                  <a:pt x="647460" y="83718"/>
                  <a:pt x="644235" y="81015"/>
                  <a:pt x="641239" y="78085"/>
                </a:cubicBezTo>
                <a:cubicBezTo>
                  <a:pt x="638243" y="75152"/>
                  <a:pt x="635734" y="71861"/>
                  <a:pt x="633714" y="68213"/>
                </a:cubicBezTo>
                <a:cubicBezTo>
                  <a:pt x="631694" y="64564"/>
                  <a:pt x="630684" y="60265"/>
                  <a:pt x="630684" y="55314"/>
                </a:cubicBezTo>
                <a:cubicBezTo>
                  <a:pt x="630684" y="50361"/>
                  <a:pt x="631531" y="45768"/>
                  <a:pt x="633225" y="41533"/>
                </a:cubicBezTo>
                <a:cubicBezTo>
                  <a:pt x="634919" y="37298"/>
                  <a:pt x="637330" y="33617"/>
                  <a:pt x="640458" y="30492"/>
                </a:cubicBezTo>
                <a:cubicBezTo>
                  <a:pt x="643585" y="27364"/>
                  <a:pt x="647298" y="24823"/>
                  <a:pt x="651597" y="22869"/>
                </a:cubicBezTo>
                <a:cubicBezTo>
                  <a:pt x="655897" y="20914"/>
                  <a:pt x="660719" y="19741"/>
                  <a:pt x="666061" y="19350"/>
                </a:cubicBezTo>
                <a:lnTo>
                  <a:pt x="669774" y="0"/>
                </a:lnTo>
                <a:lnTo>
                  <a:pt x="684239" y="0"/>
                </a:lnTo>
                <a:lnTo>
                  <a:pt x="680329" y="20522"/>
                </a:lnTo>
                <a:cubicBezTo>
                  <a:pt x="684890" y="21826"/>
                  <a:pt x="689125" y="23879"/>
                  <a:pt x="693034" y="26680"/>
                </a:cubicBezTo>
                <a:cubicBezTo>
                  <a:pt x="696943" y="29482"/>
                  <a:pt x="700461" y="32837"/>
                  <a:pt x="703588" y="36746"/>
                </a:cubicBezTo>
                <a:lnTo>
                  <a:pt x="690102" y="48666"/>
                </a:lnTo>
                <a:cubicBezTo>
                  <a:pt x="687496" y="45018"/>
                  <a:pt x="684401" y="42022"/>
                  <a:pt x="680818" y="39678"/>
                </a:cubicBezTo>
                <a:cubicBezTo>
                  <a:pt x="677235" y="37331"/>
                  <a:pt x="673424" y="36158"/>
                  <a:pt x="669384" y="36158"/>
                </a:cubicBezTo>
                <a:cubicBezTo>
                  <a:pt x="663912" y="36158"/>
                  <a:pt x="659547" y="37689"/>
                  <a:pt x="656288" y="40751"/>
                </a:cubicBezTo>
                <a:cubicBezTo>
                  <a:pt x="653031" y="43813"/>
                  <a:pt x="651403" y="47820"/>
                  <a:pt x="651403" y="52773"/>
                </a:cubicBezTo>
                <a:cubicBezTo>
                  <a:pt x="651403" y="56290"/>
                  <a:pt x="652412" y="59418"/>
                  <a:pt x="654430" y="62156"/>
                </a:cubicBezTo>
                <a:cubicBezTo>
                  <a:pt x="656450" y="64892"/>
                  <a:pt x="658958" y="67497"/>
                  <a:pt x="661955" y="69973"/>
                </a:cubicBezTo>
                <a:cubicBezTo>
                  <a:pt x="664953" y="72448"/>
                  <a:pt x="668178" y="74923"/>
                  <a:pt x="671629" y="77399"/>
                </a:cubicBezTo>
                <a:cubicBezTo>
                  <a:pt x="675083" y="79874"/>
                  <a:pt x="678308" y="82675"/>
                  <a:pt x="681304" y="85803"/>
                </a:cubicBezTo>
                <a:cubicBezTo>
                  <a:pt x="684302" y="88930"/>
                  <a:pt x="686812" y="92481"/>
                  <a:pt x="688832" y="96456"/>
                </a:cubicBezTo>
                <a:cubicBezTo>
                  <a:pt x="690852" y="100431"/>
                  <a:pt x="691862" y="105154"/>
                  <a:pt x="691862" y="110625"/>
                </a:cubicBezTo>
                <a:cubicBezTo>
                  <a:pt x="691862" y="115838"/>
                  <a:pt x="690982" y="120660"/>
                  <a:pt x="689222" y="125090"/>
                </a:cubicBezTo>
                <a:cubicBezTo>
                  <a:pt x="687463" y="129520"/>
                  <a:pt x="684986" y="133461"/>
                  <a:pt x="681793" y="136915"/>
                </a:cubicBezTo>
                <a:cubicBezTo>
                  <a:pt x="678602" y="140369"/>
                  <a:pt x="674726" y="143138"/>
                  <a:pt x="670165" y="145224"/>
                </a:cubicBezTo>
                <a:cubicBezTo>
                  <a:pt x="665604" y="147308"/>
                  <a:pt x="660522" y="148610"/>
                  <a:pt x="654919" y="149131"/>
                </a:cubicBezTo>
                <a:lnTo>
                  <a:pt x="651012" y="168480"/>
                </a:lnTo>
                <a:lnTo>
                  <a:pt x="636548" y="168480"/>
                </a:lnTo>
                <a:close/>
                <a:moveTo>
                  <a:pt x="711602" y="146980"/>
                </a:moveTo>
                <a:lnTo>
                  <a:pt x="730755" y="51014"/>
                </a:lnTo>
                <a:lnTo>
                  <a:pt x="747760" y="51014"/>
                </a:lnTo>
                <a:lnTo>
                  <a:pt x="746782" y="64500"/>
                </a:lnTo>
                <a:lnTo>
                  <a:pt x="747564" y="64500"/>
                </a:lnTo>
                <a:cubicBezTo>
                  <a:pt x="752646" y="60199"/>
                  <a:pt x="757891" y="56485"/>
                  <a:pt x="763299" y="53358"/>
                </a:cubicBezTo>
                <a:cubicBezTo>
                  <a:pt x="768707" y="50230"/>
                  <a:pt x="774473" y="48666"/>
                  <a:pt x="780596" y="48666"/>
                </a:cubicBezTo>
                <a:cubicBezTo>
                  <a:pt x="788675" y="48666"/>
                  <a:pt x="794472" y="50752"/>
                  <a:pt x="797990" y="54923"/>
                </a:cubicBezTo>
                <a:cubicBezTo>
                  <a:pt x="801509" y="59093"/>
                  <a:pt x="803268" y="65086"/>
                  <a:pt x="803268" y="72904"/>
                </a:cubicBezTo>
                <a:cubicBezTo>
                  <a:pt x="803268" y="75119"/>
                  <a:pt x="803171" y="77269"/>
                  <a:pt x="802976" y="79355"/>
                </a:cubicBezTo>
                <a:cubicBezTo>
                  <a:pt x="802781" y="81439"/>
                  <a:pt x="802358" y="83784"/>
                  <a:pt x="801706" y="86390"/>
                </a:cubicBezTo>
                <a:lnTo>
                  <a:pt x="789588" y="146980"/>
                </a:lnTo>
                <a:lnTo>
                  <a:pt x="768673" y="146980"/>
                </a:lnTo>
                <a:lnTo>
                  <a:pt x="780400" y="89125"/>
                </a:lnTo>
                <a:cubicBezTo>
                  <a:pt x="780791" y="86910"/>
                  <a:pt x="781150" y="85022"/>
                  <a:pt x="781476" y="83459"/>
                </a:cubicBezTo>
                <a:cubicBezTo>
                  <a:pt x="781802" y="81894"/>
                  <a:pt x="781965" y="80395"/>
                  <a:pt x="781965" y="78961"/>
                </a:cubicBezTo>
                <a:cubicBezTo>
                  <a:pt x="781965" y="70754"/>
                  <a:pt x="777926" y="66650"/>
                  <a:pt x="769848" y="66650"/>
                </a:cubicBezTo>
                <a:cubicBezTo>
                  <a:pt x="766460" y="66650"/>
                  <a:pt x="762843" y="67823"/>
                  <a:pt x="758998" y="70169"/>
                </a:cubicBezTo>
                <a:cubicBezTo>
                  <a:pt x="755155" y="72513"/>
                  <a:pt x="750692" y="76291"/>
                  <a:pt x="745610" y="81502"/>
                </a:cubicBezTo>
                <a:lnTo>
                  <a:pt x="732711" y="146980"/>
                </a:lnTo>
                <a:lnTo>
                  <a:pt x="711602" y="146980"/>
                </a:lnTo>
                <a:close/>
                <a:moveTo>
                  <a:pt x="855650" y="149325"/>
                </a:moveTo>
                <a:cubicBezTo>
                  <a:pt x="850308" y="149325"/>
                  <a:pt x="845421" y="148413"/>
                  <a:pt x="840992" y="146590"/>
                </a:cubicBezTo>
                <a:cubicBezTo>
                  <a:pt x="836562" y="144765"/>
                  <a:pt x="832783" y="142159"/>
                  <a:pt x="829656" y="138773"/>
                </a:cubicBezTo>
                <a:cubicBezTo>
                  <a:pt x="826528" y="135385"/>
                  <a:pt x="824117" y="131280"/>
                  <a:pt x="822423" y="126459"/>
                </a:cubicBezTo>
                <a:cubicBezTo>
                  <a:pt x="820729" y="121637"/>
                  <a:pt x="819882" y="116229"/>
                  <a:pt x="819882" y="110235"/>
                </a:cubicBezTo>
                <a:cubicBezTo>
                  <a:pt x="819882" y="101114"/>
                  <a:pt x="821413" y="92743"/>
                  <a:pt x="824475" y="85120"/>
                </a:cubicBezTo>
                <a:cubicBezTo>
                  <a:pt x="827537" y="77497"/>
                  <a:pt x="831543" y="71014"/>
                  <a:pt x="836494" y="65672"/>
                </a:cubicBezTo>
                <a:cubicBezTo>
                  <a:pt x="841447" y="60329"/>
                  <a:pt x="847083" y="56160"/>
                  <a:pt x="853401" y="53164"/>
                </a:cubicBezTo>
                <a:cubicBezTo>
                  <a:pt x="859722" y="50166"/>
                  <a:pt x="866140" y="48666"/>
                  <a:pt x="872656" y="48666"/>
                </a:cubicBezTo>
                <a:cubicBezTo>
                  <a:pt x="883601" y="48666"/>
                  <a:pt x="892331" y="52153"/>
                  <a:pt x="898847" y="59126"/>
                </a:cubicBezTo>
                <a:cubicBezTo>
                  <a:pt x="905362" y="66096"/>
                  <a:pt x="908620" y="75641"/>
                  <a:pt x="908620" y="87759"/>
                </a:cubicBezTo>
                <a:cubicBezTo>
                  <a:pt x="908620" y="96880"/>
                  <a:pt x="907088" y="105218"/>
                  <a:pt x="904024" y="112776"/>
                </a:cubicBezTo>
                <a:cubicBezTo>
                  <a:pt x="900962" y="120333"/>
                  <a:pt x="896956" y="126816"/>
                  <a:pt x="892005" y="132224"/>
                </a:cubicBezTo>
                <a:cubicBezTo>
                  <a:pt x="887054" y="137632"/>
                  <a:pt x="881419" y="141834"/>
                  <a:pt x="875098" y="144830"/>
                </a:cubicBezTo>
                <a:cubicBezTo>
                  <a:pt x="868779" y="147826"/>
                  <a:pt x="862297" y="149325"/>
                  <a:pt x="855650" y="149325"/>
                </a:cubicBezTo>
                <a:moveTo>
                  <a:pt x="857997" y="132322"/>
                </a:moveTo>
                <a:cubicBezTo>
                  <a:pt x="861775" y="132322"/>
                  <a:pt x="865422" y="131182"/>
                  <a:pt x="868939" y="128901"/>
                </a:cubicBezTo>
                <a:cubicBezTo>
                  <a:pt x="872459" y="126621"/>
                  <a:pt x="875586" y="123493"/>
                  <a:pt x="878322" y="119519"/>
                </a:cubicBezTo>
                <a:cubicBezTo>
                  <a:pt x="881060" y="115544"/>
                  <a:pt x="883243" y="110886"/>
                  <a:pt x="884871" y="105543"/>
                </a:cubicBezTo>
                <a:cubicBezTo>
                  <a:pt x="886500" y="100201"/>
                  <a:pt x="887314" y="94468"/>
                  <a:pt x="887314" y="88344"/>
                </a:cubicBezTo>
                <a:cubicBezTo>
                  <a:pt x="887314" y="81047"/>
                  <a:pt x="885880" y="75444"/>
                  <a:pt x="883013" y="71535"/>
                </a:cubicBezTo>
                <a:cubicBezTo>
                  <a:pt x="880148" y="67626"/>
                  <a:pt x="875979" y="65672"/>
                  <a:pt x="870505" y="65672"/>
                </a:cubicBezTo>
                <a:cubicBezTo>
                  <a:pt x="866728" y="65672"/>
                  <a:pt x="863046" y="66812"/>
                  <a:pt x="859461" y="69093"/>
                </a:cubicBezTo>
                <a:cubicBezTo>
                  <a:pt x="855879" y="71373"/>
                  <a:pt x="852719" y="74468"/>
                  <a:pt x="849983" y="78377"/>
                </a:cubicBezTo>
                <a:cubicBezTo>
                  <a:pt x="847248" y="82286"/>
                  <a:pt x="845065" y="86911"/>
                  <a:pt x="843434" y="92254"/>
                </a:cubicBezTo>
                <a:cubicBezTo>
                  <a:pt x="841806" y="97596"/>
                  <a:pt x="840992" y="103329"/>
                  <a:pt x="840992" y="109453"/>
                </a:cubicBezTo>
                <a:cubicBezTo>
                  <a:pt x="840992" y="116750"/>
                  <a:pt x="842425" y="122386"/>
                  <a:pt x="845292" y="126360"/>
                </a:cubicBezTo>
                <a:cubicBezTo>
                  <a:pt x="848159" y="130335"/>
                  <a:pt x="852394" y="132322"/>
                  <a:pt x="857997" y="132322"/>
                </a:cubicBezTo>
                <a:close/>
                <a:moveTo>
                  <a:pt x="996573" y="61371"/>
                </a:moveTo>
                <a:lnTo>
                  <a:pt x="999308" y="43000"/>
                </a:lnTo>
                <a:lnTo>
                  <a:pt x="1005952" y="8992"/>
                </a:lnTo>
                <a:lnTo>
                  <a:pt x="1026868" y="8992"/>
                </a:lnTo>
                <a:lnTo>
                  <a:pt x="999114" y="146980"/>
                </a:lnTo>
                <a:lnTo>
                  <a:pt x="981914" y="146980"/>
                </a:lnTo>
                <a:lnTo>
                  <a:pt x="982890" y="133691"/>
                </a:lnTo>
                <a:lnTo>
                  <a:pt x="982305" y="133691"/>
                </a:lnTo>
                <a:cubicBezTo>
                  <a:pt x="977744" y="138381"/>
                  <a:pt x="972694" y="142160"/>
                  <a:pt x="967155" y="145027"/>
                </a:cubicBezTo>
                <a:cubicBezTo>
                  <a:pt x="961617" y="147892"/>
                  <a:pt x="956113" y="149325"/>
                  <a:pt x="950641" y="149325"/>
                </a:cubicBezTo>
                <a:cubicBezTo>
                  <a:pt x="942171" y="149325"/>
                  <a:pt x="935493" y="146328"/>
                  <a:pt x="930606" y="140336"/>
                </a:cubicBezTo>
                <a:cubicBezTo>
                  <a:pt x="925720" y="134341"/>
                  <a:pt x="923278" y="125675"/>
                  <a:pt x="923278" y="114338"/>
                </a:cubicBezTo>
                <a:cubicBezTo>
                  <a:pt x="923278" y="105218"/>
                  <a:pt x="924710" y="96652"/>
                  <a:pt x="927575" y="88639"/>
                </a:cubicBezTo>
                <a:cubicBezTo>
                  <a:pt x="930442" y="80625"/>
                  <a:pt x="934287" y="73653"/>
                  <a:pt x="939108" y="67724"/>
                </a:cubicBezTo>
                <a:cubicBezTo>
                  <a:pt x="943930" y="61795"/>
                  <a:pt x="949435" y="57136"/>
                  <a:pt x="955625" y="53748"/>
                </a:cubicBezTo>
                <a:cubicBezTo>
                  <a:pt x="961814" y="50360"/>
                  <a:pt x="968231" y="48666"/>
                  <a:pt x="974876" y="48666"/>
                </a:cubicBezTo>
                <a:cubicBezTo>
                  <a:pt x="979568" y="48666"/>
                  <a:pt x="983739" y="49839"/>
                  <a:pt x="987387" y="52186"/>
                </a:cubicBezTo>
                <a:cubicBezTo>
                  <a:pt x="991035" y="54532"/>
                  <a:pt x="993901" y="57594"/>
                  <a:pt x="995985" y="61371"/>
                </a:cubicBezTo>
                <a:lnTo>
                  <a:pt x="996573" y="61371"/>
                </a:lnTo>
                <a:moveTo>
                  <a:pt x="959239" y="132125"/>
                </a:moveTo>
                <a:cubicBezTo>
                  <a:pt x="963411" y="132125"/>
                  <a:pt x="967646" y="130888"/>
                  <a:pt x="971944" y="128412"/>
                </a:cubicBezTo>
                <a:cubicBezTo>
                  <a:pt x="976245" y="125937"/>
                  <a:pt x="980415" y="121767"/>
                  <a:pt x="984455" y="115904"/>
                </a:cubicBezTo>
                <a:lnTo>
                  <a:pt x="992272" y="77595"/>
                </a:lnTo>
                <a:cubicBezTo>
                  <a:pt x="990057" y="73426"/>
                  <a:pt x="987549" y="70430"/>
                  <a:pt x="984748" y="68607"/>
                </a:cubicBezTo>
                <a:cubicBezTo>
                  <a:pt x="981946" y="66781"/>
                  <a:pt x="979046" y="65869"/>
                  <a:pt x="976048" y="65869"/>
                </a:cubicBezTo>
                <a:cubicBezTo>
                  <a:pt x="972010" y="65869"/>
                  <a:pt x="968101" y="67074"/>
                  <a:pt x="964321" y="69483"/>
                </a:cubicBezTo>
                <a:cubicBezTo>
                  <a:pt x="960544" y="71893"/>
                  <a:pt x="957221" y="75184"/>
                  <a:pt x="954354" y="79355"/>
                </a:cubicBezTo>
                <a:cubicBezTo>
                  <a:pt x="951487" y="83524"/>
                  <a:pt x="949207" y="88378"/>
                  <a:pt x="947513" y="93915"/>
                </a:cubicBezTo>
                <a:cubicBezTo>
                  <a:pt x="945819" y="99452"/>
                  <a:pt x="944972" y="105283"/>
                  <a:pt x="944972" y="111407"/>
                </a:cubicBezTo>
                <a:cubicBezTo>
                  <a:pt x="944972" y="118443"/>
                  <a:pt x="946242" y="123655"/>
                  <a:pt x="948783" y="127043"/>
                </a:cubicBezTo>
                <a:cubicBezTo>
                  <a:pt x="951324" y="130431"/>
                  <a:pt x="954809" y="132125"/>
                  <a:pt x="959239" y="132125"/>
                </a:cubicBezTo>
                <a:close/>
                <a:moveTo>
                  <a:pt x="1028823" y="108672"/>
                </a:moveTo>
                <a:cubicBezTo>
                  <a:pt x="1028823" y="99681"/>
                  <a:pt x="1030354" y="91504"/>
                  <a:pt x="1033416" y="84142"/>
                </a:cubicBezTo>
                <a:cubicBezTo>
                  <a:pt x="1036477" y="76779"/>
                  <a:pt x="1040517" y="70460"/>
                  <a:pt x="1045533" y="65183"/>
                </a:cubicBezTo>
                <a:cubicBezTo>
                  <a:pt x="1050549" y="59906"/>
                  <a:pt x="1056185" y="55834"/>
                  <a:pt x="1062440" y="52967"/>
                </a:cubicBezTo>
                <a:cubicBezTo>
                  <a:pt x="1068695" y="50100"/>
                  <a:pt x="1074949" y="48666"/>
                  <a:pt x="1081202" y="48666"/>
                </a:cubicBezTo>
                <a:cubicBezTo>
                  <a:pt x="1086805" y="48666"/>
                  <a:pt x="1091528" y="49579"/>
                  <a:pt x="1095371" y="51404"/>
                </a:cubicBezTo>
                <a:cubicBezTo>
                  <a:pt x="1099217" y="53227"/>
                  <a:pt x="1102344" y="55736"/>
                  <a:pt x="1104754" y="58929"/>
                </a:cubicBezTo>
                <a:cubicBezTo>
                  <a:pt x="1107166" y="62122"/>
                  <a:pt x="1108925" y="65869"/>
                  <a:pt x="1110033" y="70169"/>
                </a:cubicBezTo>
                <a:cubicBezTo>
                  <a:pt x="1111140" y="74468"/>
                  <a:pt x="1111694" y="79093"/>
                  <a:pt x="1111694" y="84043"/>
                </a:cubicBezTo>
                <a:cubicBezTo>
                  <a:pt x="1111694" y="88215"/>
                  <a:pt x="1111172" y="92255"/>
                  <a:pt x="1110128" y="96164"/>
                </a:cubicBezTo>
                <a:cubicBezTo>
                  <a:pt x="1109086" y="100073"/>
                  <a:pt x="1108240" y="102808"/>
                  <a:pt x="1107590" y="104371"/>
                </a:cubicBezTo>
                <a:lnTo>
                  <a:pt x="1049148" y="104371"/>
                </a:lnTo>
                <a:cubicBezTo>
                  <a:pt x="1048627" y="109453"/>
                  <a:pt x="1048887" y="113818"/>
                  <a:pt x="1049929" y="117467"/>
                </a:cubicBezTo>
                <a:cubicBezTo>
                  <a:pt x="1050973" y="121115"/>
                  <a:pt x="1052569" y="124113"/>
                  <a:pt x="1054719" y="126459"/>
                </a:cubicBezTo>
                <a:cubicBezTo>
                  <a:pt x="1056870" y="128803"/>
                  <a:pt x="1059508" y="130529"/>
                  <a:pt x="1062634" y="131636"/>
                </a:cubicBezTo>
                <a:cubicBezTo>
                  <a:pt x="1065761" y="132744"/>
                  <a:pt x="1069149" y="133297"/>
                  <a:pt x="1072798" y="133297"/>
                </a:cubicBezTo>
                <a:cubicBezTo>
                  <a:pt x="1076186" y="133297"/>
                  <a:pt x="1079638" y="132516"/>
                  <a:pt x="1083156" y="130953"/>
                </a:cubicBezTo>
                <a:cubicBezTo>
                  <a:pt x="1086675" y="129390"/>
                  <a:pt x="1089738" y="127632"/>
                  <a:pt x="1092344" y="125677"/>
                </a:cubicBezTo>
                <a:lnTo>
                  <a:pt x="1100161" y="139164"/>
                </a:lnTo>
                <a:cubicBezTo>
                  <a:pt x="1096252" y="141899"/>
                  <a:pt x="1091529" y="144277"/>
                  <a:pt x="1085992" y="146297"/>
                </a:cubicBezTo>
                <a:cubicBezTo>
                  <a:pt x="1080455" y="148316"/>
                  <a:pt x="1074232" y="149325"/>
                  <a:pt x="1067325" y="149325"/>
                </a:cubicBezTo>
                <a:cubicBezTo>
                  <a:pt x="1061593" y="149325"/>
                  <a:pt x="1056381" y="148413"/>
                  <a:pt x="1051689" y="146590"/>
                </a:cubicBezTo>
                <a:cubicBezTo>
                  <a:pt x="1046998" y="144765"/>
                  <a:pt x="1042959" y="142126"/>
                  <a:pt x="1039571" y="138675"/>
                </a:cubicBezTo>
                <a:cubicBezTo>
                  <a:pt x="1036183" y="135221"/>
                  <a:pt x="1033545" y="130986"/>
                  <a:pt x="1031656" y="125970"/>
                </a:cubicBezTo>
                <a:cubicBezTo>
                  <a:pt x="1029767" y="120953"/>
                  <a:pt x="1028823" y="115187"/>
                  <a:pt x="1028823" y="108672"/>
                </a:cubicBezTo>
                <a:moveTo>
                  <a:pt x="1050907" y="91082"/>
                </a:moveTo>
                <a:lnTo>
                  <a:pt x="1093323" y="91082"/>
                </a:lnTo>
                <a:cubicBezTo>
                  <a:pt x="1093583" y="89777"/>
                  <a:pt x="1093811" y="88441"/>
                  <a:pt x="1094005" y="87073"/>
                </a:cubicBezTo>
                <a:cubicBezTo>
                  <a:pt x="1094200" y="85706"/>
                  <a:pt x="1094298" y="84240"/>
                  <a:pt x="1094298" y="82677"/>
                </a:cubicBezTo>
                <a:cubicBezTo>
                  <a:pt x="1094298" y="77985"/>
                  <a:pt x="1093157" y="73848"/>
                  <a:pt x="1090877" y="70265"/>
                </a:cubicBezTo>
                <a:cubicBezTo>
                  <a:pt x="1088596" y="66682"/>
                  <a:pt x="1084524" y="64891"/>
                  <a:pt x="1078661" y="64891"/>
                </a:cubicBezTo>
                <a:cubicBezTo>
                  <a:pt x="1072798" y="64891"/>
                  <a:pt x="1067292" y="67204"/>
                  <a:pt x="1062145" y="71831"/>
                </a:cubicBezTo>
                <a:cubicBezTo>
                  <a:pt x="1056999" y="76455"/>
                  <a:pt x="1053253" y="82872"/>
                  <a:pt x="1050907" y="91082"/>
                </a:cubicBezTo>
                <a:close/>
                <a:moveTo>
                  <a:pt x="1149807" y="149325"/>
                </a:moveTo>
                <a:cubicBezTo>
                  <a:pt x="1146811" y="149325"/>
                  <a:pt x="1143716" y="148868"/>
                  <a:pt x="1140523" y="147956"/>
                </a:cubicBezTo>
                <a:cubicBezTo>
                  <a:pt x="1137330" y="147045"/>
                  <a:pt x="1134236" y="145808"/>
                  <a:pt x="1131239" y="144246"/>
                </a:cubicBezTo>
                <a:cubicBezTo>
                  <a:pt x="1128243" y="142681"/>
                  <a:pt x="1125441" y="140758"/>
                  <a:pt x="1122835" y="138478"/>
                </a:cubicBezTo>
                <a:cubicBezTo>
                  <a:pt x="1120228" y="136197"/>
                  <a:pt x="1118013" y="133689"/>
                  <a:pt x="1116190" y="130953"/>
                </a:cubicBezTo>
                <a:lnTo>
                  <a:pt x="1128698" y="120789"/>
                </a:lnTo>
                <a:cubicBezTo>
                  <a:pt x="1131826" y="124959"/>
                  <a:pt x="1135311" y="128152"/>
                  <a:pt x="1139154" y="130369"/>
                </a:cubicBezTo>
                <a:cubicBezTo>
                  <a:pt x="1143000" y="132584"/>
                  <a:pt x="1147072" y="133691"/>
                  <a:pt x="1151370" y="133691"/>
                </a:cubicBezTo>
                <a:cubicBezTo>
                  <a:pt x="1155931" y="133691"/>
                  <a:pt x="1159873" y="132486"/>
                  <a:pt x="1163195" y="130076"/>
                </a:cubicBezTo>
                <a:cubicBezTo>
                  <a:pt x="1166518" y="127665"/>
                  <a:pt x="1168179" y="124699"/>
                  <a:pt x="1168179" y="121180"/>
                </a:cubicBezTo>
                <a:cubicBezTo>
                  <a:pt x="1168179" y="118184"/>
                  <a:pt x="1166811" y="115611"/>
                  <a:pt x="1164075" y="113462"/>
                </a:cubicBezTo>
                <a:cubicBezTo>
                  <a:pt x="1161339" y="111310"/>
                  <a:pt x="1156974" y="108541"/>
                  <a:pt x="1150980" y="105153"/>
                </a:cubicBezTo>
                <a:cubicBezTo>
                  <a:pt x="1144595" y="101635"/>
                  <a:pt x="1139579" y="97792"/>
                  <a:pt x="1135930" y="93623"/>
                </a:cubicBezTo>
                <a:cubicBezTo>
                  <a:pt x="1132282" y="89453"/>
                  <a:pt x="1130458" y="84436"/>
                  <a:pt x="1130458" y="78571"/>
                </a:cubicBezTo>
                <a:cubicBezTo>
                  <a:pt x="1130458" y="74272"/>
                  <a:pt x="1131369" y="70266"/>
                  <a:pt x="1133193" y="66552"/>
                </a:cubicBezTo>
                <a:cubicBezTo>
                  <a:pt x="1135018" y="62838"/>
                  <a:pt x="1137526" y="59678"/>
                  <a:pt x="1140717" y="57074"/>
                </a:cubicBezTo>
                <a:cubicBezTo>
                  <a:pt x="1143910" y="54467"/>
                  <a:pt x="1147624" y="52414"/>
                  <a:pt x="1151859" y="50915"/>
                </a:cubicBezTo>
                <a:cubicBezTo>
                  <a:pt x="1156094" y="49416"/>
                  <a:pt x="1160623" y="48666"/>
                  <a:pt x="1165444" y="48666"/>
                </a:cubicBezTo>
                <a:cubicBezTo>
                  <a:pt x="1171699" y="48666"/>
                  <a:pt x="1177335" y="49970"/>
                  <a:pt x="1182351" y="52576"/>
                </a:cubicBezTo>
                <a:cubicBezTo>
                  <a:pt x="1187368" y="55183"/>
                  <a:pt x="1191765" y="58441"/>
                  <a:pt x="1195542" y="62350"/>
                </a:cubicBezTo>
                <a:lnTo>
                  <a:pt x="1183816" y="73489"/>
                </a:lnTo>
                <a:cubicBezTo>
                  <a:pt x="1181340" y="71013"/>
                  <a:pt x="1178603" y="68897"/>
                  <a:pt x="1175605" y="67139"/>
                </a:cubicBezTo>
                <a:cubicBezTo>
                  <a:pt x="1172609" y="65380"/>
                  <a:pt x="1169222" y="64500"/>
                  <a:pt x="1165444" y="64500"/>
                </a:cubicBezTo>
                <a:cubicBezTo>
                  <a:pt x="1161014" y="64500"/>
                  <a:pt x="1157366" y="65673"/>
                  <a:pt x="1154499" y="68019"/>
                </a:cubicBezTo>
                <a:cubicBezTo>
                  <a:pt x="1151632" y="70363"/>
                  <a:pt x="1150198" y="73229"/>
                  <a:pt x="1150198" y="76617"/>
                </a:cubicBezTo>
                <a:cubicBezTo>
                  <a:pt x="1150198" y="78442"/>
                  <a:pt x="1150654" y="80006"/>
                  <a:pt x="1151567" y="81309"/>
                </a:cubicBezTo>
                <a:cubicBezTo>
                  <a:pt x="1152480" y="82611"/>
                  <a:pt x="1153717" y="83849"/>
                  <a:pt x="1155280" y="85022"/>
                </a:cubicBezTo>
                <a:cubicBezTo>
                  <a:pt x="1156843" y="86195"/>
                  <a:pt x="1158602" y="87302"/>
                  <a:pt x="1160556" y="88344"/>
                </a:cubicBezTo>
                <a:cubicBezTo>
                  <a:pt x="1162510" y="89386"/>
                  <a:pt x="1164530" y="90493"/>
                  <a:pt x="1166616" y="91666"/>
                </a:cubicBezTo>
                <a:cubicBezTo>
                  <a:pt x="1173784" y="95446"/>
                  <a:pt x="1179126" y="99420"/>
                  <a:pt x="1182643" y="103590"/>
                </a:cubicBezTo>
                <a:cubicBezTo>
                  <a:pt x="1186161" y="107759"/>
                  <a:pt x="1187919" y="112776"/>
                  <a:pt x="1187919" y="118639"/>
                </a:cubicBezTo>
                <a:cubicBezTo>
                  <a:pt x="1187919" y="123331"/>
                  <a:pt x="1186975" y="127567"/>
                  <a:pt x="1185086" y="131347"/>
                </a:cubicBezTo>
                <a:cubicBezTo>
                  <a:pt x="1183197" y="135125"/>
                  <a:pt x="1180559" y="138349"/>
                  <a:pt x="1177171" y="141022"/>
                </a:cubicBezTo>
                <a:cubicBezTo>
                  <a:pt x="1173783" y="143692"/>
                  <a:pt x="1169743" y="145743"/>
                  <a:pt x="1165050" y="147174"/>
                </a:cubicBezTo>
                <a:cubicBezTo>
                  <a:pt x="1160360" y="148608"/>
                  <a:pt x="1155279" y="149325"/>
                  <a:pt x="1149807" y="149325"/>
                </a:cubicBezTo>
                <a:close/>
                <a:moveTo>
                  <a:pt x="1205381" y="105349"/>
                </a:moveTo>
                <a:lnTo>
                  <a:pt x="1208509" y="89907"/>
                </a:lnTo>
                <a:lnTo>
                  <a:pt x="1252875" y="89907"/>
                </a:lnTo>
                <a:lnTo>
                  <a:pt x="1249553" y="105349"/>
                </a:lnTo>
                <a:lnTo>
                  <a:pt x="1205381" y="105349"/>
                </a:lnTo>
                <a:close/>
                <a:moveTo>
                  <a:pt x="1267840" y="123330"/>
                </a:moveTo>
                <a:lnTo>
                  <a:pt x="1267840" y="105543"/>
                </a:lnTo>
                <a:lnTo>
                  <a:pt x="1304389" y="91863"/>
                </a:lnTo>
                <a:lnTo>
                  <a:pt x="1329211" y="82677"/>
                </a:lnTo>
                <a:lnTo>
                  <a:pt x="1329211" y="81896"/>
                </a:lnTo>
                <a:lnTo>
                  <a:pt x="1304389" y="72513"/>
                </a:lnTo>
                <a:lnTo>
                  <a:pt x="1267840" y="58830"/>
                </a:lnTo>
                <a:lnTo>
                  <a:pt x="1267840" y="41437"/>
                </a:lnTo>
                <a:lnTo>
                  <a:pt x="1351102" y="74858"/>
                </a:lnTo>
                <a:lnTo>
                  <a:pt x="1351102" y="89907"/>
                </a:lnTo>
                <a:lnTo>
                  <a:pt x="1267840" y="123330"/>
                </a:lnTo>
                <a:close/>
                <a:moveTo>
                  <a:pt x="1389411" y="189590"/>
                </a:moveTo>
                <a:cubicBezTo>
                  <a:pt x="1383287" y="189590"/>
                  <a:pt x="1377261" y="188417"/>
                  <a:pt x="1371332" y="186070"/>
                </a:cubicBezTo>
                <a:cubicBezTo>
                  <a:pt x="1365403" y="183726"/>
                  <a:pt x="1359897" y="180469"/>
                  <a:pt x="1354815" y="176297"/>
                </a:cubicBezTo>
                <a:lnTo>
                  <a:pt x="1364198" y="162226"/>
                </a:lnTo>
                <a:cubicBezTo>
                  <a:pt x="1367846" y="165223"/>
                  <a:pt x="1371820" y="167731"/>
                  <a:pt x="1376119" y="169751"/>
                </a:cubicBezTo>
                <a:cubicBezTo>
                  <a:pt x="1380419" y="171771"/>
                  <a:pt x="1385046" y="172781"/>
                  <a:pt x="1389999" y="172781"/>
                </a:cubicBezTo>
                <a:cubicBezTo>
                  <a:pt x="1397295" y="172781"/>
                  <a:pt x="1403192" y="170663"/>
                  <a:pt x="1407687" y="166429"/>
                </a:cubicBezTo>
                <a:cubicBezTo>
                  <a:pt x="1412182" y="162194"/>
                  <a:pt x="1415407" y="156232"/>
                  <a:pt x="1417362" y="148543"/>
                </a:cubicBezTo>
                <a:lnTo>
                  <a:pt x="1422247" y="129975"/>
                </a:lnTo>
                <a:cubicBezTo>
                  <a:pt x="1417686" y="134667"/>
                  <a:pt x="1412767" y="138349"/>
                  <a:pt x="1407490" y="141022"/>
                </a:cubicBezTo>
                <a:cubicBezTo>
                  <a:pt x="1402213" y="143692"/>
                  <a:pt x="1396708" y="145027"/>
                  <a:pt x="1390974" y="145027"/>
                </a:cubicBezTo>
                <a:cubicBezTo>
                  <a:pt x="1382896" y="145027"/>
                  <a:pt x="1376218" y="142193"/>
                  <a:pt x="1370941" y="136524"/>
                </a:cubicBezTo>
                <a:cubicBezTo>
                  <a:pt x="1365664" y="130856"/>
                  <a:pt x="1363026" y="122419"/>
                  <a:pt x="1363026" y="111213"/>
                </a:cubicBezTo>
                <a:cubicBezTo>
                  <a:pt x="1363026" y="102482"/>
                  <a:pt x="1364427" y="94339"/>
                  <a:pt x="1367228" y="86781"/>
                </a:cubicBezTo>
                <a:cubicBezTo>
                  <a:pt x="1370030" y="79224"/>
                  <a:pt x="1373775" y="72611"/>
                  <a:pt x="1378466" y="66942"/>
                </a:cubicBezTo>
                <a:cubicBezTo>
                  <a:pt x="1383156" y="61274"/>
                  <a:pt x="1388530" y="56811"/>
                  <a:pt x="1394588" y="53555"/>
                </a:cubicBezTo>
                <a:cubicBezTo>
                  <a:pt x="1400649" y="50296"/>
                  <a:pt x="1406936" y="48666"/>
                  <a:pt x="1413452" y="48666"/>
                </a:cubicBezTo>
                <a:cubicBezTo>
                  <a:pt x="1418142" y="48666"/>
                  <a:pt x="1422409" y="49872"/>
                  <a:pt x="1426252" y="52284"/>
                </a:cubicBezTo>
                <a:cubicBezTo>
                  <a:pt x="1430098" y="54694"/>
                  <a:pt x="1433063" y="57983"/>
                  <a:pt x="1435149" y="62153"/>
                </a:cubicBezTo>
                <a:lnTo>
                  <a:pt x="1435733" y="62153"/>
                </a:lnTo>
                <a:lnTo>
                  <a:pt x="1439837" y="51014"/>
                </a:lnTo>
                <a:lnTo>
                  <a:pt x="1456843" y="51014"/>
                </a:lnTo>
                <a:lnTo>
                  <a:pt x="1437296" y="148349"/>
                </a:lnTo>
                <a:cubicBezTo>
                  <a:pt x="1434560" y="161899"/>
                  <a:pt x="1429088" y="172160"/>
                  <a:pt x="1420878" y="179130"/>
                </a:cubicBezTo>
                <a:cubicBezTo>
                  <a:pt x="1412671" y="186103"/>
                  <a:pt x="1402182" y="189590"/>
                  <a:pt x="1389411" y="189590"/>
                </a:cubicBezTo>
                <a:moveTo>
                  <a:pt x="1398597" y="127631"/>
                </a:moveTo>
                <a:cubicBezTo>
                  <a:pt x="1402376" y="127631"/>
                  <a:pt x="1406514" y="126491"/>
                  <a:pt x="1411009" y="124210"/>
                </a:cubicBezTo>
                <a:cubicBezTo>
                  <a:pt x="1415505" y="121929"/>
                  <a:pt x="1419641" y="118248"/>
                  <a:pt x="1423419" y="113166"/>
                </a:cubicBezTo>
                <a:lnTo>
                  <a:pt x="1430651" y="77595"/>
                </a:lnTo>
                <a:cubicBezTo>
                  <a:pt x="1428436" y="73426"/>
                  <a:pt x="1425961" y="70430"/>
                  <a:pt x="1423225" y="68607"/>
                </a:cubicBezTo>
                <a:cubicBezTo>
                  <a:pt x="1420489" y="66781"/>
                  <a:pt x="1417622" y="65869"/>
                  <a:pt x="1414624" y="65869"/>
                </a:cubicBezTo>
                <a:cubicBezTo>
                  <a:pt x="1410715" y="65869"/>
                  <a:pt x="1406969" y="67009"/>
                  <a:pt x="1403386" y="69290"/>
                </a:cubicBezTo>
                <a:cubicBezTo>
                  <a:pt x="1399804" y="71568"/>
                  <a:pt x="1396611" y="74662"/>
                  <a:pt x="1393810" y="78571"/>
                </a:cubicBezTo>
                <a:cubicBezTo>
                  <a:pt x="1391009" y="82480"/>
                  <a:pt x="1388793" y="87008"/>
                  <a:pt x="1387162" y="92155"/>
                </a:cubicBezTo>
                <a:cubicBezTo>
                  <a:pt x="1385534" y="97303"/>
                  <a:pt x="1384720" y="102743"/>
                  <a:pt x="1384720" y="108475"/>
                </a:cubicBezTo>
                <a:cubicBezTo>
                  <a:pt x="1384720" y="114990"/>
                  <a:pt x="1385990" y="119812"/>
                  <a:pt x="1388531" y="122940"/>
                </a:cubicBezTo>
                <a:cubicBezTo>
                  <a:pt x="1391072" y="126067"/>
                  <a:pt x="1394427" y="127631"/>
                  <a:pt x="1398597" y="127631"/>
                </a:cubicBezTo>
                <a:close/>
                <a:moveTo>
                  <a:pt x="1468512" y="108672"/>
                </a:moveTo>
                <a:cubicBezTo>
                  <a:pt x="1468512" y="99681"/>
                  <a:pt x="1470043" y="91504"/>
                  <a:pt x="1473105" y="84142"/>
                </a:cubicBezTo>
                <a:cubicBezTo>
                  <a:pt x="1476167" y="76779"/>
                  <a:pt x="1480206" y="70460"/>
                  <a:pt x="1485222" y="65183"/>
                </a:cubicBezTo>
                <a:cubicBezTo>
                  <a:pt x="1490239" y="59906"/>
                  <a:pt x="1495874" y="55834"/>
                  <a:pt x="1502130" y="52967"/>
                </a:cubicBezTo>
                <a:cubicBezTo>
                  <a:pt x="1508385" y="50100"/>
                  <a:pt x="1514639" y="48666"/>
                  <a:pt x="1520892" y="48666"/>
                </a:cubicBezTo>
                <a:cubicBezTo>
                  <a:pt x="1526495" y="48666"/>
                  <a:pt x="1531218" y="49579"/>
                  <a:pt x="1535061" y="51404"/>
                </a:cubicBezTo>
                <a:cubicBezTo>
                  <a:pt x="1538906" y="53227"/>
                  <a:pt x="1542034" y="55736"/>
                  <a:pt x="1544443" y="58929"/>
                </a:cubicBezTo>
                <a:cubicBezTo>
                  <a:pt x="1546855" y="62122"/>
                  <a:pt x="1548615" y="65869"/>
                  <a:pt x="1549722" y="70169"/>
                </a:cubicBezTo>
                <a:cubicBezTo>
                  <a:pt x="1550830" y="74468"/>
                  <a:pt x="1551383" y="79093"/>
                  <a:pt x="1551383" y="84043"/>
                </a:cubicBezTo>
                <a:cubicBezTo>
                  <a:pt x="1551383" y="88215"/>
                  <a:pt x="1550862" y="92255"/>
                  <a:pt x="1549818" y="96164"/>
                </a:cubicBezTo>
                <a:cubicBezTo>
                  <a:pt x="1548776" y="100073"/>
                  <a:pt x="1547930" y="102808"/>
                  <a:pt x="1547280" y="104371"/>
                </a:cubicBezTo>
                <a:lnTo>
                  <a:pt x="1488837" y="104371"/>
                </a:lnTo>
                <a:cubicBezTo>
                  <a:pt x="1488316" y="109453"/>
                  <a:pt x="1488577" y="113818"/>
                  <a:pt x="1489618" y="117467"/>
                </a:cubicBezTo>
                <a:cubicBezTo>
                  <a:pt x="1490662" y="121115"/>
                  <a:pt x="1492259" y="124113"/>
                  <a:pt x="1494408" y="126459"/>
                </a:cubicBezTo>
                <a:cubicBezTo>
                  <a:pt x="1496559" y="128803"/>
                  <a:pt x="1499198" y="130529"/>
                  <a:pt x="1502323" y="131636"/>
                </a:cubicBezTo>
                <a:cubicBezTo>
                  <a:pt x="1505451" y="132744"/>
                  <a:pt x="1508839" y="133297"/>
                  <a:pt x="1512487" y="133297"/>
                </a:cubicBezTo>
                <a:cubicBezTo>
                  <a:pt x="1515875" y="133297"/>
                  <a:pt x="1519328" y="132516"/>
                  <a:pt x="1522845" y="130953"/>
                </a:cubicBezTo>
                <a:cubicBezTo>
                  <a:pt x="1526364" y="129390"/>
                  <a:pt x="1529427" y="127632"/>
                  <a:pt x="1532034" y="125677"/>
                </a:cubicBezTo>
                <a:lnTo>
                  <a:pt x="1539851" y="139164"/>
                </a:lnTo>
                <a:cubicBezTo>
                  <a:pt x="1535942" y="141899"/>
                  <a:pt x="1531219" y="144277"/>
                  <a:pt x="1525681" y="146297"/>
                </a:cubicBezTo>
                <a:cubicBezTo>
                  <a:pt x="1520144" y="148316"/>
                  <a:pt x="1513922" y="149325"/>
                  <a:pt x="1507015" y="149325"/>
                </a:cubicBezTo>
                <a:cubicBezTo>
                  <a:pt x="1501283" y="149325"/>
                  <a:pt x="1496070" y="148413"/>
                  <a:pt x="1491378" y="146590"/>
                </a:cubicBezTo>
                <a:cubicBezTo>
                  <a:pt x="1486688" y="144765"/>
                  <a:pt x="1482649" y="142126"/>
                  <a:pt x="1479261" y="138675"/>
                </a:cubicBezTo>
                <a:cubicBezTo>
                  <a:pt x="1475873" y="135221"/>
                  <a:pt x="1473234" y="130986"/>
                  <a:pt x="1471345" y="125970"/>
                </a:cubicBezTo>
                <a:cubicBezTo>
                  <a:pt x="1469457" y="120953"/>
                  <a:pt x="1468512" y="115187"/>
                  <a:pt x="1468512" y="108672"/>
                </a:cubicBezTo>
                <a:moveTo>
                  <a:pt x="1490597" y="91082"/>
                </a:moveTo>
                <a:lnTo>
                  <a:pt x="1533012" y="91082"/>
                </a:lnTo>
                <a:cubicBezTo>
                  <a:pt x="1533272" y="89777"/>
                  <a:pt x="1533500" y="88441"/>
                  <a:pt x="1533695" y="87073"/>
                </a:cubicBezTo>
                <a:cubicBezTo>
                  <a:pt x="1533890" y="85706"/>
                  <a:pt x="1533987" y="84240"/>
                  <a:pt x="1533987" y="82677"/>
                </a:cubicBezTo>
                <a:cubicBezTo>
                  <a:pt x="1533987" y="77985"/>
                  <a:pt x="1532847" y="73848"/>
                  <a:pt x="1530566" y="70265"/>
                </a:cubicBezTo>
                <a:cubicBezTo>
                  <a:pt x="1528286" y="66682"/>
                  <a:pt x="1524214" y="64891"/>
                  <a:pt x="1518351" y="64891"/>
                </a:cubicBezTo>
                <a:cubicBezTo>
                  <a:pt x="1512487" y="64891"/>
                  <a:pt x="1506982" y="67204"/>
                  <a:pt x="1501834" y="71831"/>
                </a:cubicBezTo>
                <a:cubicBezTo>
                  <a:pt x="1496689" y="76455"/>
                  <a:pt x="1492943" y="82872"/>
                  <a:pt x="1490597" y="91082"/>
                </a:cubicBezTo>
                <a:close/>
                <a:moveTo>
                  <a:pt x="1594911" y="149325"/>
                </a:moveTo>
                <a:cubicBezTo>
                  <a:pt x="1585920" y="149325"/>
                  <a:pt x="1579502" y="147077"/>
                  <a:pt x="1575656" y="142581"/>
                </a:cubicBezTo>
                <a:cubicBezTo>
                  <a:pt x="1571813" y="138086"/>
                  <a:pt x="1569891" y="132516"/>
                  <a:pt x="1569891" y="125871"/>
                </a:cubicBezTo>
                <a:cubicBezTo>
                  <a:pt x="1569891" y="123917"/>
                  <a:pt x="1570022" y="122028"/>
                  <a:pt x="1570282" y="120205"/>
                </a:cubicBezTo>
                <a:cubicBezTo>
                  <a:pt x="1570545" y="118379"/>
                  <a:pt x="1570806" y="116490"/>
                  <a:pt x="1571066" y="114535"/>
                </a:cubicBezTo>
                <a:lnTo>
                  <a:pt x="1580837" y="67625"/>
                </a:lnTo>
                <a:lnTo>
                  <a:pt x="1567350" y="67625"/>
                </a:lnTo>
                <a:lnTo>
                  <a:pt x="1570479" y="51992"/>
                </a:lnTo>
                <a:lnTo>
                  <a:pt x="1585137" y="51014"/>
                </a:lnTo>
                <a:lnTo>
                  <a:pt x="1592760" y="25213"/>
                </a:lnTo>
                <a:lnTo>
                  <a:pt x="1610350" y="25213"/>
                </a:lnTo>
                <a:lnTo>
                  <a:pt x="1605268" y="51014"/>
                </a:lnTo>
                <a:lnTo>
                  <a:pt x="1628334" y="51014"/>
                </a:lnTo>
                <a:lnTo>
                  <a:pt x="1625012" y="67625"/>
                </a:lnTo>
                <a:lnTo>
                  <a:pt x="1601555" y="67625"/>
                </a:lnTo>
                <a:lnTo>
                  <a:pt x="1591782" y="115317"/>
                </a:lnTo>
                <a:cubicBezTo>
                  <a:pt x="1591392" y="117663"/>
                  <a:pt x="1591197" y="119943"/>
                  <a:pt x="1591197" y="122158"/>
                </a:cubicBezTo>
                <a:cubicBezTo>
                  <a:pt x="1591197" y="125675"/>
                  <a:pt x="1592044" y="128314"/>
                  <a:pt x="1593738" y="130073"/>
                </a:cubicBezTo>
                <a:cubicBezTo>
                  <a:pt x="1595432" y="131833"/>
                  <a:pt x="1598299" y="132713"/>
                  <a:pt x="1602337" y="132713"/>
                </a:cubicBezTo>
                <a:cubicBezTo>
                  <a:pt x="1604031" y="132713"/>
                  <a:pt x="1605594" y="132452"/>
                  <a:pt x="1607028" y="131931"/>
                </a:cubicBezTo>
                <a:cubicBezTo>
                  <a:pt x="1608461" y="131410"/>
                  <a:pt x="1609895" y="130824"/>
                  <a:pt x="1611329" y="130172"/>
                </a:cubicBezTo>
                <a:lnTo>
                  <a:pt x="1615238" y="145027"/>
                </a:lnTo>
                <a:cubicBezTo>
                  <a:pt x="1612892" y="146069"/>
                  <a:pt x="1610025" y="147045"/>
                  <a:pt x="1606637" y="147956"/>
                </a:cubicBezTo>
                <a:cubicBezTo>
                  <a:pt x="1603249" y="148868"/>
                  <a:pt x="1599340" y="149325"/>
                  <a:pt x="1594911" y="149325"/>
                </a:cubicBezTo>
                <a:close/>
                <a:moveTo>
                  <a:pt x="1631010" y="146980"/>
                </a:moveTo>
                <a:lnTo>
                  <a:pt x="1656420" y="19153"/>
                </a:lnTo>
                <a:lnTo>
                  <a:pt x="1677529" y="19153"/>
                </a:lnTo>
                <a:lnTo>
                  <a:pt x="1652120" y="146980"/>
                </a:lnTo>
                <a:lnTo>
                  <a:pt x="1631010" y="146980"/>
                </a:lnTo>
                <a:close/>
                <a:moveTo>
                  <a:pt x="1716951" y="149325"/>
                </a:moveTo>
                <a:cubicBezTo>
                  <a:pt x="1707961" y="149325"/>
                  <a:pt x="1701543" y="147077"/>
                  <a:pt x="1697697" y="142581"/>
                </a:cubicBezTo>
                <a:cubicBezTo>
                  <a:pt x="1693854" y="138086"/>
                  <a:pt x="1691932" y="132516"/>
                  <a:pt x="1691932" y="125871"/>
                </a:cubicBezTo>
                <a:cubicBezTo>
                  <a:pt x="1691932" y="123917"/>
                  <a:pt x="1692063" y="122028"/>
                  <a:pt x="1692323" y="120205"/>
                </a:cubicBezTo>
                <a:cubicBezTo>
                  <a:pt x="1692585" y="118379"/>
                  <a:pt x="1692847" y="116490"/>
                  <a:pt x="1693107" y="114535"/>
                </a:cubicBezTo>
                <a:lnTo>
                  <a:pt x="1702878" y="67625"/>
                </a:lnTo>
                <a:lnTo>
                  <a:pt x="1689391" y="67625"/>
                </a:lnTo>
                <a:lnTo>
                  <a:pt x="1692520" y="51992"/>
                </a:lnTo>
                <a:lnTo>
                  <a:pt x="1707178" y="51014"/>
                </a:lnTo>
                <a:lnTo>
                  <a:pt x="1714801" y="25213"/>
                </a:lnTo>
                <a:lnTo>
                  <a:pt x="1732391" y="25213"/>
                </a:lnTo>
                <a:lnTo>
                  <a:pt x="1727309" y="51014"/>
                </a:lnTo>
                <a:lnTo>
                  <a:pt x="1750375" y="51014"/>
                </a:lnTo>
                <a:lnTo>
                  <a:pt x="1747053" y="67625"/>
                </a:lnTo>
                <a:lnTo>
                  <a:pt x="1723596" y="67625"/>
                </a:lnTo>
                <a:lnTo>
                  <a:pt x="1713823" y="115317"/>
                </a:lnTo>
                <a:cubicBezTo>
                  <a:pt x="1713433" y="117663"/>
                  <a:pt x="1713238" y="119943"/>
                  <a:pt x="1713238" y="122158"/>
                </a:cubicBezTo>
                <a:cubicBezTo>
                  <a:pt x="1713238" y="125675"/>
                  <a:pt x="1714085" y="128314"/>
                  <a:pt x="1715779" y="130073"/>
                </a:cubicBezTo>
                <a:cubicBezTo>
                  <a:pt x="1717473" y="131833"/>
                  <a:pt x="1720339" y="132713"/>
                  <a:pt x="1724378" y="132713"/>
                </a:cubicBezTo>
                <a:cubicBezTo>
                  <a:pt x="1726072" y="132713"/>
                  <a:pt x="1727635" y="132452"/>
                  <a:pt x="1729069" y="131931"/>
                </a:cubicBezTo>
                <a:cubicBezTo>
                  <a:pt x="1730502" y="131410"/>
                  <a:pt x="1731936" y="130824"/>
                  <a:pt x="1733369" y="130172"/>
                </a:cubicBezTo>
                <a:lnTo>
                  <a:pt x="1737279" y="145027"/>
                </a:lnTo>
                <a:cubicBezTo>
                  <a:pt x="1734933" y="146069"/>
                  <a:pt x="1732066" y="147045"/>
                  <a:pt x="1728678" y="147956"/>
                </a:cubicBezTo>
                <a:cubicBezTo>
                  <a:pt x="1725290" y="148868"/>
                  <a:pt x="1721381" y="149325"/>
                  <a:pt x="1716951" y="149325"/>
                </a:cubicBezTo>
                <a:close/>
                <a:moveTo>
                  <a:pt x="1753248" y="108672"/>
                </a:moveTo>
                <a:cubicBezTo>
                  <a:pt x="1753248" y="99681"/>
                  <a:pt x="1754779" y="91504"/>
                  <a:pt x="1757841" y="84142"/>
                </a:cubicBezTo>
                <a:cubicBezTo>
                  <a:pt x="1760903" y="76779"/>
                  <a:pt x="1764942" y="70460"/>
                  <a:pt x="1769958" y="65183"/>
                </a:cubicBezTo>
                <a:cubicBezTo>
                  <a:pt x="1774975" y="59906"/>
                  <a:pt x="1780610" y="55834"/>
                  <a:pt x="1786865" y="52967"/>
                </a:cubicBezTo>
                <a:cubicBezTo>
                  <a:pt x="1793120" y="50100"/>
                  <a:pt x="1799374" y="48666"/>
                  <a:pt x="1805628" y="48666"/>
                </a:cubicBezTo>
                <a:cubicBezTo>
                  <a:pt x="1811230" y="48666"/>
                  <a:pt x="1815954" y="49579"/>
                  <a:pt x="1819797" y="51404"/>
                </a:cubicBezTo>
                <a:cubicBezTo>
                  <a:pt x="1823642" y="53227"/>
                  <a:pt x="1826770" y="55736"/>
                  <a:pt x="1829179" y="58929"/>
                </a:cubicBezTo>
                <a:cubicBezTo>
                  <a:pt x="1831591" y="62122"/>
                  <a:pt x="1833351" y="65869"/>
                  <a:pt x="1834458" y="70169"/>
                </a:cubicBezTo>
                <a:cubicBezTo>
                  <a:pt x="1835566" y="74468"/>
                  <a:pt x="1836119" y="79093"/>
                  <a:pt x="1836119" y="84043"/>
                </a:cubicBezTo>
                <a:cubicBezTo>
                  <a:pt x="1836119" y="88215"/>
                  <a:pt x="1835597" y="92255"/>
                  <a:pt x="1834554" y="96164"/>
                </a:cubicBezTo>
                <a:cubicBezTo>
                  <a:pt x="1833512" y="100073"/>
                  <a:pt x="1832666" y="102808"/>
                  <a:pt x="1832016" y="104371"/>
                </a:cubicBezTo>
                <a:lnTo>
                  <a:pt x="1773573" y="104371"/>
                </a:lnTo>
                <a:cubicBezTo>
                  <a:pt x="1773052" y="109453"/>
                  <a:pt x="1773312" y="113818"/>
                  <a:pt x="1774354" y="117467"/>
                </a:cubicBezTo>
                <a:cubicBezTo>
                  <a:pt x="1775398" y="121115"/>
                  <a:pt x="1776995" y="124113"/>
                  <a:pt x="1779144" y="126459"/>
                </a:cubicBezTo>
                <a:cubicBezTo>
                  <a:pt x="1781295" y="128803"/>
                  <a:pt x="1783934" y="130529"/>
                  <a:pt x="1787059" y="131636"/>
                </a:cubicBezTo>
                <a:cubicBezTo>
                  <a:pt x="1790187" y="132744"/>
                  <a:pt x="1793575" y="133297"/>
                  <a:pt x="1797223" y="133297"/>
                </a:cubicBezTo>
                <a:cubicBezTo>
                  <a:pt x="1800611" y="133297"/>
                  <a:pt x="1804064" y="132516"/>
                  <a:pt x="1807581" y="130953"/>
                </a:cubicBezTo>
                <a:cubicBezTo>
                  <a:pt x="1811100" y="129390"/>
                  <a:pt x="1814163" y="127632"/>
                  <a:pt x="1816770" y="125677"/>
                </a:cubicBezTo>
                <a:lnTo>
                  <a:pt x="1824586" y="139164"/>
                </a:lnTo>
                <a:cubicBezTo>
                  <a:pt x="1820678" y="141899"/>
                  <a:pt x="1815955" y="144277"/>
                  <a:pt x="1810417" y="146297"/>
                </a:cubicBezTo>
                <a:cubicBezTo>
                  <a:pt x="1804880" y="148316"/>
                  <a:pt x="1798658" y="149325"/>
                  <a:pt x="1791751" y="149325"/>
                </a:cubicBezTo>
                <a:cubicBezTo>
                  <a:pt x="1786018" y="149325"/>
                  <a:pt x="1780806" y="148413"/>
                  <a:pt x="1776114" y="146590"/>
                </a:cubicBezTo>
                <a:cubicBezTo>
                  <a:pt x="1771424" y="144765"/>
                  <a:pt x="1767385" y="142126"/>
                  <a:pt x="1763997" y="138675"/>
                </a:cubicBezTo>
                <a:cubicBezTo>
                  <a:pt x="1760609" y="135221"/>
                  <a:pt x="1757970" y="130986"/>
                  <a:pt x="1756081" y="125970"/>
                </a:cubicBezTo>
                <a:cubicBezTo>
                  <a:pt x="1754192" y="120953"/>
                  <a:pt x="1753248" y="115187"/>
                  <a:pt x="1753248" y="108672"/>
                </a:cubicBezTo>
                <a:moveTo>
                  <a:pt x="1775333" y="91082"/>
                </a:moveTo>
                <a:lnTo>
                  <a:pt x="1817748" y="91082"/>
                </a:lnTo>
                <a:cubicBezTo>
                  <a:pt x="1818008" y="89777"/>
                  <a:pt x="1818236" y="88441"/>
                  <a:pt x="1818431" y="87073"/>
                </a:cubicBezTo>
                <a:cubicBezTo>
                  <a:pt x="1818626" y="85706"/>
                  <a:pt x="1818723" y="84240"/>
                  <a:pt x="1818723" y="82677"/>
                </a:cubicBezTo>
                <a:cubicBezTo>
                  <a:pt x="1818723" y="77985"/>
                  <a:pt x="1817583" y="73848"/>
                  <a:pt x="1815302" y="70265"/>
                </a:cubicBezTo>
                <a:cubicBezTo>
                  <a:pt x="1813022" y="66682"/>
                  <a:pt x="1808950" y="64891"/>
                  <a:pt x="1803087" y="64891"/>
                </a:cubicBezTo>
                <a:cubicBezTo>
                  <a:pt x="1797223" y="64891"/>
                  <a:pt x="1791718" y="67204"/>
                  <a:pt x="1786570" y="71831"/>
                </a:cubicBezTo>
                <a:cubicBezTo>
                  <a:pt x="1781425" y="76455"/>
                  <a:pt x="1777679" y="82872"/>
                  <a:pt x="1775333" y="91082"/>
                </a:cubicBezTo>
                <a:close/>
                <a:moveTo>
                  <a:pt x="1846029" y="146980"/>
                </a:moveTo>
                <a:lnTo>
                  <a:pt x="1865182" y="51014"/>
                </a:lnTo>
                <a:lnTo>
                  <a:pt x="1882187" y="51014"/>
                </a:lnTo>
                <a:lnTo>
                  <a:pt x="1880428" y="69582"/>
                </a:lnTo>
                <a:lnTo>
                  <a:pt x="1881209" y="69582"/>
                </a:lnTo>
                <a:cubicBezTo>
                  <a:pt x="1884989" y="63587"/>
                  <a:pt x="1889419" y="58603"/>
                  <a:pt x="1894501" y="54628"/>
                </a:cubicBezTo>
                <a:cubicBezTo>
                  <a:pt x="1899583" y="50654"/>
                  <a:pt x="1905056" y="48666"/>
                  <a:pt x="1910919" y="48666"/>
                </a:cubicBezTo>
                <a:cubicBezTo>
                  <a:pt x="1914697" y="48666"/>
                  <a:pt x="1917889" y="49253"/>
                  <a:pt x="1920496" y="50426"/>
                </a:cubicBezTo>
                <a:lnTo>
                  <a:pt x="1913460" y="68800"/>
                </a:lnTo>
                <a:cubicBezTo>
                  <a:pt x="1912287" y="68148"/>
                  <a:pt x="1910918" y="67725"/>
                  <a:pt x="1909354" y="67530"/>
                </a:cubicBezTo>
                <a:cubicBezTo>
                  <a:pt x="1907791" y="67333"/>
                  <a:pt x="1906162" y="67235"/>
                  <a:pt x="1904468" y="67235"/>
                </a:cubicBezTo>
                <a:cubicBezTo>
                  <a:pt x="1899907" y="67235"/>
                  <a:pt x="1895412" y="68994"/>
                  <a:pt x="1890982" y="72513"/>
                </a:cubicBezTo>
                <a:cubicBezTo>
                  <a:pt x="1886552" y="76031"/>
                  <a:pt x="1882383" y="81503"/>
                  <a:pt x="1878474" y="88931"/>
                </a:cubicBezTo>
                <a:lnTo>
                  <a:pt x="1867138" y="146980"/>
                </a:lnTo>
                <a:lnTo>
                  <a:pt x="1846029" y="146980"/>
                </a:lnTo>
                <a:close/>
                <a:moveTo>
                  <a:pt x="1939068" y="149325"/>
                </a:moveTo>
                <a:cubicBezTo>
                  <a:pt x="1935549" y="149325"/>
                  <a:pt x="1932746" y="148185"/>
                  <a:pt x="1930661" y="145907"/>
                </a:cubicBezTo>
                <a:cubicBezTo>
                  <a:pt x="1928577" y="143626"/>
                  <a:pt x="1927535" y="140726"/>
                  <a:pt x="1927535" y="137207"/>
                </a:cubicBezTo>
                <a:cubicBezTo>
                  <a:pt x="1927535" y="135124"/>
                  <a:pt x="1927926" y="133072"/>
                  <a:pt x="1928707" y="131052"/>
                </a:cubicBezTo>
                <a:cubicBezTo>
                  <a:pt x="1929490" y="129032"/>
                  <a:pt x="1930631" y="127240"/>
                  <a:pt x="1932128" y="125677"/>
                </a:cubicBezTo>
                <a:cubicBezTo>
                  <a:pt x="1933627" y="124113"/>
                  <a:pt x="1935354" y="122842"/>
                  <a:pt x="1937308" y="121866"/>
                </a:cubicBezTo>
                <a:cubicBezTo>
                  <a:pt x="1939263" y="120888"/>
                  <a:pt x="1941413" y="120399"/>
                  <a:pt x="1943759" y="120399"/>
                </a:cubicBezTo>
                <a:cubicBezTo>
                  <a:pt x="1947276" y="120399"/>
                  <a:pt x="1950045" y="121572"/>
                  <a:pt x="1952065" y="123918"/>
                </a:cubicBezTo>
                <a:cubicBezTo>
                  <a:pt x="1954085" y="126262"/>
                  <a:pt x="1955095" y="129194"/>
                  <a:pt x="1955095" y="132713"/>
                </a:cubicBezTo>
                <a:cubicBezTo>
                  <a:pt x="1955095" y="134796"/>
                  <a:pt x="1954703" y="136848"/>
                  <a:pt x="1953920" y="138868"/>
                </a:cubicBezTo>
                <a:cubicBezTo>
                  <a:pt x="1953139" y="140888"/>
                  <a:pt x="1952064" y="142681"/>
                  <a:pt x="1950696" y="144246"/>
                </a:cubicBezTo>
                <a:cubicBezTo>
                  <a:pt x="1949328" y="145808"/>
                  <a:pt x="1947634" y="147045"/>
                  <a:pt x="1945614" y="147956"/>
                </a:cubicBezTo>
                <a:cubicBezTo>
                  <a:pt x="1943596" y="148868"/>
                  <a:pt x="1941414" y="149325"/>
                  <a:pt x="1939068" y="149325"/>
                </a:cubicBezTo>
                <a:moveTo>
                  <a:pt x="2002396" y="149325"/>
                </a:moveTo>
                <a:cubicBezTo>
                  <a:pt x="1998876" y="149325"/>
                  <a:pt x="1996074" y="148185"/>
                  <a:pt x="1993988" y="145907"/>
                </a:cubicBezTo>
                <a:cubicBezTo>
                  <a:pt x="1991905" y="143626"/>
                  <a:pt x="1990863" y="140726"/>
                  <a:pt x="1990863" y="137207"/>
                </a:cubicBezTo>
                <a:cubicBezTo>
                  <a:pt x="1990863" y="135124"/>
                  <a:pt x="1991253" y="133072"/>
                  <a:pt x="1992035" y="131052"/>
                </a:cubicBezTo>
                <a:cubicBezTo>
                  <a:pt x="1992818" y="129032"/>
                  <a:pt x="1993958" y="127240"/>
                  <a:pt x="1995456" y="125677"/>
                </a:cubicBezTo>
                <a:cubicBezTo>
                  <a:pt x="1996955" y="124113"/>
                  <a:pt x="1998682" y="122842"/>
                  <a:pt x="2000636" y="121866"/>
                </a:cubicBezTo>
                <a:cubicBezTo>
                  <a:pt x="2002590" y="120888"/>
                  <a:pt x="2004741" y="120399"/>
                  <a:pt x="2007087" y="120399"/>
                </a:cubicBezTo>
                <a:cubicBezTo>
                  <a:pt x="2010604" y="120399"/>
                  <a:pt x="2013373" y="121572"/>
                  <a:pt x="2015393" y="123918"/>
                </a:cubicBezTo>
                <a:cubicBezTo>
                  <a:pt x="2017413" y="126262"/>
                  <a:pt x="2018423" y="129194"/>
                  <a:pt x="2018423" y="132713"/>
                </a:cubicBezTo>
                <a:cubicBezTo>
                  <a:pt x="2018423" y="134796"/>
                  <a:pt x="2018031" y="136848"/>
                  <a:pt x="2017248" y="138868"/>
                </a:cubicBezTo>
                <a:cubicBezTo>
                  <a:pt x="2016466" y="140888"/>
                  <a:pt x="2015392" y="142681"/>
                  <a:pt x="2014024" y="144246"/>
                </a:cubicBezTo>
                <a:cubicBezTo>
                  <a:pt x="2012656" y="145808"/>
                  <a:pt x="2010962" y="147045"/>
                  <a:pt x="2008942" y="147956"/>
                </a:cubicBezTo>
                <a:cubicBezTo>
                  <a:pt x="2006924" y="148868"/>
                  <a:pt x="2004742" y="149325"/>
                  <a:pt x="2002396" y="149325"/>
                </a:cubicBezTo>
                <a:moveTo>
                  <a:pt x="2065723" y="149325"/>
                </a:moveTo>
                <a:cubicBezTo>
                  <a:pt x="2062204" y="149325"/>
                  <a:pt x="2059402" y="148185"/>
                  <a:pt x="2057316" y="145907"/>
                </a:cubicBezTo>
                <a:cubicBezTo>
                  <a:pt x="2055232" y="143626"/>
                  <a:pt x="2054191" y="140726"/>
                  <a:pt x="2054191" y="137207"/>
                </a:cubicBezTo>
                <a:cubicBezTo>
                  <a:pt x="2054191" y="135124"/>
                  <a:pt x="2054581" y="133072"/>
                  <a:pt x="2055363" y="131052"/>
                </a:cubicBezTo>
                <a:cubicBezTo>
                  <a:pt x="2056146" y="129032"/>
                  <a:pt x="2057286" y="127240"/>
                  <a:pt x="2058783" y="125677"/>
                </a:cubicBezTo>
                <a:cubicBezTo>
                  <a:pt x="2060283" y="124113"/>
                  <a:pt x="2062009" y="122842"/>
                  <a:pt x="2063964" y="121866"/>
                </a:cubicBezTo>
                <a:cubicBezTo>
                  <a:pt x="2065918" y="120888"/>
                  <a:pt x="2068069" y="120399"/>
                  <a:pt x="2070415" y="120399"/>
                </a:cubicBezTo>
                <a:cubicBezTo>
                  <a:pt x="2073932" y="120399"/>
                  <a:pt x="2076701" y="121572"/>
                  <a:pt x="2078721" y="123918"/>
                </a:cubicBezTo>
                <a:cubicBezTo>
                  <a:pt x="2080741" y="126262"/>
                  <a:pt x="2081751" y="129194"/>
                  <a:pt x="2081751" y="132713"/>
                </a:cubicBezTo>
                <a:cubicBezTo>
                  <a:pt x="2081751" y="134796"/>
                  <a:pt x="2081359" y="136848"/>
                  <a:pt x="2080576" y="138868"/>
                </a:cubicBezTo>
                <a:cubicBezTo>
                  <a:pt x="2079794" y="140888"/>
                  <a:pt x="2078720" y="142681"/>
                  <a:pt x="2077352" y="144246"/>
                </a:cubicBezTo>
                <a:cubicBezTo>
                  <a:pt x="2075984" y="145808"/>
                  <a:pt x="2074290" y="147045"/>
                  <a:pt x="2072270" y="147956"/>
                </a:cubicBezTo>
                <a:cubicBezTo>
                  <a:pt x="2070252" y="148868"/>
                  <a:pt x="2068070" y="149325"/>
                  <a:pt x="2065723" y="149325"/>
                </a:cubicBezTo>
                <a:close/>
                <a:moveTo>
                  <a:pt x="2125764" y="181770"/>
                </a:moveTo>
                <a:cubicBezTo>
                  <a:pt x="2122768" y="173431"/>
                  <a:pt x="2120130" y="163919"/>
                  <a:pt x="2117849" y="153234"/>
                </a:cubicBezTo>
                <a:cubicBezTo>
                  <a:pt x="2115569" y="142550"/>
                  <a:pt x="2114428" y="131865"/>
                  <a:pt x="2114428" y="121180"/>
                </a:cubicBezTo>
                <a:cubicBezTo>
                  <a:pt x="2114428" y="109845"/>
                  <a:pt x="2115438" y="99095"/>
                  <a:pt x="2117458" y="88931"/>
                </a:cubicBezTo>
                <a:cubicBezTo>
                  <a:pt x="2119479" y="78768"/>
                  <a:pt x="2122443" y="68930"/>
                  <a:pt x="2126352" y="59418"/>
                </a:cubicBezTo>
                <a:cubicBezTo>
                  <a:pt x="2130261" y="49906"/>
                  <a:pt x="2135050" y="40590"/>
                  <a:pt x="2140718" y="31470"/>
                </a:cubicBezTo>
                <a:cubicBezTo>
                  <a:pt x="2146387" y="22348"/>
                  <a:pt x="2152869" y="13161"/>
                  <a:pt x="2160166" y="3910"/>
                </a:cubicBezTo>
                <a:lnTo>
                  <a:pt x="2172477" y="10358"/>
                </a:lnTo>
                <a:cubicBezTo>
                  <a:pt x="2158667" y="28340"/>
                  <a:pt x="2148406" y="46647"/>
                  <a:pt x="2141693" y="65281"/>
                </a:cubicBezTo>
                <a:cubicBezTo>
                  <a:pt x="2134983" y="83915"/>
                  <a:pt x="2131628" y="103135"/>
                  <a:pt x="2131628" y="122940"/>
                </a:cubicBezTo>
                <a:cubicBezTo>
                  <a:pt x="2131628" y="127240"/>
                  <a:pt x="2131791" y="131768"/>
                  <a:pt x="2132117" y="136524"/>
                </a:cubicBezTo>
                <a:cubicBezTo>
                  <a:pt x="2132443" y="141280"/>
                  <a:pt x="2132899" y="146003"/>
                  <a:pt x="2133486" y="150693"/>
                </a:cubicBezTo>
                <a:cubicBezTo>
                  <a:pt x="2134072" y="155384"/>
                  <a:pt x="2134854" y="159911"/>
                  <a:pt x="2135830" y="164275"/>
                </a:cubicBezTo>
                <a:cubicBezTo>
                  <a:pt x="2136808" y="168641"/>
                  <a:pt x="2138014" y="172649"/>
                  <a:pt x="2139448" y="176297"/>
                </a:cubicBezTo>
                <a:lnTo>
                  <a:pt x="2125764" y="18177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);">
            <a:extLst xmlns:a="http://schemas.openxmlformats.org/drawingml/2006/main">
              <a:ext uri="{FF2B5EF4-FFF2-40B4-BE49-F238E27FC236}">
                <a16:creationId xmlns:a16="http://schemas.microsoft.com/office/drawing/2014/main" id="{B0D68CB3-029B-44F9-80B3-A7C320AD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6494" y="2183976"/>
            <a:ext cx="110859" cy="177860"/>
          </a:xfrm>
          <a:custGeom xmlns:a="http://schemas.openxmlformats.org/drawingml/2006/main">
            <a:pathLst>
              <a:path w="110859" h="177860">
                <a:moveTo>
                  <a:pt x="12117" y="177860"/>
                </a:moveTo>
                <a:lnTo>
                  <a:pt x="0" y="171215"/>
                </a:lnTo>
                <a:cubicBezTo>
                  <a:pt x="13810" y="153365"/>
                  <a:pt x="24038" y="135091"/>
                  <a:pt x="30683" y="116393"/>
                </a:cubicBezTo>
                <a:cubicBezTo>
                  <a:pt x="37329" y="97694"/>
                  <a:pt x="40653" y="78440"/>
                  <a:pt x="40653" y="58634"/>
                </a:cubicBezTo>
                <a:cubicBezTo>
                  <a:pt x="40653" y="54335"/>
                  <a:pt x="40490" y="49808"/>
                  <a:pt x="40164" y="45052"/>
                </a:cubicBezTo>
                <a:cubicBezTo>
                  <a:pt x="39838" y="40296"/>
                  <a:pt x="39381" y="35573"/>
                  <a:pt x="38795" y="30882"/>
                </a:cubicBezTo>
                <a:cubicBezTo>
                  <a:pt x="38210" y="26190"/>
                  <a:pt x="37429" y="21662"/>
                  <a:pt x="36451" y="17298"/>
                </a:cubicBezTo>
                <a:cubicBezTo>
                  <a:pt x="35474" y="12932"/>
                  <a:pt x="34334" y="8924"/>
                  <a:pt x="33030" y="5276"/>
                </a:cubicBezTo>
                <a:lnTo>
                  <a:pt x="46516" y="0"/>
                </a:lnTo>
                <a:cubicBezTo>
                  <a:pt x="48081" y="4169"/>
                  <a:pt x="49547" y="8632"/>
                  <a:pt x="50915" y="13388"/>
                </a:cubicBezTo>
                <a:cubicBezTo>
                  <a:pt x="52283" y="18144"/>
                  <a:pt x="53488" y="23128"/>
                  <a:pt x="54530" y="28342"/>
                </a:cubicBezTo>
                <a:cubicBezTo>
                  <a:pt x="55572" y="33553"/>
                  <a:pt x="56386" y="38862"/>
                  <a:pt x="56972" y="44270"/>
                </a:cubicBezTo>
                <a:cubicBezTo>
                  <a:pt x="57559" y="49676"/>
                  <a:pt x="57852" y="55051"/>
                  <a:pt x="57852" y="60393"/>
                </a:cubicBezTo>
                <a:cubicBezTo>
                  <a:pt x="57852" y="71730"/>
                  <a:pt x="56842" y="82513"/>
                  <a:pt x="54822" y="92743"/>
                </a:cubicBezTo>
                <a:cubicBezTo>
                  <a:pt x="52804" y="102971"/>
                  <a:pt x="49840" y="112840"/>
                  <a:pt x="45932" y="122352"/>
                </a:cubicBezTo>
                <a:cubicBezTo>
                  <a:pt x="42023" y="131864"/>
                  <a:pt x="37234" y="141180"/>
                  <a:pt x="31565" y="150300"/>
                </a:cubicBezTo>
                <a:cubicBezTo>
                  <a:pt x="25897" y="159422"/>
                  <a:pt x="19414" y="168609"/>
                  <a:pt x="12117" y="177860"/>
                </a:cubicBezTo>
                <a:close/>
                <a:moveTo>
                  <a:pt x="94832" y="76811"/>
                </a:moveTo>
                <a:cubicBezTo>
                  <a:pt x="91313" y="76811"/>
                  <a:pt x="88510" y="75672"/>
                  <a:pt x="86425" y="73393"/>
                </a:cubicBezTo>
                <a:cubicBezTo>
                  <a:pt x="84341" y="71113"/>
                  <a:pt x="83299" y="68213"/>
                  <a:pt x="83299" y="64694"/>
                </a:cubicBezTo>
                <a:cubicBezTo>
                  <a:pt x="83299" y="62610"/>
                  <a:pt x="83690" y="60558"/>
                  <a:pt x="84471" y="58538"/>
                </a:cubicBezTo>
                <a:cubicBezTo>
                  <a:pt x="85255" y="56518"/>
                  <a:pt x="86395" y="54727"/>
                  <a:pt x="87892" y="53164"/>
                </a:cubicBezTo>
                <a:cubicBezTo>
                  <a:pt x="89391" y="51599"/>
                  <a:pt x="91118" y="50329"/>
                  <a:pt x="93073" y="49352"/>
                </a:cubicBezTo>
                <a:cubicBezTo>
                  <a:pt x="95027" y="48374"/>
                  <a:pt x="97177" y="47885"/>
                  <a:pt x="99523" y="47885"/>
                </a:cubicBezTo>
                <a:cubicBezTo>
                  <a:pt x="103041" y="47885"/>
                  <a:pt x="105809" y="49058"/>
                  <a:pt x="107829" y="51404"/>
                </a:cubicBezTo>
                <a:cubicBezTo>
                  <a:pt x="109849" y="53748"/>
                  <a:pt x="110859" y="56680"/>
                  <a:pt x="110859" y="60199"/>
                </a:cubicBezTo>
                <a:cubicBezTo>
                  <a:pt x="110859" y="62283"/>
                  <a:pt x="110468" y="64335"/>
                  <a:pt x="109684" y="66355"/>
                </a:cubicBezTo>
                <a:cubicBezTo>
                  <a:pt x="108903" y="68375"/>
                  <a:pt x="107828" y="70167"/>
                  <a:pt x="106460" y="71732"/>
                </a:cubicBezTo>
                <a:cubicBezTo>
                  <a:pt x="105093" y="73295"/>
                  <a:pt x="103399" y="74533"/>
                  <a:pt x="101378" y="75445"/>
                </a:cubicBezTo>
                <a:cubicBezTo>
                  <a:pt x="99360" y="76356"/>
                  <a:pt x="97178" y="76811"/>
                  <a:pt x="94832" y="76811"/>
                </a:cubicBezTo>
                <a:moveTo>
                  <a:pt x="63950" y="177469"/>
                </a:moveTo>
                <a:lnTo>
                  <a:pt x="61409" y="165549"/>
                </a:lnTo>
                <a:cubicBezTo>
                  <a:pt x="68316" y="163334"/>
                  <a:pt x="73724" y="160239"/>
                  <a:pt x="77633" y="156265"/>
                </a:cubicBezTo>
                <a:cubicBezTo>
                  <a:pt x="81542" y="152290"/>
                  <a:pt x="84017" y="148022"/>
                  <a:pt x="85059" y="143461"/>
                </a:cubicBezTo>
                <a:cubicBezTo>
                  <a:pt x="81281" y="143461"/>
                  <a:pt x="78187" y="142419"/>
                  <a:pt x="75775" y="140336"/>
                </a:cubicBezTo>
                <a:cubicBezTo>
                  <a:pt x="73365" y="138250"/>
                  <a:pt x="72160" y="135383"/>
                  <a:pt x="72160" y="131735"/>
                </a:cubicBezTo>
                <a:cubicBezTo>
                  <a:pt x="72160" y="127826"/>
                  <a:pt x="73528" y="124307"/>
                  <a:pt x="76264" y="121180"/>
                </a:cubicBezTo>
                <a:cubicBezTo>
                  <a:pt x="79000" y="118052"/>
                  <a:pt x="82714" y="116489"/>
                  <a:pt x="87406" y="116489"/>
                </a:cubicBezTo>
                <a:cubicBezTo>
                  <a:pt x="91836" y="116489"/>
                  <a:pt x="95223" y="117922"/>
                  <a:pt x="97567" y="120789"/>
                </a:cubicBezTo>
                <a:cubicBezTo>
                  <a:pt x="99913" y="123656"/>
                  <a:pt x="101086" y="127565"/>
                  <a:pt x="101086" y="132516"/>
                </a:cubicBezTo>
                <a:cubicBezTo>
                  <a:pt x="101086" y="137990"/>
                  <a:pt x="100206" y="143169"/>
                  <a:pt x="98447" y="148054"/>
                </a:cubicBezTo>
                <a:cubicBezTo>
                  <a:pt x="96689" y="152941"/>
                  <a:pt x="94181" y="157339"/>
                  <a:pt x="90922" y="161248"/>
                </a:cubicBezTo>
                <a:cubicBezTo>
                  <a:pt x="87665" y="165157"/>
                  <a:pt x="83757" y="168512"/>
                  <a:pt x="79196" y="171314"/>
                </a:cubicBezTo>
                <a:cubicBezTo>
                  <a:pt x="74634" y="174115"/>
                  <a:pt x="69553" y="176167"/>
                  <a:pt x="63950" y="17746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$f">
            <a:extLst xmlns:a="http://schemas.openxmlformats.org/drawingml/2006/main">
              <a:ext uri="{FF2B5EF4-FFF2-40B4-BE49-F238E27FC236}">
                <a16:creationId xmlns:a16="http://schemas.microsoft.com/office/drawing/2014/main" id="{D4B6C777-A94F-457D-ABA8-10EB35D4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95" y="2419822"/>
            <a:ext cx="177666" cy="168480"/>
          </a:xfrm>
          <a:custGeom xmlns:a="http://schemas.openxmlformats.org/drawingml/2006/main">
            <a:pathLst>
              <a:path w="177666" h="168480">
                <a:moveTo>
                  <a:pt x="24822" y="168480"/>
                </a:moveTo>
                <a:lnTo>
                  <a:pt x="28926" y="148349"/>
                </a:lnTo>
                <a:cubicBezTo>
                  <a:pt x="23194" y="147045"/>
                  <a:pt x="17852" y="144797"/>
                  <a:pt x="12899" y="141606"/>
                </a:cubicBezTo>
                <a:cubicBezTo>
                  <a:pt x="7948" y="138413"/>
                  <a:pt x="3648" y="134666"/>
                  <a:pt x="0" y="130366"/>
                </a:cubicBezTo>
                <a:lnTo>
                  <a:pt x="13096" y="117467"/>
                </a:lnTo>
                <a:cubicBezTo>
                  <a:pt x="16092" y="121376"/>
                  <a:pt x="19772" y="124829"/>
                  <a:pt x="24136" y="127828"/>
                </a:cubicBezTo>
                <a:cubicBezTo>
                  <a:pt x="28503" y="130824"/>
                  <a:pt x="33422" y="132322"/>
                  <a:pt x="38896" y="132322"/>
                </a:cubicBezTo>
                <a:cubicBezTo>
                  <a:pt x="45149" y="132322"/>
                  <a:pt x="50133" y="130628"/>
                  <a:pt x="53847" y="127240"/>
                </a:cubicBezTo>
                <a:cubicBezTo>
                  <a:pt x="57561" y="123852"/>
                  <a:pt x="59418" y="119291"/>
                  <a:pt x="59418" y="113557"/>
                </a:cubicBezTo>
                <a:cubicBezTo>
                  <a:pt x="59418" y="109388"/>
                  <a:pt x="58408" y="105739"/>
                  <a:pt x="56388" y="102612"/>
                </a:cubicBezTo>
                <a:cubicBezTo>
                  <a:pt x="54368" y="99484"/>
                  <a:pt x="51860" y="96585"/>
                  <a:pt x="48863" y="93915"/>
                </a:cubicBezTo>
                <a:cubicBezTo>
                  <a:pt x="45867" y="91243"/>
                  <a:pt x="42642" y="88669"/>
                  <a:pt x="39188" y="86194"/>
                </a:cubicBezTo>
                <a:cubicBezTo>
                  <a:pt x="35735" y="83718"/>
                  <a:pt x="32510" y="81015"/>
                  <a:pt x="29514" y="78085"/>
                </a:cubicBezTo>
                <a:cubicBezTo>
                  <a:pt x="26517" y="75152"/>
                  <a:pt x="24009" y="71861"/>
                  <a:pt x="21989" y="68213"/>
                </a:cubicBezTo>
                <a:cubicBezTo>
                  <a:pt x="19969" y="64564"/>
                  <a:pt x="18959" y="60265"/>
                  <a:pt x="18959" y="55314"/>
                </a:cubicBezTo>
                <a:cubicBezTo>
                  <a:pt x="18959" y="50361"/>
                  <a:pt x="19806" y="45768"/>
                  <a:pt x="21500" y="41533"/>
                </a:cubicBezTo>
                <a:cubicBezTo>
                  <a:pt x="23194" y="37298"/>
                  <a:pt x="25605" y="33617"/>
                  <a:pt x="28732" y="30492"/>
                </a:cubicBezTo>
                <a:cubicBezTo>
                  <a:pt x="31860" y="27364"/>
                  <a:pt x="35573" y="24823"/>
                  <a:pt x="39871" y="22869"/>
                </a:cubicBezTo>
                <a:cubicBezTo>
                  <a:pt x="44172" y="20914"/>
                  <a:pt x="48993" y="19741"/>
                  <a:pt x="54336" y="19350"/>
                </a:cubicBezTo>
                <a:lnTo>
                  <a:pt x="58049" y="0"/>
                </a:lnTo>
                <a:lnTo>
                  <a:pt x="72513" y="0"/>
                </a:lnTo>
                <a:lnTo>
                  <a:pt x="68604" y="20522"/>
                </a:lnTo>
                <a:cubicBezTo>
                  <a:pt x="73165" y="21826"/>
                  <a:pt x="77400" y="23879"/>
                  <a:pt x="81309" y="26680"/>
                </a:cubicBezTo>
                <a:cubicBezTo>
                  <a:pt x="85217" y="29482"/>
                  <a:pt x="88736" y="32837"/>
                  <a:pt x="91863" y="36746"/>
                </a:cubicBezTo>
                <a:lnTo>
                  <a:pt x="78377" y="48666"/>
                </a:lnTo>
                <a:cubicBezTo>
                  <a:pt x="75770" y="45018"/>
                  <a:pt x="72676" y="42022"/>
                  <a:pt x="69093" y="39678"/>
                </a:cubicBezTo>
                <a:cubicBezTo>
                  <a:pt x="65510" y="37331"/>
                  <a:pt x="61698" y="36158"/>
                  <a:pt x="57658" y="36158"/>
                </a:cubicBezTo>
                <a:cubicBezTo>
                  <a:pt x="52187" y="36158"/>
                  <a:pt x="47821" y="37689"/>
                  <a:pt x="44563" y="40751"/>
                </a:cubicBezTo>
                <a:cubicBezTo>
                  <a:pt x="41306" y="43813"/>
                  <a:pt x="39678" y="47820"/>
                  <a:pt x="39678" y="52773"/>
                </a:cubicBezTo>
                <a:cubicBezTo>
                  <a:pt x="39678" y="56290"/>
                  <a:pt x="40687" y="59418"/>
                  <a:pt x="42705" y="62156"/>
                </a:cubicBezTo>
                <a:cubicBezTo>
                  <a:pt x="44725" y="64892"/>
                  <a:pt x="47233" y="67497"/>
                  <a:pt x="50229" y="69973"/>
                </a:cubicBezTo>
                <a:cubicBezTo>
                  <a:pt x="53227" y="72448"/>
                  <a:pt x="56452" y="74923"/>
                  <a:pt x="59904" y="77399"/>
                </a:cubicBezTo>
                <a:cubicBezTo>
                  <a:pt x="63358" y="79874"/>
                  <a:pt x="66583" y="82675"/>
                  <a:pt x="69579" y="85803"/>
                </a:cubicBezTo>
                <a:cubicBezTo>
                  <a:pt x="72577" y="88930"/>
                  <a:pt x="75086" y="92481"/>
                  <a:pt x="77106" y="96456"/>
                </a:cubicBezTo>
                <a:cubicBezTo>
                  <a:pt x="79126" y="100431"/>
                  <a:pt x="80136" y="105154"/>
                  <a:pt x="80136" y="110625"/>
                </a:cubicBezTo>
                <a:cubicBezTo>
                  <a:pt x="80136" y="115838"/>
                  <a:pt x="79257" y="120660"/>
                  <a:pt x="77497" y="125090"/>
                </a:cubicBezTo>
                <a:cubicBezTo>
                  <a:pt x="75737" y="129520"/>
                  <a:pt x="73261" y="133461"/>
                  <a:pt x="70068" y="136915"/>
                </a:cubicBezTo>
                <a:cubicBezTo>
                  <a:pt x="66877" y="140369"/>
                  <a:pt x="63001" y="143138"/>
                  <a:pt x="58440" y="145224"/>
                </a:cubicBezTo>
                <a:cubicBezTo>
                  <a:pt x="53879" y="147308"/>
                  <a:pt x="48797" y="148610"/>
                  <a:pt x="43194" y="149131"/>
                </a:cubicBezTo>
                <a:lnTo>
                  <a:pt x="39287" y="168480"/>
                </a:lnTo>
                <a:lnTo>
                  <a:pt x="24822" y="168480"/>
                </a:lnTo>
                <a:close/>
                <a:moveTo>
                  <a:pt x="106913" y="67625"/>
                </a:moveTo>
                <a:lnTo>
                  <a:pt x="110041" y="51992"/>
                </a:lnTo>
                <a:lnTo>
                  <a:pt x="122746" y="51014"/>
                </a:lnTo>
                <a:lnTo>
                  <a:pt x="124893" y="39871"/>
                </a:lnTo>
                <a:cubicBezTo>
                  <a:pt x="126848" y="30099"/>
                  <a:pt x="130561" y="22118"/>
                  <a:pt x="136032" y="15929"/>
                </a:cubicBezTo>
                <a:cubicBezTo>
                  <a:pt x="141506" y="9739"/>
                  <a:pt x="149064" y="6645"/>
                  <a:pt x="158707" y="6645"/>
                </a:cubicBezTo>
                <a:cubicBezTo>
                  <a:pt x="162356" y="6645"/>
                  <a:pt x="165744" y="7101"/>
                  <a:pt x="168871" y="8014"/>
                </a:cubicBezTo>
                <a:cubicBezTo>
                  <a:pt x="171999" y="8926"/>
                  <a:pt x="174931" y="10099"/>
                  <a:pt x="177666" y="11533"/>
                </a:cubicBezTo>
                <a:lnTo>
                  <a:pt x="170631" y="26385"/>
                </a:lnTo>
                <a:cubicBezTo>
                  <a:pt x="169458" y="25735"/>
                  <a:pt x="167992" y="25084"/>
                  <a:pt x="166232" y="24432"/>
                </a:cubicBezTo>
                <a:cubicBezTo>
                  <a:pt x="164474" y="23779"/>
                  <a:pt x="162617" y="23453"/>
                  <a:pt x="160661" y="23453"/>
                </a:cubicBezTo>
                <a:cubicBezTo>
                  <a:pt x="156752" y="23453"/>
                  <a:pt x="153560" y="24724"/>
                  <a:pt x="151084" y="27265"/>
                </a:cubicBezTo>
                <a:cubicBezTo>
                  <a:pt x="148609" y="29806"/>
                  <a:pt x="146850" y="33813"/>
                  <a:pt x="145809" y="39287"/>
                </a:cubicBezTo>
                <a:lnTo>
                  <a:pt x="143462" y="51014"/>
                </a:lnTo>
                <a:lnTo>
                  <a:pt x="161639" y="51014"/>
                </a:lnTo>
                <a:lnTo>
                  <a:pt x="158317" y="67625"/>
                </a:lnTo>
                <a:lnTo>
                  <a:pt x="139945" y="67625"/>
                </a:lnTo>
                <a:lnTo>
                  <a:pt x="124309" y="146980"/>
                </a:lnTo>
                <a:lnTo>
                  <a:pt x="103393" y="146980"/>
                </a:lnTo>
                <a:lnTo>
                  <a:pt x="119227" y="67625"/>
                </a:lnTo>
                <a:lnTo>
                  <a:pt x="106913" y="6762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usion-&gt;next(">
            <a:extLst xmlns:a="http://schemas.openxmlformats.org/drawingml/2006/main">
              <a:ext uri="{FF2B5EF4-FFF2-40B4-BE49-F238E27FC236}">
                <a16:creationId xmlns:a16="http://schemas.microsoft.com/office/drawing/2014/main" id="{3F7BC9FB-EED1-4624-A535-15ED8975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566" y="2423732"/>
            <a:ext cx="1021416" cy="177860"/>
          </a:xfrm>
          <a:custGeom xmlns:a="http://schemas.openxmlformats.org/drawingml/2006/main">
            <a:pathLst>
              <a:path w="1021416" h="177860">
                <a:moveTo>
                  <a:pt x="90885" y="47104"/>
                </a:moveTo>
                <a:lnTo>
                  <a:pt x="71926" y="143071"/>
                </a:lnTo>
                <a:lnTo>
                  <a:pt x="54923" y="143071"/>
                </a:lnTo>
                <a:lnTo>
                  <a:pt x="55705" y="129387"/>
                </a:lnTo>
                <a:lnTo>
                  <a:pt x="54923" y="129387"/>
                </a:lnTo>
                <a:cubicBezTo>
                  <a:pt x="50102" y="133688"/>
                  <a:pt x="45020" y="137435"/>
                  <a:pt x="39678" y="140628"/>
                </a:cubicBezTo>
                <a:cubicBezTo>
                  <a:pt x="34335" y="143819"/>
                  <a:pt x="28732" y="145415"/>
                  <a:pt x="22869" y="145415"/>
                </a:cubicBezTo>
                <a:cubicBezTo>
                  <a:pt x="14791" y="145415"/>
                  <a:pt x="8959" y="143298"/>
                  <a:pt x="5374" y="139065"/>
                </a:cubicBezTo>
                <a:cubicBezTo>
                  <a:pt x="1791" y="134830"/>
                  <a:pt x="0" y="128868"/>
                  <a:pt x="0" y="121180"/>
                </a:cubicBezTo>
                <a:cubicBezTo>
                  <a:pt x="0" y="118965"/>
                  <a:pt x="130" y="116783"/>
                  <a:pt x="391" y="114634"/>
                </a:cubicBezTo>
                <a:cubicBezTo>
                  <a:pt x="651" y="112482"/>
                  <a:pt x="1042" y="110169"/>
                  <a:pt x="1563" y="107694"/>
                </a:cubicBezTo>
                <a:lnTo>
                  <a:pt x="13683" y="47104"/>
                </a:lnTo>
                <a:lnTo>
                  <a:pt x="34596" y="47104"/>
                </a:lnTo>
                <a:lnTo>
                  <a:pt x="23063" y="104956"/>
                </a:lnTo>
                <a:cubicBezTo>
                  <a:pt x="22542" y="107173"/>
                  <a:pt x="22151" y="109063"/>
                  <a:pt x="21891" y="110625"/>
                </a:cubicBezTo>
                <a:cubicBezTo>
                  <a:pt x="21630" y="112188"/>
                  <a:pt x="21500" y="113686"/>
                  <a:pt x="21500" y="115120"/>
                </a:cubicBezTo>
                <a:cubicBezTo>
                  <a:pt x="21500" y="123329"/>
                  <a:pt x="25474" y="127434"/>
                  <a:pt x="33423" y="127434"/>
                </a:cubicBezTo>
                <a:cubicBezTo>
                  <a:pt x="39808" y="127434"/>
                  <a:pt x="47691" y="122482"/>
                  <a:pt x="57074" y="112579"/>
                </a:cubicBezTo>
                <a:lnTo>
                  <a:pt x="69973" y="47104"/>
                </a:lnTo>
                <a:lnTo>
                  <a:pt x="90885" y="47104"/>
                </a:lnTo>
                <a:close/>
                <a:moveTo>
                  <a:pt x="129195" y="145415"/>
                </a:moveTo>
                <a:cubicBezTo>
                  <a:pt x="126198" y="145415"/>
                  <a:pt x="123104" y="144958"/>
                  <a:pt x="119911" y="144046"/>
                </a:cubicBezTo>
                <a:cubicBezTo>
                  <a:pt x="116718" y="143135"/>
                  <a:pt x="113623" y="141898"/>
                  <a:pt x="110627" y="140336"/>
                </a:cubicBezTo>
                <a:cubicBezTo>
                  <a:pt x="107630" y="138771"/>
                  <a:pt x="104829" y="136848"/>
                  <a:pt x="102222" y="134568"/>
                </a:cubicBezTo>
                <a:cubicBezTo>
                  <a:pt x="99616" y="132287"/>
                  <a:pt x="97401" y="129779"/>
                  <a:pt x="95577" y="127043"/>
                </a:cubicBezTo>
                <a:lnTo>
                  <a:pt x="108086" y="116879"/>
                </a:lnTo>
                <a:cubicBezTo>
                  <a:pt x="111213" y="121049"/>
                  <a:pt x="114698" y="124242"/>
                  <a:pt x="118542" y="126459"/>
                </a:cubicBezTo>
                <a:cubicBezTo>
                  <a:pt x="122387" y="128674"/>
                  <a:pt x="126459" y="129781"/>
                  <a:pt x="130758" y="129781"/>
                </a:cubicBezTo>
                <a:cubicBezTo>
                  <a:pt x="135319" y="129781"/>
                  <a:pt x="139260" y="128576"/>
                  <a:pt x="142583" y="126166"/>
                </a:cubicBezTo>
                <a:cubicBezTo>
                  <a:pt x="145905" y="123755"/>
                  <a:pt x="147566" y="120789"/>
                  <a:pt x="147566" y="117270"/>
                </a:cubicBezTo>
                <a:cubicBezTo>
                  <a:pt x="147566" y="114274"/>
                  <a:pt x="146198" y="111701"/>
                  <a:pt x="143462" y="109552"/>
                </a:cubicBezTo>
                <a:cubicBezTo>
                  <a:pt x="140727" y="107400"/>
                  <a:pt x="136361" y="104631"/>
                  <a:pt x="130367" y="101243"/>
                </a:cubicBezTo>
                <a:cubicBezTo>
                  <a:pt x="123983" y="97725"/>
                  <a:pt x="118966" y="93882"/>
                  <a:pt x="115318" y="89713"/>
                </a:cubicBezTo>
                <a:cubicBezTo>
                  <a:pt x="111669" y="85543"/>
                  <a:pt x="109845" y="80526"/>
                  <a:pt x="109845" y="74661"/>
                </a:cubicBezTo>
                <a:cubicBezTo>
                  <a:pt x="109845" y="70362"/>
                  <a:pt x="110757" y="66356"/>
                  <a:pt x="112580" y="62642"/>
                </a:cubicBezTo>
                <a:cubicBezTo>
                  <a:pt x="114405" y="58928"/>
                  <a:pt x="116913" y="55768"/>
                  <a:pt x="120105" y="53164"/>
                </a:cubicBezTo>
                <a:cubicBezTo>
                  <a:pt x="123298" y="50557"/>
                  <a:pt x="127012" y="48504"/>
                  <a:pt x="131247" y="47005"/>
                </a:cubicBezTo>
                <a:cubicBezTo>
                  <a:pt x="135482" y="45506"/>
                  <a:pt x="140010" y="44757"/>
                  <a:pt x="144831" y="44757"/>
                </a:cubicBezTo>
                <a:cubicBezTo>
                  <a:pt x="151086" y="44757"/>
                  <a:pt x="156722" y="46060"/>
                  <a:pt x="161738" y="48666"/>
                </a:cubicBezTo>
                <a:cubicBezTo>
                  <a:pt x="166755" y="51273"/>
                  <a:pt x="171152" y="54531"/>
                  <a:pt x="174930" y="58440"/>
                </a:cubicBezTo>
                <a:lnTo>
                  <a:pt x="163203" y="69579"/>
                </a:lnTo>
                <a:cubicBezTo>
                  <a:pt x="160727" y="67103"/>
                  <a:pt x="157991" y="64987"/>
                  <a:pt x="154992" y="63229"/>
                </a:cubicBezTo>
                <a:cubicBezTo>
                  <a:pt x="151996" y="61470"/>
                  <a:pt x="148609" y="60590"/>
                  <a:pt x="144831" y="60590"/>
                </a:cubicBezTo>
                <a:cubicBezTo>
                  <a:pt x="140402" y="60590"/>
                  <a:pt x="136753" y="61763"/>
                  <a:pt x="133886" y="64109"/>
                </a:cubicBezTo>
                <a:cubicBezTo>
                  <a:pt x="131019" y="66453"/>
                  <a:pt x="129585" y="69319"/>
                  <a:pt x="129585" y="72707"/>
                </a:cubicBezTo>
                <a:cubicBezTo>
                  <a:pt x="129585" y="74533"/>
                  <a:pt x="130042" y="76096"/>
                  <a:pt x="130954" y="77399"/>
                </a:cubicBezTo>
                <a:cubicBezTo>
                  <a:pt x="131867" y="78701"/>
                  <a:pt x="133105" y="79939"/>
                  <a:pt x="134667" y="81112"/>
                </a:cubicBezTo>
                <a:cubicBezTo>
                  <a:pt x="136230" y="82285"/>
                  <a:pt x="137989" y="83392"/>
                  <a:pt x="139943" y="84434"/>
                </a:cubicBezTo>
                <a:cubicBezTo>
                  <a:pt x="141898" y="85476"/>
                  <a:pt x="143918" y="86583"/>
                  <a:pt x="146003" y="87756"/>
                </a:cubicBezTo>
                <a:cubicBezTo>
                  <a:pt x="153171" y="91536"/>
                  <a:pt x="158514" y="95511"/>
                  <a:pt x="162031" y="99680"/>
                </a:cubicBezTo>
                <a:cubicBezTo>
                  <a:pt x="165548" y="103849"/>
                  <a:pt x="167307" y="108866"/>
                  <a:pt x="167307" y="114729"/>
                </a:cubicBezTo>
                <a:cubicBezTo>
                  <a:pt x="167307" y="119421"/>
                  <a:pt x="166362" y="123657"/>
                  <a:pt x="164473" y="127437"/>
                </a:cubicBezTo>
                <a:cubicBezTo>
                  <a:pt x="162584" y="131215"/>
                  <a:pt x="159946" y="134440"/>
                  <a:pt x="156558" y="137112"/>
                </a:cubicBezTo>
                <a:cubicBezTo>
                  <a:pt x="153170" y="139782"/>
                  <a:pt x="149130" y="141833"/>
                  <a:pt x="144438" y="143264"/>
                </a:cubicBezTo>
                <a:cubicBezTo>
                  <a:pt x="139747" y="144698"/>
                  <a:pt x="134666" y="145415"/>
                  <a:pt x="129195" y="145415"/>
                </a:cubicBezTo>
                <a:close/>
                <a:moveTo>
                  <a:pt x="182555" y="143071"/>
                </a:moveTo>
                <a:lnTo>
                  <a:pt x="201904" y="47104"/>
                </a:lnTo>
                <a:lnTo>
                  <a:pt x="222817" y="47104"/>
                </a:lnTo>
                <a:lnTo>
                  <a:pt x="203664" y="143071"/>
                </a:lnTo>
                <a:lnTo>
                  <a:pt x="182555" y="143071"/>
                </a:lnTo>
                <a:moveTo>
                  <a:pt x="217344" y="30098"/>
                </a:moveTo>
                <a:cubicBezTo>
                  <a:pt x="214348" y="30098"/>
                  <a:pt x="211612" y="29154"/>
                  <a:pt x="209136" y="27265"/>
                </a:cubicBezTo>
                <a:cubicBezTo>
                  <a:pt x="206661" y="25376"/>
                  <a:pt x="205423" y="22672"/>
                  <a:pt x="205423" y="19153"/>
                </a:cubicBezTo>
                <a:cubicBezTo>
                  <a:pt x="205423" y="15375"/>
                  <a:pt x="206791" y="12151"/>
                  <a:pt x="209527" y="9481"/>
                </a:cubicBezTo>
                <a:cubicBezTo>
                  <a:pt x="212263" y="6809"/>
                  <a:pt x="215585" y="5473"/>
                  <a:pt x="219494" y="5473"/>
                </a:cubicBezTo>
                <a:cubicBezTo>
                  <a:pt x="222491" y="5473"/>
                  <a:pt x="225226" y="6417"/>
                  <a:pt x="227702" y="8306"/>
                </a:cubicBezTo>
                <a:cubicBezTo>
                  <a:pt x="230179" y="10195"/>
                  <a:pt x="231418" y="12899"/>
                  <a:pt x="231418" y="16418"/>
                </a:cubicBezTo>
                <a:cubicBezTo>
                  <a:pt x="231418" y="20327"/>
                  <a:pt x="230049" y="23585"/>
                  <a:pt x="227311" y="26191"/>
                </a:cubicBezTo>
                <a:cubicBezTo>
                  <a:pt x="224575" y="28796"/>
                  <a:pt x="221253" y="30098"/>
                  <a:pt x="217344" y="30098"/>
                </a:cubicBezTo>
                <a:close/>
                <a:moveTo>
                  <a:pt x="269529" y="145415"/>
                </a:moveTo>
                <a:cubicBezTo>
                  <a:pt x="264187" y="145415"/>
                  <a:pt x="259301" y="144503"/>
                  <a:pt x="254871" y="142680"/>
                </a:cubicBezTo>
                <a:cubicBezTo>
                  <a:pt x="250441" y="140855"/>
                  <a:pt x="246662" y="138249"/>
                  <a:pt x="243535" y="134863"/>
                </a:cubicBezTo>
                <a:cubicBezTo>
                  <a:pt x="240407" y="131475"/>
                  <a:pt x="237997" y="127370"/>
                  <a:pt x="236303" y="122549"/>
                </a:cubicBezTo>
                <a:cubicBezTo>
                  <a:pt x="234609" y="117727"/>
                  <a:pt x="233762" y="112319"/>
                  <a:pt x="233762" y="106325"/>
                </a:cubicBezTo>
                <a:cubicBezTo>
                  <a:pt x="233762" y="97205"/>
                  <a:pt x="235293" y="88833"/>
                  <a:pt x="238355" y="81210"/>
                </a:cubicBezTo>
                <a:cubicBezTo>
                  <a:pt x="241416" y="73587"/>
                  <a:pt x="245423" y="67104"/>
                  <a:pt x="250374" y="61762"/>
                </a:cubicBezTo>
                <a:cubicBezTo>
                  <a:pt x="255326" y="56420"/>
                  <a:pt x="260962" y="52250"/>
                  <a:pt x="267281" y="49254"/>
                </a:cubicBezTo>
                <a:cubicBezTo>
                  <a:pt x="273601" y="46256"/>
                  <a:pt x="280019" y="44757"/>
                  <a:pt x="286535" y="44757"/>
                </a:cubicBezTo>
                <a:cubicBezTo>
                  <a:pt x="297480" y="44757"/>
                  <a:pt x="306211" y="48243"/>
                  <a:pt x="312726" y="55216"/>
                </a:cubicBezTo>
                <a:cubicBezTo>
                  <a:pt x="319242" y="62187"/>
                  <a:pt x="322499" y="71731"/>
                  <a:pt x="322499" y="83849"/>
                </a:cubicBezTo>
                <a:cubicBezTo>
                  <a:pt x="322499" y="92970"/>
                  <a:pt x="320967" y="101308"/>
                  <a:pt x="317903" y="108866"/>
                </a:cubicBezTo>
                <a:cubicBezTo>
                  <a:pt x="314842" y="116423"/>
                  <a:pt x="310835" y="122906"/>
                  <a:pt x="305884" y="128314"/>
                </a:cubicBezTo>
                <a:cubicBezTo>
                  <a:pt x="300934" y="133722"/>
                  <a:pt x="295298" y="137924"/>
                  <a:pt x="288977" y="140920"/>
                </a:cubicBezTo>
                <a:cubicBezTo>
                  <a:pt x="282659" y="143917"/>
                  <a:pt x="276176" y="145415"/>
                  <a:pt x="269529" y="145415"/>
                </a:cubicBezTo>
                <a:moveTo>
                  <a:pt x="271876" y="128412"/>
                </a:moveTo>
                <a:cubicBezTo>
                  <a:pt x="275654" y="128412"/>
                  <a:pt x="279302" y="127272"/>
                  <a:pt x="282819" y="124991"/>
                </a:cubicBezTo>
                <a:cubicBezTo>
                  <a:pt x="286338" y="122711"/>
                  <a:pt x="289466" y="119583"/>
                  <a:pt x="292201" y="115609"/>
                </a:cubicBezTo>
                <a:cubicBezTo>
                  <a:pt x="294939" y="111634"/>
                  <a:pt x="297122" y="106976"/>
                  <a:pt x="298751" y="101633"/>
                </a:cubicBezTo>
                <a:cubicBezTo>
                  <a:pt x="300379" y="96291"/>
                  <a:pt x="301193" y="90558"/>
                  <a:pt x="301193" y="84434"/>
                </a:cubicBezTo>
                <a:cubicBezTo>
                  <a:pt x="301193" y="77137"/>
                  <a:pt x="299760" y="71534"/>
                  <a:pt x="296893" y="67625"/>
                </a:cubicBezTo>
                <a:cubicBezTo>
                  <a:pt x="294028" y="63716"/>
                  <a:pt x="289858" y="61762"/>
                  <a:pt x="284385" y="61762"/>
                </a:cubicBezTo>
                <a:cubicBezTo>
                  <a:pt x="280607" y="61762"/>
                  <a:pt x="276926" y="62902"/>
                  <a:pt x="273341" y="65183"/>
                </a:cubicBezTo>
                <a:cubicBezTo>
                  <a:pt x="269758" y="67463"/>
                  <a:pt x="266599" y="70558"/>
                  <a:pt x="263863" y="74467"/>
                </a:cubicBezTo>
                <a:cubicBezTo>
                  <a:pt x="261127" y="78376"/>
                  <a:pt x="258944" y="83002"/>
                  <a:pt x="257314" y="88344"/>
                </a:cubicBezTo>
                <a:cubicBezTo>
                  <a:pt x="255685" y="93686"/>
                  <a:pt x="254871" y="99419"/>
                  <a:pt x="254871" y="105543"/>
                </a:cubicBezTo>
                <a:cubicBezTo>
                  <a:pt x="254871" y="112840"/>
                  <a:pt x="256304" y="118476"/>
                  <a:pt x="259172" y="122450"/>
                </a:cubicBezTo>
                <a:cubicBezTo>
                  <a:pt x="262039" y="126425"/>
                  <a:pt x="266274" y="128412"/>
                  <a:pt x="271876" y="128412"/>
                </a:cubicBezTo>
                <a:close/>
                <a:moveTo>
                  <a:pt x="334617" y="143071"/>
                </a:moveTo>
                <a:lnTo>
                  <a:pt x="353770" y="47104"/>
                </a:lnTo>
                <a:lnTo>
                  <a:pt x="370776" y="47104"/>
                </a:lnTo>
                <a:lnTo>
                  <a:pt x="369797" y="60590"/>
                </a:lnTo>
                <a:lnTo>
                  <a:pt x="370579" y="60590"/>
                </a:lnTo>
                <a:cubicBezTo>
                  <a:pt x="375661" y="56289"/>
                  <a:pt x="380906" y="52575"/>
                  <a:pt x="386314" y="49448"/>
                </a:cubicBezTo>
                <a:cubicBezTo>
                  <a:pt x="391722" y="46320"/>
                  <a:pt x="397488" y="44757"/>
                  <a:pt x="403612" y="44757"/>
                </a:cubicBezTo>
                <a:cubicBezTo>
                  <a:pt x="411690" y="44757"/>
                  <a:pt x="417488" y="46842"/>
                  <a:pt x="421005" y="51014"/>
                </a:cubicBezTo>
                <a:cubicBezTo>
                  <a:pt x="424524" y="55183"/>
                  <a:pt x="426284" y="61176"/>
                  <a:pt x="426284" y="68994"/>
                </a:cubicBezTo>
                <a:cubicBezTo>
                  <a:pt x="426284" y="71209"/>
                  <a:pt x="426186" y="73359"/>
                  <a:pt x="425991" y="75445"/>
                </a:cubicBezTo>
                <a:cubicBezTo>
                  <a:pt x="425796" y="77529"/>
                  <a:pt x="425373" y="79874"/>
                  <a:pt x="424721" y="82481"/>
                </a:cubicBezTo>
                <a:lnTo>
                  <a:pt x="412603" y="143071"/>
                </a:lnTo>
                <a:lnTo>
                  <a:pt x="391688" y="143071"/>
                </a:lnTo>
                <a:lnTo>
                  <a:pt x="403415" y="85215"/>
                </a:lnTo>
                <a:cubicBezTo>
                  <a:pt x="403806" y="83001"/>
                  <a:pt x="404165" y="81112"/>
                  <a:pt x="404491" y="79549"/>
                </a:cubicBezTo>
                <a:cubicBezTo>
                  <a:pt x="404817" y="77984"/>
                  <a:pt x="404980" y="76485"/>
                  <a:pt x="404980" y="75051"/>
                </a:cubicBezTo>
                <a:cubicBezTo>
                  <a:pt x="404980" y="66844"/>
                  <a:pt x="400941" y="62740"/>
                  <a:pt x="392863" y="62740"/>
                </a:cubicBezTo>
                <a:cubicBezTo>
                  <a:pt x="389475" y="62740"/>
                  <a:pt x="385859" y="63913"/>
                  <a:pt x="382013" y="66259"/>
                </a:cubicBezTo>
                <a:cubicBezTo>
                  <a:pt x="378170" y="68604"/>
                  <a:pt x="373707" y="72381"/>
                  <a:pt x="368625" y="77592"/>
                </a:cubicBezTo>
                <a:lnTo>
                  <a:pt x="355727" y="143071"/>
                </a:lnTo>
                <a:lnTo>
                  <a:pt x="334617" y="143071"/>
                </a:lnTo>
                <a:close/>
                <a:moveTo>
                  <a:pt x="442572" y="101440"/>
                </a:moveTo>
                <a:lnTo>
                  <a:pt x="445700" y="85997"/>
                </a:lnTo>
                <a:lnTo>
                  <a:pt x="490066" y="85997"/>
                </a:lnTo>
                <a:lnTo>
                  <a:pt x="486743" y="101440"/>
                </a:lnTo>
                <a:lnTo>
                  <a:pt x="442572" y="101440"/>
                </a:lnTo>
                <a:close/>
                <a:moveTo>
                  <a:pt x="505031" y="119420"/>
                </a:moveTo>
                <a:lnTo>
                  <a:pt x="505031" y="101633"/>
                </a:lnTo>
                <a:lnTo>
                  <a:pt x="541580" y="87953"/>
                </a:lnTo>
                <a:lnTo>
                  <a:pt x="566402" y="78768"/>
                </a:lnTo>
                <a:lnTo>
                  <a:pt x="566402" y="77986"/>
                </a:lnTo>
                <a:lnTo>
                  <a:pt x="541580" y="68604"/>
                </a:lnTo>
                <a:lnTo>
                  <a:pt x="505031" y="54920"/>
                </a:lnTo>
                <a:lnTo>
                  <a:pt x="505031" y="37527"/>
                </a:lnTo>
                <a:lnTo>
                  <a:pt x="588293" y="70948"/>
                </a:lnTo>
                <a:lnTo>
                  <a:pt x="588293" y="85997"/>
                </a:lnTo>
                <a:lnTo>
                  <a:pt x="505031" y="119420"/>
                </a:lnTo>
                <a:close/>
                <a:moveTo>
                  <a:pt x="597676" y="143071"/>
                </a:moveTo>
                <a:lnTo>
                  <a:pt x="616829" y="47104"/>
                </a:lnTo>
                <a:lnTo>
                  <a:pt x="633834" y="47104"/>
                </a:lnTo>
                <a:lnTo>
                  <a:pt x="632856" y="60590"/>
                </a:lnTo>
                <a:lnTo>
                  <a:pt x="633637" y="60590"/>
                </a:lnTo>
                <a:cubicBezTo>
                  <a:pt x="638719" y="56289"/>
                  <a:pt x="643964" y="52575"/>
                  <a:pt x="649372" y="49448"/>
                </a:cubicBezTo>
                <a:cubicBezTo>
                  <a:pt x="654780" y="46320"/>
                  <a:pt x="660546" y="44757"/>
                  <a:pt x="666670" y="44757"/>
                </a:cubicBezTo>
                <a:cubicBezTo>
                  <a:pt x="674748" y="44757"/>
                  <a:pt x="680546" y="46842"/>
                  <a:pt x="684063" y="51014"/>
                </a:cubicBezTo>
                <a:cubicBezTo>
                  <a:pt x="687583" y="55183"/>
                  <a:pt x="689342" y="61176"/>
                  <a:pt x="689342" y="68994"/>
                </a:cubicBezTo>
                <a:cubicBezTo>
                  <a:pt x="689342" y="71209"/>
                  <a:pt x="689245" y="73359"/>
                  <a:pt x="689050" y="75445"/>
                </a:cubicBezTo>
                <a:cubicBezTo>
                  <a:pt x="688855" y="77529"/>
                  <a:pt x="688432" y="79874"/>
                  <a:pt x="687779" y="82481"/>
                </a:cubicBezTo>
                <a:lnTo>
                  <a:pt x="675662" y="143071"/>
                </a:lnTo>
                <a:lnTo>
                  <a:pt x="654747" y="143071"/>
                </a:lnTo>
                <a:lnTo>
                  <a:pt x="666473" y="85215"/>
                </a:lnTo>
                <a:cubicBezTo>
                  <a:pt x="666865" y="83001"/>
                  <a:pt x="667224" y="81112"/>
                  <a:pt x="667550" y="79549"/>
                </a:cubicBezTo>
                <a:cubicBezTo>
                  <a:pt x="667876" y="77984"/>
                  <a:pt x="668039" y="76485"/>
                  <a:pt x="668039" y="75051"/>
                </a:cubicBezTo>
                <a:cubicBezTo>
                  <a:pt x="668039" y="66844"/>
                  <a:pt x="664000" y="62740"/>
                  <a:pt x="655922" y="62740"/>
                </a:cubicBezTo>
                <a:cubicBezTo>
                  <a:pt x="652534" y="62740"/>
                  <a:pt x="648917" y="63913"/>
                  <a:pt x="645072" y="66259"/>
                </a:cubicBezTo>
                <a:cubicBezTo>
                  <a:pt x="641229" y="68604"/>
                  <a:pt x="636766" y="72381"/>
                  <a:pt x="631684" y="77592"/>
                </a:cubicBezTo>
                <a:lnTo>
                  <a:pt x="618785" y="143071"/>
                </a:lnTo>
                <a:lnTo>
                  <a:pt x="597676" y="143071"/>
                </a:lnTo>
                <a:close/>
                <a:moveTo>
                  <a:pt x="705762" y="104762"/>
                </a:moveTo>
                <a:cubicBezTo>
                  <a:pt x="705762" y="95771"/>
                  <a:pt x="707293" y="87594"/>
                  <a:pt x="710355" y="80232"/>
                </a:cubicBezTo>
                <a:cubicBezTo>
                  <a:pt x="713416" y="72869"/>
                  <a:pt x="717456" y="66550"/>
                  <a:pt x="722472" y="61273"/>
                </a:cubicBezTo>
                <a:cubicBezTo>
                  <a:pt x="727488" y="55996"/>
                  <a:pt x="733124" y="51924"/>
                  <a:pt x="739379" y="49057"/>
                </a:cubicBezTo>
                <a:cubicBezTo>
                  <a:pt x="745634" y="46190"/>
                  <a:pt x="751888" y="44757"/>
                  <a:pt x="758141" y="44757"/>
                </a:cubicBezTo>
                <a:cubicBezTo>
                  <a:pt x="763744" y="44757"/>
                  <a:pt x="768467" y="45669"/>
                  <a:pt x="772310" y="47494"/>
                </a:cubicBezTo>
                <a:cubicBezTo>
                  <a:pt x="776156" y="49318"/>
                  <a:pt x="779283" y="51826"/>
                  <a:pt x="781693" y="55019"/>
                </a:cubicBezTo>
                <a:cubicBezTo>
                  <a:pt x="784105" y="58212"/>
                  <a:pt x="785864" y="61959"/>
                  <a:pt x="786972" y="66259"/>
                </a:cubicBezTo>
                <a:cubicBezTo>
                  <a:pt x="788079" y="70558"/>
                  <a:pt x="788633" y="75183"/>
                  <a:pt x="788633" y="80133"/>
                </a:cubicBezTo>
                <a:cubicBezTo>
                  <a:pt x="788633" y="84305"/>
                  <a:pt x="788111" y="88345"/>
                  <a:pt x="787067" y="92254"/>
                </a:cubicBezTo>
                <a:cubicBezTo>
                  <a:pt x="786025" y="96163"/>
                  <a:pt x="785179" y="98899"/>
                  <a:pt x="784529" y="100461"/>
                </a:cubicBezTo>
                <a:lnTo>
                  <a:pt x="726087" y="100461"/>
                </a:lnTo>
                <a:cubicBezTo>
                  <a:pt x="725566" y="105543"/>
                  <a:pt x="725826" y="109909"/>
                  <a:pt x="726868" y="113557"/>
                </a:cubicBezTo>
                <a:cubicBezTo>
                  <a:pt x="727912" y="117205"/>
                  <a:pt x="729508" y="120203"/>
                  <a:pt x="731658" y="122549"/>
                </a:cubicBezTo>
                <a:cubicBezTo>
                  <a:pt x="733809" y="124893"/>
                  <a:pt x="736447" y="126619"/>
                  <a:pt x="739573" y="127726"/>
                </a:cubicBezTo>
                <a:cubicBezTo>
                  <a:pt x="742700" y="128834"/>
                  <a:pt x="746088" y="129387"/>
                  <a:pt x="749737" y="129387"/>
                </a:cubicBezTo>
                <a:cubicBezTo>
                  <a:pt x="753125" y="129387"/>
                  <a:pt x="756577" y="128606"/>
                  <a:pt x="760095" y="127043"/>
                </a:cubicBezTo>
                <a:cubicBezTo>
                  <a:pt x="763614" y="125480"/>
                  <a:pt x="766677" y="123722"/>
                  <a:pt x="769283" y="121767"/>
                </a:cubicBezTo>
                <a:lnTo>
                  <a:pt x="777100" y="135254"/>
                </a:lnTo>
                <a:cubicBezTo>
                  <a:pt x="773191" y="137990"/>
                  <a:pt x="768468" y="140368"/>
                  <a:pt x="762931" y="142388"/>
                </a:cubicBezTo>
                <a:cubicBezTo>
                  <a:pt x="757394" y="144406"/>
                  <a:pt x="751171" y="145415"/>
                  <a:pt x="744264" y="145415"/>
                </a:cubicBezTo>
                <a:cubicBezTo>
                  <a:pt x="738532" y="145415"/>
                  <a:pt x="733320" y="144503"/>
                  <a:pt x="728628" y="142680"/>
                </a:cubicBezTo>
                <a:cubicBezTo>
                  <a:pt x="723937" y="140855"/>
                  <a:pt x="719898" y="138216"/>
                  <a:pt x="716510" y="134765"/>
                </a:cubicBezTo>
                <a:cubicBezTo>
                  <a:pt x="713122" y="131311"/>
                  <a:pt x="710484" y="127076"/>
                  <a:pt x="708595" y="122060"/>
                </a:cubicBezTo>
                <a:cubicBezTo>
                  <a:pt x="706706" y="117043"/>
                  <a:pt x="705762" y="111277"/>
                  <a:pt x="705762" y="104762"/>
                </a:cubicBezTo>
                <a:moveTo>
                  <a:pt x="727846" y="87172"/>
                </a:moveTo>
                <a:lnTo>
                  <a:pt x="770262" y="87172"/>
                </a:lnTo>
                <a:cubicBezTo>
                  <a:pt x="770522" y="85868"/>
                  <a:pt x="770750" y="84531"/>
                  <a:pt x="770945" y="83164"/>
                </a:cubicBezTo>
                <a:cubicBezTo>
                  <a:pt x="771139" y="81796"/>
                  <a:pt x="771237" y="80330"/>
                  <a:pt x="771237" y="78768"/>
                </a:cubicBezTo>
                <a:cubicBezTo>
                  <a:pt x="771237" y="74075"/>
                  <a:pt x="770097" y="69938"/>
                  <a:pt x="767816" y="66355"/>
                </a:cubicBezTo>
                <a:cubicBezTo>
                  <a:pt x="765535" y="62772"/>
                  <a:pt x="761464" y="60981"/>
                  <a:pt x="755600" y="60981"/>
                </a:cubicBezTo>
                <a:cubicBezTo>
                  <a:pt x="749737" y="60981"/>
                  <a:pt x="744231" y="63294"/>
                  <a:pt x="739084" y="67921"/>
                </a:cubicBezTo>
                <a:cubicBezTo>
                  <a:pt x="733938" y="72545"/>
                  <a:pt x="730192" y="78962"/>
                  <a:pt x="727846" y="87172"/>
                </a:cubicBezTo>
                <a:close/>
                <a:moveTo>
                  <a:pt x="786090" y="143071"/>
                </a:moveTo>
                <a:lnTo>
                  <a:pt x="827918" y="91863"/>
                </a:lnTo>
                <a:lnTo>
                  <a:pt x="810522" y="47104"/>
                </a:lnTo>
                <a:lnTo>
                  <a:pt x="831828" y="47104"/>
                </a:lnTo>
                <a:lnTo>
                  <a:pt x="838863" y="65866"/>
                </a:lnTo>
                <a:cubicBezTo>
                  <a:pt x="839776" y="68733"/>
                  <a:pt x="840623" y="71470"/>
                  <a:pt x="841404" y="74076"/>
                </a:cubicBezTo>
                <a:cubicBezTo>
                  <a:pt x="842185" y="76683"/>
                  <a:pt x="843032" y="79354"/>
                  <a:pt x="843945" y="82090"/>
                </a:cubicBezTo>
                <a:lnTo>
                  <a:pt x="844726" y="82090"/>
                </a:lnTo>
                <a:cubicBezTo>
                  <a:pt x="846552" y="79483"/>
                  <a:pt x="848409" y="76812"/>
                  <a:pt x="850298" y="74076"/>
                </a:cubicBezTo>
                <a:cubicBezTo>
                  <a:pt x="852186" y="71340"/>
                  <a:pt x="854043" y="68604"/>
                  <a:pt x="855869" y="65866"/>
                </a:cubicBezTo>
                <a:lnTo>
                  <a:pt x="869158" y="47104"/>
                </a:lnTo>
                <a:lnTo>
                  <a:pt x="891636" y="47104"/>
                </a:lnTo>
                <a:lnTo>
                  <a:pt x="853131" y="96551"/>
                </a:lnTo>
                <a:lnTo>
                  <a:pt x="871699" y="143071"/>
                </a:lnTo>
                <a:lnTo>
                  <a:pt x="850199" y="143071"/>
                </a:lnTo>
                <a:lnTo>
                  <a:pt x="842967" y="123524"/>
                </a:lnTo>
                <a:cubicBezTo>
                  <a:pt x="841925" y="120659"/>
                  <a:pt x="840883" y="117760"/>
                  <a:pt x="839841" y="114827"/>
                </a:cubicBezTo>
                <a:cubicBezTo>
                  <a:pt x="838799" y="111895"/>
                  <a:pt x="837757" y="109061"/>
                  <a:pt x="836713" y="106325"/>
                </a:cubicBezTo>
                <a:lnTo>
                  <a:pt x="835931" y="106325"/>
                </a:lnTo>
                <a:cubicBezTo>
                  <a:pt x="834108" y="109061"/>
                  <a:pt x="832187" y="111830"/>
                  <a:pt x="830166" y="114634"/>
                </a:cubicBezTo>
                <a:cubicBezTo>
                  <a:pt x="828146" y="117435"/>
                  <a:pt x="826029" y="120334"/>
                  <a:pt x="823814" y="123330"/>
                </a:cubicBezTo>
                <a:lnTo>
                  <a:pt x="808765" y="143071"/>
                </a:lnTo>
                <a:lnTo>
                  <a:pt x="786090" y="143071"/>
                </a:lnTo>
                <a:close/>
                <a:moveTo>
                  <a:pt x="921736" y="145415"/>
                </a:moveTo>
                <a:cubicBezTo>
                  <a:pt x="912745" y="145415"/>
                  <a:pt x="906327" y="143167"/>
                  <a:pt x="902482" y="138672"/>
                </a:cubicBezTo>
                <a:cubicBezTo>
                  <a:pt x="898638" y="134176"/>
                  <a:pt x="896717" y="128606"/>
                  <a:pt x="896717" y="121961"/>
                </a:cubicBezTo>
                <a:cubicBezTo>
                  <a:pt x="896717" y="120007"/>
                  <a:pt x="896847" y="118118"/>
                  <a:pt x="897107" y="116295"/>
                </a:cubicBezTo>
                <a:cubicBezTo>
                  <a:pt x="897370" y="114470"/>
                  <a:pt x="897631" y="112580"/>
                  <a:pt x="897892" y="110625"/>
                </a:cubicBezTo>
                <a:lnTo>
                  <a:pt x="907662" y="63715"/>
                </a:lnTo>
                <a:lnTo>
                  <a:pt x="894176" y="63715"/>
                </a:lnTo>
                <a:lnTo>
                  <a:pt x="897304" y="48082"/>
                </a:lnTo>
                <a:lnTo>
                  <a:pt x="911963" y="47104"/>
                </a:lnTo>
                <a:lnTo>
                  <a:pt x="919586" y="21303"/>
                </a:lnTo>
                <a:lnTo>
                  <a:pt x="937176" y="21303"/>
                </a:lnTo>
                <a:lnTo>
                  <a:pt x="932094" y="47104"/>
                </a:lnTo>
                <a:lnTo>
                  <a:pt x="955159" y="47104"/>
                </a:lnTo>
                <a:lnTo>
                  <a:pt x="951837" y="63715"/>
                </a:lnTo>
                <a:lnTo>
                  <a:pt x="928381" y="63715"/>
                </a:lnTo>
                <a:lnTo>
                  <a:pt x="918607" y="111407"/>
                </a:lnTo>
                <a:cubicBezTo>
                  <a:pt x="918218" y="113753"/>
                  <a:pt x="918023" y="116033"/>
                  <a:pt x="918023" y="118248"/>
                </a:cubicBezTo>
                <a:cubicBezTo>
                  <a:pt x="918023" y="121765"/>
                  <a:pt x="918870" y="124404"/>
                  <a:pt x="920564" y="126163"/>
                </a:cubicBezTo>
                <a:cubicBezTo>
                  <a:pt x="922258" y="127923"/>
                  <a:pt x="925124" y="128803"/>
                  <a:pt x="929162" y="128803"/>
                </a:cubicBezTo>
                <a:cubicBezTo>
                  <a:pt x="930856" y="128803"/>
                  <a:pt x="932420" y="128542"/>
                  <a:pt x="933853" y="128021"/>
                </a:cubicBezTo>
                <a:cubicBezTo>
                  <a:pt x="935287" y="127501"/>
                  <a:pt x="936720" y="126914"/>
                  <a:pt x="938154" y="126262"/>
                </a:cubicBezTo>
                <a:lnTo>
                  <a:pt x="942064" y="141117"/>
                </a:lnTo>
                <a:cubicBezTo>
                  <a:pt x="939718" y="142159"/>
                  <a:pt x="936851" y="143135"/>
                  <a:pt x="933463" y="144046"/>
                </a:cubicBezTo>
                <a:cubicBezTo>
                  <a:pt x="930075" y="144958"/>
                  <a:pt x="926166" y="145415"/>
                  <a:pt x="921736" y="145415"/>
                </a:cubicBezTo>
                <a:close/>
                <a:moveTo>
                  <a:pt x="974703" y="177860"/>
                </a:moveTo>
                <a:cubicBezTo>
                  <a:pt x="971707" y="169521"/>
                  <a:pt x="969069" y="160009"/>
                  <a:pt x="966788" y="149325"/>
                </a:cubicBezTo>
                <a:cubicBezTo>
                  <a:pt x="964508" y="138640"/>
                  <a:pt x="963367" y="127955"/>
                  <a:pt x="963367" y="117270"/>
                </a:cubicBezTo>
                <a:cubicBezTo>
                  <a:pt x="963367" y="105935"/>
                  <a:pt x="964377" y="95186"/>
                  <a:pt x="966397" y="85022"/>
                </a:cubicBezTo>
                <a:cubicBezTo>
                  <a:pt x="968418" y="74858"/>
                  <a:pt x="971382" y="65020"/>
                  <a:pt x="975291" y="55508"/>
                </a:cubicBezTo>
                <a:cubicBezTo>
                  <a:pt x="979200" y="45996"/>
                  <a:pt x="983989" y="36680"/>
                  <a:pt x="989657" y="27560"/>
                </a:cubicBezTo>
                <a:cubicBezTo>
                  <a:pt x="995326" y="18438"/>
                  <a:pt x="1001808" y="9251"/>
                  <a:pt x="1009105" y="0"/>
                </a:cubicBezTo>
                <a:lnTo>
                  <a:pt x="1021416" y="6448"/>
                </a:lnTo>
                <a:cubicBezTo>
                  <a:pt x="1007606" y="24430"/>
                  <a:pt x="997345" y="42737"/>
                  <a:pt x="990632" y="61371"/>
                </a:cubicBezTo>
                <a:cubicBezTo>
                  <a:pt x="983922" y="80005"/>
                  <a:pt x="980567" y="99225"/>
                  <a:pt x="980567" y="119030"/>
                </a:cubicBezTo>
                <a:cubicBezTo>
                  <a:pt x="980567" y="123330"/>
                  <a:pt x="980730" y="127858"/>
                  <a:pt x="981056" y="132614"/>
                </a:cubicBezTo>
                <a:cubicBezTo>
                  <a:pt x="981382" y="137370"/>
                  <a:pt x="981838" y="142093"/>
                  <a:pt x="982425" y="146784"/>
                </a:cubicBezTo>
                <a:cubicBezTo>
                  <a:pt x="983011" y="151474"/>
                  <a:pt x="983793" y="156001"/>
                  <a:pt x="984769" y="160365"/>
                </a:cubicBezTo>
                <a:cubicBezTo>
                  <a:pt x="985747" y="164732"/>
                  <a:pt x="986953" y="168739"/>
                  <a:pt x="988387" y="172387"/>
                </a:cubicBezTo>
                <a:lnTo>
                  <a:pt x="974703" y="1778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);">
            <a:extLst xmlns:a="http://schemas.openxmlformats.org/drawingml/2006/main">
              <a:ext uri="{FF2B5EF4-FFF2-40B4-BE49-F238E27FC236}">
                <a16:creationId xmlns:a16="http://schemas.microsoft.com/office/drawing/2014/main" id="{D8F26B47-6020-4A2E-9034-C9ABA098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588" y="2423732"/>
            <a:ext cx="111017" cy="177860"/>
          </a:xfrm>
          <a:custGeom xmlns:a="http://schemas.openxmlformats.org/drawingml/2006/main">
            <a:pathLst>
              <a:path w="111017" h="177860">
                <a:moveTo>
                  <a:pt x="12117" y="177860"/>
                </a:moveTo>
                <a:lnTo>
                  <a:pt x="0" y="171215"/>
                </a:lnTo>
                <a:cubicBezTo>
                  <a:pt x="13810" y="153365"/>
                  <a:pt x="24038" y="135091"/>
                  <a:pt x="30683" y="116393"/>
                </a:cubicBezTo>
                <a:cubicBezTo>
                  <a:pt x="37329" y="97694"/>
                  <a:pt x="40653" y="78440"/>
                  <a:pt x="40653" y="58634"/>
                </a:cubicBezTo>
                <a:cubicBezTo>
                  <a:pt x="40653" y="54335"/>
                  <a:pt x="40490" y="49808"/>
                  <a:pt x="40164" y="45052"/>
                </a:cubicBezTo>
                <a:cubicBezTo>
                  <a:pt x="39838" y="40296"/>
                  <a:pt x="39381" y="35573"/>
                  <a:pt x="38795" y="30882"/>
                </a:cubicBezTo>
                <a:cubicBezTo>
                  <a:pt x="38210" y="26190"/>
                  <a:pt x="37429" y="21662"/>
                  <a:pt x="36451" y="17298"/>
                </a:cubicBezTo>
                <a:cubicBezTo>
                  <a:pt x="35474" y="12932"/>
                  <a:pt x="34334" y="8924"/>
                  <a:pt x="33030" y="5276"/>
                </a:cubicBezTo>
                <a:lnTo>
                  <a:pt x="46516" y="0"/>
                </a:lnTo>
                <a:cubicBezTo>
                  <a:pt x="48081" y="4169"/>
                  <a:pt x="49547" y="8632"/>
                  <a:pt x="50915" y="13388"/>
                </a:cubicBezTo>
                <a:cubicBezTo>
                  <a:pt x="52283" y="18144"/>
                  <a:pt x="53488" y="23128"/>
                  <a:pt x="54530" y="28342"/>
                </a:cubicBezTo>
                <a:cubicBezTo>
                  <a:pt x="55572" y="33553"/>
                  <a:pt x="56386" y="38862"/>
                  <a:pt x="56972" y="44270"/>
                </a:cubicBezTo>
                <a:cubicBezTo>
                  <a:pt x="57559" y="49676"/>
                  <a:pt x="57852" y="55051"/>
                  <a:pt x="57852" y="60393"/>
                </a:cubicBezTo>
                <a:cubicBezTo>
                  <a:pt x="57852" y="71730"/>
                  <a:pt x="56842" y="82513"/>
                  <a:pt x="54822" y="92743"/>
                </a:cubicBezTo>
                <a:cubicBezTo>
                  <a:pt x="52804" y="102971"/>
                  <a:pt x="49840" y="112840"/>
                  <a:pt x="45932" y="122352"/>
                </a:cubicBezTo>
                <a:cubicBezTo>
                  <a:pt x="42023" y="131864"/>
                  <a:pt x="37234" y="141180"/>
                  <a:pt x="31565" y="150300"/>
                </a:cubicBezTo>
                <a:cubicBezTo>
                  <a:pt x="25897" y="159422"/>
                  <a:pt x="19414" y="168609"/>
                  <a:pt x="12117" y="177860"/>
                </a:cubicBezTo>
                <a:close/>
                <a:moveTo>
                  <a:pt x="94990" y="76811"/>
                </a:moveTo>
                <a:cubicBezTo>
                  <a:pt x="91470" y="76811"/>
                  <a:pt x="88668" y="75672"/>
                  <a:pt x="86582" y="73393"/>
                </a:cubicBezTo>
                <a:cubicBezTo>
                  <a:pt x="84499" y="71113"/>
                  <a:pt x="83457" y="68213"/>
                  <a:pt x="83457" y="64694"/>
                </a:cubicBezTo>
                <a:cubicBezTo>
                  <a:pt x="83457" y="62610"/>
                  <a:pt x="83847" y="60558"/>
                  <a:pt x="84629" y="58538"/>
                </a:cubicBezTo>
                <a:cubicBezTo>
                  <a:pt x="85412" y="56518"/>
                  <a:pt x="86552" y="54727"/>
                  <a:pt x="88050" y="53164"/>
                </a:cubicBezTo>
                <a:cubicBezTo>
                  <a:pt x="89549" y="51599"/>
                  <a:pt x="91276" y="50329"/>
                  <a:pt x="93230" y="49352"/>
                </a:cubicBezTo>
                <a:cubicBezTo>
                  <a:pt x="95184" y="48374"/>
                  <a:pt x="97335" y="47885"/>
                  <a:pt x="99681" y="47885"/>
                </a:cubicBezTo>
                <a:cubicBezTo>
                  <a:pt x="103198" y="47885"/>
                  <a:pt x="105967" y="49058"/>
                  <a:pt x="107987" y="51404"/>
                </a:cubicBezTo>
                <a:cubicBezTo>
                  <a:pt x="110007" y="53748"/>
                  <a:pt x="111017" y="56680"/>
                  <a:pt x="111017" y="60199"/>
                </a:cubicBezTo>
                <a:cubicBezTo>
                  <a:pt x="111017" y="62283"/>
                  <a:pt x="110625" y="64335"/>
                  <a:pt x="109842" y="66355"/>
                </a:cubicBezTo>
                <a:cubicBezTo>
                  <a:pt x="109060" y="68375"/>
                  <a:pt x="107986" y="70167"/>
                  <a:pt x="106618" y="71732"/>
                </a:cubicBezTo>
                <a:cubicBezTo>
                  <a:pt x="105250" y="73295"/>
                  <a:pt x="103556" y="74533"/>
                  <a:pt x="101536" y="75445"/>
                </a:cubicBezTo>
                <a:cubicBezTo>
                  <a:pt x="99518" y="76356"/>
                  <a:pt x="97336" y="76811"/>
                  <a:pt x="94990" y="76811"/>
                </a:cubicBezTo>
                <a:moveTo>
                  <a:pt x="64107" y="177469"/>
                </a:moveTo>
                <a:lnTo>
                  <a:pt x="61566" y="165549"/>
                </a:lnTo>
                <a:cubicBezTo>
                  <a:pt x="68473" y="163334"/>
                  <a:pt x="73881" y="160239"/>
                  <a:pt x="77790" y="156265"/>
                </a:cubicBezTo>
                <a:cubicBezTo>
                  <a:pt x="81699" y="152290"/>
                  <a:pt x="84174" y="148022"/>
                  <a:pt x="85216" y="143461"/>
                </a:cubicBezTo>
                <a:cubicBezTo>
                  <a:pt x="81439" y="143461"/>
                  <a:pt x="78344" y="142419"/>
                  <a:pt x="75932" y="140336"/>
                </a:cubicBezTo>
                <a:cubicBezTo>
                  <a:pt x="73522" y="138250"/>
                  <a:pt x="72318" y="135383"/>
                  <a:pt x="72318" y="131735"/>
                </a:cubicBezTo>
                <a:cubicBezTo>
                  <a:pt x="72318" y="127826"/>
                  <a:pt x="73685" y="124307"/>
                  <a:pt x="76421" y="121180"/>
                </a:cubicBezTo>
                <a:cubicBezTo>
                  <a:pt x="79157" y="118052"/>
                  <a:pt x="82871" y="116489"/>
                  <a:pt x="87563" y="116489"/>
                </a:cubicBezTo>
                <a:cubicBezTo>
                  <a:pt x="91993" y="116489"/>
                  <a:pt x="95380" y="117922"/>
                  <a:pt x="97724" y="120789"/>
                </a:cubicBezTo>
                <a:cubicBezTo>
                  <a:pt x="100071" y="123656"/>
                  <a:pt x="101244" y="127565"/>
                  <a:pt x="101244" y="132516"/>
                </a:cubicBezTo>
                <a:cubicBezTo>
                  <a:pt x="101244" y="137990"/>
                  <a:pt x="100364" y="143169"/>
                  <a:pt x="98604" y="148054"/>
                </a:cubicBezTo>
                <a:cubicBezTo>
                  <a:pt x="96847" y="152941"/>
                  <a:pt x="94338" y="157339"/>
                  <a:pt x="91080" y="161248"/>
                </a:cubicBezTo>
                <a:cubicBezTo>
                  <a:pt x="87823" y="165157"/>
                  <a:pt x="83914" y="168512"/>
                  <a:pt x="79353" y="171314"/>
                </a:cubicBezTo>
                <a:cubicBezTo>
                  <a:pt x="74792" y="174115"/>
                  <a:pt x="69710" y="176167"/>
                  <a:pt x="64107" y="17746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BC097-5807-4E0E-B529-2E718336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483" y="2803480"/>
            <a:ext cx="3647941" cy="845795"/>
          </a:xfrm>
          <a:custGeom xmlns:a="http://schemas.openxmlformats.org/drawingml/2006/main">
            <a:pathLst>
              <a:path w="3647941" h="845795">
                <a:moveTo>
                  <a:pt x="0" y="0"/>
                </a:moveTo>
                <a:lnTo>
                  <a:pt x="3647941" y="0"/>
                </a:lnTo>
                <a:lnTo>
                  <a:pt x="3647941" y="845795"/>
                </a:lnTo>
                <a:lnTo>
                  <a:pt x="0" y="8457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8F0FE-5A06-4B8C-AA39-FAAF48AE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483" y="2803480"/>
            <a:ext cx="3647941" cy="845793"/>
          </a:xfrm>
          <a:custGeom xmlns:a="http://schemas.openxmlformats.org/drawingml/2006/main">
            <a:pathLst>
              <a:path w="3647941" h="845793" fill="none">
                <a:moveTo>
                  <a:pt x="0" y="0"/>
                </a:moveTo>
                <a:lnTo>
                  <a:pt x="3647941" y="0"/>
                </a:lnTo>
                <a:lnTo>
                  <a:pt x="3647941" y="845793"/>
                </a:lnTo>
                <a:lnTo>
                  <a:pt x="0" y="8457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D6889-CB79-4B8B-AF5A-28C3B813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334" y="3330619"/>
            <a:ext cx="654225" cy="238887"/>
          </a:xfrm>
          <a:custGeom xmlns:a="http://schemas.openxmlformats.org/drawingml/2006/main">
            <a:pathLst>
              <a:path w="654225" h="238887">
                <a:moveTo>
                  <a:pt x="0" y="238887"/>
                </a:moveTo>
                <a:lnTo>
                  <a:pt x="0" y="0"/>
                </a:lnTo>
                <a:lnTo>
                  <a:pt x="654225" y="0"/>
                </a:lnTo>
                <a:lnTo>
                  <a:pt x="654225" y="238887"/>
                </a:lnTo>
                <a:lnTo>
                  <a:pt x="0" y="238887"/>
                </a:lnTo>
                <a:close/>
              </a:path>
            </a:pathLst>
          </a:custGeom>
          <a:solidFill xmlns:a="http://schemas.openxmlformats.org/drawingml/2006/main">
            <a:srgbClr val="C0C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f">
            <a:extLst xmlns:a="http://schemas.openxmlformats.org/drawingml/2006/main">
              <a:ext uri="{FF2B5EF4-FFF2-40B4-BE49-F238E27FC236}">
                <a16:creationId xmlns:a16="http://schemas.microsoft.com/office/drawing/2014/main" id="{D5B3BB62-EED4-4B03-A879-362E92DD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662" y="2905978"/>
            <a:ext cx="74273" cy="140336"/>
          </a:xfrm>
          <a:custGeom xmlns:a="http://schemas.openxmlformats.org/drawingml/2006/main">
            <a:pathLst>
              <a:path w="74273" h="140336">
                <a:moveTo>
                  <a:pt x="3519" y="60981"/>
                </a:moveTo>
                <a:lnTo>
                  <a:pt x="6648" y="45347"/>
                </a:lnTo>
                <a:lnTo>
                  <a:pt x="19353" y="44369"/>
                </a:lnTo>
                <a:lnTo>
                  <a:pt x="21500" y="33227"/>
                </a:lnTo>
                <a:cubicBezTo>
                  <a:pt x="23454" y="23454"/>
                  <a:pt x="27167" y="15474"/>
                  <a:pt x="32639" y="9284"/>
                </a:cubicBezTo>
                <a:cubicBezTo>
                  <a:pt x="38113" y="3095"/>
                  <a:pt x="45671" y="0"/>
                  <a:pt x="55314" y="0"/>
                </a:cubicBezTo>
                <a:cubicBezTo>
                  <a:pt x="58963" y="0"/>
                  <a:pt x="62351" y="456"/>
                  <a:pt x="65478" y="1369"/>
                </a:cubicBezTo>
                <a:cubicBezTo>
                  <a:pt x="68606" y="2282"/>
                  <a:pt x="71537" y="3455"/>
                  <a:pt x="74273" y="4888"/>
                </a:cubicBezTo>
                <a:lnTo>
                  <a:pt x="67238" y="19740"/>
                </a:lnTo>
                <a:cubicBezTo>
                  <a:pt x="66065" y="19090"/>
                  <a:pt x="64598" y="18439"/>
                  <a:pt x="62839" y="17787"/>
                </a:cubicBezTo>
                <a:cubicBezTo>
                  <a:pt x="61081" y="17135"/>
                  <a:pt x="59224" y="16809"/>
                  <a:pt x="57268" y="16809"/>
                </a:cubicBezTo>
                <a:cubicBezTo>
                  <a:pt x="53359" y="16809"/>
                  <a:pt x="50167" y="18079"/>
                  <a:pt x="47691" y="20620"/>
                </a:cubicBezTo>
                <a:cubicBezTo>
                  <a:pt x="45216" y="23161"/>
                  <a:pt x="43457" y="27168"/>
                  <a:pt x="42415" y="32642"/>
                </a:cubicBezTo>
                <a:lnTo>
                  <a:pt x="40068" y="44369"/>
                </a:lnTo>
                <a:lnTo>
                  <a:pt x="58246" y="44369"/>
                </a:lnTo>
                <a:lnTo>
                  <a:pt x="54923" y="60981"/>
                </a:lnTo>
                <a:lnTo>
                  <a:pt x="36552" y="60981"/>
                </a:lnTo>
                <a:lnTo>
                  <a:pt x="20915" y="140336"/>
                </a:lnTo>
                <a:lnTo>
                  <a:pt x="0" y="140336"/>
                </a:lnTo>
                <a:lnTo>
                  <a:pt x="15833" y="60981"/>
                </a:lnTo>
                <a:lnTo>
                  <a:pt x="3519" y="6098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unctiongen(">
            <a:extLst xmlns:a="http://schemas.openxmlformats.org/drawingml/2006/main">
              <a:ext uri="{FF2B5EF4-FFF2-40B4-BE49-F238E27FC236}">
                <a16:creationId xmlns:a16="http://schemas.microsoft.com/office/drawing/2014/main" id="{B48BE71C-9D5C-4A06-B607-A1CE3F42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3761" y="2903244"/>
            <a:ext cx="1029567" cy="185680"/>
          </a:xfrm>
          <a:custGeom xmlns:a="http://schemas.openxmlformats.org/drawingml/2006/main">
            <a:pathLst>
              <a:path w="1029567" h="185680">
                <a:moveTo>
                  <a:pt x="90885" y="47104"/>
                </a:moveTo>
                <a:lnTo>
                  <a:pt x="71926" y="143071"/>
                </a:lnTo>
                <a:lnTo>
                  <a:pt x="54923" y="143071"/>
                </a:lnTo>
                <a:lnTo>
                  <a:pt x="55705" y="129387"/>
                </a:lnTo>
                <a:lnTo>
                  <a:pt x="54923" y="129387"/>
                </a:lnTo>
                <a:cubicBezTo>
                  <a:pt x="50102" y="133688"/>
                  <a:pt x="45020" y="137435"/>
                  <a:pt x="39678" y="140628"/>
                </a:cubicBezTo>
                <a:cubicBezTo>
                  <a:pt x="34335" y="143819"/>
                  <a:pt x="28732" y="145415"/>
                  <a:pt x="22869" y="145415"/>
                </a:cubicBezTo>
                <a:cubicBezTo>
                  <a:pt x="14791" y="145415"/>
                  <a:pt x="8959" y="143298"/>
                  <a:pt x="5374" y="139065"/>
                </a:cubicBezTo>
                <a:cubicBezTo>
                  <a:pt x="1791" y="134830"/>
                  <a:pt x="0" y="128868"/>
                  <a:pt x="0" y="121180"/>
                </a:cubicBezTo>
                <a:cubicBezTo>
                  <a:pt x="0" y="118965"/>
                  <a:pt x="130" y="116783"/>
                  <a:pt x="391" y="114634"/>
                </a:cubicBezTo>
                <a:cubicBezTo>
                  <a:pt x="651" y="112482"/>
                  <a:pt x="1042" y="110169"/>
                  <a:pt x="1563" y="107694"/>
                </a:cubicBezTo>
                <a:lnTo>
                  <a:pt x="13683" y="47104"/>
                </a:lnTo>
                <a:lnTo>
                  <a:pt x="34596" y="47104"/>
                </a:lnTo>
                <a:lnTo>
                  <a:pt x="23063" y="104956"/>
                </a:lnTo>
                <a:cubicBezTo>
                  <a:pt x="22542" y="107173"/>
                  <a:pt x="22151" y="109063"/>
                  <a:pt x="21891" y="110625"/>
                </a:cubicBezTo>
                <a:cubicBezTo>
                  <a:pt x="21630" y="112188"/>
                  <a:pt x="21500" y="113686"/>
                  <a:pt x="21500" y="115120"/>
                </a:cubicBezTo>
                <a:cubicBezTo>
                  <a:pt x="21500" y="123329"/>
                  <a:pt x="25474" y="127434"/>
                  <a:pt x="33423" y="127434"/>
                </a:cubicBezTo>
                <a:cubicBezTo>
                  <a:pt x="39808" y="127434"/>
                  <a:pt x="47691" y="122482"/>
                  <a:pt x="57074" y="112579"/>
                </a:cubicBezTo>
                <a:lnTo>
                  <a:pt x="69973" y="47104"/>
                </a:lnTo>
                <a:lnTo>
                  <a:pt x="90885" y="47104"/>
                </a:lnTo>
                <a:close/>
                <a:moveTo>
                  <a:pt x="100972" y="143071"/>
                </a:moveTo>
                <a:lnTo>
                  <a:pt x="120125" y="47104"/>
                </a:lnTo>
                <a:lnTo>
                  <a:pt x="137131" y="47104"/>
                </a:lnTo>
                <a:lnTo>
                  <a:pt x="136152" y="60590"/>
                </a:lnTo>
                <a:lnTo>
                  <a:pt x="136934" y="60590"/>
                </a:lnTo>
                <a:cubicBezTo>
                  <a:pt x="142016" y="56289"/>
                  <a:pt x="147261" y="52575"/>
                  <a:pt x="152669" y="49448"/>
                </a:cubicBezTo>
                <a:cubicBezTo>
                  <a:pt x="158077" y="46320"/>
                  <a:pt x="163843" y="44757"/>
                  <a:pt x="169967" y="44757"/>
                </a:cubicBezTo>
                <a:cubicBezTo>
                  <a:pt x="178045" y="44757"/>
                  <a:pt x="183843" y="46842"/>
                  <a:pt x="187360" y="51014"/>
                </a:cubicBezTo>
                <a:cubicBezTo>
                  <a:pt x="190879" y="55183"/>
                  <a:pt x="192639" y="61176"/>
                  <a:pt x="192639" y="68994"/>
                </a:cubicBezTo>
                <a:cubicBezTo>
                  <a:pt x="192639" y="71209"/>
                  <a:pt x="192541" y="73359"/>
                  <a:pt x="192346" y="75445"/>
                </a:cubicBezTo>
                <a:cubicBezTo>
                  <a:pt x="192152" y="77529"/>
                  <a:pt x="191728" y="79874"/>
                  <a:pt x="191076" y="82481"/>
                </a:cubicBezTo>
                <a:lnTo>
                  <a:pt x="178959" y="143071"/>
                </a:lnTo>
                <a:lnTo>
                  <a:pt x="158043" y="143071"/>
                </a:lnTo>
                <a:lnTo>
                  <a:pt x="169770" y="85215"/>
                </a:lnTo>
                <a:cubicBezTo>
                  <a:pt x="170162" y="83001"/>
                  <a:pt x="170520" y="81112"/>
                  <a:pt x="170846" y="79549"/>
                </a:cubicBezTo>
                <a:cubicBezTo>
                  <a:pt x="171173" y="77984"/>
                  <a:pt x="171336" y="76485"/>
                  <a:pt x="171336" y="75051"/>
                </a:cubicBezTo>
                <a:cubicBezTo>
                  <a:pt x="171336" y="66844"/>
                  <a:pt x="167296" y="62740"/>
                  <a:pt x="159218" y="62740"/>
                </a:cubicBezTo>
                <a:cubicBezTo>
                  <a:pt x="155830" y="62740"/>
                  <a:pt x="152214" y="63913"/>
                  <a:pt x="148368" y="66259"/>
                </a:cubicBezTo>
                <a:cubicBezTo>
                  <a:pt x="144525" y="68604"/>
                  <a:pt x="140062" y="72381"/>
                  <a:pt x="134980" y="77592"/>
                </a:cubicBezTo>
                <a:lnTo>
                  <a:pt x="122082" y="143071"/>
                </a:lnTo>
                <a:lnTo>
                  <a:pt x="100972" y="143071"/>
                </a:lnTo>
                <a:close/>
                <a:moveTo>
                  <a:pt x="245529" y="145415"/>
                </a:moveTo>
                <a:cubicBezTo>
                  <a:pt x="240186" y="145415"/>
                  <a:pt x="235299" y="144536"/>
                  <a:pt x="230868" y="142778"/>
                </a:cubicBezTo>
                <a:cubicBezTo>
                  <a:pt x="226438" y="141019"/>
                  <a:pt x="222594" y="138478"/>
                  <a:pt x="219338" y="135155"/>
                </a:cubicBezTo>
                <a:cubicBezTo>
                  <a:pt x="216081" y="131833"/>
                  <a:pt x="213540" y="127761"/>
                  <a:pt x="211715" y="122939"/>
                </a:cubicBezTo>
                <a:cubicBezTo>
                  <a:pt x="209892" y="118118"/>
                  <a:pt x="208980" y="112580"/>
                  <a:pt x="208980" y="106325"/>
                </a:cubicBezTo>
                <a:cubicBezTo>
                  <a:pt x="208980" y="97725"/>
                  <a:pt x="210445" y="89680"/>
                  <a:pt x="213376" y="82188"/>
                </a:cubicBezTo>
                <a:cubicBezTo>
                  <a:pt x="216309" y="74695"/>
                  <a:pt x="220283" y="68179"/>
                  <a:pt x="225299" y="62642"/>
                </a:cubicBezTo>
                <a:cubicBezTo>
                  <a:pt x="230316" y="57105"/>
                  <a:pt x="236179" y="52739"/>
                  <a:pt x="242890" y="49546"/>
                </a:cubicBezTo>
                <a:cubicBezTo>
                  <a:pt x="249600" y="46353"/>
                  <a:pt x="256669" y="44757"/>
                  <a:pt x="264097" y="44757"/>
                </a:cubicBezTo>
                <a:cubicBezTo>
                  <a:pt x="269961" y="44757"/>
                  <a:pt x="274977" y="45930"/>
                  <a:pt x="279146" y="48276"/>
                </a:cubicBezTo>
                <a:cubicBezTo>
                  <a:pt x="283316" y="50622"/>
                  <a:pt x="286704" y="53359"/>
                  <a:pt x="289310" y="56486"/>
                </a:cubicBezTo>
                <a:lnTo>
                  <a:pt x="277584" y="69188"/>
                </a:lnTo>
                <a:cubicBezTo>
                  <a:pt x="275369" y="66584"/>
                  <a:pt x="273153" y="64695"/>
                  <a:pt x="270936" y="63522"/>
                </a:cubicBezTo>
                <a:cubicBezTo>
                  <a:pt x="268721" y="62349"/>
                  <a:pt x="265985" y="61762"/>
                  <a:pt x="262728" y="61762"/>
                </a:cubicBezTo>
                <a:cubicBezTo>
                  <a:pt x="258428" y="61762"/>
                  <a:pt x="254323" y="62935"/>
                  <a:pt x="250414" y="65281"/>
                </a:cubicBezTo>
                <a:cubicBezTo>
                  <a:pt x="246505" y="67625"/>
                  <a:pt x="243084" y="70785"/>
                  <a:pt x="240152" y="74759"/>
                </a:cubicBezTo>
                <a:cubicBezTo>
                  <a:pt x="237221" y="78734"/>
                  <a:pt x="234876" y="83359"/>
                  <a:pt x="233116" y="88636"/>
                </a:cubicBezTo>
                <a:cubicBezTo>
                  <a:pt x="231359" y="93913"/>
                  <a:pt x="230480" y="99549"/>
                  <a:pt x="230480" y="105543"/>
                </a:cubicBezTo>
                <a:cubicBezTo>
                  <a:pt x="230480" y="112840"/>
                  <a:pt x="232075" y="118476"/>
                  <a:pt x="235267" y="122450"/>
                </a:cubicBezTo>
                <a:cubicBezTo>
                  <a:pt x="238460" y="126425"/>
                  <a:pt x="243314" y="128412"/>
                  <a:pt x="249830" y="128412"/>
                </a:cubicBezTo>
                <a:cubicBezTo>
                  <a:pt x="253607" y="128412"/>
                  <a:pt x="256961" y="127663"/>
                  <a:pt x="259892" y="126163"/>
                </a:cubicBezTo>
                <a:cubicBezTo>
                  <a:pt x="262825" y="124664"/>
                  <a:pt x="265530" y="122938"/>
                  <a:pt x="268007" y="120983"/>
                </a:cubicBezTo>
                <a:lnTo>
                  <a:pt x="276996" y="134276"/>
                </a:lnTo>
                <a:cubicBezTo>
                  <a:pt x="273348" y="136882"/>
                  <a:pt x="269015" y="139390"/>
                  <a:pt x="263999" y="141800"/>
                </a:cubicBezTo>
                <a:cubicBezTo>
                  <a:pt x="258982" y="144210"/>
                  <a:pt x="252826" y="145415"/>
                  <a:pt x="245529" y="145415"/>
                </a:cubicBezTo>
                <a:close/>
                <a:moveTo>
                  <a:pt x="327345" y="145415"/>
                </a:moveTo>
                <a:cubicBezTo>
                  <a:pt x="318354" y="145415"/>
                  <a:pt x="311936" y="143167"/>
                  <a:pt x="308091" y="138672"/>
                </a:cubicBezTo>
                <a:cubicBezTo>
                  <a:pt x="304248" y="134176"/>
                  <a:pt x="302326" y="128606"/>
                  <a:pt x="302326" y="121961"/>
                </a:cubicBezTo>
                <a:cubicBezTo>
                  <a:pt x="302326" y="120007"/>
                  <a:pt x="302456" y="118118"/>
                  <a:pt x="302717" y="116295"/>
                </a:cubicBezTo>
                <a:cubicBezTo>
                  <a:pt x="302979" y="114470"/>
                  <a:pt x="303241" y="112580"/>
                  <a:pt x="303501" y="110625"/>
                </a:cubicBezTo>
                <a:lnTo>
                  <a:pt x="313271" y="63715"/>
                </a:lnTo>
                <a:lnTo>
                  <a:pt x="299785" y="63715"/>
                </a:lnTo>
                <a:lnTo>
                  <a:pt x="302914" y="48082"/>
                </a:lnTo>
                <a:lnTo>
                  <a:pt x="317572" y="47104"/>
                </a:lnTo>
                <a:lnTo>
                  <a:pt x="325195" y="21303"/>
                </a:lnTo>
                <a:lnTo>
                  <a:pt x="342785" y="21303"/>
                </a:lnTo>
                <a:lnTo>
                  <a:pt x="337703" y="47104"/>
                </a:lnTo>
                <a:lnTo>
                  <a:pt x="360769" y="47104"/>
                </a:lnTo>
                <a:lnTo>
                  <a:pt x="357446" y="63715"/>
                </a:lnTo>
                <a:lnTo>
                  <a:pt x="333990" y="63715"/>
                </a:lnTo>
                <a:lnTo>
                  <a:pt x="324217" y="111407"/>
                </a:lnTo>
                <a:cubicBezTo>
                  <a:pt x="323827" y="113753"/>
                  <a:pt x="323632" y="116033"/>
                  <a:pt x="323632" y="118248"/>
                </a:cubicBezTo>
                <a:cubicBezTo>
                  <a:pt x="323632" y="121765"/>
                  <a:pt x="324479" y="124404"/>
                  <a:pt x="326173" y="126163"/>
                </a:cubicBezTo>
                <a:cubicBezTo>
                  <a:pt x="327867" y="127923"/>
                  <a:pt x="330733" y="128803"/>
                  <a:pt x="334771" y="128803"/>
                </a:cubicBezTo>
                <a:cubicBezTo>
                  <a:pt x="336465" y="128803"/>
                  <a:pt x="338029" y="128542"/>
                  <a:pt x="339463" y="128021"/>
                </a:cubicBezTo>
                <a:cubicBezTo>
                  <a:pt x="340896" y="127501"/>
                  <a:pt x="342330" y="126914"/>
                  <a:pt x="343763" y="126262"/>
                </a:cubicBezTo>
                <a:lnTo>
                  <a:pt x="347673" y="141117"/>
                </a:lnTo>
                <a:cubicBezTo>
                  <a:pt x="345327" y="142159"/>
                  <a:pt x="342460" y="143135"/>
                  <a:pt x="339072" y="144046"/>
                </a:cubicBezTo>
                <a:cubicBezTo>
                  <a:pt x="335684" y="144958"/>
                  <a:pt x="331775" y="145415"/>
                  <a:pt x="327345" y="145415"/>
                </a:cubicBezTo>
                <a:close/>
                <a:moveTo>
                  <a:pt x="361667" y="143071"/>
                </a:moveTo>
                <a:lnTo>
                  <a:pt x="381017" y="47104"/>
                </a:lnTo>
                <a:lnTo>
                  <a:pt x="401929" y="47104"/>
                </a:lnTo>
                <a:lnTo>
                  <a:pt x="382777" y="143071"/>
                </a:lnTo>
                <a:lnTo>
                  <a:pt x="361667" y="143071"/>
                </a:lnTo>
                <a:moveTo>
                  <a:pt x="396457" y="30098"/>
                </a:moveTo>
                <a:cubicBezTo>
                  <a:pt x="393460" y="30098"/>
                  <a:pt x="390725" y="29154"/>
                  <a:pt x="388249" y="27265"/>
                </a:cubicBezTo>
                <a:cubicBezTo>
                  <a:pt x="385774" y="25376"/>
                  <a:pt x="384536" y="22672"/>
                  <a:pt x="384536" y="19153"/>
                </a:cubicBezTo>
                <a:cubicBezTo>
                  <a:pt x="384536" y="15375"/>
                  <a:pt x="385904" y="12151"/>
                  <a:pt x="388640" y="9481"/>
                </a:cubicBezTo>
                <a:cubicBezTo>
                  <a:pt x="391376" y="6809"/>
                  <a:pt x="394698" y="5473"/>
                  <a:pt x="398607" y="5473"/>
                </a:cubicBezTo>
                <a:cubicBezTo>
                  <a:pt x="401603" y="5473"/>
                  <a:pt x="404339" y="6417"/>
                  <a:pt x="406814" y="8306"/>
                </a:cubicBezTo>
                <a:cubicBezTo>
                  <a:pt x="409292" y="10195"/>
                  <a:pt x="410531" y="12899"/>
                  <a:pt x="410531" y="16418"/>
                </a:cubicBezTo>
                <a:cubicBezTo>
                  <a:pt x="410531" y="20327"/>
                  <a:pt x="409162" y="23585"/>
                  <a:pt x="406424" y="26191"/>
                </a:cubicBezTo>
                <a:cubicBezTo>
                  <a:pt x="403688" y="28796"/>
                  <a:pt x="400366" y="30098"/>
                  <a:pt x="396457" y="30098"/>
                </a:cubicBezTo>
                <a:close/>
                <a:moveTo>
                  <a:pt x="448564" y="145415"/>
                </a:moveTo>
                <a:cubicBezTo>
                  <a:pt x="443222" y="145415"/>
                  <a:pt x="438336" y="144503"/>
                  <a:pt x="433906" y="142680"/>
                </a:cubicBezTo>
                <a:cubicBezTo>
                  <a:pt x="429476" y="140855"/>
                  <a:pt x="425697" y="138249"/>
                  <a:pt x="422570" y="134863"/>
                </a:cubicBezTo>
                <a:cubicBezTo>
                  <a:pt x="419442" y="131475"/>
                  <a:pt x="417032" y="127370"/>
                  <a:pt x="415338" y="122549"/>
                </a:cubicBezTo>
                <a:cubicBezTo>
                  <a:pt x="413644" y="117727"/>
                  <a:pt x="412797" y="112319"/>
                  <a:pt x="412797" y="106325"/>
                </a:cubicBezTo>
                <a:cubicBezTo>
                  <a:pt x="412797" y="97205"/>
                  <a:pt x="414328" y="88833"/>
                  <a:pt x="417390" y="81210"/>
                </a:cubicBezTo>
                <a:cubicBezTo>
                  <a:pt x="420451" y="73587"/>
                  <a:pt x="424458" y="67104"/>
                  <a:pt x="429408" y="61762"/>
                </a:cubicBezTo>
                <a:cubicBezTo>
                  <a:pt x="434361" y="56420"/>
                  <a:pt x="439997" y="52250"/>
                  <a:pt x="446316" y="49254"/>
                </a:cubicBezTo>
                <a:cubicBezTo>
                  <a:pt x="452636" y="46256"/>
                  <a:pt x="459054" y="44757"/>
                  <a:pt x="465570" y="44757"/>
                </a:cubicBezTo>
                <a:cubicBezTo>
                  <a:pt x="476515" y="44757"/>
                  <a:pt x="485246" y="48243"/>
                  <a:pt x="491761" y="55216"/>
                </a:cubicBezTo>
                <a:cubicBezTo>
                  <a:pt x="498277" y="62187"/>
                  <a:pt x="501534" y="71731"/>
                  <a:pt x="501534" y="83849"/>
                </a:cubicBezTo>
                <a:cubicBezTo>
                  <a:pt x="501534" y="92970"/>
                  <a:pt x="500002" y="101308"/>
                  <a:pt x="496938" y="108866"/>
                </a:cubicBezTo>
                <a:cubicBezTo>
                  <a:pt x="493877" y="116423"/>
                  <a:pt x="489870" y="122906"/>
                  <a:pt x="484919" y="128314"/>
                </a:cubicBezTo>
                <a:cubicBezTo>
                  <a:pt x="479969" y="133722"/>
                  <a:pt x="474333" y="137924"/>
                  <a:pt x="468012" y="140920"/>
                </a:cubicBezTo>
                <a:cubicBezTo>
                  <a:pt x="461694" y="143917"/>
                  <a:pt x="455211" y="145415"/>
                  <a:pt x="448564" y="145415"/>
                </a:cubicBezTo>
                <a:moveTo>
                  <a:pt x="450911" y="128412"/>
                </a:moveTo>
                <a:cubicBezTo>
                  <a:pt x="454689" y="128412"/>
                  <a:pt x="458337" y="127272"/>
                  <a:pt x="461854" y="124991"/>
                </a:cubicBezTo>
                <a:cubicBezTo>
                  <a:pt x="465373" y="122711"/>
                  <a:pt x="468500" y="119583"/>
                  <a:pt x="471236" y="115609"/>
                </a:cubicBezTo>
                <a:cubicBezTo>
                  <a:pt x="473974" y="111634"/>
                  <a:pt x="476157" y="106976"/>
                  <a:pt x="477786" y="101633"/>
                </a:cubicBezTo>
                <a:cubicBezTo>
                  <a:pt x="479414" y="96291"/>
                  <a:pt x="480228" y="90558"/>
                  <a:pt x="480228" y="84434"/>
                </a:cubicBezTo>
                <a:cubicBezTo>
                  <a:pt x="480228" y="77137"/>
                  <a:pt x="478795" y="71534"/>
                  <a:pt x="475928" y="67625"/>
                </a:cubicBezTo>
                <a:cubicBezTo>
                  <a:pt x="473063" y="63716"/>
                  <a:pt x="468893" y="61762"/>
                  <a:pt x="463419" y="61762"/>
                </a:cubicBezTo>
                <a:cubicBezTo>
                  <a:pt x="459642" y="61762"/>
                  <a:pt x="455961" y="62902"/>
                  <a:pt x="452376" y="65183"/>
                </a:cubicBezTo>
                <a:cubicBezTo>
                  <a:pt x="448793" y="67463"/>
                  <a:pt x="445634" y="70558"/>
                  <a:pt x="442898" y="74467"/>
                </a:cubicBezTo>
                <a:cubicBezTo>
                  <a:pt x="440162" y="78376"/>
                  <a:pt x="437979" y="83002"/>
                  <a:pt x="436348" y="88344"/>
                </a:cubicBezTo>
                <a:cubicBezTo>
                  <a:pt x="434720" y="93686"/>
                  <a:pt x="433906" y="99419"/>
                  <a:pt x="433906" y="105543"/>
                </a:cubicBezTo>
                <a:cubicBezTo>
                  <a:pt x="433906" y="112840"/>
                  <a:pt x="435339" y="118476"/>
                  <a:pt x="438206" y="122450"/>
                </a:cubicBezTo>
                <a:cubicBezTo>
                  <a:pt x="441074" y="126425"/>
                  <a:pt x="445309" y="128412"/>
                  <a:pt x="450911" y="128412"/>
                </a:cubicBezTo>
                <a:close/>
                <a:moveTo>
                  <a:pt x="513574" y="143071"/>
                </a:moveTo>
                <a:lnTo>
                  <a:pt x="532727" y="47104"/>
                </a:lnTo>
                <a:lnTo>
                  <a:pt x="549732" y="47104"/>
                </a:lnTo>
                <a:lnTo>
                  <a:pt x="548754" y="60590"/>
                </a:lnTo>
                <a:lnTo>
                  <a:pt x="549535" y="60590"/>
                </a:lnTo>
                <a:cubicBezTo>
                  <a:pt x="554617" y="56289"/>
                  <a:pt x="559862" y="52575"/>
                  <a:pt x="565270" y="49448"/>
                </a:cubicBezTo>
                <a:cubicBezTo>
                  <a:pt x="570679" y="46320"/>
                  <a:pt x="576444" y="44757"/>
                  <a:pt x="582568" y="44757"/>
                </a:cubicBezTo>
                <a:cubicBezTo>
                  <a:pt x="590647" y="44757"/>
                  <a:pt x="596444" y="46842"/>
                  <a:pt x="599961" y="51014"/>
                </a:cubicBezTo>
                <a:cubicBezTo>
                  <a:pt x="603481" y="55183"/>
                  <a:pt x="605240" y="61176"/>
                  <a:pt x="605240" y="68994"/>
                </a:cubicBezTo>
                <a:cubicBezTo>
                  <a:pt x="605240" y="71209"/>
                  <a:pt x="605143" y="73359"/>
                  <a:pt x="604948" y="75445"/>
                </a:cubicBezTo>
                <a:cubicBezTo>
                  <a:pt x="604753" y="77529"/>
                  <a:pt x="604330" y="79874"/>
                  <a:pt x="603677" y="82481"/>
                </a:cubicBezTo>
                <a:lnTo>
                  <a:pt x="591560" y="143071"/>
                </a:lnTo>
                <a:lnTo>
                  <a:pt x="570645" y="143071"/>
                </a:lnTo>
                <a:lnTo>
                  <a:pt x="582371" y="85215"/>
                </a:lnTo>
                <a:cubicBezTo>
                  <a:pt x="582763" y="83001"/>
                  <a:pt x="583122" y="81112"/>
                  <a:pt x="583448" y="79549"/>
                </a:cubicBezTo>
                <a:cubicBezTo>
                  <a:pt x="583774" y="77984"/>
                  <a:pt x="583937" y="76485"/>
                  <a:pt x="583937" y="75051"/>
                </a:cubicBezTo>
                <a:cubicBezTo>
                  <a:pt x="583937" y="66844"/>
                  <a:pt x="579898" y="62740"/>
                  <a:pt x="571820" y="62740"/>
                </a:cubicBezTo>
                <a:cubicBezTo>
                  <a:pt x="568432" y="62740"/>
                  <a:pt x="564815" y="63913"/>
                  <a:pt x="560970" y="66259"/>
                </a:cubicBezTo>
                <a:cubicBezTo>
                  <a:pt x="557127" y="68604"/>
                  <a:pt x="552664" y="72381"/>
                  <a:pt x="547582" y="77592"/>
                </a:cubicBezTo>
                <a:lnTo>
                  <a:pt x="534683" y="143071"/>
                </a:lnTo>
                <a:lnTo>
                  <a:pt x="513574" y="143071"/>
                </a:lnTo>
                <a:close/>
                <a:moveTo>
                  <a:pt x="686392" y="185680"/>
                </a:moveTo>
                <a:cubicBezTo>
                  <a:pt x="680268" y="185680"/>
                  <a:pt x="674242" y="184507"/>
                  <a:pt x="668313" y="182161"/>
                </a:cubicBezTo>
                <a:cubicBezTo>
                  <a:pt x="662384" y="179816"/>
                  <a:pt x="656878" y="176559"/>
                  <a:pt x="651796" y="172387"/>
                </a:cubicBezTo>
                <a:lnTo>
                  <a:pt x="661179" y="158316"/>
                </a:lnTo>
                <a:cubicBezTo>
                  <a:pt x="664827" y="161313"/>
                  <a:pt x="668801" y="163821"/>
                  <a:pt x="673099" y="165841"/>
                </a:cubicBezTo>
                <a:cubicBezTo>
                  <a:pt x="677400" y="167861"/>
                  <a:pt x="682027" y="168871"/>
                  <a:pt x="686979" y="168871"/>
                </a:cubicBezTo>
                <a:cubicBezTo>
                  <a:pt x="694276" y="168871"/>
                  <a:pt x="700172" y="166754"/>
                  <a:pt x="704668" y="162519"/>
                </a:cubicBezTo>
                <a:cubicBezTo>
                  <a:pt x="709163" y="158284"/>
                  <a:pt x="712388" y="152322"/>
                  <a:pt x="714343" y="144633"/>
                </a:cubicBezTo>
                <a:lnTo>
                  <a:pt x="719228" y="126065"/>
                </a:lnTo>
                <a:cubicBezTo>
                  <a:pt x="714667" y="130757"/>
                  <a:pt x="709748" y="134440"/>
                  <a:pt x="704471" y="137112"/>
                </a:cubicBezTo>
                <a:cubicBezTo>
                  <a:pt x="699194" y="139782"/>
                  <a:pt x="693689" y="141117"/>
                  <a:pt x="687954" y="141117"/>
                </a:cubicBezTo>
                <a:cubicBezTo>
                  <a:pt x="679876" y="141117"/>
                  <a:pt x="673199" y="138283"/>
                  <a:pt x="667922" y="132614"/>
                </a:cubicBezTo>
                <a:cubicBezTo>
                  <a:pt x="662645" y="126946"/>
                  <a:pt x="660007" y="118509"/>
                  <a:pt x="660007" y="107303"/>
                </a:cubicBezTo>
                <a:cubicBezTo>
                  <a:pt x="660007" y="98572"/>
                  <a:pt x="661407" y="90429"/>
                  <a:pt x="664209" y="82871"/>
                </a:cubicBezTo>
                <a:cubicBezTo>
                  <a:pt x="667010" y="75314"/>
                  <a:pt x="670756" y="68701"/>
                  <a:pt x="675446" y="63033"/>
                </a:cubicBezTo>
                <a:cubicBezTo>
                  <a:pt x="680137" y="57364"/>
                  <a:pt x="685511" y="52901"/>
                  <a:pt x="691569" y="49645"/>
                </a:cubicBezTo>
                <a:cubicBezTo>
                  <a:pt x="697629" y="46386"/>
                  <a:pt x="703917" y="44757"/>
                  <a:pt x="710433" y="44757"/>
                </a:cubicBezTo>
                <a:cubicBezTo>
                  <a:pt x="715123" y="44757"/>
                  <a:pt x="719390" y="45962"/>
                  <a:pt x="723233" y="48374"/>
                </a:cubicBezTo>
                <a:cubicBezTo>
                  <a:pt x="727078" y="50784"/>
                  <a:pt x="730044" y="54073"/>
                  <a:pt x="732129" y="58243"/>
                </a:cubicBezTo>
                <a:lnTo>
                  <a:pt x="732714" y="58243"/>
                </a:lnTo>
                <a:lnTo>
                  <a:pt x="736818" y="47104"/>
                </a:lnTo>
                <a:lnTo>
                  <a:pt x="753823" y="47104"/>
                </a:lnTo>
                <a:lnTo>
                  <a:pt x="734277" y="144439"/>
                </a:lnTo>
                <a:cubicBezTo>
                  <a:pt x="731541" y="157989"/>
                  <a:pt x="726068" y="168250"/>
                  <a:pt x="717859" y="175221"/>
                </a:cubicBezTo>
                <a:cubicBezTo>
                  <a:pt x="709651" y="182193"/>
                  <a:pt x="699162" y="185680"/>
                  <a:pt x="686392" y="185680"/>
                </a:cubicBezTo>
                <a:moveTo>
                  <a:pt x="695577" y="123721"/>
                </a:moveTo>
                <a:cubicBezTo>
                  <a:pt x="699357" y="123721"/>
                  <a:pt x="703495" y="122581"/>
                  <a:pt x="707990" y="120300"/>
                </a:cubicBezTo>
                <a:cubicBezTo>
                  <a:pt x="712486" y="118020"/>
                  <a:pt x="716622" y="114338"/>
                  <a:pt x="720400" y="109256"/>
                </a:cubicBezTo>
                <a:lnTo>
                  <a:pt x="727632" y="73686"/>
                </a:lnTo>
                <a:cubicBezTo>
                  <a:pt x="725417" y="69516"/>
                  <a:pt x="722942" y="66520"/>
                  <a:pt x="720206" y="64697"/>
                </a:cubicBezTo>
                <a:cubicBezTo>
                  <a:pt x="717470" y="62871"/>
                  <a:pt x="714603" y="61959"/>
                  <a:pt x="711605" y="61959"/>
                </a:cubicBezTo>
                <a:cubicBezTo>
                  <a:pt x="707696" y="61959"/>
                  <a:pt x="703950" y="63099"/>
                  <a:pt x="700367" y="65380"/>
                </a:cubicBezTo>
                <a:cubicBezTo>
                  <a:pt x="696784" y="67658"/>
                  <a:pt x="693592" y="70752"/>
                  <a:pt x="690791" y="74661"/>
                </a:cubicBezTo>
                <a:cubicBezTo>
                  <a:pt x="687989" y="78570"/>
                  <a:pt x="685773" y="83098"/>
                  <a:pt x="684143" y="88246"/>
                </a:cubicBezTo>
                <a:cubicBezTo>
                  <a:pt x="682515" y="93393"/>
                  <a:pt x="681700" y="98833"/>
                  <a:pt x="681700" y="104565"/>
                </a:cubicBezTo>
                <a:cubicBezTo>
                  <a:pt x="681700" y="111081"/>
                  <a:pt x="682971" y="115902"/>
                  <a:pt x="685512" y="119030"/>
                </a:cubicBezTo>
                <a:cubicBezTo>
                  <a:pt x="688053" y="122157"/>
                  <a:pt x="691408" y="123721"/>
                  <a:pt x="695577" y="123721"/>
                </a:cubicBezTo>
                <a:close/>
                <a:moveTo>
                  <a:pt x="765474" y="104762"/>
                </a:moveTo>
                <a:cubicBezTo>
                  <a:pt x="765474" y="95771"/>
                  <a:pt x="767005" y="87594"/>
                  <a:pt x="770067" y="80232"/>
                </a:cubicBezTo>
                <a:cubicBezTo>
                  <a:pt x="773129" y="72869"/>
                  <a:pt x="777168" y="66550"/>
                  <a:pt x="782184" y="61273"/>
                </a:cubicBezTo>
                <a:cubicBezTo>
                  <a:pt x="787200" y="55996"/>
                  <a:pt x="792836" y="51924"/>
                  <a:pt x="799091" y="49057"/>
                </a:cubicBezTo>
                <a:cubicBezTo>
                  <a:pt x="805346" y="46190"/>
                  <a:pt x="811600" y="44757"/>
                  <a:pt x="817853" y="44757"/>
                </a:cubicBezTo>
                <a:cubicBezTo>
                  <a:pt x="823456" y="44757"/>
                  <a:pt x="828179" y="45669"/>
                  <a:pt x="832022" y="47494"/>
                </a:cubicBezTo>
                <a:cubicBezTo>
                  <a:pt x="835868" y="49318"/>
                  <a:pt x="838995" y="51826"/>
                  <a:pt x="841405" y="55019"/>
                </a:cubicBezTo>
                <a:cubicBezTo>
                  <a:pt x="843817" y="58212"/>
                  <a:pt x="845576" y="61959"/>
                  <a:pt x="846684" y="66259"/>
                </a:cubicBezTo>
                <a:cubicBezTo>
                  <a:pt x="847791" y="70558"/>
                  <a:pt x="848345" y="75183"/>
                  <a:pt x="848345" y="80133"/>
                </a:cubicBezTo>
                <a:cubicBezTo>
                  <a:pt x="848345" y="84305"/>
                  <a:pt x="847823" y="88345"/>
                  <a:pt x="846779" y="92254"/>
                </a:cubicBezTo>
                <a:cubicBezTo>
                  <a:pt x="845737" y="96163"/>
                  <a:pt x="844891" y="98899"/>
                  <a:pt x="844241" y="100461"/>
                </a:cubicBezTo>
                <a:lnTo>
                  <a:pt x="785799" y="100461"/>
                </a:lnTo>
                <a:cubicBezTo>
                  <a:pt x="785278" y="105543"/>
                  <a:pt x="785538" y="109909"/>
                  <a:pt x="786580" y="113557"/>
                </a:cubicBezTo>
                <a:cubicBezTo>
                  <a:pt x="787624" y="117205"/>
                  <a:pt x="789220" y="120203"/>
                  <a:pt x="791370" y="122549"/>
                </a:cubicBezTo>
                <a:cubicBezTo>
                  <a:pt x="793521" y="124893"/>
                  <a:pt x="796159" y="126619"/>
                  <a:pt x="799285" y="127726"/>
                </a:cubicBezTo>
                <a:cubicBezTo>
                  <a:pt x="802412" y="128834"/>
                  <a:pt x="805800" y="129387"/>
                  <a:pt x="809449" y="129387"/>
                </a:cubicBezTo>
                <a:cubicBezTo>
                  <a:pt x="812837" y="129387"/>
                  <a:pt x="816289" y="128606"/>
                  <a:pt x="819807" y="127043"/>
                </a:cubicBezTo>
                <a:cubicBezTo>
                  <a:pt x="823326" y="125480"/>
                  <a:pt x="826389" y="123722"/>
                  <a:pt x="828995" y="121767"/>
                </a:cubicBezTo>
                <a:lnTo>
                  <a:pt x="836812" y="135254"/>
                </a:lnTo>
                <a:cubicBezTo>
                  <a:pt x="832903" y="137990"/>
                  <a:pt x="828180" y="140368"/>
                  <a:pt x="822643" y="142388"/>
                </a:cubicBezTo>
                <a:cubicBezTo>
                  <a:pt x="817106" y="144406"/>
                  <a:pt x="810883" y="145415"/>
                  <a:pt x="803976" y="145415"/>
                </a:cubicBezTo>
                <a:cubicBezTo>
                  <a:pt x="798244" y="145415"/>
                  <a:pt x="793032" y="144503"/>
                  <a:pt x="788340" y="142680"/>
                </a:cubicBezTo>
                <a:cubicBezTo>
                  <a:pt x="783649" y="140855"/>
                  <a:pt x="779610" y="138216"/>
                  <a:pt x="776222" y="134765"/>
                </a:cubicBezTo>
                <a:cubicBezTo>
                  <a:pt x="772834" y="131311"/>
                  <a:pt x="770196" y="127076"/>
                  <a:pt x="768307" y="122060"/>
                </a:cubicBezTo>
                <a:cubicBezTo>
                  <a:pt x="766418" y="117043"/>
                  <a:pt x="765474" y="111277"/>
                  <a:pt x="765474" y="104762"/>
                </a:cubicBezTo>
                <a:moveTo>
                  <a:pt x="787558" y="87172"/>
                </a:moveTo>
                <a:lnTo>
                  <a:pt x="829974" y="87172"/>
                </a:lnTo>
                <a:cubicBezTo>
                  <a:pt x="830234" y="85868"/>
                  <a:pt x="830462" y="84531"/>
                  <a:pt x="830657" y="83164"/>
                </a:cubicBezTo>
                <a:cubicBezTo>
                  <a:pt x="830851" y="81796"/>
                  <a:pt x="830949" y="80330"/>
                  <a:pt x="830949" y="78768"/>
                </a:cubicBezTo>
                <a:cubicBezTo>
                  <a:pt x="830949" y="74075"/>
                  <a:pt x="829809" y="69938"/>
                  <a:pt x="827528" y="66355"/>
                </a:cubicBezTo>
                <a:cubicBezTo>
                  <a:pt x="825248" y="62772"/>
                  <a:pt x="821176" y="60981"/>
                  <a:pt x="815312" y="60981"/>
                </a:cubicBezTo>
                <a:cubicBezTo>
                  <a:pt x="809449" y="60981"/>
                  <a:pt x="803943" y="63294"/>
                  <a:pt x="798796" y="67921"/>
                </a:cubicBezTo>
                <a:cubicBezTo>
                  <a:pt x="793650" y="72545"/>
                  <a:pt x="789904" y="78962"/>
                  <a:pt x="787558" y="87172"/>
                </a:cubicBezTo>
                <a:close/>
                <a:moveTo>
                  <a:pt x="858235" y="143071"/>
                </a:moveTo>
                <a:lnTo>
                  <a:pt x="877388" y="47104"/>
                </a:lnTo>
                <a:lnTo>
                  <a:pt x="894394" y="47104"/>
                </a:lnTo>
                <a:lnTo>
                  <a:pt x="893415" y="60590"/>
                </a:lnTo>
                <a:lnTo>
                  <a:pt x="894197" y="60590"/>
                </a:lnTo>
                <a:cubicBezTo>
                  <a:pt x="899279" y="56289"/>
                  <a:pt x="904524" y="52575"/>
                  <a:pt x="909932" y="49448"/>
                </a:cubicBezTo>
                <a:cubicBezTo>
                  <a:pt x="915340" y="46320"/>
                  <a:pt x="921106" y="44757"/>
                  <a:pt x="927230" y="44757"/>
                </a:cubicBezTo>
                <a:cubicBezTo>
                  <a:pt x="935308" y="44757"/>
                  <a:pt x="941106" y="46842"/>
                  <a:pt x="944623" y="51014"/>
                </a:cubicBezTo>
                <a:cubicBezTo>
                  <a:pt x="948142" y="55183"/>
                  <a:pt x="949902" y="61176"/>
                  <a:pt x="949902" y="68994"/>
                </a:cubicBezTo>
                <a:cubicBezTo>
                  <a:pt x="949902" y="71209"/>
                  <a:pt x="949804" y="73359"/>
                  <a:pt x="949609" y="75445"/>
                </a:cubicBezTo>
                <a:cubicBezTo>
                  <a:pt x="949415" y="77529"/>
                  <a:pt x="948991" y="79874"/>
                  <a:pt x="948339" y="82481"/>
                </a:cubicBezTo>
                <a:lnTo>
                  <a:pt x="936221" y="143071"/>
                </a:lnTo>
                <a:lnTo>
                  <a:pt x="915306" y="143071"/>
                </a:lnTo>
                <a:lnTo>
                  <a:pt x="927033" y="85215"/>
                </a:lnTo>
                <a:cubicBezTo>
                  <a:pt x="927424" y="83001"/>
                  <a:pt x="927783" y="81112"/>
                  <a:pt x="928109" y="79549"/>
                </a:cubicBezTo>
                <a:cubicBezTo>
                  <a:pt x="928435" y="77984"/>
                  <a:pt x="928599" y="76485"/>
                  <a:pt x="928599" y="75051"/>
                </a:cubicBezTo>
                <a:cubicBezTo>
                  <a:pt x="928599" y="66844"/>
                  <a:pt x="924559" y="62740"/>
                  <a:pt x="916481" y="62740"/>
                </a:cubicBezTo>
                <a:cubicBezTo>
                  <a:pt x="913093" y="62740"/>
                  <a:pt x="909477" y="63913"/>
                  <a:pt x="905631" y="66259"/>
                </a:cubicBezTo>
                <a:cubicBezTo>
                  <a:pt x="901788" y="68604"/>
                  <a:pt x="897325" y="72381"/>
                  <a:pt x="892243" y="77592"/>
                </a:cubicBezTo>
                <a:lnTo>
                  <a:pt x="879345" y="143071"/>
                </a:lnTo>
                <a:lnTo>
                  <a:pt x="858235" y="143071"/>
                </a:lnTo>
                <a:close/>
                <a:moveTo>
                  <a:pt x="982854" y="177860"/>
                </a:moveTo>
                <a:cubicBezTo>
                  <a:pt x="979858" y="169521"/>
                  <a:pt x="977219" y="160009"/>
                  <a:pt x="974939" y="149325"/>
                </a:cubicBezTo>
                <a:cubicBezTo>
                  <a:pt x="972658" y="138640"/>
                  <a:pt x="971518" y="127955"/>
                  <a:pt x="971518" y="117270"/>
                </a:cubicBezTo>
                <a:cubicBezTo>
                  <a:pt x="971518" y="105935"/>
                  <a:pt x="972528" y="95186"/>
                  <a:pt x="974548" y="85022"/>
                </a:cubicBezTo>
                <a:cubicBezTo>
                  <a:pt x="976568" y="74858"/>
                  <a:pt x="979532" y="65020"/>
                  <a:pt x="983441" y="55508"/>
                </a:cubicBezTo>
                <a:cubicBezTo>
                  <a:pt x="987350" y="45996"/>
                  <a:pt x="992139" y="36680"/>
                  <a:pt x="997807" y="27560"/>
                </a:cubicBezTo>
                <a:cubicBezTo>
                  <a:pt x="1003476" y="18438"/>
                  <a:pt x="1009959" y="9251"/>
                  <a:pt x="1017256" y="0"/>
                </a:cubicBezTo>
                <a:lnTo>
                  <a:pt x="1029567" y="6448"/>
                </a:lnTo>
                <a:cubicBezTo>
                  <a:pt x="1015756" y="24430"/>
                  <a:pt x="1005495" y="42737"/>
                  <a:pt x="998783" y="61371"/>
                </a:cubicBezTo>
                <a:cubicBezTo>
                  <a:pt x="992072" y="80005"/>
                  <a:pt x="988717" y="99225"/>
                  <a:pt x="988717" y="119030"/>
                </a:cubicBezTo>
                <a:cubicBezTo>
                  <a:pt x="988717" y="123330"/>
                  <a:pt x="988880" y="127858"/>
                  <a:pt x="989206" y="132614"/>
                </a:cubicBezTo>
                <a:cubicBezTo>
                  <a:pt x="989532" y="137370"/>
                  <a:pt x="989989" y="142093"/>
                  <a:pt x="990575" y="146784"/>
                </a:cubicBezTo>
                <a:cubicBezTo>
                  <a:pt x="991162" y="151474"/>
                  <a:pt x="991943" y="156001"/>
                  <a:pt x="992919" y="160365"/>
                </a:cubicBezTo>
                <a:cubicBezTo>
                  <a:pt x="993898" y="164732"/>
                  <a:pt x="995103" y="168739"/>
                  <a:pt x="996537" y="172387"/>
                </a:cubicBezTo>
                <a:lnTo>
                  <a:pt x="982854" y="1778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){yield">
            <a:extLst xmlns:a="http://schemas.openxmlformats.org/drawingml/2006/main">
              <a:ext uri="{FF2B5EF4-FFF2-40B4-BE49-F238E27FC236}">
                <a16:creationId xmlns:a16="http://schemas.microsoft.com/office/drawing/2014/main" id="{F7851329-300A-4CE0-B0BD-AF8DA270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5856" y="2903244"/>
            <a:ext cx="600980" cy="182551"/>
          </a:xfrm>
          <a:custGeom xmlns:a="http://schemas.openxmlformats.org/drawingml/2006/main">
            <a:pathLst>
              <a:path w="600980" h="182551">
                <a:moveTo>
                  <a:pt x="12117" y="177860"/>
                </a:moveTo>
                <a:lnTo>
                  <a:pt x="0" y="171215"/>
                </a:lnTo>
                <a:cubicBezTo>
                  <a:pt x="13810" y="153365"/>
                  <a:pt x="24038" y="135091"/>
                  <a:pt x="30683" y="116393"/>
                </a:cubicBezTo>
                <a:cubicBezTo>
                  <a:pt x="37329" y="97694"/>
                  <a:pt x="40653" y="78440"/>
                  <a:pt x="40653" y="58634"/>
                </a:cubicBezTo>
                <a:cubicBezTo>
                  <a:pt x="40653" y="54335"/>
                  <a:pt x="40490" y="49808"/>
                  <a:pt x="40164" y="45052"/>
                </a:cubicBezTo>
                <a:cubicBezTo>
                  <a:pt x="39838" y="40296"/>
                  <a:pt x="39381" y="35573"/>
                  <a:pt x="38795" y="30882"/>
                </a:cubicBezTo>
                <a:cubicBezTo>
                  <a:pt x="38210" y="26190"/>
                  <a:pt x="37429" y="21662"/>
                  <a:pt x="36451" y="17298"/>
                </a:cubicBezTo>
                <a:cubicBezTo>
                  <a:pt x="35474" y="12932"/>
                  <a:pt x="34334" y="8924"/>
                  <a:pt x="33030" y="5276"/>
                </a:cubicBezTo>
                <a:lnTo>
                  <a:pt x="46516" y="0"/>
                </a:lnTo>
                <a:cubicBezTo>
                  <a:pt x="48081" y="4169"/>
                  <a:pt x="49547" y="8632"/>
                  <a:pt x="50915" y="13388"/>
                </a:cubicBezTo>
                <a:cubicBezTo>
                  <a:pt x="52283" y="18144"/>
                  <a:pt x="53488" y="23128"/>
                  <a:pt x="54530" y="28342"/>
                </a:cubicBezTo>
                <a:cubicBezTo>
                  <a:pt x="55572" y="33553"/>
                  <a:pt x="56386" y="38862"/>
                  <a:pt x="56972" y="44270"/>
                </a:cubicBezTo>
                <a:cubicBezTo>
                  <a:pt x="57559" y="49676"/>
                  <a:pt x="57852" y="55051"/>
                  <a:pt x="57852" y="60393"/>
                </a:cubicBezTo>
                <a:cubicBezTo>
                  <a:pt x="57852" y="71730"/>
                  <a:pt x="56842" y="82513"/>
                  <a:pt x="54822" y="92743"/>
                </a:cubicBezTo>
                <a:cubicBezTo>
                  <a:pt x="52804" y="102971"/>
                  <a:pt x="49840" y="112840"/>
                  <a:pt x="45932" y="122352"/>
                </a:cubicBezTo>
                <a:cubicBezTo>
                  <a:pt x="42023" y="131864"/>
                  <a:pt x="37234" y="141180"/>
                  <a:pt x="31565" y="150300"/>
                </a:cubicBezTo>
                <a:cubicBezTo>
                  <a:pt x="25897" y="159422"/>
                  <a:pt x="19414" y="168609"/>
                  <a:pt x="12117" y="177860"/>
                </a:cubicBezTo>
                <a:close/>
                <a:moveTo>
                  <a:pt x="132165" y="172778"/>
                </a:moveTo>
                <a:cubicBezTo>
                  <a:pt x="125650" y="172778"/>
                  <a:pt x="121024" y="171442"/>
                  <a:pt x="118288" y="168770"/>
                </a:cubicBezTo>
                <a:cubicBezTo>
                  <a:pt x="115552" y="166099"/>
                  <a:pt x="114184" y="161963"/>
                  <a:pt x="114184" y="156360"/>
                </a:cubicBezTo>
                <a:cubicBezTo>
                  <a:pt x="114184" y="152712"/>
                  <a:pt x="114738" y="148509"/>
                  <a:pt x="115846" y="143754"/>
                </a:cubicBezTo>
                <a:cubicBezTo>
                  <a:pt x="116953" y="138998"/>
                  <a:pt x="118125" y="134275"/>
                  <a:pt x="119362" y="129584"/>
                </a:cubicBezTo>
                <a:cubicBezTo>
                  <a:pt x="120601" y="124894"/>
                  <a:pt x="121774" y="120497"/>
                  <a:pt x="122881" y="116393"/>
                </a:cubicBezTo>
                <a:cubicBezTo>
                  <a:pt x="123989" y="112287"/>
                  <a:pt x="124542" y="108931"/>
                  <a:pt x="124542" y="106325"/>
                </a:cubicBezTo>
                <a:cubicBezTo>
                  <a:pt x="124542" y="103589"/>
                  <a:pt x="123630" y="101081"/>
                  <a:pt x="121804" y="98800"/>
                </a:cubicBezTo>
                <a:cubicBezTo>
                  <a:pt x="119981" y="96520"/>
                  <a:pt x="116334" y="95249"/>
                  <a:pt x="110862" y="94989"/>
                </a:cubicBezTo>
                <a:lnTo>
                  <a:pt x="113597" y="82481"/>
                </a:lnTo>
                <a:cubicBezTo>
                  <a:pt x="116854" y="82349"/>
                  <a:pt x="119655" y="81828"/>
                  <a:pt x="122001" y="80918"/>
                </a:cubicBezTo>
                <a:cubicBezTo>
                  <a:pt x="124347" y="80005"/>
                  <a:pt x="126237" y="78799"/>
                  <a:pt x="127671" y="77300"/>
                </a:cubicBezTo>
                <a:cubicBezTo>
                  <a:pt x="129104" y="75801"/>
                  <a:pt x="130212" y="74173"/>
                  <a:pt x="130993" y="72415"/>
                </a:cubicBezTo>
                <a:cubicBezTo>
                  <a:pt x="131775" y="70655"/>
                  <a:pt x="132361" y="68863"/>
                  <a:pt x="132753" y="67038"/>
                </a:cubicBezTo>
                <a:cubicBezTo>
                  <a:pt x="133274" y="63912"/>
                  <a:pt x="133729" y="60982"/>
                  <a:pt x="134119" y="58246"/>
                </a:cubicBezTo>
                <a:cubicBezTo>
                  <a:pt x="134510" y="55508"/>
                  <a:pt x="134901" y="52738"/>
                  <a:pt x="135291" y="49937"/>
                </a:cubicBezTo>
                <a:cubicBezTo>
                  <a:pt x="135682" y="47135"/>
                  <a:pt x="136106" y="44269"/>
                  <a:pt x="136561" y="41339"/>
                </a:cubicBezTo>
                <a:cubicBezTo>
                  <a:pt x="137019" y="38406"/>
                  <a:pt x="137573" y="35246"/>
                  <a:pt x="138225" y="31858"/>
                </a:cubicBezTo>
                <a:cubicBezTo>
                  <a:pt x="139267" y="26647"/>
                  <a:pt x="140505" y="22314"/>
                  <a:pt x="141938" y="18861"/>
                </a:cubicBezTo>
                <a:cubicBezTo>
                  <a:pt x="143372" y="15407"/>
                  <a:pt x="145163" y="12638"/>
                  <a:pt x="147313" y="10555"/>
                </a:cubicBezTo>
                <a:cubicBezTo>
                  <a:pt x="149462" y="8469"/>
                  <a:pt x="152002" y="6971"/>
                  <a:pt x="154933" y="6060"/>
                </a:cubicBezTo>
                <a:cubicBezTo>
                  <a:pt x="157865" y="5148"/>
                  <a:pt x="161417" y="4691"/>
                  <a:pt x="165589" y="4691"/>
                </a:cubicBezTo>
                <a:lnTo>
                  <a:pt x="176337" y="4691"/>
                </a:lnTo>
                <a:lnTo>
                  <a:pt x="173796" y="16221"/>
                </a:lnTo>
                <a:lnTo>
                  <a:pt x="169496" y="16221"/>
                </a:lnTo>
                <a:cubicBezTo>
                  <a:pt x="164937" y="16221"/>
                  <a:pt x="161614" y="17524"/>
                  <a:pt x="159529" y="20131"/>
                </a:cubicBezTo>
                <a:cubicBezTo>
                  <a:pt x="157443" y="22738"/>
                  <a:pt x="155879" y="26973"/>
                  <a:pt x="154837" y="32836"/>
                </a:cubicBezTo>
                <a:cubicBezTo>
                  <a:pt x="153795" y="38308"/>
                  <a:pt x="152851" y="43780"/>
                  <a:pt x="152004" y="49254"/>
                </a:cubicBezTo>
                <a:cubicBezTo>
                  <a:pt x="151157" y="54726"/>
                  <a:pt x="150213" y="60393"/>
                  <a:pt x="149171" y="66256"/>
                </a:cubicBezTo>
                <a:cubicBezTo>
                  <a:pt x="147737" y="73293"/>
                  <a:pt x="145620" y="78538"/>
                  <a:pt x="142818" y="81991"/>
                </a:cubicBezTo>
                <a:cubicBezTo>
                  <a:pt x="140017" y="85445"/>
                  <a:pt x="136205" y="87758"/>
                  <a:pt x="131384" y="88931"/>
                </a:cubicBezTo>
                <a:lnTo>
                  <a:pt x="131187" y="89713"/>
                </a:lnTo>
                <a:cubicBezTo>
                  <a:pt x="137703" y="91536"/>
                  <a:pt x="140960" y="95836"/>
                  <a:pt x="140960" y="102612"/>
                </a:cubicBezTo>
                <a:cubicBezTo>
                  <a:pt x="140960" y="106000"/>
                  <a:pt x="140471" y="109974"/>
                  <a:pt x="139493" y="114535"/>
                </a:cubicBezTo>
                <a:cubicBezTo>
                  <a:pt x="138517" y="119096"/>
                  <a:pt x="137409" y="123722"/>
                  <a:pt x="136171" y="128412"/>
                </a:cubicBezTo>
                <a:cubicBezTo>
                  <a:pt x="134934" y="133102"/>
                  <a:pt x="133826" y="137598"/>
                  <a:pt x="132848" y="141898"/>
                </a:cubicBezTo>
                <a:cubicBezTo>
                  <a:pt x="131872" y="146197"/>
                  <a:pt x="131384" y="149780"/>
                  <a:pt x="131384" y="152647"/>
                </a:cubicBezTo>
                <a:cubicBezTo>
                  <a:pt x="131384" y="155645"/>
                  <a:pt x="132035" y="157828"/>
                  <a:pt x="133337" y="159196"/>
                </a:cubicBezTo>
                <a:cubicBezTo>
                  <a:pt x="134642" y="160564"/>
                  <a:pt x="137183" y="161248"/>
                  <a:pt x="140960" y="161248"/>
                </a:cubicBezTo>
                <a:lnTo>
                  <a:pt x="144870" y="161248"/>
                </a:lnTo>
                <a:lnTo>
                  <a:pt x="142523" y="172778"/>
                </a:lnTo>
                <a:lnTo>
                  <a:pt x="132165" y="172778"/>
                </a:lnTo>
                <a:close/>
                <a:moveTo>
                  <a:pt x="205890" y="182551"/>
                </a:moveTo>
                <a:cubicBezTo>
                  <a:pt x="204327" y="182551"/>
                  <a:pt x="202341" y="182225"/>
                  <a:pt x="199931" y="181573"/>
                </a:cubicBezTo>
                <a:cubicBezTo>
                  <a:pt x="197519" y="180923"/>
                  <a:pt x="195401" y="180077"/>
                  <a:pt x="193576" y="179035"/>
                </a:cubicBezTo>
                <a:lnTo>
                  <a:pt x="200220" y="163789"/>
                </a:lnTo>
                <a:cubicBezTo>
                  <a:pt x="202437" y="165091"/>
                  <a:pt x="204783" y="165743"/>
                  <a:pt x="207259" y="165743"/>
                </a:cubicBezTo>
                <a:cubicBezTo>
                  <a:pt x="211428" y="165743"/>
                  <a:pt x="215402" y="164146"/>
                  <a:pt x="219179" y="160953"/>
                </a:cubicBezTo>
                <a:cubicBezTo>
                  <a:pt x="222959" y="157762"/>
                  <a:pt x="226152" y="153429"/>
                  <a:pt x="228759" y="147956"/>
                </a:cubicBezTo>
                <a:lnTo>
                  <a:pt x="231690" y="142092"/>
                </a:lnTo>
                <a:lnTo>
                  <a:pt x="215076" y="47104"/>
                </a:lnTo>
                <a:lnTo>
                  <a:pt x="235991" y="47104"/>
                </a:lnTo>
                <a:lnTo>
                  <a:pt x="242048" y="95576"/>
                </a:lnTo>
                <a:cubicBezTo>
                  <a:pt x="242569" y="99875"/>
                  <a:pt x="243025" y="104598"/>
                  <a:pt x="243417" y="109745"/>
                </a:cubicBezTo>
                <a:cubicBezTo>
                  <a:pt x="243809" y="114893"/>
                  <a:pt x="244135" y="119747"/>
                  <a:pt x="244395" y="124308"/>
                </a:cubicBezTo>
                <a:lnTo>
                  <a:pt x="245177" y="124308"/>
                </a:lnTo>
                <a:cubicBezTo>
                  <a:pt x="247392" y="119747"/>
                  <a:pt x="249639" y="114959"/>
                  <a:pt x="251920" y="109942"/>
                </a:cubicBezTo>
                <a:cubicBezTo>
                  <a:pt x="254200" y="104926"/>
                  <a:pt x="256448" y="100137"/>
                  <a:pt x="258663" y="95576"/>
                </a:cubicBezTo>
                <a:lnTo>
                  <a:pt x="282507" y="47104"/>
                </a:lnTo>
                <a:lnTo>
                  <a:pt x="302835" y="47104"/>
                </a:lnTo>
                <a:lnTo>
                  <a:pt x="248890" y="148153"/>
                </a:lnTo>
                <a:cubicBezTo>
                  <a:pt x="245894" y="153364"/>
                  <a:pt x="242863" y="158087"/>
                  <a:pt x="239800" y="162322"/>
                </a:cubicBezTo>
                <a:cubicBezTo>
                  <a:pt x="236738" y="166557"/>
                  <a:pt x="233513" y="170172"/>
                  <a:pt x="230125" y="173169"/>
                </a:cubicBezTo>
                <a:cubicBezTo>
                  <a:pt x="226739" y="176167"/>
                  <a:pt x="223058" y="178480"/>
                  <a:pt x="219084" y="180109"/>
                </a:cubicBezTo>
                <a:cubicBezTo>
                  <a:pt x="215109" y="181737"/>
                  <a:pt x="210711" y="182551"/>
                  <a:pt x="205890" y="182551"/>
                </a:cubicBezTo>
                <a:close/>
                <a:moveTo>
                  <a:pt x="299630" y="143071"/>
                </a:moveTo>
                <a:lnTo>
                  <a:pt x="318980" y="47104"/>
                </a:lnTo>
                <a:lnTo>
                  <a:pt x="339892" y="47104"/>
                </a:lnTo>
                <a:lnTo>
                  <a:pt x="320740" y="143071"/>
                </a:lnTo>
                <a:lnTo>
                  <a:pt x="299630" y="143071"/>
                </a:lnTo>
                <a:moveTo>
                  <a:pt x="334420" y="30098"/>
                </a:moveTo>
                <a:cubicBezTo>
                  <a:pt x="331424" y="30098"/>
                  <a:pt x="328688" y="29154"/>
                  <a:pt x="326212" y="27265"/>
                </a:cubicBezTo>
                <a:cubicBezTo>
                  <a:pt x="323737" y="25376"/>
                  <a:pt x="322499" y="22672"/>
                  <a:pt x="322499" y="19153"/>
                </a:cubicBezTo>
                <a:cubicBezTo>
                  <a:pt x="322499" y="15375"/>
                  <a:pt x="323867" y="12151"/>
                  <a:pt x="326603" y="9481"/>
                </a:cubicBezTo>
                <a:cubicBezTo>
                  <a:pt x="329339" y="6809"/>
                  <a:pt x="332661" y="5473"/>
                  <a:pt x="336570" y="5473"/>
                </a:cubicBezTo>
                <a:cubicBezTo>
                  <a:pt x="339566" y="5473"/>
                  <a:pt x="342302" y="6417"/>
                  <a:pt x="344778" y="8306"/>
                </a:cubicBezTo>
                <a:cubicBezTo>
                  <a:pt x="347255" y="10195"/>
                  <a:pt x="348494" y="12899"/>
                  <a:pt x="348494" y="16418"/>
                </a:cubicBezTo>
                <a:cubicBezTo>
                  <a:pt x="348494" y="20327"/>
                  <a:pt x="347125" y="23585"/>
                  <a:pt x="344387" y="26191"/>
                </a:cubicBezTo>
                <a:cubicBezTo>
                  <a:pt x="341651" y="28796"/>
                  <a:pt x="338329" y="30098"/>
                  <a:pt x="334420" y="30098"/>
                </a:cubicBezTo>
                <a:close/>
                <a:moveTo>
                  <a:pt x="350565" y="104762"/>
                </a:moveTo>
                <a:cubicBezTo>
                  <a:pt x="350565" y="95771"/>
                  <a:pt x="352096" y="87594"/>
                  <a:pt x="355158" y="80232"/>
                </a:cubicBezTo>
                <a:cubicBezTo>
                  <a:pt x="358220" y="72869"/>
                  <a:pt x="362259" y="66550"/>
                  <a:pt x="367275" y="61273"/>
                </a:cubicBezTo>
                <a:cubicBezTo>
                  <a:pt x="372291" y="55996"/>
                  <a:pt x="377927" y="51924"/>
                  <a:pt x="384182" y="49057"/>
                </a:cubicBezTo>
                <a:cubicBezTo>
                  <a:pt x="390437" y="46190"/>
                  <a:pt x="396691" y="44757"/>
                  <a:pt x="402944" y="44757"/>
                </a:cubicBezTo>
                <a:cubicBezTo>
                  <a:pt x="408547" y="44757"/>
                  <a:pt x="413270" y="45669"/>
                  <a:pt x="417114" y="47494"/>
                </a:cubicBezTo>
                <a:cubicBezTo>
                  <a:pt x="420959" y="49318"/>
                  <a:pt x="424086" y="51826"/>
                  <a:pt x="426496" y="55019"/>
                </a:cubicBezTo>
                <a:cubicBezTo>
                  <a:pt x="428908" y="58212"/>
                  <a:pt x="430667" y="61959"/>
                  <a:pt x="431775" y="66259"/>
                </a:cubicBezTo>
                <a:cubicBezTo>
                  <a:pt x="432882" y="70558"/>
                  <a:pt x="433436" y="75183"/>
                  <a:pt x="433436" y="80133"/>
                </a:cubicBezTo>
                <a:cubicBezTo>
                  <a:pt x="433436" y="84305"/>
                  <a:pt x="432914" y="88345"/>
                  <a:pt x="431870" y="92254"/>
                </a:cubicBezTo>
                <a:cubicBezTo>
                  <a:pt x="430828" y="96163"/>
                  <a:pt x="429982" y="98899"/>
                  <a:pt x="429332" y="100461"/>
                </a:cubicBezTo>
                <a:lnTo>
                  <a:pt x="370890" y="100461"/>
                </a:lnTo>
                <a:cubicBezTo>
                  <a:pt x="370369" y="105543"/>
                  <a:pt x="370629" y="109909"/>
                  <a:pt x="371671" y="113557"/>
                </a:cubicBezTo>
                <a:cubicBezTo>
                  <a:pt x="372715" y="117205"/>
                  <a:pt x="374311" y="120203"/>
                  <a:pt x="376461" y="122549"/>
                </a:cubicBezTo>
                <a:cubicBezTo>
                  <a:pt x="378612" y="124893"/>
                  <a:pt x="381250" y="126619"/>
                  <a:pt x="384376" y="127726"/>
                </a:cubicBezTo>
                <a:cubicBezTo>
                  <a:pt x="387504" y="128834"/>
                  <a:pt x="390891" y="129387"/>
                  <a:pt x="394540" y="129387"/>
                </a:cubicBezTo>
                <a:cubicBezTo>
                  <a:pt x="397928" y="129387"/>
                  <a:pt x="401381" y="128606"/>
                  <a:pt x="404898" y="127043"/>
                </a:cubicBezTo>
                <a:cubicBezTo>
                  <a:pt x="408417" y="125480"/>
                  <a:pt x="411480" y="123722"/>
                  <a:pt x="414086" y="121767"/>
                </a:cubicBezTo>
                <a:lnTo>
                  <a:pt x="421903" y="135254"/>
                </a:lnTo>
                <a:cubicBezTo>
                  <a:pt x="417994" y="137990"/>
                  <a:pt x="413271" y="140368"/>
                  <a:pt x="407734" y="142388"/>
                </a:cubicBezTo>
                <a:cubicBezTo>
                  <a:pt x="402197" y="144406"/>
                  <a:pt x="395974" y="145415"/>
                  <a:pt x="389067" y="145415"/>
                </a:cubicBezTo>
                <a:cubicBezTo>
                  <a:pt x="383335" y="145415"/>
                  <a:pt x="378123" y="144503"/>
                  <a:pt x="373431" y="142680"/>
                </a:cubicBezTo>
                <a:cubicBezTo>
                  <a:pt x="368740" y="140855"/>
                  <a:pt x="364701" y="138216"/>
                  <a:pt x="361313" y="134765"/>
                </a:cubicBezTo>
                <a:cubicBezTo>
                  <a:pt x="357925" y="131311"/>
                  <a:pt x="355287" y="127076"/>
                  <a:pt x="353398" y="122060"/>
                </a:cubicBezTo>
                <a:cubicBezTo>
                  <a:pt x="351509" y="117043"/>
                  <a:pt x="350565" y="111277"/>
                  <a:pt x="350565" y="104762"/>
                </a:cubicBezTo>
                <a:moveTo>
                  <a:pt x="372649" y="87172"/>
                </a:moveTo>
                <a:lnTo>
                  <a:pt x="415065" y="87172"/>
                </a:lnTo>
                <a:cubicBezTo>
                  <a:pt x="415325" y="85868"/>
                  <a:pt x="415553" y="84531"/>
                  <a:pt x="415748" y="83164"/>
                </a:cubicBezTo>
                <a:cubicBezTo>
                  <a:pt x="415942" y="81796"/>
                  <a:pt x="416040" y="80330"/>
                  <a:pt x="416040" y="78768"/>
                </a:cubicBezTo>
                <a:cubicBezTo>
                  <a:pt x="416040" y="74075"/>
                  <a:pt x="414900" y="69938"/>
                  <a:pt x="412619" y="66355"/>
                </a:cubicBezTo>
                <a:cubicBezTo>
                  <a:pt x="410339" y="62772"/>
                  <a:pt x="406267" y="60981"/>
                  <a:pt x="400403" y="60981"/>
                </a:cubicBezTo>
                <a:cubicBezTo>
                  <a:pt x="394540" y="60981"/>
                  <a:pt x="389034" y="63294"/>
                  <a:pt x="383887" y="67921"/>
                </a:cubicBezTo>
                <a:cubicBezTo>
                  <a:pt x="378741" y="72545"/>
                  <a:pt x="374995" y="78962"/>
                  <a:pt x="372649" y="87172"/>
                </a:cubicBezTo>
                <a:close/>
                <a:moveTo>
                  <a:pt x="463067" y="145415"/>
                </a:moveTo>
                <a:cubicBezTo>
                  <a:pt x="457464" y="145415"/>
                  <a:pt x="453359" y="144047"/>
                  <a:pt x="450752" y="141311"/>
                </a:cubicBezTo>
                <a:cubicBezTo>
                  <a:pt x="448146" y="138575"/>
                  <a:pt x="446843" y="134732"/>
                  <a:pt x="446843" y="129781"/>
                </a:cubicBezTo>
                <a:cubicBezTo>
                  <a:pt x="446843" y="126783"/>
                  <a:pt x="447299" y="123395"/>
                  <a:pt x="448211" y="119617"/>
                </a:cubicBezTo>
                <a:lnTo>
                  <a:pt x="471080" y="5082"/>
                </a:lnTo>
                <a:lnTo>
                  <a:pt x="491993" y="5082"/>
                </a:lnTo>
                <a:lnTo>
                  <a:pt x="468930" y="120592"/>
                </a:lnTo>
                <a:cubicBezTo>
                  <a:pt x="468670" y="121636"/>
                  <a:pt x="468539" y="122419"/>
                  <a:pt x="468539" y="122939"/>
                </a:cubicBezTo>
                <a:cubicBezTo>
                  <a:pt x="468539" y="123460"/>
                  <a:pt x="468539" y="123917"/>
                  <a:pt x="468539" y="124308"/>
                </a:cubicBezTo>
                <a:cubicBezTo>
                  <a:pt x="468539" y="127044"/>
                  <a:pt x="469647" y="128412"/>
                  <a:pt x="471862" y="128412"/>
                </a:cubicBezTo>
                <a:cubicBezTo>
                  <a:pt x="472514" y="128412"/>
                  <a:pt x="473035" y="128379"/>
                  <a:pt x="473425" y="128314"/>
                </a:cubicBezTo>
                <a:cubicBezTo>
                  <a:pt x="473816" y="128248"/>
                  <a:pt x="474468" y="128085"/>
                  <a:pt x="475381" y="127825"/>
                </a:cubicBezTo>
                <a:lnTo>
                  <a:pt x="474990" y="143461"/>
                </a:lnTo>
                <a:cubicBezTo>
                  <a:pt x="473557" y="144113"/>
                  <a:pt x="471863" y="144601"/>
                  <a:pt x="469908" y="144926"/>
                </a:cubicBezTo>
                <a:cubicBezTo>
                  <a:pt x="467954" y="145252"/>
                  <a:pt x="465673" y="145415"/>
                  <a:pt x="463067" y="145415"/>
                </a:cubicBezTo>
                <a:close/>
                <a:moveTo>
                  <a:pt x="570685" y="57461"/>
                </a:moveTo>
                <a:lnTo>
                  <a:pt x="573419" y="39090"/>
                </a:lnTo>
                <a:lnTo>
                  <a:pt x="580064" y="5082"/>
                </a:lnTo>
                <a:lnTo>
                  <a:pt x="600980" y="5082"/>
                </a:lnTo>
                <a:lnTo>
                  <a:pt x="573226" y="143071"/>
                </a:lnTo>
                <a:lnTo>
                  <a:pt x="556026" y="143071"/>
                </a:lnTo>
                <a:lnTo>
                  <a:pt x="557002" y="129781"/>
                </a:lnTo>
                <a:lnTo>
                  <a:pt x="556417" y="129781"/>
                </a:lnTo>
                <a:cubicBezTo>
                  <a:pt x="551856" y="134471"/>
                  <a:pt x="546806" y="138250"/>
                  <a:pt x="541267" y="141117"/>
                </a:cubicBezTo>
                <a:cubicBezTo>
                  <a:pt x="535729" y="143982"/>
                  <a:pt x="530225" y="145415"/>
                  <a:pt x="524753" y="145415"/>
                </a:cubicBezTo>
                <a:cubicBezTo>
                  <a:pt x="516283" y="145415"/>
                  <a:pt x="509605" y="142418"/>
                  <a:pt x="504717" y="136426"/>
                </a:cubicBezTo>
                <a:cubicBezTo>
                  <a:pt x="499832" y="130431"/>
                  <a:pt x="497390" y="121765"/>
                  <a:pt x="497390" y="110428"/>
                </a:cubicBezTo>
                <a:cubicBezTo>
                  <a:pt x="497390" y="101308"/>
                  <a:pt x="498822" y="92742"/>
                  <a:pt x="501687" y="84729"/>
                </a:cubicBezTo>
                <a:cubicBezTo>
                  <a:pt x="504554" y="76715"/>
                  <a:pt x="508399" y="69743"/>
                  <a:pt x="513220" y="63814"/>
                </a:cubicBezTo>
                <a:cubicBezTo>
                  <a:pt x="518042" y="57885"/>
                  <a:pt x="523547" y="53226"/>
                  <a:pt x="529737" y="49838"/>
                </a:cubicBezTo>
                <a:cubicBezTo>
                  <a:pt x="535926" y="46450"/>
                  <a:pt x="542343" y="44757"/>
                  <a:pt x="548988" y="44757"/>
                </a:cubicBezTo>
                <a:cubicBezTo>
                  <a:pt x="553680" y="44757"/>
                  <a:pt x="557850" y="45930"/>
                  <a:pt x="561499" y="48276"/>
                </a:cubicBezTo>
                <a:cubicBezTo>
                  <a:pt x="565147" y="50622"/>
                  <a:pt x="568013" y="53684"/>
                  <a:pt x="570097" y="57461"/>
                </a:cubicBezTo>
                <a:lnTo>
                  <a:pt x="570685" y="57461"/>
                </a:lnTo>
                <a:moveTo>
                  <a:pt x="533351" y="128215"/>
                </a:moveTo>
                <a:cubicBezTo>
                  <a:pt x="537523" y="128215"/>
                  <a:pt x="541758" y="126978"/>
                  <a:pt x="546056" y="124502"/>
                </a:cubicBezTo>
                <a:cubicBezTo>
                  <a:pt x="550357" y="122027"/>
                  <a:pt x="554527" y="117858"/>
                  <a:pt x="558567" y="111994"/>
                </a:cubicBezTo>
                <a:lnTo>
                  <a:pt x="566384" y="73686"/>
                </a:lnTo>
                <a:cubicBezTo>
                  <a:pt x="564169" y="69516"/>
                  <a:pt x="561661" y="66520"/>
                  <a:pt x="558860" y="64697"/>
                </a:cubicBezTo>
                <a:cubicBezTo>
                  <a:pt x="556058" y="62871"/>
                  <a:pt x="553158" y="61959"/>
                  <a:pt x="550160" y="61959"/>
                </a:cubicBezTo>
                <a:cubicBezTo>
                  <a:pt x="546122" y="61959"/>
                  <a:pt x="542213" y="63164"/>
                  <a:pt x="538433" y="65573"/>
                </a:cubicBezTo>
                <a:cubicBezTo>
                  <a:pt x="534656" y="67983"/>
                  <a:pt x="531333" y="71274"/>
                  <a:pt x="528466" y="75445"/>
                </a:cubicBezTo>
                <a:cubicBezTo>
                  <a:pt x="525599" y="79615"/>
                  <a:pt x="523319" y="84468"/>
                  <a:pt x="521625" y="90005"/>
                </a:cubicBezTo>
                <a:cubicBezTo>
                  <a:pt x="519931" y="95542"/>
                  <a:pt x="519084" y="101373"/>
                  <a:pt x="519084" y="107497"/>
                </a:cubicBezTo>
                <a:cubicBezTo>
                  <a:pt x="519084" y="114533"/>
                  <a:pt x="520354" y="119745"/>
                  <a:pt x="522895" y="123133"/>
                </a:cubicBezTo>
                <a:cubicBezTo>
                  <a:pt x="525436" y="126521"/>
                  <a:pt x="528921" y="128215"/>
                  <a:pt x="533351" y="12821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;}">
            <a:extLst xmlns:a="http://schemas.openxmlformats.org/drawingml/2006/main">
              <a:ext uri="{FF2B5EF4-FFF2-40B4-BE49-F238E27FC236}">
                <a16:creationId xmlns:a16="http://schemas.microsoft.com/office/drawing/2014/main" id="{E0617D26-ABF9-4479-A82E-280B4576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6592" y="2907935"/>
            <a:ext cx="151906" cy="172778"/>
          </a:xfrm>
          <a:custGeom xmlns:a="http://schemas.openxmlformats.org/drawingml/2006/main">
            <a:pathLst>
              <a:path w="151906" h="172778">
                <a:moveTo>
                  <a:pt x="33423" y="72120"/>
                </a:moveTo>
                <a:cubicBezTo>
                  <a:pt x="29904" y="72120"/>
                  <a:pt x="27102" y="70981"/>
                  <a:pt x="25016" y="68702"/>
                </a:cubicBezTo>
                <a:cubicBezTo>
                  <a:pt x="22932" y="66421"/>
                  <a:pt x="21891" y="63522"/>
                  <a:pt x="21891" y="60002"/>
                </a:cubicBezTo>
                <a:cubicBezTo>
                  <a:pt x="21891" y="57919"/>
                  <a:pt x="22281" y="55867"/>
                  <a:pt x="23063" y="53847"/>
                </a:cubicBezTo>
                <a:cubicBezTo>
                  <a:pt x="23846" y="51827"/>
                  <a:pt x="24986" y="50035"/>
                  <a:pt x="26483" y="48473"/>
                </a:cubicBezTo>
                <a:cubicBezTo>
                  <a:pt x="27983" y="46908"/>
                  <a:pt x="29709" y="45637"/>
                  <a:pt x="31664" y="44661"/>
                </a:cubicBezTo>
                <a:cubicBezTo>
                  <a:pt x="33618" y="43683"/>
                  <a:pt x="35769" y="43194"/>
                  <a:pt x="38115" y="43194"/>
                </a:cubicBezTo>
                <a:cubicBezTo>
                  <a:pt x="41632" y="43194"/>
                  <a:pt x="44401" y="44367"/>
                  <a:pt x="46421" y="46713"/>
                </a:cubicBezTo>
                <a:cubicBezTo>
                  <a:pt x="48441" y="49057"/>
                  <a:pt x="49451" y="51989"/>
                  <a:pt x="49451" y="55508"/>
                </a:cubicBezTo>
                <a:cubicBezTo>
                  <a:pt x="49451" y="57592"/>
                  <a:pt x="49059" y="59644"/>
                  <a:pt x="48276" y="61664"/>
                </a:cubicBezTo>
                <a:cubicBezTo>
                  <a:pt x="47494" y="63684"/>
                  <a:pt x="46420" y="65476"/>
                  <a:pt x="45052" y="67041"/>
                </a:cubicBezTo>
                <a:cubicBezTo>
                  <a:pt x="43684" y="68604"/>
                  <a:pt x="41990" y="69841"/>
                  <a:pt x="39970" y="70754"/>
                </a:cubicBezTo>
                <a:cubicBezTo>
                  <a:pt x="37952" y="71665"/>
                  <a:pt x="35770" y="72120"/>
                  <a:pt x="33423" y="72120"/>
                </a:cubicBezTo>
                <a:moveTo>
                  <a:pt x="2541" y="172778"/>
                </a:moveTo>
                <a:lnTo>
                  <a:pt x="0" y="160857"/>
                </a:lnTo>
                <a:cubicBezTo>
                  <a:pt x="6907" y="158643"/>
                  <a:pt x="12315" y="155548"/>
                  <a:pt x="16224" y="151573"/>
                </a:cubicBezTo>
                <a:cubicBezTo>
                  <a:pt x="20133" y="147599"/>
                  <a:pt x="22608" y="143331"/>
                  <a:pt x="23650" y="138770"/>
                </a:cubicBezTo>
                <a:cubicBezTo>
                  <a:pt x="19873" y="138770"/>
                  <a:pt x="16778" y="137728"/>
                  <a:pt x="14366" y="135644"/>
                </a:cubicBezTo>
                <a:cubicBezTo>
                  <a:pt x="11956" y="133559"/>
                  <a:pt x="10751" y="130692"/>
                  <a:pt x="10751" y="127043"/>
                </a:cubicBezTo>
                <a:cubicBezTo>
                  <a:pt x="10751" y="123134"/>
                  <a:pt x="12119" y="119616"/>
                  <a:pt x="14855" y="116489"/>
                </a:cubicBezTo>
                <a:cubicBezTo>
                  <a:pt x="17591" y="113361"/>
                  <a:pt x="21305" y="111797"/>
                  <a:pt x="25997" y="111797"/>
                </a:cubicBezTo>
                <a:cubicBezTo>
                  <a:pt x="30427" y="111797"/>
                  <a:pt x="33814" y="113231"/>
                  <a:pt x="36158" y="116098"/>
                </a:cubicBezTo>
                <a:cubicBezTo>
                  <a:pt x="38504" y="118965"/>
                  <a:pt x="39678" y="122874"/>
                  <a:pt x="39678" y="127825"/>
                </a:cubicBezTo>
                <a:cubicBezTo>
                  <a:pt x="39678" y="133298"/>
                  <a:pt x="38798" y="138478"/>
                  <a:pt x="37038" y="143363"/>
                </a:cubicBezTo>
                <a:cubicBezTo>
                  <a:pt x="35281" y="148250"/>
                  <a:pt x="32772" y="152648"/>
                  <a:pt x="29514" y="156557"/>
                </a:cubicBezTo>
                <a:cubicBezTo>
                  <a:pt x="26257" y="160466"/>
                  <a:pt x="22348" y="163821"/>
                  <a:pt x="17787" y="166622"/>
                </a:cubicBezTo>
                <a:cubicBezTo>
                  <a:pt x="13226" y="169424"/>
                  <a:pt x="8144" y="171476"/>
                  <a:pt x="2541" y="172778"/>
                </a:cubicBezTo>
                <a:close/>
                <a:moveTo>
                  <a:pt x="86431" y="168087"/>
                </a:moveTo>
                <a:lnTo>
                  <a:pt x="88972" y="156557"/>
                </a:lnTo>
                <a:lnTo>
                  <a:pt x="93273" y="156557"/>
                </a:lnTo>
                <a:cubicBezTo>
                  <a:pt x="97832" y="156557"/>
                  <a:pt x="101154" y="155286"/>
                  <a:pt x="103240" y="152745"/>
                </a:cubicBezTo>
                <a:cubicBezTo>
                  <a:pt x="105325" y="150204"/>
                  <a:pt x="106889" y="146002"/>
                  <a:pt x="107931" y="140139"/>
                </a:cubicBezTo>
                <a:cubicBezTo>
                  <a:pt x="108973" y="134665"/>
                  <a:pt x="109917" y="129193"/>
                  <a:pt x="110764" y="123721"/>
                </a:cubicBezTo>
                <a:cubicBezTo>
                  <a:pt x="111611" y="118247"/>
                  <a:pt x="112556" y="112579"/>
                  <a:pt x="113598" y="106715"/>
                </a:cubicBezTo>
                <a:cubicBezTo>
                  <a:pt x="115031" y="99679"/>
                  <a:pt x="117149" y="94402"/>
                  <a:pt x="119950" y="90885"/>
                </a:cubicBezTo>
                <a:cubicBezTo>
                  <a:pt x="122751" y="87366"/>
                  <a:pt x="126563" y="85020"/>
                  <a:pt x="131384" y="83847"/>
                </a:cubicBezTo>
                <a:lnTo>
                  <a:pt x="131581" y="83065"/>
                </a:lnTo>
                <a:cubicBezTo>
                  <a:pt x="128062" y="82023"/>
                  <a:pt x="125553" y="80461"/>
                  <a:pt x="124054" y="78377"/>
                </a:cubicBezTo>
                <a:cubicBezTo>
                  <a:pt x="122557" y="76291"/>
                  <a:pt x="121808" y="73554"/>
                  <a:pt x="121808" y="70166"/>
                </a:cubicBezTo>
                <a:cubicBezTo>
                  <a:pt x="121808" y="66910"/>
                  <a:pt x="122296" y="63001"/>
                  <a:pt x="123272" y="58440"/>
                </a:cubicBezTo>
                <a:cubicBezTo>
                  <a:pt x="124251" y="53879"/>
                  <a:pt x="125358" y="49253"/>
                  <a:pt x="126595" y="44563"/>
                </a:cubicBezTo>
                <a:cubicBezTo>
                  <a:pt x="127833" y="39870"/>
                  <a:pt x="128941" y="35375"/>
                  <a:pt x="129917" y="31076"/>
                </a:cubicBezTo>
                <a:cubicBezTo>
                  <a:pt x="130895" y="26776"/>
                  <a:pt x="131384" y="23192"/>
                  <a:pt x="131384" y="20325"/>
                </a:cubicBezTo>
                <a:cubicBezTo>
                  <a:pt x="131384" y="17329"/>
                  <a:pt x="130732" y="15114"/>
                  <a:pt x="129428" y="13680"/>
                </a:cubicBezTo>
                <a:cubicBezTo>
                  <a:pt x="128126" y="12247"/>
                  <a:pt x="125586" y="11530"/>
                  <a:pt x="121808" y="11530"/>
                </a:cubicBezTo>
                <a:lnTo>
                  <a:pt x="117898" y="11530"/>
                </a:lnTo>
                <a:lnTo>
                  <a:pt x="120245" y="0"/>
                </a:lnTo>
                <a:lnTo>
                  <a:pt x="130603" y="0"/>
                </a:lnTo>
                <a:cubicBezTo>
                  <a:pt x="137119" y="0"/>
                  <a:pt x="141744" y="1368"/>
                  <a:pt x="144480" y="4104"/>
                </a:cubicBezTo>
                <a:cubicBezTo>
                  <a:pt x="147216" y="6840"/>
                  <a:pt x="148584" y="10944"/>
                  <a:pt x="148584" y="16418"/>
                </a:cubicBezTo>
                <a:cubicBezTo>
                  <a:pt x="148584" y="20196"/>
                  <a:pt x="148030" y="24431"/>
                  <a:pt x="146923" y="29123"/>
                </a:cubicBezTo>
                <a:cubicBezTo>
                  <a:pt x="145815" y="33813"/>
                  <a:pt x="144642" y="38503"/>
                  <a:pt x="143403" y="43194"/>
                </a:cubicBezTo>
                <a:cubicBezTo>
                  <a:pt x="142167" y="47884"/>
                  <a:pt x="140995" y="52315"/>
                  <a:pt x="139887" y="56486"/>
                </a:cubicBezTo>
                <a:cubicBezTo>
                  <a:pt x="138780" y="60656"/>
                  <a:pt x="138226" y="64043"/>
                  <a:pt x="138226" y="66647"/>
                </a:cubicBezTo>
                <a:cubicBezTo>
                  <a:pt x="138226" y="67951"/>
                  <a:pt x="138421" y="69255"/>
                  <a:pt x="138811" y="70557"/>
                </a:cubicBezTo>
                <a:cubicBezTo>
                  <a:pt x="139202" y="71859"/>
                  <a:pt x="139919" y="73032"/>
                  <a:pt x="140961" y="74076"/>
                </a:cubicBezTo>
                <a:cubicBezTo>
                  <a:pt x="142005" y="75118"/>
                  <a:pt x="143405" y="75965"/>
                  <a:pt x="145163" y="76617"/>
                </a:cubicBezTo>
                <a:cubicBezTo>
                  <a:pt x="146923" y="77267"/>
                  <a:pt x="149170" y="77658"/>
                  <a:pt x="151906" y="77789"/>
                </a:cubicBezTo>
                <a:lnTo>
                  <a:pt x="149171" y="90297"/>
                </a:lnTo>
                <a:cubicBezTo>
                  <a:pt x="145783" y="90429"/>
                  <a:pt x="142949" y="90951"/>
                  <a:pt x="140669" y="91863"/>
                </a:cubicBezTo>
                <a:cubicBezTo>
                  <a:pt x="138388" y="92774"/>
                  <a:pt x="136531" y="93979"/>
                  <a:pt x="135098" y="95478"/>
                </a:cubicBezTo>
                <a:cubicBezTo>
                  <a:pt x="133664" y="96977"/>
                  <a:pt x="132557" y="98606"/>
                  <a:pt x="131775" y="100366"/>
                </a:cubicBezTo>
                <a:cubicBezTo>
                  <a:pt x="130994" y="102124"/>
                  <a:pt x="130407" y="103914"/>
                  <a:pt x="130016" y="105737"/>
                </a:cubicBezTo>
                <a:cubicBezTo>
                  <a:pt x="128844" y="111863"/>
                  <a:pt x="127966" y="117597"/>
                  <a:pt x="127379" y="122940"/>
                </a:cubicBezTo>
                <a:cubicBezTo>
                  <a:pt x="126793" y="128282"/>
                  <a:pt x="125847" y="134341"/>
                  <a:pt x="124543" y="141117"/>
                </a:cubicBezTo>
                <a:cubicBezTo>
                  <a:pt x="123501" y="146328"/>
                  <a:pt x="122263" y="150660"/>
                  <a:pt x="120830" y="154111"/>
                </a:cubicBezTo>
                <a:cubicBezTo>
                  <a:pt x="119396" y="157565"/>
                  <a:pt x="117605" y="160335"/>
                  <a:pt x="115456" y="162420"/>
                </a:cubicBezTo>
                <a:cubicBezTo>
                  <a:pt x="113306" y="164506"/>
                  <a:pt x="110732" y="165971"/>
                  <a:pt x="107734" y="166816"/>
                </a:cubicBezTo>
                <a:cubicBezTo>
                  <a:pt x="104738" y="167663"/>
                  <a:pt x="101220" y="168087"/>
                  <a:pt x="97180" y="168087"/>
                </a:cubicBezTo>
                <a:lnTo>
                  <a:pt x="86431" y="168087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$gen=gen(">
            <a:extLst xmlns:a="http://schemas.openxmlformats.org/drawingml/2006/main">
              <a:ext uri="{FF2B5EF4-FFF2-40B4-BE49-F238E27FC236}">
                <a16:creationId xmlns:a16="http://schemas.microsoft.com/office/drawing/2014/main" id="{7E832CF1-176B-4FA6-BC00-3E8D1526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995" y="3139089"/>
            <a:ext cx="952637" cy="189590"/>
          </a:xfrm>
          <a:custGeom xmlns:a="http://schemas.openxmlformats.org/drawingml/2006/main">
            <a:pathLst>
              <a:path w="952637" h="189590">
                <a:moveTo>
                  <a:pt x="24822" y="168480"/>
                </a:moveTo>
                <a:lnTo>
                  <a:pt x="28926" y="148349"/>
                </a:lnTo>
                <a:cubicBezTo>
                  <a:pt x="23194" y="147045"/>
                  <a:pt x="17852" y="144797"/>
                  <a:pt x="12899" y="141606"/>
                </a:cubicBezTo>
                <a:cubicBezTo>
                  <a:pt x="7948" y="138413"/>
                  <a:pt x="3648" y="134666"/>
                  <a:pt x="0" y="130366"/>
                </a:cubicBezTo>
                <a:lnTo>
                  <a:pt x="13096" y="117467"/>
                </a:lnTo>
                <a:cubicBezTo>
                  <a:pt x="16092" y="121376"/>
                  <a:pt x="19772" y="124829"/>
                  <a:pt x="24136" y="127828"/>
                </a:cubicBezTo>
                <a:cubicBezTo>
                  <a:pt x="28503" y="130824"/>
                  <a:pt x="33422" y="132322"/>
                  <a:pt x="38896" y="132322"/>
                </a:cubicBezTo>
                <a:cubicBezTo>
                  <a:pt x="45149" y="132322"/>
                  <a:pt x="50133" y="130628"/>
                  <a:pt x="53847" y="127240"/>
                </a:cubicBezTo>
                <a:cubicBezTo>
                  <a:pt x="57561" y="123852"/>
                  <a:pt x="59418" y="119291"/>
                  <a:pt x="59418" y="113557"/>
                </a:cubicBezTo>
                <a:cubicBezTo>
                  <a:pt x="59418" y="109388"/>
                  <a:pt x="58408" y="105739"/>
                  <a:pt x="56388" y="102612"/>
                </a:cubicBezTo>
                <a:cubicBezTo>
                  <a:pt x="54368" y="99484"/>
                  <a:pt x="51860" y="96585"/>
                  <a:pt x="48863" y="93915"/>
                </a:cubicBezTo>
                <a:cubicBezTo>
                  <a:pt x="45867" y="91243"/>
                  <a:pt x="42642" y="88669"/>
                  <a:pt x="39188" y="86194"/>
                </a:cubicBezTo>
                <a:cubicBezTo>
                  <a:pt x="35735" y="83718"/>
                  <a:pt x="32510" y="81015"/>
                  <a:pt x="29514" y="78085"/>
                </a:cubicBezTo>
                <a:cubicBezTo>
                  <a:pt x="26517" y="75152"/>
                  <a:pt x="24009" y="71861"/>
                  <a:pt x="21989" y="68213"/>
                </a:cubicBezTo>
                <a:cubicBezTo>
                  <a:pt x="19969" y="64564"/>
                  <a:pt x="18959" y="60265"/>
                  <a:pt x="18959" y="55314"/>
                </a:cubicBezTo>
                <a:cubicBezTo>
                  <a:pt x="18959" y="50361"/>
                  <a:pt x="19806" y="45768"/>
                  <a:pt x="21500" y="41533"/>
                </a:cubicBezTo>
                <a:cubicBezTo>
                  <a:pt x="23194" y="37298"/>
                  <a:pt x="25605" y="33617"/>
                  <a:pt x="28732" y="30492"/>
                </a:cubicBezTo>
                <a:cubicBezTo>
                  <a:pt x="31860" y="27364"/>
                  <a:pt x="35573" y="24823"/>
                  <a:pt x="39871" y="22869"/>
                </a:cubicBezTo>
                <a:cubicBezTo>
                  <a:pt x="44172" y="20914"/>
                  <a:pt x="48993" y="19741"/>
                  <a:pt x="54336" y="19350"/>
                </a:cubicBezTo>
                <a:lnTo>
                  <a:pt x="58049" y="0"/>
                </a:lnTo>
                <a:lnTo>
                  <a:pt x="72513" y="0"/>
                </a:lnTo>
                <a:lnTo>
                  <a:pt x="68604" y="20522"/>
                </a:lnTo>
                <a:cubicBezTo>
                  <a:pt x="73165" y="21826"/>
                  <a:pt x="77400" y="23879"/>
                  <a:pt x="81309" y="26680"/>
                </a:cubicBezTo>
                <a:cubicBezTo>
                  <a:pt x="85217" y="29482"/>
                  <a:pt x="88736" y="32837"/>
                  <a:pt x="91863" y="36746"/>
                </a:cubicBezTo>
                <a:lnTo>
                  <a:pt x="78377" y="48666"/>
                </a:lnTo>
                <a:cubicBezTo>
                  <a:pt x="75770" y="45018"/>
                  <a:pt x="72676" y="42022"/>
                  <a:pt x="69093" y="39678"/>
                </a:cubicBezTo>
                <a:cubicBezTo>
                  <a:pt x="65510" y="37331"/>
                  <a:pt x="61698" y="36158"/>
                  <a:pt x="57658" y="36158"/>
                </a:cubicBezTo>
                <a:cubicBezTo>
                  <a:pt x="52187" y="36158"/>
                  <a:pt x="47821" y="37689"/>
                  <a:pt x="44563" y="40751"/>
                </a:cubicBezTo>
                <a:cubicBezTo>
                  <a:pt x="41306" y="43813"/>
                  <a:pt x="39678" y="47820"/>
                  <a:pt x="39678" y="52773"/>
                </a:cubicBezTo>
                <a:cubicBezTo>
                  <a:pt x="39678" y="56290"/>
                  <a:pt x="40687" y="59418"/>
                  <a:pt x="42705" y="62156"/>
                </a:cubicBezTo>
                <a:cubicBezTo>
                  <a:pt x="44725" y="64892"/>
                  <a:pt x="47233" y="67497"/>
                  <a:pt x="50229" y="69973"/>
                </a:cubicBezTo>
                <a:cubicBezTo>
                  <a:pt x="53227" y="72448"/>
                  <a:pt x="56452" y="74923"/>
                  <a:pt x="59904" y="77399"/>
                </a:cubicBezTo>
                <a:cubicBezTo>
                  <a:pt x="63358" y="79874"/>
                  <a:pt x="66583" y="82675"/>
                  <a:pt x="69579" y="85803"/>
                </a:cubicBezTo>
                <a:cubicBezTo>
                  <a:pt x="72577" y="88930"/>
                  <a:pt x="75086" y="92481"/>
                  <a:pt x="77106" y="96456"/>
                </a:cubicBezTo>
                <a:cubicBezTo>
                  <a:pt x="79126" y="100431"/>
                  <a:pt x="80136" y="105154"/>
                  <a:pt x="80136" y="110625"/>
                </a:cubicBezTo>
                <a:cubicBezTo>
                  <a:pt x="80136" y="115838"/>
                  <a:pt x="79257" y="120660"/>
                  <a:pt x="77497" y="125090"/>
                </a:cubicBezTo>
                <a:cubicBezTo>
                  <a:pt x="75737" y="129520"/>
                  <a:pt x="73261" y="133461"/>
                  <a:pt x="70068" y="136915"/>
                </a:cubicBezTo>
                <a:cubicBezTo>
                  <a:pt x="66877" y="140369"/>
                  <a:pt x="63001" y="143138"/>
                  <a:pt x="58440" y="145224"/>
                </a:cubicBezTo>
                <a:cubicBezTo>
                  <a:pt x="53879" y="147308"/>
                  <a:pt x="48797" y="148610"/>
                  <a:pt x="43194" y="149131"/>
                </a:cubicBezTo>
                <a:lnTo>
                  <a:pt x="39287" y="168480"/>
                </a:lnTo>
                <a:lnTo>
                  <a:pt x="24822" y="168480"/>
                </a:lnTo>
                <a:close/>
                <a:moveTo>
                  <a:pt x="128803" y="189590"/>
                </a:moveTo>
                <a:cubicBezTo>
                  <a:pt x="122679" y="189590"/>
                  <a:pt x="116653" y="188417"/>
                  <a:pt x="110724" y="186070"/>
                </a:cubicBezTo>
                <a:cubicBezTo>
                  <a:pt x="104795" y="183726"/>
                  <a:pt x="99290" y="180469"/>
                  <a:pt x="94208" y="176297"/>
                </a:cubicBezTo>
                <a:lnTo>
                  <a:pt x="103590" y="162226"/>
                </a:lnTo>
                <a:cubicBezTo>
                  <a:pt x="107239" y="165223"/>
                  <a:pt x="111212" y="167731"/>
                  <a:pt x="115511" y="169751"/>
                </a:cubicBezTo>
                <a:cubicBezTo>
                  <a:pt x="119811" y="171771"/>
                  <a:pt x="124438" y="172781"/>
                  <a:pt x="129391" y="172781"/>
                </a:cubicBezTo>
                <a:cubicBezTo>
                  <a:pt x="136688" y="172781"/>
                  <a:pt x="142584" y="170663"/>
                  <a:pt x="147079" y="166429"/>
                </a:cubicBezTo>
                <a:cubicBezTo>
                  <a:pt x="151575" y="162194"/>
                  <a:pt x="154800" y="156232"/>
                  <a:pt x="156754" y="148543"/>
                </a:cubicBezTo>
                <a:lnTo>
                  <a:pt x="161639" y="129975"/>
                </a:lnTo>
                <a:cubicBezTo>
                  <a:pt x="157078" y="134667"/>
                  <a:pt x="152159" y="138349"/>
                  <a:pt x="146882" y="141022"/>
                </a:cubicBezTo>
                <a:cubicBezTo>
                  <a:pt x="141605" y="143692"/>
                  <a:pt x="136100" y="145027"/>
                  <a:pt x="130366" y="145027"/>
                </a:cubicBezTo>
                <a:cubicBezTo>
                  <a:pt x="122288" y="145027"/>
                  <a:pt x="115610" y="142193"/>
                  <a:pt x="110333" y="136524"/>
                </a:cubicBezTo>
                <a:cubicBezTo>
                  <a:pt x="105056" y="130856"/>
                  <a:pt x="102418" y="122419"/>
                  <a:pt x="102418" y="111213"/>
                </a:cubicBezTo>
                <a:cubicBezTo>
                  <a:pt x="102418" y="102482"/>
                  <a:pt x="103819" y="94339"/>
                  <a:pt x="106620" y="86781"/>
                </a:cubicBezTo>
                <a:cubicBezTo>
                  <a:pt x="109422" y="79224"/>
                  <a:pt x="113168" y="72611"/>
                  <a:pt x="117858" y="66942"/>
                </a:cubicBezTo>
                <a:cubicBezTo>
                  <a:pt x="122548" y="61274"/>
                  <a:pt x="127922" y="56811"/>
                  <a:pt x="133981" y="53555"/>
                </a:cubicBezTo>
                <a:cubicBezTo>
                  <a:pt x="140041" y="50296"/>
                  <a:pt x="146329" y="48666"/>
                  <a:pt x="152844" y="48666"/>
                </a:cubicBezTo>
                <a:cubicBezTo>
                  <a:pt x="157534" y="48666"/>
                  <a:pt x="161801" y="49872"/>
                  <a:pt x="165644" y="52284"/>
                </a:cubicBezTo>
                <a:cubicBezTo>
                  <a:pt x="169490" y="54694"/>
                  <a:pt x="172455" y="57983"/>
                  <a:pt x="174541" y="62153"/>
                </a:cubicBezTo>
                <a:lnTo>
                  <a:pt x="175125" y="62153"/>
                </a:lnTo>
                <a:lnTo>
                  <a:pt x="179229" y="51014"/>
                </a:lnTo>
                <a:lnTo>
                  <a:pt x="196235" y="51014"/>
                </a:lnTo>
                <a:lnTo>
                  <a:pt x="176688" y="148349"/>
                </a:lnTo>
                <a:cubicBezTo>
                  <a:pt x="173952" y="161899"/>
                  <a:pt x="168480" y="172160"/>
                  <a:pt x="160270" y="179130"/>
                </a:cubicBezTo>
                <a:cubicBezTo>
                  <a:pt x="152063" y="186103"/>
                  <a:pt x="141574" y="189590"/>
                  <a:pt x="128803" y="189590"/>
                </a:cubicBezTo>
                <a:moveTo>
                  <a:pt x="137989" y="127631"/>
                </a:moveTo>
                <a:cubicBezTo>
                  <a:pt x="141769" y="127631"/>
                  <a:pt x="145906" y="126491"/>
                  <a:pt x="150402" y="124210"/>
                </a:cubicBezTo>
                <a:cubicBezTo>
                  <a:pt x="154897" y="121929"/>
                  <a:pt x="159034" y="118248"/>
                  <a:pt x="162811" y="113166"/>
                </a:cubicBezTo>
                <a:lnTo>
                  <a:pt x="170043" y="77595"/>
                </a:lnTo>
                <a:cubicBezTo>
                  <a:pt x="167829" y="73426"/>
                  <a:pt x="165353" y="70430"/>
                  <a:pt x="162617" y="68607"/>
                </a:cubicBezTo>
                <a:cubicBezTo>
                  <a:pt x="159881" y="66781"/>
                  <a:pt x="157014" y="65869"/>
                  <a:pt x="154016" y="65869"/>
                </a:cubicBezTo>
                <a:cubicBezTo>
                  <a:pt x="150107" y="65869"/>
                  <a:pt x="146361" y="67009"/>
                  <a:pt x="142779" y="69290"/>
                </a:cubicBezTo>
                <a:cubicBezTo>
                  <a:pt x="139196" y="71568"/>
                  <a:pt x="136004" y="74662"/>
                  <a:pt x="133202" y="78571"/>
                </a:cubicBezTo>
                <a:cubicBezTo>
                  <a:pt x="130401" y="82480"/>
                  <a:pt x="128185" y="87008"/>
                  <a:pt x="126554" y="92155"/>
                </a:cubicBezTo>
                <a:cubicBezTo>
                  <a:pt x="124926" y="97303"/>
                  <a:pt x="124112" y="102743"/>
                  <a:pt x="124112" y="108475"/>
                </a:cubicBezTo>
                <a:cubicBezTo>
                  <a:pt x="124112" y="114990"/>
                  <a:pt x="125382" y="119812"/>
                  <a:pt x="127923" y="122940"/>
                </a:cubicBezTo>
                <a:cubicBezTo>
                  <a:pt x="130464" y="126067"/>
                  <a:pt x="133820" y="127631"/>
                  <a:pt x="137989" y="127631"/>
                </a:cubicBezTo>
                <a:close/>
                <a:moveTo>
                  <a:pt x="207963" y="108672"/>
                </a:moveTo>
                <a:cubicBezTo>
                  <a:pt x="207963" y="99681"/>
                  <a:pt x="209494" y="91504"/>
                  <a:pt x="212556" y="84142"/>
                </a:cubicBezTo>
                <a:cubicBezTo>
                  <a:pt x="215618" y="76779"/>
                  <a:pt x="219657" y="70460"/>
                  <a:pt x="224673" y="65183"/>
                </a:cubicBezTo>
                <a:cubicBezTo>
                  <a:pt x="229690" y="59906"/>
                  <a:pt x="235325" y="55834"/>
                  <a:pt x="241580" y="52967"/>
                </a:cubicBezTo>
                <a:cubicBezTo>
                  <a:pt x="247835" y="50100"/>
                  <a:pt x="254089" y="48666"/>
                  <a:pt x="260342" y="48666"/>
                </a:cubicBezTo>
                <a:cubicBezTo>
                  <a:pt x="265945" y="48666"/>
                  <a:pt x="270668" y="49579"/>
                  <a:pt x="274512" y="51404"/>
                </a:cubicBezTo>
                <a:cubicBezTo>
                  <a:pt x="278357" y="53227"/>
                  <a:pt x="281484" y="55736"/>
                  <a:pt x="283894" y="58929"/>
                </a:cubicBezTo>
                <a:cubicBezTo>
                  <a:pt x="286306" y="62122"/>
                  <a:pt x="288066" y="65869"/>
                  <a:pt x="289173" y="70169"/>
                </a:cubicBezTo>
                <a:cubicBezTo>
                  <a:pt x="290280" y="74468"/>
                  <a:pt x="290834" y="79093"/>
                  <a:pt x="290834" y="84043"/>
                </a:cubicBezTo>
                <a:cubicBezTo>
                  <a:pt x="290834" y="88215"/>
                  <a:pt x="290312" y="92255"/>
                  <a:pt x="289268" y="96164"/>
                </a:cubicBezTo>
                <a:cubicBezTo>
                  <a:pt x="288227" y="100073"/>
                  <a:pt x="287381" y="102808"/>
                  <a:pt x="286730" y="104371"/>
                </a:cubicBezTo>
                <a:lnTo>
                  <a:pt x="228288" y="104371"/>
                </a:lnTo>
                <a:cubicBezTo>
                  <a:pt x="227767" y="109453"/>
                  <a:pt x="228027" y="113818"/>
                  <a:pt x="229069" y="117467"/>
                </a:cubicBezTo>
                <a:cubicBezTo>
                  <a:pt x="230113" y="121115"/>
                  <a:pt x="231710" y="124113"/>
                  <a:pt x="233859" y="126459"/>
                </a:cubicBezTo>
                <a:cubicBezTo>
                  <a:pt x="236010" y="128803"/>
                  <a:pt x="238649" y="130529"/>
                  <a:pt x="241774" y="131636"/>
                </a:cubicBezTo>
                <a:cubicBezTo>
                  <a:pt x="244902" y="132744"/>
                  <a:pt x="248290" y="133297"/>
                  <a:pt x="251938" y="133297"/>
                </a:cubicBezTo>
                <a:cubicBezTo>
                  <a:pt x="255326" y="133297"/>
                  <a:pt x="258779" y="132516"/>
                  <a:pt x="262296" y="130953"/>
                </a:cubicBezTo>
                <a:cubicBezTo>
                  <a:pt x="265815" y="129390"/>
                  <a:pt x="268878" y="127632"/>
                  <a:pt x="271485" y="125677"/>
                </a:cubicBezTo>
                <a:lnTo>
                  <a:pt x="279301" y="139164"/>
                </a:lnTo>
                <a:cubicBezTo>
                  <a:pt x="275392" y="141899"/>
                  <a:pt x="270669" y="144277"/>
                  <a:pt x="265132" y="146297"/>
                </a:cubicBezTo>
                <a:cubicBezTo>
                  <a:pt x="259595" y="148316"/>
                  <a:pt x="253373" y="149325"/>
                  <a:pt x="246465" y="149325"/>
                </a:cubicBezTo>
                <a:cubicBezTo>
                  <a:pt x="240733" y="149325"/>
                  <a:pt x="235521" y="148413"/>
                  <a:pt x="230829" y="146590"/>
                </a:cubicBezTo>
                <a:cubicBezTo>
                  <a:pt x="226138" y="144765"/>
                  <a:pt x="222099" y="142126"/>
                  <a:pt x="218711" y="138675"/>
                </a:cubicBezTo>
                <a:cubicBezTo>
                  <a:pt x="215323" y="135221"/>
                  <a:pt x="212685" y="130986"/>
                  <a:pt x="210796" y="125970"/>
                </a:cubicBezTo>
                <a:cubicBezTo>
                  <a:pt x="208907" y="120953"/>
                  <a:pt x="207963" y="115187"/>
                  <a:pt x="207963" y="108672"/>
                </a:cubicBezTo>
                <a:moveTo>
                  <a:pt x="230047" y="91082"/>
                </a:moveTo>
                <a:lnTo>
                  <a:pt x="272463" y="91082"/>
                </a:lnTo>
                <a:cubicBezTo>
                  <a:pt x="272723" y="89777"/>
                  <a:pt x="272951" y="88441"/>
                  <a:pt x="273146" y="87073"/>
                </a:cubicBezTo>
                <a:cubicBezTo>
                  <a:pt x="273341" y="85706"/>
                  <a:pt x="273438" y="84240"/>
                  <a:pt x="273438" y="82677"/>
                </a:cubicBezTo>
                <a:cubicBezTo>
                  <a:pt x="273438" y="77985"/>
                  <a:pt x="272298" y="73848"/>
                  <a:pt x="270017" y="70265"/>
                </a:cubicBezTo>
                <a:cubicBezTo>
                  <a:pt x="267737" y="66682"/>
                  <a:pt x="263665" y="64891"/>
                  <a:pt x="257801" y="64891"/>
                </a:cubicBezTo>
                <a:cubicBezTo>
                  <a:pt x="251938" y="64891"/>
                  <a:pt x="246433" y="67204"/>
                  <a:pt x="241285" y="71831"/>
                </a:cubicBezTo>
                <a:cubicBezTo>
                  <a:pt x="236139" y="76455"/>
                  <a:pt x="232394" y="82872"/>
                  <a:pt x="230047" y="91082"/>
                </a:cubicBezTo>
                <a:close/>
                <a:moveTo>
                  <a:pt x="300802" y="146980"/>
                </a:moveTo>
                <a:lnTo>
                  <a:pt x="319955" y="51014"/>
                </a:lnTo>
                <a:lnTo>
                  <a:pt x="336961" y="51014"/>
                </a:lnTo>
                <a:lnTo>
                  <a:pt x="335982" y="64500"/>
                </a:lnTo>
                <a:lnTo>
                  <a:pt x="336764" y="64500"/>
                </a:lnTo>
                <a:cubicBezTo>
                  <a:pt x="341846" y="60199"/>
                  <a:pt x="347091" y="56485"/>
                  <a:pt x="352499" y="53358"/>
                </a:cubicBezTo>
                <a:cubicBezTo>
                  <a:pt x="357907" y="50230"/>
                  <a:pt x="363673" y="48666"/>
                  <a:pt x="369796" y="48666"/>
                </a:cubicBezTo>
                <a:cubicBezTo>
                  <a:pt x="377875" y="48666"/>
                  <a:pt x="383672" y="50752"/>
                  <a:pt x="387190" y="54923"/>
                </a:cubicBezTo>
                <a:cubicBezTo>
                  <a:pt x="390709" y="59093"/>
                  <a:pt x="392468" y="65086"/>
                  <a:pt x="392468" y="72904"/>
                </a:cubicBezTo>
                <a:cubicBezTo>
                  <a:pt x="392468" y="75119"/>
                  <a:pt x="392371" y="77269"/>
                  <a:pt x="392176" y="79355"/>
                </a:cubicBezTo>
                <a:cubicBezTo>
                  <a:pt x="391981" y="81439"/>
                  <a:pt x="391558" y="83784"/>
                  <a:pt x="390906" y="86390"/>
                </a:cubicBezTo>
                <a:lnTo>
                  <a:pt x="378788" y="146980"/>
                </a:lnTo>
                <a:lnTo>
                  <a:pt x="357873" y="146980"/>
                </a:lnTo>
                <a:lnTo>
                  <a:pt x="369600" y="89125"/>
                </a:lnTo>
                <a:cubicBezTo>
                  <a:pt x="369991" y="86910"/>
                  <a:pt x="370350" y="85022"/>
                  <a:pt x="370676" y="83459"/>
                </a:cubicBezTo>
                <a:cubicBezTo>
                  <a:pt x="371002" y="81894"/>
                  <a:pt x="371165" y="80395"/>
                  <a:pt x="371165" y="78961"/>
                </a:cubicBezTo>
                <a:cubicBezTo>
                  <a:pt x="371165" y="70754"/>
                  <a:pt x="367126" y="66650"/>
                  <a:pt x="359048" y="66650"/>
                </a:cubicBezTo>
                <a:cubicBezTo>
                  <a:pt x="355660" y="66650"/>
                  <a:pt x="352043" y="67823"/>
                  <a:pt x="348198" y="70169"/>
                </a:cubicBezTo>
                <a:cubicBezTo>
                  <a:pt x="344355" y="72513"/>
                  <a:pt x="339892" y="76291"/>
                  <a:pt x="334810" y="81502"/>
                </a:cubicBezTo>
                <a:lnTo>
                  <a:pt x="321911" y="146980"/>
                </a:lnTo>
                <a:lnTo>
                  <a:pt x="300802" y="146980"/>
                </a:lnTo>
                <a:close/>
                <a:moveTo>
                  <a:pt x="449738" y="68213"/>
                </a:moveTo>
                <a:lnTo>
                  <a:pt x="449738" y="53164"/>
                </a:lnTo>
                <a:lnTo>
                  <a:pt x="532609" y="53164"/>
                </a:lnTo>
                <a:lnTo>
                  <a:pt x="532609" y="68213"/>
                </a:lnTo>
                <a:lnTo>
                  <a:pt x="449738" y="68213"/>
                </a:lnTo>
                <a:moveTo>
                  <a:pt x="449738" y="111601"/>
                </a:moveTo>
                <a:lnTo>
                  <a:pt x="449738" y="96551"/>
                </a:lnTo>
                <a:lnTo>
                  <a:pt x="532609" y="96551"/>
                </a:lnTo>
                <a:lnTo>
                  <a:pt x="532609" y="111601"/>
                </a:lnTo>
                <a:lnTo>
                  <a:pt x="449738" y="111601"/>
                </a:lnTo>
                <a:close/>
                <a:moveTo>
                  <a:pt x="609226" y="189590"/>
                </a:moveTo>
                <a:cubicBezTo>
                  <a:pt x="603103" y="189590"/>
                  <a:pt x="597076" y="188417"/>
                  <a:pt x="591147" y="186070"/>
                </a:cubicBezTo>
                <a:cubicBezTo>
                  <a:pt x="585218" y="183726"/>
                  <a:pt x="579713" y="180469"/>
                  <a:pt x="574631" y="176297"/>
                </a:cubicBezTo>
                <a:lnTo>
                  <a:pt x="584013" y="162226"/>
                </a:lnTo>
                <a:cubicBezTo>
                  <a:pt x="587662" y="165223"/>
                  <a:pt x="591635" y="167731"/>
                  <a:pt x="595934" y="169751"/>
                </a:cubicBezTo>
                <a:cubicBezTo>
                  <a:pt x="600234" y="171771"/>
                  <a:pt x="604861" y="172781"/>
                  <a:pt x="609814" y="172781"/>
                </a:cubicBezTo>
                <a:cubicBezTo>
                  <a:pt x="617111" y="172781"/>
                  <a:pt x="623007" y="170663"/>
                  <a:pt x="627502" y="166429"/>
                </a:cubicBezTo>
                <a:cubicBezTo>
                  <a:pt x="631998" y="162194"/>
                  <a:pt x="635223" y="156232"/>
                  <a:pt x="637177" y="148543"/>
                </a:cubicBezTo>
                <a:lnTo>
                  <a:pt x="642062" y="129975"/>
                </a:lnTo>
                <a:cubicBezTo>
                  <a:pt x="637501" y="134667"/>
                  <a:pt x="632582" y="138349"/>
                  <a:pt x="627305" y="141022"/>
                </a:cubicBezTo>
                <a:cubicBezTo>
                  <a:pt x="622029" y="143692"/>
                  <a:pt x="616523" y="145027"/>
                  <a:pt x="610789" y="145027"/>
                </a:cubicBezTo>
                <a:cubicBezTo>
                  <a:pt x="602711" y="145027"/>
                  <a:pt x="596033" y="142193"/>
                  <a:pt x="590756" y="136524"/>
                </a:cubicBezTo>
                <a:cubicBezTo>
                  <a:pt x="585480" y="130856"/>
                  <a:pt x="582841" y="122419"/>
                  <a:pt x="582841" y="111213"/>
                </a:cubicBezTo>
                <a:cubicBezTo>
                  <a:pt x="582841" y="102482"/>
                  <a:pt x="584242" y="94339"/>
                  <a:pt x="587043" y="86781"/>
                </a:cubicBezTo>
                <a:cubicBezTo>
                  <a:pt x="589845" y="79224"/>
                  <a:pt x="593591" y="72611"/>
                  <a:pt x="598281" y="66942"/>
                </a:cubicBezTo>
                <a:cubicBezTo>
                  <a:pt x="602971" y="61274"/>
                  <a:pt x="608346" y="56811"/>
                  <a:pt x="614404" y="53555"/>
                </a:cubicBezTo>
                <a:cubicBezTo>
                  <a:pt x="620464" y="50296"/>
                  <a:pt x="626752" y="48666"/>
                  <a:pt x="633267" y="48666"/>
                </a:cubicBezTo>
                <a:cubicBezTo>
                  <a:pt x="637958" y="48666"/>
                  <a:pt x="642224" y="49872"/>
                  <a:pt x="646068" y="52284"/>
                </a:cubicBezTo>
                <a:cubicBezTo>
                  <a:pt x="649913" y="54694"/>
                  <a:pt x="652878" y="57983"/>
                  <a:pt x="654964" y="62153"/>
                </a:cubicBezTo>
                <a:lnTo>
                  <a:pt x="655549" y="62153"/>
                </a:lnTo>
                <a:lnTo>
                  <a:pt x="659652" y="51014"/>
                </a:lnTo>
                <a:lnTo>
                  <a:pt x="676658" y="51014"/>
                </a:lnTo>
                <a:lnTo>
                  <a:pt x="657111" y="148349"/>
                </a:lnTo>
                <a:cubicBezTo>
                  <a:pt x="654376" y="161899"/>
                  <a:pt x="648903" y="172160"/>
                  <a:pt x="640693" y="179130"/>
                </a:cubicBezTo>
                <a:cubicBezTo>
                  <a:pt x="632486" y="186103"/>
                  <a:pt x="621997" y="189590"/>
                  <a:pt x="609226" y="189590"/>
                </a:cubicBezTo>
                <a:moveTo>
                  <a:pt x="618412" y="127631"/>
                </a:moveTo>
                <a:cubicBezTo>
                  <a:pt x="622192" y="127631"/>
                  <a:pt x="626329" y="126491"/>
                  <a:pt x="630825" y="124210"/>
                </a:cubicBezTo>
                <a:cubicBezTo>
                  <a:pt x="635320" y="121929"/>
                  <a:pt x="639457" y="118248"/>
                  <a:pt x="643234" y="113166"/>
                </a:cubicBezTo>
                <a:lnTo>
                  <a:pt x="650467" y="77595"/>
                </a:lnTo>
                <a:cubicBezTo>
                  <a:pt x="648252" y="73426"/>
                  <a:pt x="645776" y="70430"/>
                  <a:pt x="643041" y="68607"/>
                </a:cubicBezTo>
                <a:cubicBezTo>
                  <a:pt x="640305" y="66781"/>
                  <a:pt x="637438" y="65869"/>
                  <a:pt x="634439" y="65869"/>
                </a:cubicBezTo>
                <a:cubicBezTo>
                  <a:pt x="630530" y="65869"/>
                  <a:pt x="626785" y="67009"/>
                  <a:pt x="623202" y="69290"/>
                </a:cubicBezTo>
                <a:cubicBezTo>
                  <a:pt x="619619" y="71568"/>
                  <a:pt x="616427" y="74662"/>
                  <a:pt x="613625" y="78571"/>
                </a:cubicBezTo>
                <a:cubicBezTo>
                  <a:pt x="610824" y="82480"/>
                  <a:pt x="608608" y="87008"/>
                  <a:pt x="606978" y="92155"/>
                </a:cubicBezTo>
                <a:cubicBezTo>
                  <a:pt x="605349" y="97303"/>
                  <a:pt x="604535" y="102743"/>
                  <a:pt x="604535" y="108475"/>
                </a:cubicBezTo>
                <a:cubicBezTo>
                  <a:pt x="604535" y="114990"/>
                  <a:pt x="605806" y="119812"/>
                  <a:pt x="608347" y="122940"/>
                </a:cubicBezTo>
                <a:cubicBezTo>
                  <a:pt x="610888" y="126067"/>
                  <a:pt x="614243" y="127631"/>
                  <a:pt x="618412" y="127631"/>
                </a:cubicBezTo>
                <a:close/>
                <a:moveTo>
                  <a:pt x="688386" y="108672"/>
                </a:moveTo>
                <a:cubicBezTo>
                  <a:pt x="688386" y="99681"/>
                  <a:pt x="689917" y="91504"/>
                  <a:pt x="692979" y="84142"/>
                </a:cubicBezTo>
                <a:cubicBezTo>
                  <a:pt x="696041" y="76779"/>
                  <a:pt x="700080" y="70460"/>
                  <a:pt x="705096" y="65183"/>
                </a:cubicBezTo>
                <a:cubicBezTo>
                  <a:pt x="710113" y="59906"/>
                  <a:pt x="715748" y="55834"/>
                  <a:pt x="722003" y="52967"/>
                </a:cubicBezTo>
                <a:cubicBezTo>
                  <a:pt x="728258" y="50100"/>
                  <a:pt x="734513" y="48666"/>
                  <a:pt x="740766" y="48666"/>
                </a:cubicBezTo>
                <a:cubicBezTo>
                  <a:pt x="746368" y="48666"/>
                  <a:pt x="751092" y="49579"/>
                  <a:pt x="754935" y="51404"/>
                </a:cubicBezTo>
                <a:cubicBezTo>
                  <a:pt x="758780" y="53227"/>
                  <a:pt x="761908" y="55736"/>
                  <a:pt x="764317" y="58929"/>
                </a:cubicBezTo>
                <a:cubicBezTo>
                  <a:pt x="766729" y="62122"/>
                  <a:pt x="768489" y="65869"/>
                  <a:pt x="769596" y="70169"/>
                </a:cubicBezTo>
                <a:cubicBezTo>
                  <a:pt x="770704" y="74468"/>
                  <a:pt x="771257" y="79093"/>
                  <a:pt x="771257" y="84043"/>
                </a:cubicBezTo>
                <a:cubicBezTo>
                  <a:pt x="771257" y="88215"/>
                  <a:pt x="770735" y="92255"/>
                  <a:pt x="769692" y="96164"/>
                </a:cubicBezTo>
                <a:cubicBezTo>
                  <a:pt x="768650" y="100073"/>
                  <a:pt x="767804" y="102808"/>
                  <a:pt x="767154" y="104371"/>
                </a:cubicBezTo>
                <a:lnTo>
                  <a:pt x="708711" y="104371"/>
                </a:lnTo>
                <a:cubicBezTo>
                  <a:pt x="708190" y="109453"/>
                  <a:pt x="708451" y="113818"/>
                  <a:pt x="709492" y="117467"/>
                </a:cubicBezTo>
                <a:cubicBezTo>
                  <a:pt x="710536" y="121115"/>
                  <a:pt x="712133" y="124113"/>
                  <a:pt x="714282" y="126459"/>
                </a:cubicBezTo>
                <a:cubicBezTo>
                  <a:pt x="716433" y="128803"/>
                  <a:pt x="719072" y="130529"/>
                  <a:pt x="722197" y="131636"/>
                </a:cubicBezTo>
                <a:cubicBezTo>
                  <a:pt x="725325" y="132744"/>
                  <a:pt x="728713" y="133297"/>
                  <a:pt x="732361" y="133297"/>
                </a:cubicBezTo>
                <a:cubicBezTo>
                  <a:pt x="735749" y="133297"/>
                  <a:pt x="739202" y="132516"/>
                  <a:pt x="742719" y="130953"/>
                </a:cubicBezTo>
                <a:cubicBezTo>
                  <a:pt x="746238" y="129390"/>
                  <a:pt x="749301" y="127632"/>
                  <a:pt x="751908" y="125677"/>
                </a:cubicBezTo>
                <a:lnTo>
                  <a:pt x="759725" y="139164"/>
                </a:lnTo>
                <a:cubicBezTo>
                  <a:pt x="755816" y="141899"/>
                  <a:pt x="751093" y="144277"/>
                  <a:pt x="745555" y="146297"/>
                </a:cubicBezTo>
                <a:cubicBezTo>
                  <a:pt x="740018" y="148316"/>
                  <a:pt x="733796" y="149325"/>
                  <a:pt x="726889" y="149325"/>
                </a:cubicBezTo>
                <a:cubicBezTo>
                  <a:pt x="721156" y="149325"/>
                  <a:pt x="715944" y="148413"/>
                  <a:pt x="711252" y="146590"/>
                </a:cubicBezTo>
                <a:cubicBezTo>
                  <a:pt x="706562" y="144765"/>
                  <a:pt x="702523" y="142126"/>
                  <a:pt x="699135" y="138675"/>
                </a:cubicBezTo>
                <a:cubicBezTo>
                  <a:pt x="695747" y="135221"/>
                  <a:pt x="693108" y="130986"/>
                  <a:pt x="691219" y="125970"/>
                </a:cubicBezTo>
                <a:cubicBezTo>
                  <a:pt x="689331" y="120953"/>
                  <a:pt x="688386" y="115187"/>
                  <a:pt x="688386" y="108672"/>
                </a:cubicBezTo>
                <a:moveTo>
                  <a:pt x="710471" y="91082"/>
                </a:moveTo>
                <a:lnTo>
                  <a:pt x="752886" y="91082"/>
                </a:lnTo>
                <a:cubicBezTo>
                  <a:pt x="753146" y="89777"/>
                  <a:pt x="753374" y="88441"/>
                  <a:pt x="753569" y="87073"/>
                </a:cubicBezTo>
                <a:cubicBezTo>
                  <a:pt x="753764" y="85706"/>
                  <a:pt x="753861" y="84240"/>
                  <a:pt x="753861" y="82677"/>
                </a:cubicBezTo>
                <a:cubicBezTo>
                  <a:pt x="753861" y="77985"/>
                  <a:pt x="752721" y="73848"/>
                  <a:pt x="750440" y="70265"/>
                </a:cubicBezTo>
                <a:cubicBezTo>
                  <a:pt x="748160" y="66682"/>
                  <a:pt x="744088" y="64891"/>
                  <a:pt x="738225" y="64891"/>
                </a:cubicBezTo>
                <a:cubicBezTo>
                  <a:pt x="732361" y="64891"/>
                  <a:pt x="726856" y="67204"/>
                  <a:pt x="721708" y="71831"/>
                </a:cubicBezTo>
                <a:cubicBezTo>
                  <a:pt x="716563" y="76455"/>
                  <a:pt x="712817" y="82872"/>
                  <a:pt x="710471" y="91082"/>
                </a:cubicBezTo>
                <a:close/>
                <a:moveTo>
                  <a:pt x="781226" y="146980"/>
                </a:moveTo>
                <a:lnTo>
                  <a:pt x="800379" y="51014"/>
                </a:lnTo>
                <a:lnTo>
                  <a:pt x="817385" y="51014"/>
                </a:lnTo>
                <a:lnTo>
                  <a:pt x="816406" y="64500"/>
                </a:lnTo>
                <a:lnTo>
                  <a:pt x="817188" y="64500"/>
                </a:lnTo>
                <a:cubicBezTo>
                  <a:pt x="822270" y="60199"/>
                  <a:pt x="827515" y="56485"/>
                  <a:pt x="832923" y="53358"/>
                </a:cubicBezTo>
                <a:cubicBezTo>
                  <a:pt x="838331" y="50230"/>
                  <a:pt x="844097" y="48666"/>
                  <a:pt x="850221" y="48666"/>
                </a:cubicBezTo>
                <a:cubicBezTo>
                  <a:pt x="858299" y="48666"/>
                  <a:pt x="864097" y="50752"/>
                  <a:pt x="867614" y="54923"/>
                </a:cubicBezTo>
                <a:cubicBezTo>
                  <a:pt x="871133" y="59093"/>
                  <a:pt x="872893" y="65086"/>
                  <a:pt x="872893" y="72904"/>
                </a:cubicBezTo>
                <a:cubicBezTo>
                  <a:pt x="872893" y="75119"/>
                  <a:pt x="872795" y="77269"/>
                  <a:pt x="872600" y="79355"/>
                </a:cubicBezTo>
                <a:cubicBezTo>
                  <a:pt x="872405" y="81439"/>
                  <a:pt x="871982" y="83784"/>
                  <a:pt x="871330" y="86390"/>
                </a:cubicBezTo>
                <a:lnTo>
                  <a:pt x="859212" y="146980"/>
                </a:lnTo>
                <a:lnTo>
                  <a:pt x="838297" y="146980"/>
                </a:lnTo>
                <a:lnTo>
                  <a:pt x="850024" y="89125"/>
                </a:lnTo>
                <a:cubicBezTo>
                  <a:pt x="850415" y="86910"/>
                  <a:pt x="850774" y="85022"/>
                  <a:pt x="851100" y="83459"/>
                </a:cubicBezTo>
                <a:cubicBezTo>
                  <a:pt x="851426" y="81894"/>
                  <a:pt x="851589" y="80395"/>
                  <a:pt x="851589" y="78961"/>
                </a:cubicBezTo>
                <a:cubicBezTo>
                  <a:pt x="851589" y="70754"/>
                  <a:pt x="847550" y="66650"/>
                  <a:pt x="839472" y="66650"/>
                </a:cubicBezTo>
                <a:cubicBezTo>
                  <a:pt x="836084" y="66650"/>
                  <a:pt x="832467" y="67823"/>
                  <a:pt x="828622" y="70169"/>
                </a:cubicBezTo>
                <a:cubicBezTo>
                  <a:pt x="824779" y="72513"/>
                  <a:pt x="820316" y="76291"/>
                  <a:pt x="815234" y="81502"/>
                </a:cubicBezTo>
                <a:lnTo>
                  <a:pt x="802335" y="146980"/>
                </a:lnTo>
                <a:lnTo>
                  <a:pt x="781226" y="146980"/>
                </a:lnTo>
                <a:close/>
                <a:moveTo>
                  <a:pt x="905924" y="181770"/>
                </a:moveTo>
                <a:cubicBezTo>
                  <a:pt x="902927" y="173431"/>
                  <a:pt x="900289" y="163919"/>
                  <a:pt x="898008" y="153234"/>
                </a:cubicBezTo>
                <a:cubicBezTo>
                  <a:pt x="895728" y="142550"/>
                  <a:pt x="894588" y="131865"/>
                  <a:pt x="894588" y="121180"/>
                </a:cubicBezTo>
                <a:cubicBezTo>
                  <a:pt x="894588" y="109845"/>
                  <a:pt x="895598" y="99095"/>
                  <a:pt x="897618" y="88931"/>
                </a:cubicBezTo>
                <a:cubicBezTo>
                  <a:pt x="899638" y="78768"/>
                  <a:pt x="902602" y="68930"/>
                  <a:pt x="906511" y="59418"/>
                </a:cubicBezTo>
                <a:cubicBezTo>
                  <a:pt x="910420" y="49906"/>
                  <a:pt x="915209" y="40590"/>
                  <a:pt x="920877" y="31470"/>
                </a:cubicBezTo>
                <a:cubicBezTo>
                  <a:pt x="926546" y="22348"/>
                  <a:pt x="933028" y="13161"/>
                  <a:pt x="940325" y="3910"/>
                </a:cubicBezTo>
                <a:lnTo>
                  <a:pt x="952637" y="10358"/>
                </a:lnTo>
                <a:cubicBezTo>
                  <a:pt x="938826" y="28340"/>
                  <a:pt x="928565" y="46647"/>
                  <a:pt x="921852" y="65281"/>
                </a:cubicBezTo>
                <a:cubicBezTo>
                  <a:pt x="915142" y="83915"/>
                  <a:pt x="911787" y="103135"/>
                  <a:pt x="911787" y="122940"/>
                </a:cubicBezTo>
                <a:cubicBezTo>
                  <a:pt x="911787" y="127240"/>
                  <a:pt x="911950" y="131768"/>
                  <a:pt x="912276" y="136524"/>
                </a:cubicBezTo>
                <a:cubicBezTo>
                  <a:pt x="912602" y="141280"/>
                  <a:pt x="913058" y="146003"/>
                  <a:pt x="913645" y="150693"/>
                </a:cubicBezTo>
                <a:cubicBezTo>
                  <a:pt x="914232" y="155384"/>
                  <a:pt x="915013" y="159911"/>
                  <a:pt x="915989" y="164275"/>
                </a:cubicBezTo>
                <a:cubicBezTo>
                  <a:pt x="916967" y="168641"/>
                  <a:pt x="918173" y="172649"/>
                  <a:pt x="919607" y="176297"/>
                </a:cubicBezTo>
                <a:lnTo>
                  <a:pt x="905924" y="18177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);">
            <a:extLst xmlns:a="http://schemas.openxmlformats.org/drawingml/2006/main">
              <a:ext uri="{FF2B5EF4-FFF2-40B4-BE49-F238E27FC236}">
                <a16:creationId xmlns:a16="http://schemas.microsoft.com/office/drawing/2014/main" id="{9BA08A85-4C64-4528-945B-51B0357A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2238" y="3142999"/>
            <a:ext cx="111016" cy="177860"/>
          </a:xfrm>
          <a:custGeom xmlns:a="http://schemas.openxmlformats.org/drawingml/2006/main">
            <a:pathLst>
              <a:path w="111016" h="177860">
                <a:moveTo>
                  <a:pt x="12117" y="177860"/>
                </a:moveTo>
                <a:lnTo>
                  <a:pt x="0" y="171215"/>
                </a:lnTo>
                <a:cubicBezTo>
                  <a:pt x="13810" y="153365"/>
                  <a:pt x="24038" y="135091"/>
                  <a:pt x="30683" y="116393"/>
                </a:cubicBezTo>
                <a:cubicBezTo>
                  <a:pt x="37329" y="97694"/>
                  <a:pt x="40653" y="78440"/>
                  <a:pt x="40653" y="58634"/>
                </a:cubicBezTo>
                <a:cubicBezTo>
                  <a:pt x="40653" y="54335"/>
                  <a:pt x="40490" y="49808"/>
                  <a:pt x="40164" y="45052"/>
                </a:cubicBezTo>
                <a:cubicBezTo>
                  <a:pt x="39838" y="40296"/>
                  <a:pt x="39381" y="35573"/>
                  <a:pt x="38795" y="30882"/>
                </a:cubicBezTo>
                <a:cubicBezTo>
                  <a:pt x="38210" y="26190"/>
                  <a:pt x="37429" y="21662"/>
                  <a:pt x="36451" y="17298"/>
                </a:cubicBezTo>
                <a:cubicBezTo>
                  <a:pt x="35474" y="12932"/>
                  <a:pt x="34334" y="8924"/>
                  <a:pt x="33030" y="5276"/>
                </a:cubicBezTo>
                <a:lnTo>
                  <a:pt x="46516" y="0"/>
                </a:lnTo>
                <a:cubicBezTo>
                  <a:pt x="48081" y="4169"/>
                  <a:pt x="49547" y="8632"/>
                  <a:pt x="50915" y="13388"/>
                </a:cubicBezTo>
                <a:cubicBezTo>
                  <a:pt x="52283" y="18144"/>
                  <a:pt x="53488" y="23128"/>
                  <a:pt x="54530" y="28342"/>
                </a:cubicBezTo>
                <a:cubicBezTo>
                  <a:pt x="55572" y="33553"/>
                  <a:pt x="56386" y="38862"/>
                  <a:pt x="56972" y="44270"/>
                </a:cubicBezTo>
                <a:cubicBezTo>
                  <a:pt x="57559" y="49676"/>
                  <a:pt x="57852" y="55051"/>
                  <a:pt x="57852" y="60393"/>
                </a:cubicBezTo>
                <a:cubicBezTo>
                  <a:pt x="57852" y="71730"/>
                  <a:pt x="56842" y="82513"/>
                  <a:pt x="54822" y="92743"/>
                </a:cubicBezTo>
                <a:cubicBezTo>
                  <a:pt x="52804" y="102971"/>
                  <a:pt x="49840" y="112840"/>
                  <a:pt x="45932" y="122352"/>
                </a:cubicBezTo>
                <a:cubicBezTo>
                  <a:pt x="42023" y="131864"/>
                  <a:pt x="37234" y="141180"/>
                  <a:pt x="31565" y="150300"/>
                </a:cubicBezTo>
                <a:cubicBezTo>
                  <a:pt x="25897" y="159422"/>
                  <a:pt x="19414" y="168609"/>
                  <a:pt x="12117" y="177860"/>
                </a:cubicBezTo>
                <a:close/>
                <a:moveTo>
                  <a:pt x="94989" y="76811"/>
                </a:moveTo>
                <a:cubicBezTo>
                  <a:pt x="91470" y="76811"/>
                  <a:pt x="88667" y="75672"/>
                  <a:pt x="86581" y="73393"/>
                </a:cubicBezTo>
                <a:cubicBezTo>
                  <a:pt x="84498" y="71113"/>
                  <a:pt x="83456" y="68213"/>
                  <a:pt x="83456" y="64694"/>
                </a:cubicBezTo>
                <a:cubicBezTo>
                  <a:pt x="83456" y="62610"/>
                  <a:pt x="83847" y="60558"/>
                  <a:pt x="84628" y="58538"/>
                </a:cubicBezTo>
                <a:cubicBezTo>
                  <a:pt x="85411" y="56518"/>
                  <a:pt x="86552" y="54727"/>
                  <a:pt x="88049" y="53164"/>
                </a:cubicBezTo>
                <a:cubicBezTo>
                  <a:pt x="89548" y="51599"/>
                  <a:pt x="91275" y="50329"/>
                  <a:pt x="93229" y="49352"/>
                </a:cubicBezTo>
                <a:cubicBezTo>
                  <a:pt x="95184" y="48374"/>
                  <a:pt x="97334" y="47885"/>
                  <a:pt x="99680" y="47885"/>
                </a:cubicBezTo>
                <a:cubicBezTo>
                  <a:pt x="103197" y="47885"/>
                  <a:pt x="105966" y="49058"/>
                  <a:pt x="107986" y="51404"/>
                </a:cubicBezTo>
                <a:cubicBezTo>
                  <a:pt x="110006" y="53748"/>
                  <a:pt x="111016" y="56680"/>
                  <a:pt x="111016" y="60199"/>
                </a:cubicBezTo>
                <a:cubicBezTo>
                  <a:pt x="111016" y="62283"/>
                  <a:pt x="110624" y="64335"/>
                  <a:pt x="109841" y="66355"/>
                </a:cubicBezTo>
                <a:cubicBezTo>
                  <a:pt x="109060" y="68375"/>
                  <a:pt x="107985" y="70167"/>
                  <a:pt x="106617" y="71732"/>
                </a:cubicBezTo>
                <a:cubicBezTo>
                  <a:pt x="105249" y="73295"/>
                  <a:pt x="103555" y="74533"/>
                  <a:pt x="101535" y="75445"/>
                </a:cubicBezTo>
                <a:cubicBezTo>
                  <a:pt x="99517" y="76356"/>
                  <a:pt x="97335" y="76811"/>
                  <a:pt x="94989" y="76811"/>
                </a:cubicBezTo>
                <a:moveTo>
                  <a:pt x="64106" y="177469"/>
                </a:moveTo>
                <a:lnTo>
                  <a:pt x="61565" y="165549"/>
                </a:lnTo>
                <a:cubicBezTo>
                  <a:pt x="68472" y="163334"/>
                  <a:pt x="73880" y="160239"/>
                  <a:pt x="77789" y="156265"/>
                </a:cubicBezTo>
                <a:cubicBezTo>
                  <a:pt x="81698" y="152290"/>
                  <a:pt x="84174" y="148022"/>
                  <a:pt x="85215" y="143461"/>
                </a:cubicBezTo>
                <a:cubicBezTo>
                  <a:pt x="81438" y="143461"/>
                  <a:pt x="78343" y="142419"/>
                  <a:pt x="75931" y="140336"/>
                </a:cubicBezTo>
                <a:cubicBezTo>
                  <a:pt x="73522" y="138250"/>
                  <a:pt x="72317" y="135383"/>
                  <a:pt x="72317" y="131735"/>
                </a:cubicBezTo>
                <a:cubicBezTo>
                  <a:pt x="72317" y="127826"/>
                  <a:pt x="73685" y="124307"/>
                  <a:pt x="76420" y="121180"/>
                </a:cubicBezTo>
                <a:cubicBezTo>
                  <a:pt x="79156" y="118052"/>
                  <a:pt x="82870" y="116489"/>
                  <a:pt x="87563" y="116489"/>
                </a:cubicBezTo>
                <a:cubicBezTo>
                  <a:pt x="91992" y="116489"/>
                  <a:pt x="95379" y="117922"/>
                  <a:pt x="97724" y="120789"/>
                </a:cubicBezTo>
                <a:cubicBezTo>
                  <a:pt x="100070" y="123656"/>
                  <a:pt x="101243" y="127565"/>
                  <a:pt x="101243" y="132516"/>
                </a:cubicBezTo>
                <a:cubicBezTo>
                  <a:pt x="101243" y="137990"/>
                  <a:pt x="100363" y="143169"/>
                  <a:pt x="98603" y="148054"/>
                </a:cubicBezTo>
                <a:cubicBezTo>
                  <a:pt x="96846" y="152941"/>
                  <a:pt x="94338" y="157339"/>
                  <a:pt x="91079" y="161248"/>
                </a:cubicBezTo>
                <a:cubicBezTo>
                  <a:pt x="87822" y="165157"/>
                  <a:pt x="83913" y="168512"/>
                  <a:pt x="79352" y="171314"/>
                </a:cubicBezTo>
                <a:cubicBezTo>
                  <a:pt x="74791" y="174115"/>
                  <a:pt x="69709" y="176167"/>
                  <a:pt x="64106" y="17746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clone$f">
            <a:extLst xmlns:a="http://schemas.openxmlformats.org/drawingml/2006/main">
              <a:ext uri="{FF2B5EF4-FFF2-40B4-BE49-F238E27FC236}">
                <a16:creationId xmlns:a16="http://schemas.microsoft.com/office/drawing/2014/main" id="{EEA2EFB2-7951-4340-BFFA-079E83DA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296" y="3378846"/>
            <a:ext cx="653854" cy="168480"/>
          </a:xfrm>
          <a:custGeom xmlns:a="http://schemas.openxmlformats.org/drawingml/2006/main">
            <a:pathLst>
              <a:path w="653854" h="168480">
                <a:moveTo>
                  <a:pt x="36549" y="149325"/>
                </a:moveTo>
                <a:cubicBezTo>
                  <a:pt x="31207" y="149325"/>
                  <a:pt x="26319" y="148446"/>
                  <a:pt x="21888" y="146688"/>
                </a:cubicBezTo>
                <a:cubicBezTo>
                  <a:pt x="17458" y="144929"/>
                  <a:pt x="13615" y="142388"/>
                  <a:pt x="10358" y="139065"/>
                </a:cubicBezTo>
                <a:cubicBezTo>
                  <a:pt x="7101" y="135743"/>
                  <a:pt x="4560" y="131671"/>
                  <a:pt x="2735" y="126849"/>
                </a:cubicBezTo>
                <a:cubicBezTo>
                  <a:pt x="912" y="122028"/>
                  <a:pt x="0" y="116490"/>
                  <a:pt x="0" y="110235"/>
                </a:cubicBezTo>
                <a:cubicBezTo>
                  <a:pt x="0" y="101635"/>
                  <a:pt x="1465" y="93590"/>
                  <a:pt x="4396" y="86098"/>
                </a:cubicBezTo>
                <a:cubicBezTo>
                  <a:pt x="7329" y="78604"/>
                  <a:pt x="11303" y="72089"/>
                  <a:pt x="16320" y="66552"/>
                </a:cubicBezTo>
                <a:cubicBezTo>
                  <a:pt x="21336" y="61014"/>
                  <a:pt x="27199" y="56649"/>
                  <a:pt x="33910" y="53456"/>
                </a:cubicBezTo>
                <a:cubicBezTo>
                  <a:pt x="40620" y="50263"/>
                  <a:pt x="47689" y="48666"/>
                  <a:pt x="55117" y="48666"/>
                </a:cubicBezTo>
                <a:cubicBezTo>
                  <a:pt x="60981" y="48666"/>
                  <a:pt x="65997" y="49839"/>
                  <a:pt x="70166" y="52186"/>
                </a:cubicBezTo>
                <a:cubicBezTo>
                  <a:pt x="74336" y="54532"/>
                  <a:pt x="77724" y="57269"/>
                  <a:pt x="80330" y="60396"/>
                </a:cubicBezTo>
                <a:lnTo>
                  <a:pt x="68604" y="73098"/>
                </a:lnTo>
                <a:cubicBezTo>
                  <a:pt x="66389" y="70493"/>
                  <a:pt x="64173" y="68605"/>
                  <a:pt x="61956" y="67432"/>
                </a:cubicBezTo>
                <a:cubicBezTo>
                  <a:pt x="59741" y="66258"/>
                  <a:pt x="57005" y="65672"/>
                  <a:pt x="53748" y="65672"/>
                </a:cubicBezTo>
                <a:cubicBezTo>
                  <a:pt x="49448" y="65672"/>
                  <a:pt x="45343" y="66845"/>
                  <a:pt x="41434" y="69191"/>
                </a:cubicBezTo>
                <a:cubicBezTo>
                  <a:pt x="37525" y="71535"/>
                  <a:pt x="34104" y="74695"/>
                  <a:pt x="31172" y="78669"/>
                </a:cubicBezTo>
                <a:cubicBezTo>
                  <a:pt x="28241" y="82644"/>
                  <a:pt x="25896" y="87269"/>
                  <a:pt x="24136" y="92546"/>
                </a:cubicBezTo>
                <a:cubicBezTo>
                  <a:pt x="22379" y="97823"/>
                  <a:pt x="21500" y="103459"/>
                  <a:pt x="21500" y="109453"/>
                </a:cubicBezTo>
                <a:cubicBezTo>
                  <a:pt x="21500" y="116750"/>
                  <a:pt x="23096" y="122386"/>
                  <a:pt x="26287" y="126360"/>
                </a:cubicBezTo>
                <a:cubicBezTo>
                  <a:pt x="29480" y="130335"/>
                  <a:pt x="34334" y="132322"/>
                  <a:pt x="40850" y="132322"/>
                </a:cubicBezTo>
                <a:cubicBezTo>
                  <a:pt x="44627" y="132322"/>
                  <a:pt x="47981" y="131572"/>
                  <a:pt x="50912" y="130073"/>
                </a:cubicBezTo>
                <a:cubicBezTo>
                  <a:pt x="53845" y="128574"/>
                  <a:pt x="56550" y="126847"/>
                  <a:pt x="59027" y="124893"/>
                </a:cubicBezTo>
                <a:lnTo>
                  <a:pt x="68016" y="138185"/>
                </a:lnTo>
                <a:cubicBezTo>
                  <a:pt x="64368" y="140792"/>
                  <a:pt x="60035" y="143300"/>
                  <a:pt x="55019" y="145710"/>
                </a:cubicBezTo>
                <a:cubicBezTo>
                  <a:pt x="50003" y="148120"/>
                  <a:pt x="43846" y="149325"/>
                  <a:pt x="36549" y="149325"/>
                </a:cubicBezTo>
                <a:close/>
                <a:moveTo>
                  <a:pt x="104449" y="149325"/>
                </a:moveTo>
                <a:cubicBezTo>
                  <a:pt x="98847" y="149325"/>
                  <a:pt x="94742" y="147957"/>
                  <a:pt x="92135" y="145221"/>
                </a:cubicBezTo>
                <a:cubicBezTo>
                  <a:pt x="89529" y="142485"/>
                  <a:pt x="88225" y="138642"/>
                  <a:pt x="88225" y="133691"/>
                </a:cubicBezTo>
                <a:cubicBezTo>
                  <a:pt x="88225" y="130693"/>
                  <a:pt x="88682" y="127305"/>
                  <a:pt x="89594" y="123527"/>
                </a:cubicBezTo>
                <a:lnTo>
                  <a:pt x="112463" y="8992"/>
                </a:lnTo>
                <a:lnTo>
                  <a:pt x="133376" y="8992"/>
                </a:lnTo>
                <a:lnTo>
                  <a:pt x="110313" y="124502"/>
                </a:lnTo>
                <a:cubicBezTo>
                  <a:pt x="110052" y="125546"/>
                  <a:pt x="109922" y="126328"/>
                  <a:pt x="109922" y="126849"/>
                </a:cubicBezTo>
                <a:cubicBezTo>
                  <a:pt x="109922" y="127370"/>
                  <a:pt x="109922" y="127827"/>
                  <a:pt x="109922" y="128218"/>
                </a:cubicBezTo>
                <a:cubicBezTo>
                  <a:pt x="109922" y="130954"/>
                  <a:pt x="111030" y="132322"/>
                  <a:pt x="113245" y="132322"/>
                </a:cubicBezTo>
                <a:cubicBezTo>
                  <a:pt x="113897" y="132322"/>
                  <a:pt x="114418" y="132289"/>
                  <a:pt x="114807" y="132224"/>
                </a:cubicBezTo>
                <a:cubicBezTo>
                  <a:pt x="115199" y="132158"/>
                  <a:pt x="115851" y="131995"/>
                  <a:pt x="116764" y="131735"/>
                </a:cubicBezTo>
                <a:lnTo>
                  <a:pt x="116373" y="147371"/>
                </a:lnTo>
                <a:cubicBezTo>
                  <a:pt x="114939" y="148023"/>
                  <a:pt x="113246" y="148511"/>
                  <a:pt x="111291" y="148835"/>
                </a:cubicBezTo>
                <a:cubicBezTo>
                  <a:pt x="109337" y="149162"/>
                  <a:pt x="107056" y="149325"/>
                  <a:pt x="104449" y="149325"/>
                </a:cubicBezTo>
                <a:close/>
                <a:moveTo>
                  <a:pt x="174303" y="149325"/>
                </a:moveTo>
                <a:cubicBezTo>
                  <a:pt x="168960" y="149325"/>
                  <a:pt x="164074" y="148413"/>
                  <a:pt x="159644" y="146590"/>
                </a:cubicBezTo>
                <a:cubicBezTo>
                  <a:pt x="155215" y="144765"/>
                  <a:pt x="151436" y="142159"/>
                  <a:pt x="148308" y="138773"/>
                </a:cubicBezTo>
                <a:cubicBezTo>
                  <a:pt x="145181" y="135385"/>
                  <a:pt x="142770" y="131280"/>
                  <a:pt x="141076" y="126459"/>
                </a:cubicBezTo>
                <a:cubicBezTo>
                  <a:pt x="139382" y="121637"/>
                  <a:pt x="138535" y="116229"/>
                  <a:pt x="138535" y="110235"/>
                </a:cubicBezTo>
                <a:cubicBezTo>
                  <a:pt x="138535" y="101114"/>
                  <a:pt x="140066" y="92743"/>
                  <a:pt x="143128" y="85120"/>
                </a:cubicBezTo>
                <a:cubicBezTo>
                  <a:pt x="146190" y="77497"/>
                  <a:pt x="150196" y="71014"/>
                  <a:pt x="155147" y="65672"/>
                </a:cubicBezTo>
                <a:cubicBezTo>
                  <a:pt x="160100" y="60329"/>
                  <a:pt x="165735" y="56160"/>
                  <a:pt x="172054" y="53164"/>
                </a:cubicBezTo>
                <a:cubicBezTo>
                  <a:pt x="178375" y="50166"/>
                  <a:pt x="184793" y="48666"/>
                  <a:pt x="191308" y="48666"/>
                </a:cubicBezTo>
                <a:cubicBezTo>
                  <a:pt x="202254" y="48666"/>
                  <a:pt x="210984" y="52153"/>
                  <a:pt x="217500" y="59126"/>
                </a:cubicBezTo>
                <a:cubicBezTo>
                  <a:pt x="224015" y="66096"/>
                  <a:pt x="227273" y="75641"/>
                  <a:pt x="227273" y="87759"/>
                </a:cubicBezTo>
                <a:cubicBezTo>
                  <a:pt x="227273" y="96880"/>
                  <a:pt x="225741" y="105218"/>
                  <a:pt x="222677" y="112776"/>
                </a:cubicBezTo>
                <a:cubicBezTo>
                  <a:pt x="219615" y="120333"/>
                  <a:pt x="215609" y="126816"/>
                  <a:pt x="210658" y="132224"/>
                </a:cubicBezTo>
                <a:cubicBezTo>
                  <a:pt x="205707" y="137632"/>
                  <a:pt x="200072" y="141834"/>
                  <a:pt x="193751" y="144830"/>
                </a:cubicBezTo>
                <a:cubicBezTo>
                  <a:pt x="187432" y="147826"/>
                  <a:pt x="180950" y="149325"/>
                  <a:pt x="174303" y="149325"/>
                </a:cubicBezTo>
                <a:moveTo>
                  <a:pt x="176650" y="132322"/>
                </a:moveTo>
                <a:cubicBezTo>
                  <a:pt x="180428" y="132322"/>
                  <a:pt x="184075" y="131182"/>
                  <a:pt x="187592" y="128901"/>
                </a:cubicBezTo>
                <a:cubicBezTo>
                  <a:pt x="191111" y="126621"/>
                  <a:pt x="194239" y="123493"/>
                  <a:pt x="196975" y="119519"/>
                </a:cubicBezTo>
                <a:cubicBezTo>
                  <a:pt x="199713" y="115544"/>
                  <a:pt x="201896" y="110886"/>
                  <a:pt x="203524" y="105543"/>
                </a:cubicBezTo>
                <a:cubicBezTo>
                  <a:pt x="205152" y="100201"/>
                  <a:pt x="205967" y="94468"/>
                  <a:pt x="205967" y="88344"/>
                </a:cubicBezTo>
                <a:cubicBezTo>
                  <a:pt x="205967" y="81047"/>
                  <a:pt x="204533" y="75444"/>
                  <a:pt x="201666" y="71535"/>
                </a:cubicBezTo>
                <a:cubicBezTo>
                  <a:pt x="198801" y="67626"/>
                  <a:pt x="194632" y="65672"/>
                  <a:pt x="189158" y="65672"/>
                </a:cubicBezTo>
                <a:cubicBezTo>
                  <a:pt x="185380" y="65672"/>
                  <a:pt x="181699" y="66812"/>
                  <a:pt x="178114" y="69093"/>
                </a:cubicBezTo>
                <a:cubicBezTo>
                  <a:pt x="174531" y="71373"/>
                  <a:pt x="171372" y="74468"/>
                  <a:pt x="168636" y="78377"/>
                </a:cubicBezTo>
                <a:cubicBezTo>
                  <a:pt x="165900" y="82286"/>
                  <a:pt x="163717" y="86911"/>
                  <a:pt x="162087" y="92254"/>
                </a:cubicBezTo>
                <a:cubicBezTo>
                  <a:pt x="160459" y="97596"/>
                  <a:pt x="159644" y="103329"/>
                  <a:pt x="159644" y="109453"/>
                </a:cubicBezTo>
                <a:cubicBezTo>
                  <a:pt x="159644" y="116750"/>
                  <a:pt x="161078" y="122386"/>
                  <a:pt x="163945" y="126360"/>
                </a:cubicBezTo>
                <a:cubicBezTo>
                  <a:pt x="166812" y="130335"/>
                  <a:pt x="171047" y="132322"/>
                  <a:pt x="176650" y="132322"/>
                </a:cubicBezTo>
                <a:close/>
                <a:moveTo>
                  <a:pt x="239273" y="146980"/>
                </a:moveTo>
                <a:lnTo>
                  <a:pt x="258426" y="51014"/>
                </a:lnTo>
                <a:lnTo>
                  <a:pt x="275431" y="51014"/>
                </a:lnTo>
                <a:lnTo>
                  <a:pt x="274453" y="64500"/>
                </a:lnTo>
                <a:lnTo>
                  <a:pt x="275234" y="64500"/>
                </a:lnTo>
                <a:cubicBezTo>
                  <a:pt x="280316" y="60199"/>
                  <a:pt x="285561" y="56485"/>
                  <a:pt x="290969" y="53358"/>
                </a:cubicBezTo>
                <a:cubicBezTo>
                  <a:pt x="296377" y="50230"/>
                  <a:pt x="302143" y="48666"/>
                  <a:pt x="308267" y="48666"/>
                </a:cubicBezTo>
                <a:cubicBezTo>
                  <a:pt x="316345" y="48666"/>
                  <a:pt x="322143" y="50752"/>
                  <a:pt x="325660" y="54923"/>
                </a:cubicBezTo>
                <a:cubicBezTo>
                  <a:pt x="329179" y="59093"/>
                  <a:pt x="330939" y="65086"/>
                  <a:pt x="330939" y="72904"/>
                </a:cubicBezTo>
                <a:cubicBezTo>
                  <a:pt x="330939" y="75119"/>
                  <a:pt x="330842" y="77269"/>
                  <a:pt x="330647" y="79355"/>
                </a:cubicBezTo>
                <a:cubicBezTo>
                  <a:pt x="330452" y="81439"/>
                  <a:pt x="330028" y="83784"/>
                  <a:pt x="329376" y="86390"/>
                </a:cubicBezTo>
                <a:lnTo>
                  <a:pt x="317259" y="146980"/>
                </a:lnTo>
                <a:lnTo>
                  <a:pt x="296343" y="146980"/>
                </a:lnTo>
                <a:lnTo>
                  <a:pt x="308070" y="89125"/>
                </a:lnTo>
                <a:cubicBezTo>
                  <a:pt x="308462" y="86910"/>
                  <a:pt x="308821" y="85022"/>
                  <a:pt x="309147" y="83459"/>
                </a:cubicBezTo>
                <a:cubicBezTo>
                  <a:pt x="309473" y="81894"/>
                  <a:pt x="309636" y="80395"/>
                  <a:pt x="309636" y="78961"/>
                </a:cubicBezTo>
                <a:cubicBezTo>
                  <a:pt x="309636" y="70754"/>
                  <a:pt x="305597" y="66650"/>
                  <a:pt x="297519" y="66650"/>
                </a:cubicBezTo>
                <a:cubicBezTo>
                  <a:pt x="294131" y="66650"/>
                  <a:pt x="290514" y="67823"/>
                  <a:pt x="286669" y="70169"/>
                </a:cubicBezTo>
                <a:cubicBezTo>
                  <a:pt x="282825" y="72513"/>
                  <a:pt x="278363" y="76291"/>
                  <a:pt x="273281" y="81502"/>
                </a:cubicBezTo>
                <a:lnTo>
                  <a:pt x="260382" y="146980"/>
                </a:lnTo>
                <a:lnTo>
                  <a:pt x="239273" y="146980"/>
                </a:lnTo>
                <a:close/>
                <a:moveTo>
                  <a:pt x="347242" y="108672"/>
                </a:moveTo>
                <a:cubicBezTo>
                  <a:pt x="347242" y="99681"/>
                  <a:pt x="348773" y="91504"/>
                  <a:pt x="351835" y="84142"/>
                </a:cubicBezTo>
                <a:cubicBezTo>
                  <a:pt x="354896" y="76779"/>
                  <a:pt x="358936" y="70460"/>
                  <a:pt x="363952" y="65183"/>
                </a:cubicBezTo>
                <a:cubicBezTo>
                  <a:pt x="368968" y="59906"/>
                  <a:pt x="374604" y="55834"/>
                  <a:pt x="380859" y="52967"/>
                </a:cubicBezTo>
                <a:cubicBezTo>
                  <a:pt x="387114" y="50100"/>
                  <a:pt x="393368" y="48666"/>
                  <a:pt x="399621" y="48666"/>
                </a:cubicBezTo>
                <a:cubicBezTo>
                  <a:pt x="405224" y="48666"/>
                  <a:pt x="409947" y="49579"/>
                  <a:pt x="413790" y="51404"/>
                </a:cubicBezTo>
                <a:cubicBezTo>
                  <a:pt x="417636" y="53227"/>
                  <a:pt x="420763" y="55736"/>
                  <a:pt x="423173" y="58929"/>
                </a:cubicBezTo>
                <a:cubicBezTo>
                  <a:pt x="425585" y="62122"/>
                  <a:pt x="427344" y="65869"/>
                  <a:pt x="428452" y="70169"/>
                </a:cubicBezTo>
                <a:cubicBezTo>
                  <a:pt x="429559" y="74468"/>
                  <a:pt x="430113" y="79093"/>
                  <a:pt x="430113" y="84043"/>
                </a:cubicBezTo>
                <a:cubicBezTo>
                  <a:pt x="430113" y="88215"/>
                  <a:pt x="429591" y="92255"/>
                  <a:pt x="428547" y="96164"/>
                </a:cubicBezTo>
                <a:cubicBezTo>
                  <a:pt x="427505" y="100073"/>
                  <a:pt x="426659" y="102808"/>
                  <a:pt x="426009" y="104371"/>
                </a:cubicBezTo>
                <a:lnTo>
                  <a:pt x="367567" y="104371"/>
                </a:lnTo>
                <a:cubicBezTo>
                  <a:pt x="367046" y="109453"/>
                  <a:pt x="367306" y="113818"/>
                  <a:pt x="368348" y="117467"/>
                </a:cubicBezTo>
                <a:cubicBezTo>
                  <a:pt x="369392" y="121115"/>
                  <a:pt x="370988" y="124113"/>
                  <a:pt x="373138" y="126459"/>
                </a:cubicBezTo>
                <a:cubicBezTo>
                  <a:pt x="375289" y="128803"/>
                  <a:pt x="377927" y="130529"/>
                  <a:pt x="381053" y="131636"/>
                </a:cubicBezTo>
                <a:cubicBezTo>
                  <a:pt x="384180" y="132744"/>
                  <a:pt x="387568" y="133297"/>
                  <a:pt x="391217" y="133297"/>
                </a:cubicBezTo>
                <a:cubicBezTo>
                  <a:pt x="394605" y="133297"/>
                  <a:pt x="398057" y="132516"/>
                  <a:pt x="401575" y="130953"/>
                </a:cubicBezTo>
                <a:cubicBezTo>
                  <a:pt x="405094" y="129390"/>
                  <a:pt x="408157" y="127632"/>
                  <a:pt x="410763" y="125677"/>
                </a:cubicBezTo>
                <a:lnTo>
                  <a:pt x="418580" y="139164"/>
                </a:lnTo>
                <a:cubicBezTo>
                  <a:pt x="414671" y="141899"/>
                  <a:pt x="409948" y="144277"/>
                  <a:pt x="404411" y="146297"/>
                </a:cubicBezTo>
                <a:cubicBezTo>
                  <a:pt x="398874" y="148316"/>
                  <a:pt x="392651" y="149325"/>
                  <a:pt x="385744" y="149325"/>
                </a:cubicBezTo>
                <a:cubicBezTo>
                  <a:pt x="380012" y="149325"/>
                  <a:pt x="374800" y="148413"/>
                  <a:pt x="370108" y="146590"/>
                </a:cubicBezTo>
                <a:cubicBezTo>
                  <a:pt x="365417" y="144765"/>
                  <a:pt x="361378" y="142126"/>
                  <a:pt x="357990" y="138675"/>
                </a:cubicBezTo>
                <a:cubicBezTo>
                  <a:pt x="354602" y="135221"/>
                  <a:pt x="351964" y="130986"/>
                  <a:pt x="350075" y="125970"/>
                </a:cubicBezTo>
                <a:cubicBezTo>
                  <a:pt x="348186" y="120953"/>
                  <a:pt x="347242" y="115187"/>
                  <a:pt x="347242" y="108672"/>
                </a:cubicBezTo>
                <a:moveTo>
                  <a:pt x="369326" y="91082"/>
                </a:moveTo>
                <a:lnTo>
                  <a:pt x="411742" y="91082"/>
                </a:lnTo>
                <a:cubicBezTo>
                  <a:pt x="412002" y="89777"/>
                  <a:pt x="412230" y="88441"/>
                  <a:pt x="412424" y="87073"/>
                </a:cubicBezTo>
                <a:cubicBezTo>
                  <a:pt x="412619" y="85706"/>
                  <a:pt x="412717" y="84240"/>
                  <a:pt x="412717" y="82677"/>
                </a:cubicBezTo>
                <a:cubicBezTo>
                  <a:pt x="412717" y="77985"/>
                  <a:pt x="411577" y="73848"/>
                  <a:pt x="409296" y="70265"/>
                </a:cubicBezTo>
                <a:cubicBezTo>
                  <a:pt x="407015" y="66682"/>
                  <a:pt x="402944" y="64891"/>
                  <a:pt x="397080" y="64891"/>
                </a:cubicBezTo>
                <a:cubicBezTo>
                  <a:pt x="391217" y="64891"/>
                  <a:pt x="385711" y="67204"/>
                  <a:pt x="380564" y="71831"/>
                </a:cubicBezTo>
                <a:cubicBezTo>
                  <a:pt x="375418" y="76455"/>
                  <a:pt x="371672" y="82872"/>
                  <a:pt x="369326" y="91082"/>
                </a:cubicBezTo>
                <a:close/>
                <a:moveTo>
                  <a:pt x="501010" y="168480"/>
                </a:moveTo>
                <a:lnTo>
                  <a:pt x="505114" y="148349"/>
                </a:lnTo>
                <a:cubicBezTo>
                  <a:pt x="499382" y="147045"/>
                  <a:pt x="494040" y="144797"/>
                  <a:pt x="489087" y="141606"/>
                </a:cubicBezTo>
                <a:cubicBezTo>
                  <a:pt x="484136" y="138413"/>
                  <a:pt x="479836" y="134666"/>
                  <a:pt x="476188" y="130366"/>
                </a:cubicBezTo>
                <a:lnTo>
                  <a:pt x="489284" y="117467"/>
                </a:lnTo>
                <a:cubicBezTo>
                  <a:pt x="492280" y="121376"/>
                  <a:pt x="495960" y="124829"/>
                  <a:pt x="500324" y="127828"/>
                </a:cubicBezTo>
                <a:cubicBezTo>
                  <a:pt x="504691" y="130824"/>
                  <a:pt x="509611" y="132322"/>
                  <a:pt x="515084" y="132322"/>
                </a:cubicBezTo>
                <a:cubicBezTo>
                  <a:pt x="521337" y="132322"/>
                  <a:pt x="526321" y="130628"/>
                  <a:pt x="530035" y="127240"/>
                </a:cubicBezTo>
                <a:cubicBezTo>
                  <a:pt x="533749" y="123852"/>
                  <a:pt x="535606" y="119291"/>
                  <a:pt x="535606" y="113557"/>
                </a:cubicBezTo>
                <a:cubicBezTo>
                  <a:pt x="535606" y="109388"/>
                  <a:pt x="534596" y="105739"/>
                  <a:pt x="532576" y="102612"/>
                </a:cubicBezTo>
                <a:cubicBezTo>
                  <a:pt x="530556" y="99484"/>
                  <a:pt x="528048" y="96585"/>
                  <a:pt x="525051" y="93915"/>
                </a:cubicBezTo>
                <a:cubicBezTo>
                  <a:pt x="522055" y="91243"/>
                  <a:pt x="518830" y="88669"/>
                  <a:pt x="515376" y="86194"/>
                </a:cubicBezTo>
                <a:cubicBezTo>
                  <a:pt x="511923" y="83718"/>
                  <a:pt x="508698" y="81015"/>
                  <a:pt x="505702" y="78085"/>
                </a:cubicBezTo>
                <a:cubicBezTo>
                  <a:pt x="502705" y="75152"/>
                  <a:pt x="500197" y="71861"/>
                  <a:pt x="498177" y="68213"/>
                </a:cubicBezTo>
                <a:cubicBezTo>
                  <a:pt x="496157" y="64564"/>
                  <a:pt x="495147" y="60265"/>
                  <a:pt x="495147" y="55314"/>
                </a:cubicBezTo>
                <a:cubicBezTo>
                  <a:pt x="495147" y="50361"/>
                  <a:pt x="495994" y="45768"/>
                  <a:pt x="497688" y="41533"/>
                </a:cubicBezTo>
                <a:cubicBezTo>
                  <a:pt x="499382" y="37298"/>
                  <a:pt x="501793" y="33617"/>
                  <a:pt x="504920" y="30492"/>
                </a:cubicBezTo>
                <a:cubicBezTo>
                  <a:pt x="508048" y="27364"/>
                  <a:pt x="511761" y="24823"/>
                  <a:pt x="516059" y="22869"/>
                </a:cubicBezTo>
                <a:cubicBezTo>
                  <a:pt x="520360" y="20914"/>
                  <a:pt x="525182" y="19741"/>
                  <a:pt x="530524" y="19350"/>
                </a:cubicBezTo>
                <a:lnTo>
                  <a:pt x="534237" y="0"/>
                </a:lnTo>
                <a:lnTo>
                  <a:pt x="548702" y="0"/>
                </a:lnTo>
                <a:lnTo>
                  <a:pt x="544792" y="20522"/>
                </a:lnTo>
                <a:cubicBezTo>
                  <a:pt x="549353" y="21826"/>
                  <a:pt x="553588" y="23879"/>
                  <a:pt x="557497" y="26680"/>
                </a:cubicBezTo>
                <a:cubicBezTo>
                  <a:pt x="561405" y="29482"/>
                  <a:pt x="564924" y="32837"/>
                  <a:pt x="568051" y="36746"/>
                </a:cubicBezTo>
                <a:lnTo>
                  <a:pt x="554565" y="48666"/>
                </a:lnTo>
                <a:cubicBezTo>
                  <a:pt x="551958" y="45018"/>
                  <a:pt x="548864" y="42022"/>
                  <a:pt x="545281" y="39678"/>
                </a:cubicBezTo>
                <a:cubicBezTo>
                  <a:pt x="541698" y="37331"/>
                  <a:pt x="537886" y="36158"/>
                  <a:pt x="533846" y="36158"/>
                </a:cubicBezTo>
                <a:cubicBezTo>
                  <a:pt x="528375" y="36158"/>
                  <a:pt x="524009" y="37689"/>
                  <a:pt x="520751" y="40751"/>
                </a:cubicBezTo>
                <a:cubicBezTo>
                  <a:pt x="517494" y="43813"/>
                  <a:pt x="515866" y="47820"/>
                  <a:pt x="515866" y="52773"/>
                </a:cubicBezTo>
                <a:cubicBezTo>
                  <a:pt x="515866" y="56290"/>
                  <a:pt x="516875" y="59418"/>
                  <a:pt x="518893" y="62156"/>
                </a:cubicBezTo>
                <a:cubicBezTo>
                  <a:pt x="520913" y="64892"/>
                  <a:pt x="523421" y="67497"/>
                  <a:pt x="526417" y="69973"/>
                </a:cubicBezTo>
                <a:cubicBezTo>
                  <a:pt x="529416" y="72448"/>
                  <a:pt x="532640" y="74923"/>
                  <a:pt x="536092" y="77399"/>
                </a:cubicBezTo>
                <a:cubicBezTo>
                  <a:pt x="539546" y="79874"/>
                  <a:pt x="542771" y="82675"/>
                  <a:pt x="545767" y="85803"/>
                </a:cubicBezTo>
                <a:cubicBezTo>
                  <a:pt x="548765" y="88930"/>
                  <a:pt x="551274" y="92481"/>
                  <a:pt x="553294" y="96456"/>
                </a:cubicBezTo>
                <a:cubicBezTo>
                  <a:pt x="555314" y="100431"/>
                  <a:pt x="556324" y="105154"/>
                  <a:pt x="556324" y="110625"/>
                </a:cubicBezTo>
                <a:cubicBezTo>
                  <a:pt x="556324" y="115838"/>
                  <a:pt x="555445" y="120660"/>
                  <a:pt x="553685" y="125090"/>
                </a:cubicBezTo>
                <a:cubicBezTo>
                  <a:pt x="551925" y="129520"/>
                  <a:pt x="549449" y="133461"/>
                  <a:pt x="546256" y="136915"/>
                </a:cubicBezTo>
                <a:cubicBezTo>
                  <a:pt x="543065" y="140369"/>
                  <a:pt x="539189" y="143138"/>
                  <a:pt x="534628" y="145224"/>
                </a:cubicBezTo>
                <a:cubicBezTo>
                  <a:pt x="530067" y="147308"/>
                  <a:pt x="524985" y="148610"/>
                  <a:pt x="519382" y="149131"/>
                </a:cubicBezTo>
                <a:lnTo>
                  <a:pt x="515475" y="168480"/>
                </a:lnTo>
                <a:lnTo>
                  <a:pt x="501010" y="168480"/>
                </a:lnTo>
                <a:close/>
                <a:moveTo>
                  <a:pt x="583101" y="67625"/>
                </a:moveTo>
                <a:lnTo>
                  <a:pt x="586229" y="51992"/>
                </a:lnTo>
                <a:lnTo>
                  <a:pt x="598934" y="51014"/>
                </a:lnTo>
                <a:lnTo>
                  <a:pt x="601081" y="39871"/>
                </a:lnTo>
                <a:cubicBezTo>
                  <a:pt x="603036" y="30099"/>
                  <a:pt x="606749" y="22118"/>
                  <a:pt x="612220" y="15929"/>
                </a:cubicBezTo>
                <a:cubicBezTo>
                  <a:pt x="617694" y="9739"/>
                  <a:pt x="625252" y="6645"/>
                  <a:pt x="634895" y="6645"/>
                </a:cubicBezTo>
                <a:cubicBezTo>
                  <a:pt x="638544" y="6645"/>
                  <a:pt x="641932" y="7101"/>
                  <a:pt x="645059" y="8014"/>
                </a:cubicBezTo>
                <a:cubicBezTo>
                  <a:pt x="648187" y="8926"/>
                  <a:pt x="651119" y="10099"/>
                  <a:pt x="653854" y="11533"/>
                </a:cubicBezTo>
                <a:lnTo>
                  <a:pt x="646819" y="26385"/>
                </a:lnTo>
                <a:cubicBezTo>
                  <a:pt x="645646" y="25735"/>
                  <a:pt x="644180" y="25084"/>
                  <a:pt x="642420" y="24432"/>
                </a:cubicBezTo>
                <a:cubicBezTo>
                  <a:pt x="640662" y="23779"/>
                  <a:pt x="638805" y="23453"/>
                  <a:pt x="636849" y="23453"/>
                </a:cubicBezTo>
                <a:cubicBezTo>
                  <a:pt x="632940" y="23453"/>
                  <a:pt x="629748" y="24724"/>
                  <a:pt x="627273" y="27265"/>
                </a:cubicBezTo>
                <a:cubicBezTo>
                  <a:pt x="624797" y="29806"/>
                  <a:pt x="623039" y="33813"/>
                  <a:pt x="621997" y="39287"/>
                </a:cubicBezTo>
                <a:lnTo>
                  <a:pt x="619650" y="51014"/>
                </a:lnTo>
                <a:lnTo>
                  <a:pt x="637827" y="51014"/>
                </a:lnTo>
                <a:lnTo>
                  <a:pt x="634505" y="67625"/>
                </a:lnTo>
                <a:lnTo>
                  <a:pt x="616133" y="67625"/>
                </a:lnTo>
                <a:lnTo>
                  <a:pt x="600497" y="146980"/>
                </a:lnTo>
                <a:lnTo>
                  <a:pt x="579581" y="146980"/>
                </a:lnTo>
                <a:lnTo>
                  <a:pt x="595415" y="67625"/>
                </a:lnTo>
                <a:lnTo>
                  <a:pt x="583101" y="6762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usion;">
            <a:extLst xmlns:a="http://schemas.openxmlformats.org/drawingml/2006/main">
              <a:ext uri="{FF2B5EF4-FFF2-40B4-BE49-F238E27FC236}">
                <a16:creationId xmlns:a16="http://schemas.microsoft.com/office/drawing/2014/main" id="{39225304-1889-4921-9CE0-5C5614B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2054" y="3388228"/>
            <a:ext cx="480034" cy="171997"/>
          </a:xfrm>
          <a:custGeom xmlns:a="http://schemas.openxmlformats.org/drawingml/2006/main">
            <a:pathLst>
              <a:path w="480034" h="171997">
                <a:moveTo>
                  <a:pt x="90885" y="41631"/>
                </a:moveTo>
                <a:lnTo>
                  <a:pt x="71926" y="137598"/>
                </a:lnTo>
                <a:lnTo>
                  <a:pt x="54923" y="137598"/>
                </a:lnTo>
                <a:lnTo>
                  <a:pt x="55705" y="123915"/>
                </a:lnTo>
                <a:lnTo>
                  <a:pt x="54923" y="123915"/>
                </a:lnTo>
                <a:cubicBezTo>
                  <a:pt x="50102" y="128215"/>
                  <a:pt x="45020" y="131962"/>
                  <a:pt x="39678" y="135155"/>
                </a:cubicBezTo>
                <a:cubicBezTo>
                  <a:pt x="34335" y="138346"/>
                  <a:pt x="28732" y="139942"/>
                  <a:pt x="22869" y="139942"/>
                </a:cubicBezTo>
                <a:cubicBezTo>
                  <a:pt x="14791" y="139942"/>
                  <a:pt x="8959" y="137826"/>
                  <a:pt x="5374" y="133593"/>
                </a:cubicBezTo>
                <a:cubicBezTo>
                  <a:pt x="1791" y="129358"/>
                  <a:pt x="0" y="123396"/>
                  <a:pt x="0" y="115707"/>
                </a:cubicBezTo>
                <a:cubicBezTo>
                  <a:pt x="0" y="113492"/>
                  <a:pt x="130" y="111310"/>
                  <a:pt x="391" y="109161"/>
                </a:cubicBezTo>
                <a:cubicBezTo>
                  <a:pt x="651" y="107010"/>
                  <a:pt x="1042" y="104696"/>
                  <a:pt x="1563" y="102221"/>
                </a:cubicBezTo>
                <a:lnTo>
                  <a:pt x="13683" y="41631"/>
                </a:lnTo>
                <a:lnTo>
                  <a:pt x="34596" y="41631"/>
                </a:lnTo>
                <a:lnTo>
                  <a:pt x="23063" y="99483"/>
                </a:lnTo>
                <a:cubicBezTo>
                  <a:pt x="22542" y="101700"/>
                  <a:pt x="22151" y="103590"/>
                  <a:pt x="21891" y="105153"/>
                </a:cubicBezTo>
                <a:cubicBezTo>
                  <a:pt x="21630" y="106715"/>
                  <a:pt x="21500" y="108214"/>
                  <a:pt x="21500" y="109647"/>
                </a:cubicBezTo>
                <a:cubicBezTo>
                  <a:pt x="21500" y="117857"/>
                  <a:pt x="25474" y="121961"/>
                  <a:pt x="33423" y="121961"/>
                </a:cubicBezTo>
                <a:cubicBezTo>
                  <a:pt x="39808" y="121961"/>
                  <a:pt x="47691" y="117010"/>
                  <a:pt x="57074" y="107106"/>
                </a:cubicBezTo>
                <a:lnTo>
                  <a:pt x="69973" y="41631"/>
                </a:lnTo>
                <a:lnTo>
                  <a:pt x="90885" y="41631"/>
                </a:lnTo>
                <a:close/>
                <a:moveTo>
                  <a:pt x="129195" y="139942"/>
                </a:moveTo>
                <a:cubicBezTo>
                  <a:pt x="126199" y="139942"/>
                  <a:pt x="123104" y="139486"/>
                  <a:pt x="119911" y="138573"/>
                </a:cubicBezTo>
                <a:cubicBezTo>
                  <a:pt x="116718" y="137663"/>
                  <a:pt x="113623" y="136426"/>
                  <a:pt x="110627" y="134863"/>
                </a:cubicBezTo>
                <a:cubicBezTo>
                  <a:pt x="107631" y="133298"/>
                  <a:pt x="104829" y="131376"/>
                  <a:pt x="102222" y="129095"/>
                </a:cubicBezTo>
                <a:cubicBezTo>
                  <a:pt x="99616" y="126815"/>
                  <a:pt x="97401" y="124306"/>
                  <a:pt x="95578" y="121571"/>
                </a:cubicBezTo>
                <a:lnTo>
                  <a:pt x="108086" y="111407"/>
                </a:lnTo>
                <a:cubicBezTo>
                  <a:pt x="111213" y="115576"/>
                  <a:pt x="114699" y="118769"/>
                  <a:pt x="118542" y="120986"/>
                </a:cubicBezTo>
                <a:cubicBezTo>
                  <a:pt x="122387" y="123201"/>
                  <a:pt x="126459" y="124308"/>
                  <a:pt x="130758" y="124308"/>
                </a:cubicBezTo>
                <a:cubicBezTo>
                  <a:pt x="135319" y="124308"/>
                  <a:pt x="139261" y="123104"/>
                  <a:pt x="142583" y="120694"/>
                </a:cubicBezTo>
                <a:cubicBezTo>
                  <a:pt x="145905" y="118282"/>
                  <a:pt x="147567" y="115317"/>
                  <a:pt x="147567" y="111797"/>
                </a:cubicBezTo>
                <a:cubicBezTo>
                  <a:pt x="147567" y="108801"/>
                  <a:pt x="146199" y="106228"/>
                  <a:pt x="143463" y="104079"/>
                </a:cubicBezTo>
                <a:cubicBezTo>
                  <a:pt x="140727" y="101928"/>
                  <a:pt x="136362" y="99158"/>
                  <a:pt x="130367" y="95770"/>
                </a:cubicBezTo>
                <a:cubicBezTo>
                  <a:pt x="123983" y="92253"/>
                  <a:pt x="118967" y="88410"/>
                  <a:pt x="115318" y="84240"/>
                </a:cubicBezTo>
                <a:cubicBezTo>
                  <a:pt x="111670" y="80071"/>
                  <a:pt x="109845" y="75053"/>
                  <a:pt x="109845" y="69188"/>
                </a:cubicBezTo>
                <a:cubicBezTo>
                  <a:pt x="109845" y="64890"/>
                  <a:pt x="110757" y="60883"/>
                  <a:pt x="112580" y="57169"/>
                </a:cubicBezTo>
                <a:cubicBezTo>
                  <a:pt x="114405" y="53455"/>
                  <a:pt x="116914" y="50296"/>
                  <a:pt x="120105" y="47691"/>
                </a:cubicBezTo>
                <a:cubicBezTo>
                  <a:pt x="123298" y="45085"/>
                  <a:pt x="127012" y="43032"/>
                  <a:pt x="131247" y="41533"/>
                </a:cubicBezTo>
                <a:cubicBezTo>
                  <a:pt x="135482" y="40033"/>
                  <a:pt x="140010" y="39284"/>
                  <a:pt x="144832" y="39284"/>
                </a:cubicBezTo>
                <a:cubicBezTo>
                  <a:pt x="151087" y="39284"/>
                  <a:pt x="156722" y="40587"/>
                  <a:pt x="161739" y="43194"/>
                </a:cubicBezTo>
                <a:cubicBezTo>
                  <a:pt x="166755" y="45800"/>
                  <a:pt x="171152" y="49058"/>
                  <a:pt x="174930" y="52967"/>
                </a:cubicBezTo>
                <a:lnTo>
                  <a:pt x="163203" y="64106"/>
                </a:lnTo>
                <a:cubicBezTo>
                  <a:pt x="160728" y="61631"/>
                  <a:pt x="157991" y="59514"/>
                  <a:pt x="154993" y="57757"/>
                </a:cubicBezTo>
                <a:cubicBezTo>
                  <a:pt x="151996" y="55997"/>
                  <a:pt x="148609" y="55117"/>
                  <a:pt x="144832" y="55117"/>
                </a:cubicBezTo>
                <a:cubicBezTo>
                  <a:pt x="140402" y="55117"/>
                  <a:pt x="136753" y="56290"/>
                  <a:pt x="133886" y="58637"/>
                </a:cubicBezTo>
                <a:cubicBezTo>
                  <a:pt x="131019" y="60981"/>
                  <a:pt x="129586" y="63847"/>
                  <a:pt x="129586" y="67235"/>
                </a:cubicBezTo>
                <a:cubicBezTo>
                  <a:pt x="129586" y="69060"/>
                  <a:pt x="130042" y="70624"/>
                  <a:pt x="130955" y="71926"/>
                </a:cubicBezTo>
                <a:cubicBezTo>
                  <a:pt x="131867" y="73228"/>
                  <a:pt x="133105" y="74466"/>
                  <a:pt x="134668" y="75639"/>
                </a:cubicBezTo>
                <a:cubicBezTo>
                  <a:pt x="136231" y="76812"/>
                  <a:pt x="137989" y="77920"/>
                  <a:pt x="139944" y="78961"/>
                </a:cubicBezTo>
                <a:cubicBezTo>
                  <a:pt x="141898" y="80003"/>
                  <a:pt x="143918" y="81111"/>
                  <a:pt x="146004" y="82284"/>
                </a:cubicBezTo>
                <a:cubicBezTo>
                  <a:pt x="153171" y="86063"/>
                  <a:pt x="158514" y="90038"/>
                  <a:pt x="162031" y="94207"/>
                </a:cubicBezTo>
                <a:cubicBezTo>
                  <a:pt x="165548" y="98377"/>
                  <a:pt x="167307" y="103393"/>
                  <a:pt x="167307" y="109256"/>
                </a:cubicBezTo>
                <a:cubicBezTo>
                  <a:pt x="167307" y="113949"/>
                  <a:pt x="166362" y="118185"/>
                  <a:pt x="164474" y="121964"/>
                </a:cubicBezTo>
                <a:cubicBezTo>
                  <a:pt x="162585" y="125742"/>
                  <a:pt x="159946" y="128967"/>
                  <a:pt x="156558" y="131639"/>
                </a:cubicBezTo>
                <a:cubicBezTo>
                  <a:pt x="153170" y="134309"/>
                  <a:pt x="149130" y="136360"/>
                  <a:pt x="144438" y="137792"/>
                </a:cubicBezTo>
                <a:cubicBezTo>
                  <a:pt x="139748" y="139225"/>
                  <a:pt x="134667" y="139942"/>
                  <a:pt x="129195" y="139942"/>
                </a:cubicBezTo>
                <a:close/>
                <a:moveTo>
                  <a:pt x="182555" y="137598"/>
                </a:moveTo>
                <a:lnTo>
                  <a:pt x="201904" y="41631"/>
                </a:lnTo>
                <a:lnTo>
                  <a:pt x="222817" y="41631"/>
                </a:lnTo>
                <a:lnTo>
                  <a:pt x="203664" y="137598"/>
                </a:lnTo>
                <a:lnTo>
                  <a:pt x="182555" y="137598"/>
                </a:lnTo>
                <a:moveTo>
                  <a:pt x="217344" y="24625"/>
                </a:moveTo>
                <a:cubicBezTo>
                  <a:pt x="214348" y="24625"/>
                  <a:pt x="211612" y="23681"/>
                  <a:pt x="209136" y="21792"/>
                </a:cubicBezTo>
                <a:cubicBezTo>
                  <a:pt x="206661" y="19903"/>
                  <a:pt x="205423" y="17199"/>
                  <a:pt x="205423" y="13680"/>
                </a:cubicBezTo>
                <a:cubicBezTo>
                  <a:pt x="205423" y="9902"/>
                  <a:pt x="206791" y="6679"/>
                  <a:pt x="209527" y="4008"/>
                </a:cubicBezTo>
                <a:cubicBezTo>
                  <a:pt x="212263" y="1336"/>
                  <a:pt x="215585" y="0"/>
                  <a:pt x="219494" y="0"/>
                </a:cubicBezTo>
                <a:cubicBezTo>
                  <a:pt x="222491" y="0"/>
                  <a:pt x="225226" y="944"/>
                  <a:pt x="227702" y="2833"/>
                </a:cubicBezTo>
                <a:cubicBezTo>
                  <a:pt x="230179" y="4722"/>
                  <a:pt x="231418" y="7426"/>
                  <a:pt x="231418" y="10945"/>
                </a:cubicBezTo>
                <a:cubicBezTo>
                  <a:pt x="231418" y="14854"/>
                  <a:pt x="230049" y="18112"/>
                  <a:pt x="227311" y="20719"/>
                </a:cubicBezTo>
                <a:cubicBezTo>
                  <a:pt x="224575" y="23323"/>
                  <a:pt x="221253" y="24625"/>
                  <a:pt x="217344" y="24625"/>
                </a:cubicBezTo>
                <a:close/>
                <a:moveTo>
                  <a:pt x="269529" y="139942"/>
                </a:moveTo>
                <a:cubicBezTo>
                  <a:pt x="264187" y="139942"/>
                  <a:pt x="259301" y="139030"/>
                  <a:pt x="254871" y="137207"/>
                </a:cubicBezTo>
                <a:cubicBezTo>
                  <a:pt x="250441" y="135382"/>
                  <a:pt x="246662" y="132776"/>
                  <a:pt x="243535" y="129390"/>
                </a:cubicBezTo>
                <a:cubicBezTo>
                  <a:pt x="240407" y="126002"/>
                  <a:pt x="237997" y="121898"/>
                  <a:pt x="236303" y="117076"/>
                </a:cubicBezTo>
                <a:cubicBezTo>
                  <a:pt x="234609" y="112255"/>
                  <a:pt x="233762" y="106847"/>
                  <a:pt x="233762" y="100852"/>
                </a:cubicBezTo>
                <a:cubicBezTo>
                  <a:pt x="233762" y="91732"/>
                  <a:pt x="235293" y="83360"/>
                  <a:pt x="238355" y="75737"/>
                </a:cubicBezTo>
                <a:cubicBezTo>
                  <a:pt x="241416" y="68114"/>
                  <a:pt x="245423" y="61632"/>
                  <a:pt x="250374" y="56289"/>
                </a:cubicBezTo>
                <a:cubicBezTo>
                  <a:pt x="255326" y="50947"/>
                  <a:pt x="260962" y="46778"/>
                  <a:pt x="267281" y="43781"/>
                </a:cubicBezTo>
                <a:cubicBezTo>
                  <a:pt x="273601" y="40783"/>
                  <a:pt x="280019" y="39284"/>
                  <a:pt x="286535" y="39284"/>
                </a:cubicBezTo>
                <a:cubicBezTo>
                  <a:pt x="297480" y="39284"/>
                  <a:pt x="306211" y="42770"/>
                  <a:pt x="312726" y="49743"/>
                </a:cubicBezTo>
                <a:cubicBezTo>
                  <a:pt x="319242" y="56714"/>
                  <a:pt x="322499" y="66258"/>
                  <a:pt x="322499" y="78377"/>
                </a:cubicBezTo>
                <a:cubicBezTo>
                  <a:pt x="322499" y="87497"/>
                  <a:pt x="320967" y="95836"/>
                  <a:pt x="317903" y="103393"/>
                </a:cubicBezTo>
                <a:cubicBezTo>
                  <a:pt x="314842" y="110950"/>
                  <a:pt x="310835" y="117433"/>
                  <a:pt x="305884" y="122841"/>
                </a:cubicBezTo>
                <a:cubicBezTo>
                  <a:pt x="300934" y="128249"/>
                  <a:pt x="295298" y="132451"/>
                  <a:pt x="288977" y="135448"/>
                </a:cubicBezTo>
                <a:cubicBezTo>
                  <a:pt x="282659" y="138444"/>
                  <a:pt x="276176" y="139942"/>
                  <a:pt x="269529" y="139942"/>
                </a:cubicBezTo>
                <a:moveTo>
                  <a:pt x="271876" y="122940"/>
                </a:moveTo>
                <a:cubicBezTo>
                  <a:pt x="275654" y="122940"/>
                  <a:pt x="279302" y="121799"/>
                  <a:pt x="282819" y="119519"/>
                </a:cubicBezTo>
                <a:cubicBezTo>
                  <a:pt x="286338" y="117238"/>
                  <a:pt x="289466" y="114111"/>
                  <a:pt x="292201" y="110136"/>
                </a:cubicBezTo>
                <a:cubicBezTo>
                  <a:pt x="294939" y="106162"/>
                  <a:pt x="297122" y="101503"/>
                  <a:pt x="298751" y="96161"/>
                </a:cubicBezTo>
                <a:cubicBezTo>
                  <a:pt x="300379" y="90818"/>
                  <a:pt x="301193" y="85085"/>
                  <a:pt x="301193" y="78961"/>
                </a:cubicBezTo>
                <a:cubicBezTo>
                  <a:pt x="301193" y="71665"/>
                  <a:pt x="299760" y="66062"/>
                  <a:pt x="296893" y="62153"/>
                </a:cubicBezTo>
                <a:cubicBezTo>
                  <a:pt x="294028" y="58244"/>
                  <a:pt x="289858" y="56289"/>
                  <a:pt x="284385" y="56289"/>
                </a:cubicBezTo>
                <a:cubicBezTo>
                  <a:pt x="280607" y="56289"/>
                  <a:pt x="276926" y="57430"/>
                  <a:pt x="273341" y="59710"/>
                </a:cubicBezTo>
                <a:cubicBezTo>
                  <a:pt x="269758" y="61991"/>
                  <a:pt x="266599" y="65085"/>
                  <a:pt x="263863" y="68994"/>
                </a:cubicBezTo>
                <a:cubicBezTo>
                  <a:pt x="261127" y="72903"/>
                  <a:pt x="258944" y="77529"/>
                  <a:pt x="257314" y="82871"/>
                </a:cubicBezTo>
                <a:cubicBezTo>
                  <a:pt x="255685" y="88214"/>
                  <a:pt x="254871" y="93947"/>
                  <a:pt x="254871" y="100071"/>
                </a:cubicBezTo>
                <a:cubicBezTo>
                  <a:pt x="254871" y="107368"/>
                  <a:pt x="256304" y="113003"/>
                  <a:pt x="259172" y="116978"/>
                </a:cubicBezTo>
                <a:cubicBezTo>
                  <a:pt x="262039" y="120952"/>
                  <a:pt x="266274" y="122940"/>
                  <a:pt x="271876" y="122940"/>
                </a:cubicBezTo>
                <a:close/>
                <a:moveTo>
                  <a:pt x="334617" y="137598"/>
                </a:moveTo>
                <a:lnTo>
                  <a:pt x="353770" y="41631"/>
                </a:lnTo>
                <a:lnTo>
                  <a:pt x="370776" y="41631"/>
                </a:lnTo>
                <a:lnTo>
                  <a:pt x="369797" y="55117"/>
                </a:lnTo>
                <a:lnTo>
                  <a:pt x="370579" y="55117"/>
                </a:lnTo>
                <a:cubicBezTo>
                  <a:pt x="375661" y="50817"/>
                  <a:pt x="380906" y="47103"/>
                  <a:pt x="386314" y="43975"/>
                </a:cubicBezTo>
                <a:cubicBezTo>
                  <a:pt x="391722" y="40848"/>
                  <a:pt x="397488" y="39284"/>
                  <a:pt x="403612" y="39284"/>
                </a:cubicBezTo>
                <a:cubicBezTo>
                  <a:pt x="411690" y="39284"/>
                  <a:pt x="417488" y="41370"/>
                  <a:pt x="421005" y="45541"/>
                </a:cubicBezTo>
                <a:cubicBezTo>
                  <a:pt x="424524" y="49710"/>
                  <a:pt x="426284" y="55704"/>
                  <a:pt x="426284" y="63522"/>
                </a:cubicBezTo>
                <a:cubicBezTo>
                  <a:pt x="426284" y="65737"/>
                  <a:pt x="426186" y="67887"/>
                  <a:pt x="425991" y="69973"/>
                </a:cubicBezTo>
                <a:cubicBezTo>
                  <a:pt x="425796" y="72056"/>
                  <a:pt x="425373" y="74401"/>
                  <a:pt x="424721" y="77008"/>
                </a:cubicBezTo>
                <a:lnTo>
                  <a:pt x="412603" y="137598"/>
                </a:lnTo>
                <a:lnTo>
                  <a:pt x="391688" y="137598"/>
                </a:lnTo>
                <a:lnTo>
                  <a:pt x="403415" y="79743"/>
                </a:lnTo>
                <a:cubicBezTo>
                  <a:pt x="403806" y="77528"/>
                  <a:pt x="404165" y="75639"/>
                  <a:pt x="404491" y="74076"/>
                </a:cubicBezTo>
                <a:cubicBezTo>
                  <a:pt x="404817" y="72512"/>
                  <a:pt x="404980" y="71012"/>
                  <a:pt x="404980" y="69579"/>
                </a:cubicBezTo>
                <a:cubicBezTo>
                  <a:pt x="404980" y="61371"/>
                  <a:pt x="400941" y="57268"/>
                  <a:pt x="392863" y="57268"/>
                </a:cubicBezTo>
                <a:cubicBezTo>
                  <a:pt x="389475" y="57268"/>
                  <a:pt x="385859" y="58441"/>
                  <a:pt x="382013" y="60787"/>
                </a:cubicBezTo>
                <a:cubicBezTo>
                  <a:pt x="378170" y="63131"/>
                  <a:pt x="373707" y="66909"/>
                  <a:pt x="368625" y="72120"/>
                </a:cubicBezTo>
                <a:lnTo>
                  <a:pt x="355727" y="137598"/>
                </a:lnTo>
                <a:lnTo>
                  <a:pt x="334617" y="137598"/>
                </a:lnTo>
                <a:close/>
                <a:moveTo>
                  <a:pt x="464006" y="71338"/>
                </a:moveTo>
                <a:cubicBezTo>
                  <a:pt x="460487" y="71338"/>
                  <a:pt x="457685" y="70199"/>
                  <a:pt x="455599" y="67921"/>
                </a:cubicBezTo>
                <a:cubicBezTo>
                  <a:pt x="453515" y="65640"/>
                  <a:pt x="452473" y="62740"/>
                  <a:pt x="452473" y="59221"/>
                </a:cubicBezTo>
                <a:cubicBezTo>
                  <a:pt x="452473" y="57137"/>
                  <a:pt x="452864" y="55085"/>
                  <a:pt x="453645" y="53065"/>
                </a:cubicBezTo>
                <a:cubicBezTo>
                  <a:pt x="454429" y="51045"/>
                  <a:pt x="455569" y="49254"/>
                  <a:pt x="457066" y="47691"/>
                </a:cubicBezTo>
                <a:cubicBezTo>
                  <a:pt x="458565" y="46126"/>
                  <a:pt x="460292" y="44856"/>
                  <a:pt x="462247" y="43880"/>
                </a:cubicBezTo>
                <a:cubicBezTo>
                  <a:pt x="464201" y="42901"/>
                  <a:pt x="466351" y="42412"/>
                  <a:pt x="468698" y="42412"/>
                </a:cubicBezTo>
                <a:cubicBezTo>
                  <a:pt x="472215" y="42412"/>
                  <a:pt x="474983" y="43585"/>
                  <a:pt x="477003" y="45932"/>
                </a:cubicBezTo>
                <a:cubicBezTo>
                  <a:pt x="479023" y="48276"/>
                  <a:pt x="480034" y="51207"/>
                  <a:pt x="480034" y="54727"/>
                </a:cubicBezTo>
                <a:cubicBezTo>
                  <a:pt x="480034" y="56810"/>
                  <a:pt x="479642" y="58862"/>
                  <a:pt x="478858" y="60882"/>
                </a:cubicBezTo>
                <a:cubicBezTo>
                  <a:pt x="478077" y="62902"/>
                  <a:pt x="477002" y="64695"/>
                  <a:pt x="475635" y="66259"/>
                </a:cubicBezTo>
                <a:cubicBezTo>
                  <a:pt x="474267" y="67822"/>
                  <a:pt x="472573" y="69060"/>
                  <a:pt x="470553" y="69973"/>
                </a:cubicBezTo>
                <a:cubicBezTo>
                  <a:pt x="468534" y="70883"/>
                  <a:pt x="466352" y="71338"/>
                  <a:pt x="464006" y="71338"/>
                </a:cubicBezTo>
                <a:moveTo>
                  <a:pt x="433124" y="171997"/>
                </a:moveTo>
                <a:lnTo>
                  <a:pt x="430583" y="160076"/>
                </a:lnTo>
                <a:cubicBezTo>
                  <a:pt x="437490" y="157861"/>
                  <a:pt x="442898" y="154766"/>
                  <a:pt x="446807" y="150792"/>
                </a:cubicBezTo>
                <a:cubicBezTo>
                  <a:pt x="450716" y="146817"/>
                  <a:pt x="453191" y="142550"/>
                  <a:pt x="454233" y="137989"/>
                </a:cubicBezTo>
                <a:cubicBezTo>
                  <a:pt x="450455" y="137989"/>
                  <a:pt x="447361" y="136947"/>
                  <a:pt x="444949" y="134863"/>
                </a:cubicBezTo>
                <a:cubicBezTo>
                  <a:pt x="442539" y="132777"/>
                  <a:pt x="441334" y="129910"/>
                  <a:pt x="441334" y="126262"/>
                </a:cubicBezTo>
                <a:cubicBezTo>
                  <a:pt x="441334" y="122353"/>
                  <a:pt x="442702" y="118835"/>
                  <a:pt x="445438" y="115707"/>
                </a:cubicBezTo>
                <a:cubicBezTo>
                  <a:pt x="448174" y="112580"/>
                  <a:pt x="451888" y="111016"/>
                  <a:pt x="456580" y="111016"/>
                </a:cubicBezTo>
                <a:cubicBezTo>
                  <a:pt x="461010" y="111016"/>
                  <a:pt x="464397" y="112450"/>
                  <a:pt x="466741" y="115317"/>
                </a:cubicBezTo>
                <a:cubicBezTo>
                  <a:pt x="469087" y="118184"/>
                  <a:pt x="470260" y="122093"/>
                  <a:pt x="470260" y="127043"/>
                </a:cubicBezTo>
                <a:cubicBezTo>
                  <a:pt x="470260" y="132517"/>
                  <a:pt x="469380" y="137696"/>
                  <a:pt x="467621" y="142581"/>
                </a:cubicBezTo>
                <a:cubicBezTo>
                  <a:pt x="465863" y="147469"/>
                  <a:pt x="463355" y="151867"/>
                  <a:pt x="460096" y="155775"/>
                </a:cubicBezTo>
                <a:cubicBezTo>
                  <a:pt x="456840" y="159684"/>
                  <a:pt x="452931" y="163040"/>
                  <a:pt x="448370" y="165841"/>
                </a:cubicBezTo>
                <a:cubicBezTo>
                  <a:pt x="443809" y="168642"/>
                  <a:pt x="438727" y="170694"/>
                  <a:pt x="433124" y="17199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64DA0-2F9F-45E5-A9B8-38C726EA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9842" y="3773305"/>
            <a:ext cx="3665224" cy="580478"/>
          </a:xfrm>
          <a:custGeom xmlns:a="http://schemas.openxmlformats.org/drawingml/2006/main">
            <a:pathLst>
              <a:path w="3665224" h="580478">
                <a:moveTo>
                  <a:pt x="0" y="0"/>
                </a:moveTo>
                <a:lnTo>
                  <a:pt x="3665224" y="0"/>
                </a:lnTo>
                <a:lnTo>
                  <a:pt x="3665224" y="580478"/>
                </a:lnTo>
                <a:lnTo>
                  <a:pt x="0" y="5804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08C29-0E1E-419B-B5AF-9578F6E0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9842" y="3773305"/>
            <a:ext cx="3665224" cy="580478"/>
          </a:xfrm>
          <a:custGeom xmlns:a="http://schemas.openxmlformats.org/drawingml/2006/main">
            <a:pathLst>
              <a:path w="3665224" h="580478" fill="none">
                <a:moveTo>
                  <a:pt x="0" y="0"/>
                </a:moveTo>
                <a:lnTo>
                  <a:pt x="3665224" y="0"/>
                </a:lnTo>
                <a:lnTo>
                  <a:pt x="3665224" y="580478"/>
                </a:lnTo>
                <a:lnTo>
                  <a:pt x="0" y="58047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176" name="Text $v1=$dom;$v">
            <a:extLst xmlns:a="http://schemas.openxmlformats.org/drawingml/2006/main">
              <a:ext uri="{FF2B5EF4-FFF2-40B4-BE49-F238E27FC236}">
                <a16:creationId xmlns:a16="http://schemas.microsoft.com/office/drawing/2014/main" id="{5E6CE11E-F28D-460E-8F70-86EFA9B5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355" y="3858356"/>
            <a:ext cx="1212921" cy="181379"/>
          </a:xfrm>
          <a:custGeom xmlns:a="http://schemas.openxmlformats.org/drawingml/2006/main">
            <a:pathLst>
              <a:path w="1212921" h="181379">
                <a:moveTo>
                  <a:pt x="24822" y="168480"/>
                </a:moveTo>
                <a:lnTo>
                  <a:pt x="28926" y="148349"/>
                </a:lnTo>
                <a:cubicBezTo>
                  <a:pt x="23194" y="147045"/>
                  <a:pt x="17852" y="144797"/>
                  <a:pt x="12899" y="141606"/>
                </a:cubicBezTo>
                <a:cubicBezTo>
                  <a:pt x="7948" y="138413"/>
                  <a:pt x="3648" y="134666"/>
                  <a:pt x="0" y="130366"/>
                </a:cubicBezTo>
                <a:lnTo>
                  <a:pt x="13096" y="117467"/>
                </a:lnTo>
                <a:cubicBezTo>
                  <a:pt x="16092" y="121376"/>
                  <a:pt x="19772" y="124829"/>
                  <a:pt x="24136" y="127828"/>
                </a:cubicBezTo>
                <a:cubicBezTo>
                  <a:pt x="28503" y="130824"/>
                  <a:pt x="33422" y="132322"/>
                  <a:pt x="38896" y="132322"/>
                </a:cubicBezTo>
                <a:cubicBezTo>
                  <a:pt x="45149" y="132322"/>
                  <a:pt x="50133" y="130628"/>
                  <a:pt x="53847" y="127240"/>
                </a:cubicBezTo>
                <a:cubicBezTo>
                  <a:pt x="57561" y="123852"/>
                  <a:pt x="59418" y="119291"/>
                  <a:pt x="59418" y="113557"/>
                </a:cubicBezTo>
                <a:cubicBezTo>
                  <a:pt x="59418" y="109388"/>
                  <a:pt x="58408" y="105739"/>
                  <a:pt x="56388" y="102612"/>
                </a:cubicBezTo>
                <a:cubicBezTo>
                  <a:pt x="54368" y="99484"/>
                  <a:pt x="51860" y="96585"/>
                  <a:pt x="48863" y="93915"/>
                </a:cubicBezTo>
                <a:cubicBezTo>
                  <a:pt x="45867" y="91243"/>
                  <a:pt x="42642" y="88669"/>
                  <a:pt x="39188" y="86194"/>
                </a:cubicBezTo>
                <a:cubicBezTo>
                  <a:pt x="35735" y="83718"/>
                  <a:pt x="32510" y="81015"/>
                  <a:pt x="29514" y="78085"/>
                </a:cubicBezTo>
                <a:cubicBezTo>
                  <a:pt x="26517" y="75152"/>
                  <a:pt x="24009" y="71861"/>
                  <a:pt x="21989" y="68213"/>
                </a:cubicBezTo>
                <a:cubicBezTo>
                  <a:pt x="19969" y="64564"/>
                  <a:pt x="18959" y="60265"/>
                  <a:pt x="18959" y="55314"/>
                </a:cubicBezTo>
                <a:cubicBezTo>
                  <a:pt x="18959" y="50361"/>
                  <a:pt x="19806" y="45768"/>
                  <a:pt x="21500" y="41533"/>
                </a:cubicBezTo>
                <a:cubicBezTo>
                  <a:pt x="23194" y="37298"/>
                  <a:pt x="25605" y="33617"/>
                  <a:pt x="28732" y="30492"/>
                </a:cubicBezTo>
                <a:cubicBezTo>
                  <a:pt x="31860" y="27364"/>
                  <a:pt x="35573" y="24823"/>
                  <a:pt x="39871" y="22869"/>
                </a:cubicBezTo>
                <a:cubicBezTo>
                  <a:pt x="44172" y="20914"/>
                  <a:pt x="48993" y="19741"/>
                  <a:pt x="54336" y="19350"/>
                </a:cubicBezTo>
                <a:lnTo>
                  <a:pt x="58049" y="0"/>
                </a:lnTo>
                <a:lnTo>
                  <a:pt x="72513" y="0"/>
                </a:lnTo>
                <a:lnTo>
                  <a:pt x="68604" y="20522"/>
                </a:lnTo>
                <a:cubicBezTo>
                  <a:pt x="73165" y="21826"/>
                  <a:pt x="77400" y="23879"/>
                  <a:pt x="81309" y="26680"/>
                </a:cubicBezTo>
                <a:cubicBezTo>
                  <a:pt x="85217" y="29482"/>
                  <a:pt x="88736" y="32837"/>
                  <a:pt x="91863" y="36746"/>
                </a:cubicBezTo>
                <a:lnTo>
                  <a:pt x="78377" y="48666"/>
                </a:lnTo>
                <a:cubicBezTo>
                  <a:pt x="75770" y="45018"/>
                  <a:pt x="72676" y="42022"/>
                  <a:pt x="69093" y="39678"/>
                </a:cubicBezTo>
                <a:cubicBezTo>
                  <a:pt x="65510" y="37331"/>
                  <a:pt x="61698" y="36158"/>
                  <a:pt x="57658" y="36158"/>
                </a:cubicBezTo>
                <a:cubicBezTo>
                  <a:pt x="52187" y="36158"/>
                  <a:pt x="47821" y="37689"/>
                  <a:pt x="44563" y="40751"/>
                </a:cubicBezTo>
                <a:cubicBezTo>
                  <a:pt x="41306" y="43813"/>
                  <a:pt x="39678" y="47820"/>
                  <a:pt x="39678" y="52773"/>
                </a:cubicBezTo>
                <a:cubicBezTo>
                  <a:pt x="39678" y="56290"/>
                  <a:pt x="40687" y="59418"/>
                  <a:pt x="42705" y="62156"/>
                </a:cubicBezTo>
                <a:cubicBezTo>
                  <a:pt x="44725" y="64892"/>
                  <a:pt x="47233" y="67497"/>
                  <a:pt x="50229" y="69973"/>
                </a:cubicBezTo>
                <a:cubicBezTo>
                  <a:pt x="53227" y="72448"/>
                  <a:pt x="56452" y="74923"/>
                  <a:pt x="59904" y="77399"/>
                </a:cubicBezTo>
                <a:cubicBezTo>
                  <a:pt x="63358" y="79874"/>
                  <a:pt x="66583" y="82675"/>
                  <a:pt x="69579" y="85803"/>
                </a:cubicBezTo>
                <a:cubicBezTo>
                  <a:pt x="72577" y="88930"/>
                  <a:pt x="75086" y="92481"/>
                  <a:pt x="77106" y="96456"/>
                </a:cubicBezTo>
                <a:cubicBezTo>
                  <a:pt x="79126" y="100431"/>
                  <a:pt x="80136" y="105154"/>
                  <a:pt x="80136" y="110625"/>
                </a:cubicBezTo>
                <a:cubicBezTo>
                  <a:pt x="80136" y="115838"/>
                  <a:pt x="79257" y="120660"/>
                  <a:pt x="77497" y="125090"/>
                </a:cubicBezTo>
                <a:cubicBezTo>
                  <a:pt x="75737" y="129520"/>
                  <a:pt x="73261" y="133461"/>
                  <a:pt x="70068" y="136915"/>
                </a:cubicBezTo>
                <a:cubicBezTo>
                  <a:pt x="66877" y="140369"/>
                  <a:pt x="63001" y="143138"/>
                  <a:pt x="58440" y="145224"/>
                </a:cubicBezTo>
                <a:cubicBezTo>
                  <a:pt x="53879" y="147308"/>
                  <a:pt x="48797" y="148610"/>
                  <a:pt x="43194" y="149131"/>
                </a:cubicBezTo>
                <a:lnTo>
                  <a:pt x="39287" y="168480"/>
                </a:lnTo>
                <a:lnTo>
                  <a:pt x="24822" y="168480"/>
                </a:lnTo>
                <a:close/>
                <a:moveTo>
                  <a:pt x="120205" y="146980"/>
                </a:moveTo>
                <a:lnTo>
                  <a:pt x="107109" y="51014"/>
                </a:lnTo>
                <a:lnTo>
                  <a:pt x="128022" y="51014"/>
                </a:lnTo>
                <a:lnTo>
                  <a:pt x="133104" y="102027"/>
                </a:lnTo>
                <a:cubicBezTo>
                  <a:pt x="133625" y="106849"/>
                  <a:pt x="134015" y="111670"/>
                  <a:pt x="134276" y="116492"/>
                </a:cubicBezTo>
                <a:cubicBezTo>
                  <a:pt x="134536" y="121311"/>
                  <a:pt x="134797" y="126197"/>
                  <a:pt x="135057" y="131150"/>
                </a:cubicBezTo>
                <a:lnTo>
                  <a:pt x="135839" y="131150"/>
                </a:lnTo>
                <a:cubicBezTo>
                  <a:pt x="138055" y="126197"/>
                  <a:pt x="140303" y="121343"/>
                  <a:pt x="142582" y="116587"/>
                </a:cubicBezTo>
                <a:cubicBezTo>
                  <a:pt x="144862" y="111831"/>
                  <a:pt x="147110" y="106978"/>
                  <a:pt x="149325" y="102027"/>
                </a:cubicBezTo>
                <a:lnTo>
                  <a:pt x="174147" y="51014"/>
                </a:lnTo>
                <a:lnTo>
                  <a:pt x="194866" y="51014"/>
                </a:lnTo>
                <a:lnTo>
                  <a:pt x="144830" y="146980"/>
                </a:lnTo>
                <a:lnTo>
                  <a:pt x="120205" y="146980"/>
                </a:lnTo>
                <a:close/>
                <a:moveTo>
                  <a:pt x="192130" y="146980"/>
                </a:moveTo>
                <a:lnTo>
                  <a:pt x="195647" y="129975"/>
                </a:lnTo>
                <a:lnTo>
                  <a:pt x="222035" y="129975"/>
                </a:lnTo>
                <a:lnTo>
                  <a:pt x="239037" y="45932"/>
                </a:lnTo>
                <a:lnTo>
                  <a:pt x="216562" y="45932"/>
                </a:lnTo>
                <a:lnTo>
                  <a:pt x="219297" y="32639"/>
                </a:lnTo>
                <a:cubicBezTo>
                  <a:pt x="225552" y="31597"/>
                  <a:pt x="230992" y="30295"/>
                  <a:pt x="235616" y="28732"/>
                </a:cubicBezTo>
                <a:cubicBezTo>
                  <a:pt x="240243" y="27167"/>
                  <a:pt x="244641" y="25147"/>
                  <a:pt x="248810" y="22672"/>
                </a:cubicBezTo>
                <a:lnTo>
                  <a:pt x="264644" y="22672"/>
                </a:lnTo>
                <a:lnTo>
                  <a:pt x="242947" y="129975"/>
                </a:lnTo>
                <a:lnTo>
                  <a:pt x="266988" y="129975"/>
                </a:lnTo>
                <a:lnTo>
                  <a:pt x="263666" y="146980"/>
                </a:lnTo>
                <a:lnTo>
                  <a:pt x="192130" y="146980"/>
                </a:lnTo>
                <a:close/>
                <a:moveTo>
                  <a:pt x="332857" y="68213"/>
                </a:moveTo>
                <a:lnTo>
                  <a:pt x="332857" y="53164"/>
                </a:lnTo>
                <a:lnTo>
                  <a:pt x="415729" y="53164"/>
                </a:lnTo>
                <a:lnTo>
                  <a:pt x="415729" y="68213"/>
                </a:lnTo>
                <a:lnTo>
                  <a:pt x="332857" y="68213"/>
                </a:lnTo>
                <a:moveTo>
                  <a:pt x="332857" y="111601"/>
                </a:moveTo>
                <a:lnTo>
                  <a:pt x="332857" y="96551"/>
                </a:lnTo>
                <a:lnTo>
                  <a:pt x="415729" y="96551"/>
                </a:lnTo>
                <a:lnTo>
                  <a:pt x="415729" y="111601"/>
                </a:lnTo>
                <a:lnTo>
                  <a:pt x="332857" y="111601"/>
                </a:lnTo>
                <a:close/>
                <a:moveTo>
                  <a:pt x="486091" y="168480"/>
                </a:moveTo>
                <a:lnTo>
                  <a:pt x="490195" y="148349"/>
                </a:lnTo>
                <a:cubicBezTo>
                  <a:pt x="484463" y="147045"/>
                  <a:pt x="479120" y="144797"/>
                  <a:pt x="474168" y="141606"/>
                </a:cubicBezTo>
                <a:cubicBezTo>
                  <a:pt x="469217" y="138413"/>
                  <a:pt x="464917" y="134666"/>
                  <a:pt x="461269" y="130366"/>
                </a:cubicBezTo>
                <a:lnTo>
                  <a:pt x="474364" y="117467"/>
                </a:lnTo>
                <a:cubicBezTo>
                  <a:pt x="477361" y="121376"/>
                  <a:pt x="481041" y="124829"/>
                  <a:pt x="485405" y="127828"/>
                </a:cubicBezTo>
                <a:cubicBezTo>
                  <a:pt x="489771" y="130824"/>
                  <a:pt x="494691" y="132322"/>
                  <a:pt x="500165" y="132322"/>
                </a:cubicBezTo>
                <a:cubicBezTo>
                  <a:pt x="506418" y="132322"/>
                  <a:pt x="511402" y="130628"/>
                  <a:pt x="515116" y="127240"/>
                </a:cubicBezTo>
                <a:cubicBezTo>
                  <a:pt x="518830" y="123852"/>
                  <a:pt x="520687" y="119291"/>
                  <a:pt x="520687" y="113557"/>
                </a:cubicBezTo>
                <a:cubicBezTo>
                  <a:pt x="520687" y="109388"/>
                  <a:pt x="519677" y="105739"/>
                  <a:pt x="517657" y="102612"/>
                </a:cubicBezTo>
                <a:cubicBezTo>
                  <a:pt x="515637" y="99484"/>
                  <a:pt x="513128" y="96585"/>
                  <a:pt x="510132" y="93915"/>
                </a:cubicBezTo>
                <a:cubicBezTo>
                  <a:pt x="507136" y="91243"/>
                  <a:pt x="503911" y="88669"/>
                  <a:pt x="500457" y="86194"/>
                </a:cubicBezTo>
                <a:cubicBezTo>
                  <a:pt x="497004" y="83718"/>
                  <a:pt x="493779" y="81015"/>
                  <a:pt x="490782" y="78085"/>
                </a:cubicBezTo>
                <a:cubicBezTo>
                  <a:pt x="487786" y="75152"/>
                  <a:pt x="485278" y="71861"/>
                  <a:pt x="483258" y="68213"/>
                </a:cubicBezTo>
                <a:cubicBezTo>
                  <a:pt x="481238" y="64564"/>
                  <a:pt x="480228" y="60265"/>
                  <a:pt x="480228" y="55314"/>
                </a:cubicBezTo>
                <a:cubicBezTo>
                  <a:pt x="480228" y="50361"/>
                  <a:pt x="481075" y="45768"/>
                  <a:pt x="482769" y="41533"/>
                </a:cubicBezTo>
                <a:cubicBezTo>
                  <a:pt x="484463" y="37298"/>
                  <a:pt x="486873" y="33617"/>
                  <a:pt x="490001" y="30492"/>
                </a:cubicBezTo>
                <a:cubicBezTo>
                  <a:pt x="493129" y="27364"/>
                  <a:pt x="496842" y="24823"/>
                  <a:pt x="501140" y="22869"/>
                </a:cubicBezTo>
                <a:cubicBezTo>
                  <a:pt x="505441" y="20914"/>
                  <a:pt x="510262" y="19741"/>
                  <a:pt x="515605" y="19350"/>
                </a:cubicBezTo>
                <a:lnTo>
                  <a:pt x="519318" y="0"/>
                </a:lnTo>
                <a:lnTo>
                  <a:pt x="533782" y="0"/>
                </a:lnTo>
                <a:lnTo>
                  <a:pt x="529872" y="20522"/>
                </a:lnTo>
                <a:cubicBezTo>
                  <a:pt x="534433" y="21826"/>
                  <a:pt x="538668" y="23879"/>
                  <a:pt x="542577" y="26680"/>
                </a:cubicBezTo>
                <a:cubicBezTo>
                  <a:pt x="546486" y="29482"/>
                  <a:pt x="550004" y="32837"/>
                  <a:pt x="553132" y="36746"/>
                </a:cubicBezTo>
                <a:lnTo>
                  <a:pt x="539646" y="48666"/>
                </a:lnTo>
                <a:cubicBezTo>
                  <a:pt x="537039" y="45018"/>
                  <a:pt x="533944" y="42022"/>
                  <a:pt x="530362" y="39678"/>
                </a:cubicBezTo>
                <a:cubicBezTo>
                  <a:pt x="526779" y="37331"/>
                  <a:pt x="522967" y="36158"/>
                  <a:pt x="518927" y="36158"/>
                </a:cubicBezTo>
                <a:cubicBezTo>
                  <a:pt x="513455" y="36158"/>
                  <a:pt x="509090" y="37689"/>
                  <a:pt x="505831" y="40751"/>
                </a:cubicBezTo>
                <a:cubicBezTo>
                  <a:pt x="502575" y="43813"/>
                  <a:pt x="500946" y="47820"/>
                  <a:pt x="500946" y="52773"/>
                </a:cubicBezTo>
                <a:cubicBezTo>
                  <a:pt x="500946" y="56290"/>
                  <a:pt x="501955" y="59418"/>
                  <a:pt x="503973" y="62156"/>
                </a:cubicBezTo>
                <a:cubicBezTo>
                  <a:pt x="505993" y="64892"/>
                  <a:pt x="508502" y="67497"/>
                  <a:pt x="511498" y="69973"/>
                </a:cubicBezTo>
                <a:cubicBezTo>
                  <a:pt x="514496" y="72448"/>
                  <a:pt x="517721" y="74923"/>
                  <a:pt x="521173" y="77399"/>
                </a:cubicBezTo>
                <a:cubicBezTo>
                  <a:pt x="524626" y="79874"/>
                  <a:pt x="527851" y="82675"/>
                  <a:pt x="530848" y="85803"/>
                </a:cubicBezTo>
                <a:cubicBezTo>
                  <a:pt x="533846" y="88930"/>
                  <a:pt x="536355" y="92481"/>
                  <a:pt x="538375" y="96456"/>
                </a:cubicBezTo>
                <a:cubicBezTo>
                  <a:pt x="540395" y="100431"/>
                  <a:pt x="541405" y="105154"/>
                  <a:pt x="541405" y="110625"/>
                </a:cubicBezTo>
                <a:cubicBezTo>
                  <a:pt x="541405" y="115838"/>
                  <a:pt x="540525" y="120660"/>
                  <a:pt x="538766" y="125090"/>
                </a:cubicBezTo>
                <a:cubicBezTo>
                  <a:pt x="537006" y="129520"/>
                  <a:pt x="534530" y="133461"/>
                  <a:pt x="531337" y="136915"/>
                </a:cubicBezTo>
                <a:cubicBezTo>
                  <a:pt x="528146" y="140369"/>
                  <a:pt x="524270" y="143138"/>
                  <a:pt x="519708" y="145224"/>
                </a:cubicBezTo>
                <a:cubicBezTo>
                  <a:pt x="515147" y="147308"/>
                  <a:pt x="510065" y="148610"/>
                  <a:pt x="504463" y="149131"/>
                </a:cubicBezTo>
                <a:lnTo>
                  <a:pt x="500556" y="168480"/>
                </a:lnTo>
                <a:lnTo>
                  <a:pt x="486091" y="168480"/>
                </a:lnTo>
                <a:close/>
                <a:moveTo>
                  <a:pt x="637195" y="61371"/>
                </a:moveTo>
                <a:lnTo>
                  <a:pt x="639930" y="43000"/>
                </a:lnTo>
                <a:lnTo>
                  <a:pt x="646575" y="8992"/>
                </a:lnTo>
                <a:lnTo>
                  <a:pt x="667490" y="8992"/>
                </a:lnTo>
                <a:lnTo>
                  <a:pt x="639736" y="146980"/>
                </a:lnTo>
                <a:lnTo>
                  <a:pt x="622537" y="146980"/>
                </a:lnTo>
                <a:lnTo>
                  <a:pt x="623512" y="133691"/>
                </a:lnTo>
                <a:lnTo>
                  <a:pt x="622928" y="133691"/>
                </a:lnTo>
                <a:cubicBezTo>
                  <a:pt x="618367" y="138381"/>
                  <a:pt x="613317" y="142160"/>
                  <a:pt x="607777" y="145027"/>
                </a:cubicBezTo>
                <a:cubicBezTo>
                  <a:pt x="602240" y="147892"/>
                  <a:pt x="596736" y="149325"/>
                  <a:pt x="591264" y="149325"/>
                </a:cubicBezTo>
                <a:cubicBezTo>
                  <a:pt x="582794" y="149325"/>
                  <a:pt x="576115" y="146328"/>
                  <a:pt x="571228" y="140336"/>
                </a:cubicBezTo>
                <a:cubicBezTo>
                  <a:pt x="566343" y="134341"/>
                  <a:pt x="563901" y="125675"/>
                  <a:pt x="563901" y="114338"/>
                </a:cubicBezTo>
                <a:cubicBezTo>
                  <a:pt x="563901" y="105218"/>
                  <a:pt x="565333" y="96652"/>
                  <a:pt x="568198" y="88639"/>
                </a:cubicBezTo>
                <a:cubicBezTo>
                  <a:pt x="571065" y="80625"/>
                  <a:pt x="574910" y="73653"/>
                  <a:pt x="579731" y="67724"/>
                </a:cubicBezTo>
                <a:cubicBezTo>
                  <a:pt x="584553" y="61795"/>
                  <a:pt x="590058" y="57136"/>
                  <a:pt x="596247" y="53748"/>
                </a:cubicBezTo>
                <a:cubicBezTo>
                  <a:pt x="602437" y="50360"/>
                  <a:pt x="608854" y="48666"/>
                  <a:pt x="615499" y="48666"/>
                </a:cubicBezTo>
                <a:cubicBezTo>
                  <a:pt x="620191" y="48666"/>
                  <a:pt x="624361" y="49839"/>
                  <a:pt x="628010" y="52186"/>
                </a:cubicBezTo>
                <a:cubicBezTo>
                  <a:pt x="631658" y="54532"/>
                  <a:pt x="634524" y="57594"/>
                  <a:pt x="636608" y="61371"/>
                </a:cubicBezTo>
                <a:lnTo>
                  <a:pt x="637195" y="61371"/>
                </a:lnTo>
                <a:moveTo>
                  <a:pt x="599862" y="132125"/>
                </a:moveTo>
                <a:cubicBezTo>
                  <a:pt x="604033" y="132125"/>
                  <a:pt x="608268" y="130888"/>
                  <a:pt x="612567" y="128412"/>
                </a:cubicBezTo>
                <a:cubicBezTo>
                  <a:pt x="616868" y="125937"/>
                  <a:pt x="621038" y="121767"/>
                  <a:pt x="625078" y="115904"/>
                </a:cubicBezTo>
                <a:lnTo>
                  <a:pt x="632895" y="77595"/>
                </a:lnTo>
                <a:cubicBezTo>
                  <a:pt x="630680" y="73426"/>
                  <a:pt x="628172" y="70430"/>
                  <a:pt x="625370" y="68607"/>
                </a:cubicBezTo>
                <a:cubicBezTo>
                  <a:pt x="622569" y="66781"/>
                  <a:pt x="619669" y="65869"/>
                  <a:pt x="616671" y="65869"/>
                </a:cubicBezTo>
                <a:cubicBezTo>
                  <a:pt x="612633" y="65869"/>
                  <a:pt x="608724" y="67074"/>
                  <a:pt x="604944" y="69483"/>
                </a:cubicBezTo>
                <a:cubicBezTo>
                  <a:pt x="601166" y="71893"/>
                  <a:pt x="597844" y="75184"/>
                  <a:pt x="594977" y="79355"/>
                </a:cubicBezTo>
                <a:cubicBezTo>
                  <a:pt x="592110" y="83524"/>
                  <a:pt x="589829" y="88378"/>
                  <a:pt x="588135" y="93915"/>
                </a:cubicBezTo>
                <a:cubicBezTo>
                  <a:pt x="586441" y="99452"/>
                  <a:pt x="585594" y="105283"/>
                  <a:pt x="585594" y="111407"/>
                </a:cubicBezTo>
                <a:cubicBezTo>
                  <a:pt x="585594" y="118443"/>
                  <a:pt x="586865" y="123655"/>
                  <a:pt x="589406" y="127043"/>
                </a:cubicBezTo>
                <a:cubicBezTo>
                  <a:pt x="591947" y="130431"/>
                  <a:pt x="595432" y="132125"/>
                  <a:pt x="599862" y="132125"/>
                </a:cubicBezTo>
                <a:close/>
                <a:moveTo>
                  <a:pt x="705349" y="149325"/>
                </a:moveTo>
                <a:cubicBezTo>
                  <a:pt x="700006" y="149325"/>
                  <a:pt x="695120" y="148413"/>
                  <a:pt x="690690" y="146590"/>
                </a:cubicBezTo>
                <a:cubicBezTo>
                  <a:pt x="686260" y="144765"/>
                  <a:pt x="682482" y="142159"/>
                  <a:pt x="679354" y="138773"/>
                </a:cubicBezTo>
                <a:cubicBezTo>
                  <a:pt x="676227" y="135385"/>
                  <a:pt x="673816" y="131280"/>
                  <a:pt x="672122" y="126459"/>
                </a:cubicBezTo>
                <a:cubicBezTo>
                  <a:pt x="670428" y="121637"/>
                  <a:pt x="669581" y="116229"/>
                  <a:pt x="669581" y="110235"/>
                </a:cubicBezTo>
                <a:cubicBezTo>
                  <a:pt x="669581" y="101114"/>
                  <a:pt x="671112" y="92743"/>
                  <a:pt x="674174" y="85120"/>
                </a:cubicBezTo>
                <a:cubicBezTo>
                  <a:pt x="677236" y="77497"/>
                  <a:pt x="681242" y="71014"/>
                  <a:pt x="686193" y="65672"/>
                </a:cubicBezTo>
                <a:cubicBezTo>
                  <a:pt x="691146" y="60329"/>
                  <a:pt x="696781" y="56160"/>
                  <a:pt x="703100" y="53164"/>
                </a:cubicBezTo>
                <a:cubicBezTo>
                  <a:pt x="709421" y="50166"/>
                  <a:pt x="715839" y="48666"/>
                  <a:pt x="722354" y="48666"/>
                </a:cubicBezTo>
                <a:cubicBezTo>
                  <a:pt x="733299" y="48666"/>
                  <a:pt x="742030" y="52153"/>
                  <a:pt x="748545" y="59126"/>
                </a:cubicBezTo>
                <a:cubicBezTo>
                  <a:pt x="755061" y="66096"/>
                  <a:pt x="758319" y="75641"/>
                  <a:pt x="758319" y="87759"/>
                </a:cubicBezTo>
                <a:cubicBezTo>
                  <a:pt x="758319" y="96880"/>
                  <a:pt x="756787" y="105218"/>
                  <a:pt x="753723" y="112776"/>
                </a:cubicBezTo>
                <a:cubicBezTo>
                  <a:pt x="750661" y="120333"/>
                  <a:pt x="746655" y="126816"/>
                  <a:pt x="741704" y="132224"/>
                </a:cubicBezTo>
                <a:cubicBezTo>
                  <a:pt x="736753" y="137632"/>
                  <a:pt x="731117" y="141834"/>
                  <a:pt x="724797" y="144830"/>
                </a:cubicBezTo>
                <a:cubicBezTo>
                  <a:pt x="718478" y="147826"/>
                  <a:pt x="711995" y="149325"/>
                  <a:pt x="705349" y="149325"/>
                </a:cubicBezTo>
                <a:moveTo>
                  <a:pt x="707696" y="132322"/>
                </a:moveTo>
                <a:cubicBezTo>
                  <a:pt x="711473" y="132322"/>
                  <a:pt x="715121" y="131182"/>
                  <a:pt x="718638" y="128901"/>
                </a:cubicBezTo>
                <a:cubicBezTo>
                  <a:pt x="722157" y="126621"/>
                  <a:pt x="725285" y="123493"/>
                  <a:pt x="728021" y="119519"/>
                </a:cubicBezTo>
                <a:cubicBezTo>
                  <a:pt x="730758" y="115544"/>
                  <a:pt x="732942" y="110886"/>
                  <a:pt x="734570" y="105543"/>
                </a:cubicBezTo>
                <a:cubicBezTo>
                  <a:pt x="736198" y="100201"/>
                  <a:pt x="737013" y="94468"/>
                  <a:pt x="737013" y="88344"/>
                </a:cubicBezTo>
                <a:cubicBezTo>
                  <a:pt x="737013" y="81047"/>
                  <a:pt x="735579" y="75444"/>
                  <a:pt x="732712" y="71535"/>
                </a:cubicBezTo>
                <a:cubicBezTo>
                  <a:pt x="729847" y="67626"/>
                  <a:pt x="725678" y="65672"/>
                  <a:pt x="720204" y="65672"/>
                </a:cubicBezTo>
                <a:cubicBezTo>
                  <a:pt x="716426" y="65672"/>
                  <a:pt x="712745" y="66812"/>
                  <a:pt x="709160" y="69093"/>
                </a:cubicBezTo>
                <a:cubicBezTo>
                  <a:pt x="705577" y="71373"/>
                  <a:pt x="702418" y="74468"/>
                  <a:pt x="699682" y="78377"/>
                </a:cubicBezTo>
                <a:cubicBezTo>
                  <a:pt x="696946" y="82286"/>
                  <a:pt x="694763" y="86911"/>
                  <a:pt x="693133" y="92254"/>
                </a:cubicBezTo>
                <a:cubicBezTo>
                  <a:pt x="691504" y="97596"/>
                  <a:pt x="690690" y="103329"/>
                  <a:pt x="690690" y="109453"/>
                </a:cubicBezTo>
                <a:cubicBezTo>
                  <a:pt x="690690" y="116750"/>
                  <a:pt x="692124" y="122386"/>
                  <a:pt x="694991" y="126360"/>
                </a:cubicBezTo>
                <a:cubicBezTo>
                  <a:pt x="697858" y="130335"/>
                  <a:pt x="702093" y="132322"/>
                  <a:pt x="707696" y="132322"/>
                </a:cubicBezTo>
                <a:close/>
                <a:moveTo>
                  <a:pt x="770377" y="146980"/>
                </a:moveTo>
                <a:lnTo>
                  <a:pt x="789530" y="51014"/>
                </a:lnTo>
                <a:lnTo>
                  <a:pt x="806535" y="51014"/>
                </a:lnTo>
                <a:lnTo>
                  <a:pt x="805557" y="64500"/>
                </a:lnTo>
                <a:lnTo>
                  <a:pt x="806339" y="64500"/>
                </a:lnTo>
                <a:cubicBezTo>
                  <a:pt x="811291" y="60199"/>
                  <a:pt x="816439" y="56485"/>
                  <a:pt x="821781" y="53358"/>
                </a:cubicBezTo>
                <a:cubicBezTo>
                  <a:pt x="827124" y="50230"/>
                  <a:pt x="832401" y="48666"/>
                  <a:pt x="837612" y="48666"/>
                </a:cubicBezTo>
                <a:cubicBezTo>
                  <a:pt x="841260" y="48666"/>
                  <a:pt x="844388" y="49123"/>
                  <a:pt x="846994" y="50035"/>
                </a:cubicBezTo>
                <a:cubicBezTo>
                  <a:pt x="849601" y="50948"/>
                  <a:pt x="851783" y="52187"/>
                  <a:pt x="853541" y="53751"/>
                </a:cubicBezTo>
                <a:cubicBezTo>
                  <a:pt x="855300" y="55314"/>
                  <a:pt x="856668" y="57170"/>
                  <a:pt x="857644" y="59319"/>
                </a:cubicBezTo>
                <a:cubicBezTo>
                  <a:pt x="858623" y="61469"/>
                  <a:pt x="859372" y="63847"/>
                  <a:pt x="859893" y="66453"/>
                </a:cubicBezTo>
                <a:cubicBezTo>
                  <a:pt x="865627" y="60982"/>
                  <a:pt x="871296" y="56649"/>
                  <a:pt x="876899" y="53456"/>
                </a:cubicBezTo>
                <a:cubicBezTo>
                  <a:pt x="882502" y="50263"/>
                  <a:pt x="887909" y="48666"/>
                  <a:pt x="893120" y="48666"/>
                </a:cubicBezTo>
                <a:cubicBezTo>
                  <a:pt x="901069" y="48666"/>
                  <a:pt x="906835" y="50752"/>
                  <a:pt x="910418" y="54923"/>
                </a:cubicBezTo>
                <a:cubicBezTo>
                  <a:pt x="914002" y="59093"/>
                  <a:pt x="915795" y="65086"/>
                  <a:pt x="915795" y="72904"/>
                </a:cubicBezTo>
                <a:cubicBezTo>
                  <a:pt x="915795" y="75119"/>
                  <a:pt x="915664" y="77269"/>
                  <a:pt x="915401" y="79355"/>
                </a:cubicBezTo>
                <a:cubicBezTo>
                  <a:pt x="915141" y="81439"/>
                  <a:pt x="914750" y="83784"/>
                  <a:pt x="914229" y="86390"/>
                </a:cubicBezTo>
                <a:lnTo>
                  <a:pt x="902112" y="146980"/>
                </a:lnTo>
                <a:lnTo>
                  <a:pt x="881002" y="146980"/>
                </a:lnTo>
                <a:lnTo>
                  <a:pt x="892729" y="89125"/>
                </a:lnTo>
                <a:cubicBezTo>
                  <a:pt x="893250" y="86910"/>
                  <a:pt x="893641" y="85022"/>
                  <a:pt x="893901" y="83459"/>
                </a:cubicBezTo>
                <a:cubicBezTo>
                  <a:pt x="894164" y="81894"/>
                  <a:pt x="894295" y="80395"/>
                  <a:pt x="894295" y="78961"/>
                </a:cubicBezTo>
                <a:cubicBezTo>
                  <a:pt x="894295" y="70754"/>
                  <a:pt x="890385" y="66650"/>
                  <a:pt x="882565" y="66650"/>
                </a:cubicBezTo>
                <a:cubicBezTo>
                  <a:pt x="880090" y="66650"/>
                  <a:pt x="876898" y="67823"/>
                  <a:pt x="872989" y="70169"/>
                </a:cubicBezTo>
                <a:cubicBezTo>
                  <a:pt x="869080" y="72513"/>
                  <a:pt x="864650" y="76291"/>
                  <a:pt x="859699" y="81502"/>
                </a:cubicBezTo>
                <a:lnTo>
                  <a:pt x="846604" y="146980"/>
                </a:lnTo>
                <a:lnTo>
                  <a:pt x="825688" y="146980"/>
                </a:lnTo>
                <a:lnTo>
                  <a:pt x="837221" y="89125"/>
                </a:lnTo>
                <a:cubicBezTo>
                  <a:pt x="837742" y="86910"/>
                  <a:pt x="838133" y="85022"/>
                  <a:pt x="838393" y="83459"/>
                </a:cubicBezTo>
                <a:cubicBezTo>
                  <a:pt x="838654" y="81894"/>
                  <a:pt x="838784" y="80395"/>
                  <a:pt x="838784" y="78961"/>
                </a:cubicBezTo>
                <a:cubicBezTo>
                  <a:pt x="838784" y="70754"/>
                  <a:pt x="834941" y="66650"/>
                  <a:pt x="827254" y="66650"/>
                </a:cubicBezTo>
                <a:cubicBezTo>
                  <a:pt x="824647" y="66650"/>
                  <a:pt x="821390" y="67823"/>
                  <a:pt x="817481" y="70169"/>
                </a:cubicBezTo>
                <a:cubicBezTo>
                  <a:pt x="813572" y="72513"/>
                  <a:pt x="809207" y="76291"/>
                  <a:pt x="804385" y="81502"/>
                </a:cubicBezTo>
                <a:lnTo>
                  <a:pt x="791486" y="146980"/>
                </a:lnTo>
                <a:lnTo>
                  <a:pt x="770377" y="146980"/>
                </a:lnTo>
                <a:close/>
                <a:moveTo>
                  <a:pt x="954005" y="80721"/>
                </a:moveTo>
                <a:cubicBezTo>
                  <a:pt x="950486" y="80721"/>
                  <a:pt x="947684" y="79582"/>
                  <a:pt x="945598" y="77303"/>
                </a:cubicBezTo>
                <a:cubicBezTo>
                  <a:pt x="943514" y="75023"/>
                  <a:pt x="942472" y="72123"/>
                  <a:pt x="942472" y="68604"/>
                </a:cubicBezTo>
                <a:cubicBezTo>
                  <a:pt x="942472" y="66520"/>
                  <a:pt x="942863" y="64468"/>
                  <a:pt x="943644" y="62448"/>
                </a:cubicBezTo>
                <a:cubicBezTo>
                  <a:pt x="944428" y="60428"/>
                  <a:pt x="945568" y="58636"/>
                  <a:pt x="947065" y="57074"/>
                </a:cubicBezTo>
                <a:cubicBezTo>
                  <a:pt x="948564" y="55509"/>
                  <a:pt x="950291" y="54238"/>
                  <a:pt x="952246" y="53262"/>
                </a:cubicBezTo>
                <a:cubicBezTo>
                  <a:pt x="954200" y="52284"/>
                  <a:pt x="956350" y="51795"/>
                  <a:pt x="958696" y="51795"/>
                </a:cubicBezTo>
                <a:cubicBezTo>
                  <a:pt x="962214" y="51795"/>
                  <a:pt x="964982" y="52968"/>
                  <a:pt x="967002" y="55314"/>
                </a:cubicBezTo>
                <a:cubicBezTo>
                  <a:pt x="969022" y="57658"/>
                  <a:pt x="970032" y="60590"/>
                  <a:pt x="970032" y="64109"/>
                </a:cubicBezTo>
                <a:cubicBezTo>
                  <a:pt x="970032" y="66193"/>
                  <a:pt x="969641" y="68245"/>
                  <a:pt x="968857" y="70265"/>
                </a:cubicBezTo>
                <a:cubicBezTo>
                  <a:pt x="968076" y="72285"/>
                  <a:pt x="967001" y="74077"/>
                  <a:pt x="965633" y="75642"/>
                </a:cubicBezTo>
                <a:cubicBezTo>
                  <a:pt x="964266" y="77205"/>
                  <a:pt x="962572" y="78442"/>
                  <a:pt x="960551" y="79355"/>
                </a:cubicBezTo>
                <a:cubicBezTo>
                  <a:pt x="958533" y="80266"/>
                  <a:pt x="956351" y="80721"/>
                  <a:pt x="954005" y="80721"/>
                </a:cubicBezTo>
                <a:moveTo>
                  <a:pt x="923123" y="181379"/>
                </a:moveTo>
                <a:lnTo>
                  <a:pt x="920582" y="169459"/>
                </a:lnTo>
                <a:cubicBezTo>
                  <a:pt x="927489" y="167244"/>
                  <a:pt x="932897" y="164149"/>
                  <a:pt x="936806" y="160174"/>
                </a:cubicBezTo>
                <a:cubicBezTo>
                  <a:pt x="940715" y="156200"/>
                  <a:pt x="943190" y="151932"/>
                  <a:pt x="944232" y="147371"/>
                </a:cubicBezTo>
                <a:cubicBezTo>
                  <a:pt x="940454" y="147371"/>
                  <a:pt x="937360" y="146329"/>
                  <a:pt x="934948" y="144246"/>
                </a:cubicBezTo>
                <a:cubicBezTo>
                  <a:pt x="932538" y="142160"/>
                  <a:pt x="931333" y="139293"/>
                  <a:pt x="931333" y="135644"/>
                </a:cubicBezTo>
                <a:cubicBezTo>
                  <a:pt x="931333" y="131736"/>
                  <a:pt x="932701" y="128217"/>
                  <a:pt x="935437" y="125090"/>
                </a:cubicBezTo>
                <a:cubicBezTo>
                  <a:pt x="938173" y="121962"/>
                  <a:pt x="941887" y="120399"/>
                  <a:pt x="946579" y="120399"/>
                </a:cubicBezTo>
                <a:cubicBezTo>
                  <a:pt x="951009" y="120399"/>
                  <a:pt x="954396" y="121832"/>
                  <a:pt x="956740" y="124699"/>
                </a:cubicBezTo>
                <a:cubicBezTo>
                  <a:pt x="959086" y="127566"/>
                  <a:pt x="960259" y="131475"/>
                  <a:pt x="960259" y="136426"/>
                </a:cubicBezTo>
                <a:cubicBezTo>
                  <a:pt x="960259" y="141899"/>
                  <a:pt x="959379" y="147079"/>
                  <a:pt x="957620" y="151964"/>
                </a:cubicBezTo>
                <a:cubicBezTo>
                  <a:pt x="955862" y="156851"/>
                  <a:pt x="953354" y="161249"/>
                  <a:pt x="950095" y="165158"/>
                </a:cubicBezTo>
                <a:cubicBezTo>
                  <a:pt x="946839" y="169067"/>
                  <a:pt x="942930" y="172422"/>
                  <a:pt x="938369" y="175224"/>
                </a:cubicBezTo>
                <a:cubicBezTo>
                  <a:pt x="933808" y="178025"/>
                  <a:pt x="928726" y="180077"/>
                  <a:pt x="923123" y="181379"/>
                </a:cubicBezTo>
                <a:close/>
                <a:moveTo>
                  <a:pt x="1042897" y="168480"/>
                </a:moveTo>
                <a:lnTo>
                  <a:pt x="1047001" y="148349"/>
                </a:lnTo>
                <a:cubicBezTo>
                  <a:pt x="1041269" y="147045"/>
                  <a:pt x="1035926" y="144797"/>
                  <a:pt x="1030974" y="141606"/>
                </a:cubicBezTo>
                <a:cubicBezTo>
                  <a:pt x="1026023" y="138413"/>
                  <a:pt x="1021723" y="134666"/>
                  <a:pt x="1018075" y="130366"/>
                </a:cubicBezTo>
                <a:lnTo>
                  <a:pt x="1031171" y="117467"/>
                </a:lnTo>
                <a:cubicBezTo>
                  <a:pt x="1034167" y="121376"/>
                  <a:pt x="1037847" y="124829"/>
                  <a:pt x="1042211" y="127828"/>
                </a:cubicBezTo>
                <a:cubicBezTo>
                  <a:pt x="1046578" y="130824"/>
                  <a:pt x="1051497" y="132322"/>
                  <a:pt x="1056971" y="132322"/>
                </a:cubicBezTo>
                <a:cubicBezTo>
                  <a:pt x="1063224" y="132322"/>
                  <a:pt x="1068208" y="130628"/>
                  <a:pt x="1071922" y="127240"/>
                </a:cubicBezTo>
                <a:cubicBezTo>
                  <a:pt x="1075636" y="123852"/>
                  <a:pt x="1077493" y="119291"/>
                  <a:pt x="1077493" y="113557"/>
                </a:cubicBezTo>
                <a:cubicBezTo>
                  <a:pt x="1077493" y="109388"/>
                  <a:pt x="1076483" y="105739"/>
                  <a:pt x="1074463" y="102612"/>
                </a:cubicBezTo>
                <a:cubicBezTo>
                  <a:pt x="1072443" y="99484"/>
                  <a:pt x="1069935" y="96585"/>
                  <a:pt x="1066938" y="93915"/>
                </a:cubicBezTo>
                <a:cubicBezTo>
                  <a:pt x="1063942" y="91243"/>
                  <a:pt x="1060717" y="88669"/>
                  <a:pt x="1057263" y="86194"/>
                </a:cubicBezTo>
                <a:cubicBezTo>
                  <a:pt x="1053810" y="83718"/>
                  <a:pt x="1050585" y="81015"/>
                  <a:pt x="1047589" y="78085"/>
                </a:cubicBezTo>
                <a:cubicBezTo>
                  <a:pt x="1044592" y="75152"/>
                  <a:pt x="1042084" y="71861"/>
                  <a:pt x="1040064" y="68213"/>
                </a:cubicBezTo>
                <a:cubicBezTo>
                  <a:pt x="1038044" y="64564"/>
                  <a:pt x="1037034" y="60265"/>
                  <a:pt x="1037034" y="55314"/>
                </a:cubicBezTo>
                <a:cubicBezTo>
                  <a:pt x="1037034" y="50361"/>
                  <a:pt x="1037881" y="45768"/>
                  <a:pt x="1039575" y="41533"/>
                </a:cubicBezTo>
                <a:cubicBezTo>
                  <a:pt x="1041269" y="37298"/>
                  <a:pt x="1043680" y="33617"/>
                  <a:pt x="1046807" y="30492"/>
                </a:cubicBezTo>
                <a:cubicBezTo>
                  <a:pt x="1049935" y="27364"/>
                  <a:pt x="1053648" y="24823"/>
                  <a:pt x="1057946" y="22869"/>
                </a:cubicBezTo>
                <a:cubicBezTo>
                  <a:pt x="1062247" y="20914"/>
                  <a:pt x="1067068" y="19741"/>
                  <a:pt x="1072411" y="19350"/>
                </a:cubicBezTo>
                <a:lnTo>
                  <a:pt x="1076124" y="0"/>
                </a:lnTo>
                <a:lnTo>
                  <a:pt x="1090588" y="0"/>
                </a:lnTo>
                <a:lnTo>
                  <a:pt x="1086679" y="20522"/>
                </a:lnTo>
                <a:cubicBezTo>
                  <a:pt x="1091240" y="21826"/>
                  <a:pt x="1095475" y="23879"/>
                  <a:pt x="1099383" y="26680"/>
                </a:cubicBezTo>
                <a:cubicBezTo>
                  <a:pt x="1103292" y="29482"/>
                  <a:pt x="1106811" y="32837"/>
                  <a:pt x="1109938" y="36746"/>
                </a:cubicBezTo>
                <a:lnTo>
                  <a:pt x="1096452" y="48666"/>
                </a:lnTo>
                <a:cubicBezTo>
                  <a:pt x="1093845" y="45018"/>
                  <a:pt x="1090750" y="42022"/>
                  <a:pt x="1087168" y="39678"/>
                </a:cubicBezTo>
                <a:cubicBezTo>
                  <a:pt x="1083585" y="37331"/>
                  <a:pt x="1079773" y="36158"/>
                  <a:pt x="1075733" y="36158"/>
                </a:cubicBezTo>
                <a:cubicBezTo>
                  <a:pt x="1070262" y="36158"/>
                  <a:pt x="1065896" y="37689"/>
                  <a:pt x="1062638" y="40751"/>
                </a:cubicBezTo>
                <a:cubicBezTo>
                  <a:pt x="1059381" y="43813"/>
                  <a:pt x="1057752" y="47820"/>
                  <a:pt x="1057752" y="52773"/>
                </a:cubicBezTo>
                <a:cubicBezTo>
                  <a:pt x="1057752" y="56290"/>
                  <a:pt x="1058762" y="59418"/>
                  <a:pt x="1060780" y="62156"/>
                </a:cubicBezTo>
                <a:cubicBezTo>
                  <a:pt x="1062800" y="64892"/>
                  <a:pt x="1065308" y="67497"/>
                  <a:pt x="1068304" y="69973"/>
                </a:cubicBezTo>
                <a:cubicBezTo>
                  <a:pt x="1071302" y="72448"/>
                  <a:pt x="1074527" y="74923"/>
                  <a:pt x="1077979" y="77399"/>
                </a:cubicBezTo>
                <a:cubicBezTo>
                  <a:pt x="1081433" y="79874"/>
                  <a:pt x="1084658" y="82675"/>
                  <a:pt x="1087654" y="85803"/>
                </a:cubicBezTo>
                <a:cubicBezTo>
                  <a:pt x="1090652" y="88930"/>
                  <a:pt x="1093161" y="92481"/>
                  <a:pt x="1095181" y="96456"/>
                </a:cubicBezTo>
                <a:cubicBezTo>
                  <a:pt x="1097201" y="100431"/>
                  <a:pt x="1098211" y="105154"/>
                  <a:pt x="1098211" y="110625"/>
                </a:cubicBezTo>
                <a:cubicBezTo>
                  <a:pt x="1098211" y="115838"/>
                  <a:pt x="1097332" y="120660"/>
                  <a:pt x="1095572" y="125090"/>
                </a:cubicBezTo>
                <a:cubicBezTo>
                  <a:pt x="1093812" y="129520"/>
                  <a:pt x="1091336" y="133461"/>
                  <a:pt x="1088143" y="136915"/>
                </a:cubicBezTo>
                <a:cubicBezTo>
                  <a:pt x="1084952" y="140369"/>
                  <a:pt x="1081076" y="143138"/>
                  <a:pt x="1076515" y="145224"/>
                </a:cubicBezTo>
                <a:cubicBezTo>
                  <a:pt x="1071954" y="147308"/>
                  <a:pt x="1066872" y="148610"/>
                  <a:pt x="1061269" y="149131"/>
                </a:cubicBezTo>
                <a:lnTo>
                  <a:pt x="1057362" y="168480"/>
                </a:lnTo>
                <a:lnTo>
                  <a:pt x="1042897" y="168480"/>
                </a:lnTo>
                <a:close/>
                <a:moveTo>
                  <a:pt x="1138260" y="146980"/>
                </a:moveTo>
                <a:lnTo>
                  <a:pt x="1125164" y="51014"/>
                </a:lnTo>
                <a:lnTo>
                  <a:pt x="1146077" y="51014"/>
                </a:lnTo>
                <a:lnTo>
                  <a:pt x="1151159" y="102027"/>
                </a:lnTo>
                <a:cubicBezTo>
                  <a:pt x="1151680" y="106849"/>
                  <a:pt x="1152070" y="111670"/>
                  <a:pt x="1152331" y="116492"/>
                </a:cubicBezTo>
                <a:cubicBezTo>
                  <a:pt x="1152591" y="121311"/>
                  <a:pt x="1152852" y="126197"/>
                  <a:pt x="1153112" y="131150"/>
                </a:cubicBezTo>
                <a:lnTo>
                  <a:pt x="1153894" y="131150"/>
                </a:lnTo>
                <a:cubicBezTo>
                  <a:pt x="1156110" y="126197"/>
                  <a:pt x="1158358" y="121343"/>
                  <a:pt x="1160637" y="116587"/>
                </a:cubicBezTo>
                <a:cubicBezTo>
                  <a:pt x="1162917" y="111831"/>
                  <a:pt x="1165165" y="106978"/>
                  <a:pt x="1167380" y="102027"/>
                </a:cubicBezTo>
                <a:lnTo>
                  <a:pt x="1192202" y="51014"/>
                </a:lnTo>
                <a:lnTo>
                  <a:pt x="1212921" y="51014"/>
                </a:lnTo>
                <a:lnTo>
                  <a:pt x="1162885" y="146980"/>
                </a:lnTo>
                <a:lnTo>
                  <a:pt x="1138260" y="1469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2=$gen;">
            <a:extLst xmlns:a="http://schemas.openxmlformats.org/drawingml/2006/main">
              <a:ext uri="{FF2B5EF4-FFF2-40B4-BE49-F238E27FC236}">
                <a16:creationId xmlns:a16="http://schemas.microsoft.com/office/drawing/2014/main" id="{B1E1B233-5828-4D07-A308-1F13C90E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1877" y="3858356"/>
            <a:ext cx="722236" cy="189590"/>
          </a:xfrm>
          <a:custGeom xmlns:a="http://schemas.openxmlformats.org/drawingml/2006/main">
            <a:pathLst>
              <a:path w="722236" h="189590">
                <a:moveTo>
                  <a:pt x="0" y="146980"/>
                </a:moveTo>
                <a:lnTo>
                  <a:pt x="2344" y="134863"/>
                </a:lnTo>
                <a:cubicBezTo>
                  <a:pt x="13550" y="125480"/>
                  <a:pt x="23550" y="117076"/>
                  <a:pt x="32344" y="109650"/>
                </a:cubicBezTo>
                <a:cubicBezTo>
                  <a:pt x="41140" y="102222"/>
                  <a:pt x="48535" y="95413"/>
                  <a:pt x="54530" y="89224"/>
                </a:cubicBezTo>
                <a:cubicBezTo>
                  <a:pt x="60524" y="83034"/>
                  <a:pt x="65084" y="77171"/>
                  <a:pt x="68210" y="71634"/>
                </a:cubicBezTo>
                <a:cubicBezTo>
                  <a:pt x="71337" y="66096"/>
                  <a:pt x="72901" y="60461"/>
                  <a:pt x="72901" y="54727"/>
                </a:cubicBezTo>
                <a:cubicBezTo>
                  <a:pt x="72901" y="49645"/>
                  <a:pt x="71435" y="45442"/>
                  <a:pt x="68502" y="42120"/>
                </a:cubicBezTo>
                <a:cubicBezTo>
                  <a:pt x="65572" y="38798"/>
                  <a:pt x="61174" y="37137"/>
                  <a:pt x="55311" y="37137"/>
                </a:cubicBezTo>
                <a:cubicBezTo>
                  <a:pt x="51533" y="37137"/>
                  <a:pt x="47755" y="38114"/>
                  <a:pt x="43975" y="40068"/>
                </a:cubicBezTo>
                <a:cubicBezTo>
                  <a:pt x="40197" y="42023"/>
                  <a:pt x="36354" y="44759"/>
                  <a:pt x="32445" y="48276"/>
                </a:cubicBezTo>
                <a:lnTo>
                  <a:pt x="22084" y="35768"/>
                </a:lnTo>
                <a:cubicBezTo>
                  <a:pt x="27948" y="30817"/>
                  <a:pt x="33811" y="27006"/>
                  <a:pt x="39675" y="24336"/>
                </a:cubicBezTo>
                <a:cubicBezTo>
                  <a:pt x="45538" y="21664"/>
                  <a:pt x="51597" y="20328"/>
                  <a:pt x="57852" y="20328"/>
                </a:cubicBezTo>
                <a:cubicBezTo>
                  <a:pt x="69058" y="20328"/>
                  <a:pt x="77788" y="23292"/>
                  <a:pt x="84043" y="29221"/>
                </a:cubicBezTo>
                <a:cubicBezTo>
                  <a:pt x="90298" y="35148"/>
                  <a:pt x="93426" y="42869"/>
                  <a:pt x="93426" y="52382"/>
                </a:cubicBezTo>
                <a:cubicBezTo>
                  <a:pt x="93426" y="58896"/>
                  <a:pt x="92155" y="65053"/>
                  <a:pt x="89614" y="70852"/>
                </a:cubicBezTo>
                <a:cubicBezTo>
                  <a:pt x="87073" y="76650"/>
                  <a:pt x="83359" y="82513"/>
                  <a:pt x="78472" y="88442"/>
                </a:cubicBezTo>
                <a:cubicBezTo>
                  <a:pt x="73587" y="94371"/>
                  <a:pt x="67561" y="100626"/>
                  <a:pt x="60393" y="107207"/>
                </a:cubicBezTo>
                <a:cubicBezTo>
                  <a:pt x="53227" y="113787"/>
                  <a:pt x="45084" y="121115"/>
                  <a:pt x="35961" y="129194"/>
                </a:cubicBezTo>
                <a:lnTo>
                  <a:pt x="83653" y="129194"/>
                </a:lnTo>
                <a:lnTo>
                  <a:pt x="80330" y="146980"/>
                </a:lnTo>
                <a:lnTo>
                  <a:pt x="0" y="146980"/>
                </a:lnTo>
                <a:close/>
                <a:moveTo>
                  <a:pt x="147527" y="68213"/>
                </a:moveTo>
                <a:lnTo>
                  <a:pt x="147527" y="53164"/>
                </a:lnTo>
                <a:lnTo>
                  <a:pt x="230398" y="53164"/>
                </a:lnTo>
                <a:lnTo>
                  <a:pt x="230398" y="68213"/>
                </a:lnTo>
                <a:lnTo>
                  <a:pt x="147527" y="68213"/>
                </a:lnTo>
                <a:moveTo>
                  <a:pt x="147527" y="111601"/>
                </a:moveTo>
                <a:lnTo>
                  <a:pt x="147527" y="96551"/>
                </a:lnTo>
                <a:lnTo>
                  <a:pt x="230398" y="96551"/>
                </a:lnTo>
                <a:lnTo>
                  <a:pt x="230398" y="111601"/>
                </a:lnTo>
                <a:lnTo>
                  <a:pt x="147527" y="111601"/>
                </a:lnTo>
                <a:close/>
                <a:moveTo>
                  <a:pt x="300918" y="168480"/>
                </a:moveTo>
                <a:lnTo>
                  <a:pt x="305022" y="148349"/>
                </a:lnTo>
                <a:cubicBezTo>
                  <a:pt x="299289" y="147045"/>
                  <a:pt x="293947" y="144797"/>
                  <a:pt x="288994" y="141606"/>
                </a:cubicBezTo>
                <a:cubicBezTo>
                  <a:pt x="284044" y="138413"/>
                  <a:pt x="279744" y="134666"/>
                  <a:pt x="276096" y="130366"/>
                </a:cubicBezTo>
                <a:lnTo>
                  <a:pt x="289191" y="117467"/>
                </a:lnTo>
                <a:cubicBezTo>
                  <a:pt x="292187" y="121376"/>
                  <a:pt x="295868" y="124829"/>
                  <a:pt x="300232" y="127828"/>
                </a:cubicBezTo>
                <a:cubicBezTo>
                  <a:pt x="304598" y="130824"/>
                  <a:pt x="309518" y="132322"/>
                  <a:pt x="314992" y="132322"/>
                </a:cubicBezTo>
                <a:cubicBezTo>
                  <a:pt x="321245" y="132322"/>
                  <a:pt x="326228" y="130628"/>
                  <a:pt x="329942" y="127240"/>
                </a:cubicBezTo>
                <a:cubicBezTo>
                  <a:pt x="333656" y="123852"/>
                  <a:pt x="335513" y="119291"/>
                  <a:pt x="335513" y="113557"/>
                </a:cubicBezTo>
                <a:cubicBezTo>
                  <a:pt x="335513" y="109388"/>
                  <a:pt x="334503" y="105739"/>
                  <a:pt x="332483" y="102612"/>
                </a:cubicBezTo>
                <a:cubicBezTo>
                  <a:pt x="330463" y="99484"/>
                  <a:pt x="327955" y="96585"/>
                  <a:pt x="324959" y="93915"/>
                </a:cubicBezTo>
                <a:cubicBezTo>
                  <a:pt x="321962" y="91243"/>
                  <a:pt x="318738" y="88669"/>
                  <a:pt x="315284" y="86194"/>
                </a:cubicBezTo>
                <a:cubicBezTo>
                  <a:pt x="311830" y="83718"/>
                  <a:pt x="308605" y="81015"/>
                  <a:pt x="305609" y="78085"/>
                </a:cubicBezTo>
                <a:cubicBezTo>
                  <a:pt x="302613" y="75152"/>
                  <a:pt x="300105" y="71861"/>
                  <a:pt x="298085" y="68213"/>
                </a:cubicBezTo>
                <a:cubicBezTo>
                  <a:pt x="296065" y="64564"/>
                  <a:pt x="295054" y="60265"/>
                  <a:pt x="295054" y="55314"/>
                </a:cubicBezTo>
                <a:cubicBezTo>
                  <a:pt x="295054" y="50361"/>
                  <a:pt x="295901" y="45768"/>
                  <a:pt x="297595" y="41533"/>
                </a:cubicBezTo>
                <a:cubicBezTo>
                  <a:pt x="299289" y="37298"/>
                  <a:pt x="301700" y="33617"/>
                  <a:pt x="304828" y="30492"/>
                </a:cubicBezTo>
                <a:cubicBezTo>
                  <a:pt x="307955" y="27364"/>
                  <a:pt x="311668" y="24823"/>
                  <a:pt x="315967" y="22869"/>
                </a:cubicBezTo>
                <a:cubicBezTo>
                  <a:pt x="320268" y="20914"/>
                  <a:pt x="325089" y="19741"/>
                  <a:pt x="330431" y="19350"/>
                </a:cubicBezTo>
                <a:lnTo>
                  <a:pt x="334144" y="0"/>
                </a:lnTo>
                <a:lnTo>
                  <a:pt x="348609" y="0"/>
                </a:lnTo>
                <a:lnTo>
                  <a:pt x="344699" y="20522"/>
                </a:lnTo>
                <a:cubicBezTo>
                  <a:pt x="349260" y="21826"/>
                  <a:pt x="353495" y="23879"/>
                  <a:pt x="357404" y="26680"/>
                </a:cubicBezTo>
                <a:cubicBezTo>
                  <a:pt x="361313" y="29482"/>
                  <a:pt x="364831" y="32837"/>
                  <a:pt x="367959" y="36746"/>
                </a:cubicBezTo>
                <a:lnTo>
                  <a:pt x="354472" y="48666"/>
                </a:lnTo>
                <a:cubicBezTo>
                  <a:pt x="351866" y="45018"/>
                  <a:pt x="348771" y="42022"/>
                  <a:pt x="345188" y="39678"/>
                </a:cubicBezTo>
                <a:cubicBezTo>
                  <a:pt x="341605" y="37331"/>
                  <a:pt x="337794" y="36158"/>
                  <a:pt x="333754" y="36158"/>
                </a:cubicBezTo>
                <a:cubicBezTo>
                  <a:pt x="328282" y="36158"/>
                  <a:pt x="323917" y="37689"/>
                  <a:pt x="320658" y="40751"/>
                </a:cubicBezTo>
                <a:cubicBezTo>
                  <a:pt x="317401" y="43813"/>
                  <a:pt x="315773" y="47820"/>
                  <a:pt x="315773" y="52773"/>
                </a:cubicBezTo>
                <a:cubicBezTo>
                  <a:pt x="315773" y="56290"/>
                  <a:pt x="316782" y="59418"/>
                  <a:pt x="318800" y="62156"/>
                </a:cubicBezTo>
                <a:cubicBezTo>
                  <a:pt x="320820" y="64892"/>
                  <a:pt x="323328" y="67497"/>
                  <a:pt x="326325" y="69973"/>
                </a:cubicBezTo>
                <a:cubicBezTo>
                  <a:pt x="329323" y="72448"/>
                  <a:pt x="332548" y="74923"/>
                  <a:pt x="336000" y="77399"/>
                </a:cubicBezTo>
                <a:cubicBezTo>
                  <a:pt x="339453" y="79874"/>
                  <a:pt x="342678" y="82675"/>
                  <a:pt x="345674" y="85803"/>
                </a:cubicBezTo>
                <a:cubicBezTo>
                  <a:pt x="348673" y="88930"/>
                  <a:pt x="351182" y="92481"/>
                  <a:pt x="353202" y="96456"/>
                </a:cubicBezTo>
                <a:cubicBezTo>
                  <a:pt x="355222" y="100431"/>
                  <a:pt x="356232" y="105154"/>
                  <a:pt x="356232" y="110625"/>
                </a:cubicBezTo>
                <a:cubicBezTo>
                  <a:pt x="356232" y="115838"/>
                  <a:pt x="355352" y="120660"/>
                  <a:pt x="353593" y="125090"/>
                </a:cubicBezTo>
                <a:cubicBezTo>
                  <a:pt x="351833" y="129520"/>
                  <a:pt x="349357" y="133461"/>
                  <a:pt x="346163" y="136915"/>
                </a:cubicBezTo>
                <a:cubicBezTo>
                  <a:pt x="342972" y="140369"/>
                  <a:pt x="339096" y="143138"/>
                  <a:pt x="334535" y="145224"/>
                </a:cubicBezTo>
                <a:cubicBezTo>
                  <a:pt x="329974" y="147308"/>
                  <a:pt x="324892" y="148610"/>
                  <a:pt x="319289" y="149131"/>
                </a:cubicBezTo>
                <a:lnTo>
                  <a:pt x="315382" y="168480"/>
                </a:lnTo>
                <a:lnTo>
                  <a:pt x="300918" y="168480"/>
                </a:lnTo>
                <a:close/>
                <a:moveTo>
                  <a:pt x="404879" y="189590"/>
                </a:moveTo>
                <a:cubicBezTo>
                  <a:pt x="398755" y="189590"/>
                  <a:pt x="392728" y="188417"/>
                  <a:pt x="386800" y="186070"/>
                </a:cubicBezTo>
                <a:cubicBezTo>
                  <a:pt x="380871" y="183726"/>
                  <a:pt x="375365" y="180469"/>
                  <a:pt x="370283" y="176297"/>
                </a:cubicBezTo>
                <a:lnTo>
                  <a:pt x="379666" y="162226"/>
                </a:lnTo>
                <a:cubicBezTo>
                  <a:pt x="383314" y="165223"/>
                  <a:pt x="387288" y="167731"/>
                  <a:pt x="391586" y="169751"/>
                </a:cubicBezTo>
                <a:cubicBezTo>
                  <a:pt x="395887" y="171771"/>
                  <a:pt x="400513" y="172781"/>
                  <a:pt x="405466" y="172781"/>
                </a:cubicBezTo>
                <a:cubicBezTo>
                  <a:pt x="412763" y="172781"/>
                  <a:pt x="418659" y="170663"/>
                  <a:pt x="423155" y="166429"/>
                </a:cubicBezTo>
                <a:cubicBezTo>
                  <a:pt x="427650" y="162194"/>
                  <a:pt x="430875" y="156232"/>
                  <a:pt x="432830" y="148543"/>
                </a:cubicBezTo>
                <a:lnTo>
                  <a:pt x="437715" y="129975"/>
                </a:lnTo>
                <a:cubicBezTo>
                  <a:pt x="433154" y="134667"/>
                  <a:pt x="428235" y="138349"/>
                  <a:pt x="422958" y="141022"/>
                </a:cubicBezTo>
                <a:cubicBezTo>
                  <a:pt x="417681" y="143692"/>
                  <a:pt x="412176" y="145027"/>
                  <a:pt x="406441" y="145027"/>
                </a:cubicBezTo>
                <a:cubicBezTo>
                  <a:pt x="398363" y="145027"/>
                  <a:pt x="391686" y="142193"/>
                  <a:pt x="386409" y="136524"/>
                </a:cubicBezTo>
                <a:cubicBezTo>
                  <a:pt x="381132" y="130856"/>
                  <a:pt x="378494" y="122419"/>
                  <a:pt x="378494" y="111213"/>
                </a:cubicBezTo>
                <a:cubicBezTo>
                  <a:pt x="378494" y="102482"/>
                  <a:pt x="379894" y="94339"/>
                  <a:pt x="382696" y="86781"/>
                </a:cubicBezTo>
                <a:cubicBezTo>
                  <a:pt x="385497" y="79224"/>
                  <a:pt x="389243" y="72611"/>
                  <a:pt x="393933" y="66942"/>
                </a:cubicBezTo>
                <a:cubicBezTo>
                  <a:pt x="398624" y="61274"/>
                  <a:pt x="403998" y="56811"/>
                  <a:pt x="410056" y="53555"/>
                </a:cubicBezTo>
                <a:cubicBezTo>
                  <a:pt x="416116" y="50296"/>
                  <a:pt x="422404" y="48666"/>
                  <a:pt x="428920" y="48666"/>
                </a:cubicBezTo>
                <a:cubicBezTo>
                  <a:pt x="433610" y="48666"/>
                  <a:pt x="437877" y="49872"/>
                  <a:pt x="441720" y="52284"/>
                </a:cubicBezTo>
                <a:cubicBezTo>
                  <a:pt x="445565" y="54694"/>
                  <a:pt x="448531" y="57983"/>
                  <a:pt x="450616" y="62153"/>
                </a:cubicBezTo>
                <a:lnTo>
                  <a:pt x="451201" y="62153"/>
                </a:lnTo>
                <a:lnTo>
                  <a:pt x="455305" y="51014"/>
                </a:lnTo>
                <a:lnTo>
                  <a:pt x="472310" y="51014"/>
                </a:lnTo>
                <a:lnTo>
                  <a:pt x="452764" y="148349"/>
                </a:lnTo>
                <a:cubicBezTo>
                  <a:pt x="450028" y="161899"/>
                  <a:pt x="444555" y="172160"/>
                  <a:pt x="436346" y="179130"/>
                </a:cubicBezTo>
                <a:cubicBezTo>
                  <a:pt x="428138" y="186103"/>
                  <a:pt x="417649" y="189590"/>
                  <a:pt x="404879" y="189590"/>
                </a:cubicBezTo>
                <a:moveTo>
                  <a:pt x="414064" y="127631"/>
                </a:moveTo>
                <a:cubicBezTo>
                  <a:pt x="417844" y="127631"/>
                  <a:pt x="421982" y="126491"/>
                  <a:pt x="426477" y="124210"/>
                </a:cubicBezTo>
                <a:cubicBezTo>
                  <a:pt x="430972" y="121929"/>
                  <a:pt x="435109" y="118248"/>
                  <a:pt x="438887" y="113166"/>
                </a:cubicBezTo>
                <a:lnTo>
                  <a:pt x="446119" y="77595"/>
                </a:lnTo>
                <a:cubicBezTo>
                  <a:pt x="443904" y="73426"/>
                  <a:pt x="441429" y="70430"/>
                  <a:pt x="438693" y="68607"/>
                </a:cubicBezTo>
                <a:cubicBezTo>
                  <a:pt x="435957" y="66781"/>
                  <a:pt x="433090" y="65869"/>
                  <a:pt x="430092" y="65869"/>
                </a:cubicBezTo>
                <a:cubicBezTo>
                  <a:pt x="426183" y="65869"/>
                  <a:pt x="422437" y="67009"/>
                  <a:pt x="418854" y="69290"/>
                </a:cubicBezTo>
                <a:cubicBezTo>
                  <a:pt x="415271" y="71568"/>
                  <a:pt x="412079" y="74662"/>
                  <a:pt x="409278" y="78571"/>
                </a:cubicBezTo>
                <a:cubicBezTo>
                  <a:pt x="406476" y="82480"/>
                  <a:pt x="404260" y="87008"/>
                  <a:pt x="402630" y="92155"/>
                </a:cubicBezTo>
                <a:cubicBezTo>
                  <a:pt x="401002" y="97303"/>
                  <a:pt x="400187" y="102743"/>
                  <a:pt x="400187" y="108475"/>
                </a:cubicBezTo>
                <a:cubicBezTo>
                  <a:pt x="400187" y="114990"/>
                  <a:pt x="401458" y="119812"/>
                  <a:pt x="403999" y="122940"/>
                </a:cubicBezTo>
                <a:cubicBezTo>
                  <a:pt x="406540" y="126067"/>
                  <a:pt x="409895" y="127631"/>
                  <a:pt x="414064" y="127631"/>
                </a:cubicBezTo>
                <a:close/>
                <a:moveTo>
                  <a:pt x="484019" y="108672"/>
                </a:moveTo>
                <a:cubicBezTo>
                  <a:pt x="484019" y="99681"/>
                  <a:pt x="485550" y="91504"/>
                  <a:pt x="488612" y="84142"/>
                </a:cubicBezTo>
                <a:cubicBezTo>
                  <a:pt x="491674" y="76779"/>
                  <a:pt x="495713" y="70460"/>
                  <a:pt x="500730" y="65183"/>
                </a:cubicBezTo>
                <a:cubicBezTo>
                  <a:pt x="505746" y="59906"/>
                  <a:pt x="511382" y="55834"/>
                  <a:pt x="517637" y="52967"/>
                </a:cubicBezTo>
                <a:cubicBezTo>
                  <a:pt x="523892" y="50100"/>
                  <a:pt x="530146" y="48666"/>
                  <a:pt x="536399" y="48666"/>
                </a:cubicBezTo>
                <a:cubicBezTo>
                  <a:pt x="542002" y="48666"/>
                  <a:pt x="546725" y="49579"/>
                  <a:pt x="550568" y="51404"/>
                </a:cubicBezTo>
                <a:cubicBezTo>
                  <a:pt x="554413" y="53227"/>
                  <a:pt x="557541" y="55736"/>
                  <a:pt x="559951" y="58929"/>
                </a:cubicBezTo>
                <a:cubicBezTo>
                  <a:pt x="562362" y="62122"/>
                  <a:pt x="564122" y="65869"/>
                  <a:pt x="565229" y="70169"/>
                </a:cubicBezTo>
                <a:cubicBezTo>
                  <a:pt x="566337" y="74468"/>
                  <a:pt x="566891" y="79093"/>
                  <a:pt x="566891" y="84043"/>
                </a:cubicBezTo>
                <a:cubicBezTo>
                  <a:pt x="566891" y="88215"/>
                  <a:pt x="566369" y="92255"/>
                  <a:pt x="565325" y="96164"/>
                </a:cubicBezTo>
                <a:cubicBezTo>
                  <a:pt x="564283" y="100073"/>
                  <a:pt x="563437" y="102808"/>
                  <a:pt x="562787" y="104371"/>
                </a:cubicBezTo>
                <a:lnTo>
                  <a:pt x="504344" y="104371"/>
                </a:lnTo>
                <a:cubicBezTo>
                  <a:pt x="503823" y="109453"/>
                  <a:pt x="504084" y="113818"/>
                  <a:pt x="505126" y="117467"/>
                </a:cubicBezTo>
                <a:cubicBezTo>
                  <a:pt x="506169" y="121115"/>
                  <a:pt x="507766" y="124113"/>
                  <a:pt x="509915" y="126459"/>
                </a:cubicBezTo>
                <a:cubicBezTo>
                  <a:pt x="512067" y="128803"/>
                  <a:pt x="514705" y="130529"/>
                  <a:pt x="517830" y="131636"/>
                </a:cubicBezTo>
                <a:cubicBezTo>
                  <a:pt x="520958" y="132744"/>
                  <a:pt x="524346" y="133297"/>
                  <a:pt x="527994" y="133297"/>
                </a:cubicBezTo>
                <a:cubicBezTo>
                  <a:pt x="531382" y="133297"/>
                  <a:pt x="534835" y="132516"/>
                  <a:pt x="538352" y="130953"/>
                </a:cubicBezTo>
                <a:cubicBezTo>
                  <a:pt x="541871" y="129390"/>
                  <a:pt x="544934" y="127632"/>
                  <a:pt x="547541" y="125677"/>
                </a:cubicBezTo>
                <a:lnTo>
                  <a:pt x="555358" y="139164"/>
                </a:lnTo>
                <a:cubicBezTo>
                  <a:pt x="551449" y="141899"/>
                  <a:pt x="546726" y="144277"/>
                  <a:pt x="541188" y="146297"/>
                </a:cubicBezTo>
                <a:cubicBezTo>
                  <a:pt x="535651" y="148316"/>
                  <a:pt x="529429" y="149325"/>
                  <a:pt x="522522" y="149325"/>
                </a:cubicBezTo>
                <a:cubicBezTo>
                  <a:pt x="516790" y="149325"/>
                  <a:pt x="511577" y="148413"/>
                  <a:pt x="506885" y="146590"/>
                </a:cubicBezTo>
                <a:cubicBezTo>
                  <a:pt x="502195" y="144765"/>
                  <a:pt x="498156" y="142126"/>
                  <a:pt x="494768" y="138675"/>
                </a:cubicBezTo>
                <a:cubicBezTo>
                  <a:pt x="491380" y="135221"/>
                  <a:pt x="488741" y="130986"/>
                  <a:pt x="486853" y="125970"/>
                </a:cubicBezTo>
                <a:cubicBezTo>
                  <a:pt x="484964" y="120953"/>
                  <a:pt x="484019" y="115187"/>
                  <a:pt x="484019" y="108672"/>
                </a:cubicBezTo>
                <a:moveTo>
                  <a:pt x="506104" y="91082"/>
                </a:moveTo>
                <a:lnTo>
                  <a:pt x="548519" y="91082"/>
                </a:lnTo>
                <a:cubicBezTo>
                  <a:pt x="548780" y="89777"/>
                  <a:pt x="549007" y="88441"/>
                  <a:pt x="549202" y="87073"/>
                </a:cubicBezTo>
                <a:cubicBezTo>
                  <a:pt x="549397" y="85706"/>
                  <a:pt x="549494" y="84240"/>
                  <a:pt x="549494" y="82677"/>
                </a:cubicBezTo>
                <a:cubicBezTo>
                  <a:pt x="549494" y="77985"/>
                  <a:pt x="548354" y="73848"/>
                  <a:pt x="546074" y="70265"/>
                </a:cubicBezTo>
                <a:cubicBezTo>
                  <a:pt x="543793" y="66682"/>
                  <a:pt x="539721" y="64891"/>
                  <a:pt x="533858" y="64891"/>
                </a:cubicBezTo>
                <a:cubicBezTo>
                  <a:pt x="527994" y="64891"/>
                  <a:pt x="522489" y="67204"/>
                  <a:pt x="517341" y="71831"/>
                </a:cubicBezTo>
                <a:cubicBezTo>
                  <a:pt x="512196" y="76455"/>
                  <a:pt x="508450" y="82872"/>
                  <a:pt x="506104" y="91082"/>
                </a:cubicBezTo>
                <a:close/>
                <a:moveTo>
                  <a:pt x="576839" y="146980"/>
                </a:moveTo>
                <a:lnTo>
                  <a:pt x="595992" y="51014"/>
                </a:lnTo>
                <a:lnTo>
                  <a:pt x="612997" y="51014"/>
                </a:lnTo>
                <a:lnTo>
                  <a:pt x="612019" y="64500"/>
                </a:lnTo>
                <a:lnTo>
                  <a:pt x="612801" y="64500"/>
                </a:lnTo>
                <a:cubicBezTo>
                  <a:pt x="617883" y="60199"/>
                  <a:pt x="623128" y="56485"/>
                  <a:pt x="628536" y="53358"/>
                </a:cubicBezTo>
                <a:cubicBezTo>
                  <a:pt x="633944" y="50230"/>
                  <a:pt x="639710" y="48666"/>
                  <a:pt x="645833" y="48666"/>
                </a:cubicBezTo>
                <a:cubicBezTo>
                  <a:pt x="653912" y="48666"/>
                  <a:pt x="659709" y="50752"/>
                  <a:pt x="663227" y="54923"/>
                </a:cubicBezTo>
                <a:cubicBezTo>
                  <a:pt x="666746" y="59093"/>
                  <a:pt x="668505" y="65086"/>
                  <a:pt x="668505" y="72904"/>
                </a:cubicBezTo>
                <a:cubicBezTo>
                  <a:pt x="668505" y="75119"/>
                  <a:pt x="668408" y="77269"/>
                  <a:pt x="668213" y="79355"/>
                </a:cubicBezTo>
                <a:cubicBezTo>
                  <a:pt x="668018" y="81439"/>
                  <a:pt x="667595" y="83784"/>
                  <a:pt x="666943" y="86390"/>
                </a:cubicBezTo>
                <a:lnTo>
                  <a:pt x="654825" y="146980"/>
                </a:lnTo>
                <a:lnTo>
                  <a:pt x="633910" y="146980"/>
                </a:lnTo>
                <a:lnTo>
                  <a:pt x="645637" y="89125"/>
                </a:lnTo>
                <a:cubicBezTo>
                  <a:pt x="646028" y="86910"/>
                  <a:pt x="646387" y="85022"/>
                  <a:pt x="646713" y="83459"/>
                </a:cubicBezTo>
                <a:cubicBezTo>
                  <a:pt x="647039" y="81894"/>
                  <a:pt x="647202" y="80395"/>
                  <a:pt x="647202" y="78961"/>
                </a:cubicBezTo>
                <a:cubicBezTo>
                  <a:pt x="647202" y="70754"/>
                  <a:pt x="643163" y="66650"/>
                  <a:pt x="635085" y="66650"/>
                </a:cubicBezTo>
                <a:cubicBezTo>
                  <a:pt x="631697" y="66650"/>
                  <a:pt x="628080" y="67823"/>
                  <a:pt x="624235" y="70169"/>
                </a:cubicBezTo>
                <a:cubicBezTo>
                  <a:pt x="620392" y="72513"/>
                  <a:pt x="615929" y="76291"/>
                  <a:pt x="610847" y="81502"/>
                </a:cubicBezTo>
                <a:lnTo>
                  <a:pt x="597948" y="146980"/>
                </a:lnTo>
                <a:lnTo>
                  <a:pt x="576839" y="146980"/>
                </a:lnTo>
                <a:close/>
                <a:moveTo>
                  <a:pt x="706209" y="80721"/>
                </a:moveTo>
                <a:cubicBezTo>
                  <a:pt x="702690" y="80721"/>
                  <a:pt x="699887" y="79582"/>
                  <a:pt x="697802" y="77303"/>
                </a:cubicBezTo>
                <a:cubicBezTo>
                  <a:pt x="695718" y="75023"/>
                  <a:pt x="694676" y="72123"/>
                  <a:pt x="694676" y="68604"/>
                </a:cubicBezTo>
                <a:cubicBezTo>
                  <a:pt x="694676" y="66520"/>
                  <a:pt x="695067" y="64468"/>
                  <a:pt x="695848" y="62448"/>
                </a:cubicBezTo>
                <a:cubicBezTo>
                  <a:pt x="696632" y="60428"/>
                  <a:pt x="697772" y="58636"/>
                  <a:pt x="699269" y="57074"/>
                </a:cubicBezTo>
                <a:cubicBezTo>
                  <a:pt x="700768" y="55509"/>
                  <a:pt x="702495" y="54238"/>
                  <a:pt x="704449" y="53262"/>
                </a:cubicBezTo>
                <a:cubicBezTo>
                  <a:pt x="706404" y="52284"/>
                  <a:pt x="708554" y="51795"/>
                  <a:pt x="710900" y="51795"/>
                </a:cubicBezTo>
                <a:cubicBezTo>
                  <a:pt x="714417" y="51795"/>
                  <a:pt x="717186" y="52968"/>
                  <a:pt x="719206" y="55314"/>
                </a:cubicBezTo>
                <a:cubicBezTo>
                  <a:pt x="721226" y="57658"/>
                  <a:pt x="722236" y="60590"/>
                  <a:pt x="722236" y="64109"/>
                </a:cubicBezTo>
                <a:cubicBezTo>
                  <a:pt x="722236" y="66193"/>
                  <a:pt x="721845" y="68245"/>
                  <a:pt x="721061" y="70265"/>
                </a:cubicBezTo>
                <a:cubicBezTo>
                  <a:pt x="720280" y="72285"/>
                  <a:pt x="719205" y="74077"/>
                  <a:pt x="717837" y="75642"/>
                </a:cubicBezTo>
                <a:cubicBezTo>
                  <a:pt x="716469" y="77205"/>
                  <a:pt x="714775" y="78442"/>
                  <a:pt x="712755" y="79355"/>
                </a:cubicBezTo>
                <a:cubicBezTo>
                  <a:pt x="710737" y="80266"/>
                  <a:pt x="708555" y="80721"/>
                  <a:pt x="706209" y="80721"/>
                </a:cubicBezTo>
                <a:moveTo>
                  <a:pt x="675326" y="181379"/>
                </a:moveTo>
                <a:lnTo>
                  <a:pt x="672785" y="169459"/>
                </a:lnTo>
                <a:cubicBezTo>
                  <a:pt x="679693" y="167244"/>
                  <a:pt x="685101" y="164149"/>
                  <a:pt x="689010" y="160174"/>
                </a:cubicBezTo>
                <a:cubicBezTo>
                  <a:pt x="692918" y="156200"/>
                  <a:pt x="695394" y="151932"/>
                  <a:pt x="696436" y="147371"/>
                </a:cubicBezTo>
                <a:cubicBezTo>
                  <a:pt x="692658" y="147371"/>
                  <a:pt x="689563" y="146329"/>
                  <a:pt x="687152" y="144246"/>
                </a:cubicBezTo>
                <a:cubicBezTo>
                  <a:pt x="684742" y="142160"/>
                  <a:pt x="683537" y="139293"/>
                  <a:pt x="683537" y="135644"/>
                </a:cubicBezTo>
                <a:cubicBezTo>
                  <a:pt x="683537" y="131736"/>
                  <a:pt x="684905" y="128217"/>
                  <a:pt x="687641" y="125090"/>
                </a:cubicBezTo>
                <a:cubicBezTo>
                  <a:pt x="690376" y="121962"/>
                  <a:pt x="694091" y="120399"/>
                  <a:pt x="698783" y="120399"/>
                </a:cubicBezTo>
                <a:cubicBezTo>
                  <a:pt x="703213" y="120399"/>
                  <a:pt x="706600" y="121832"/>
                  <a:pt x="708944" y="124699"/>
                </a:cubicBezTo>
                <a:cubicBezTo>
                  <a:pt x="711290" y="127566"/>
                  <a:pt x="712463" y="131475"/>
                  <a:pt x="712463" y="136426"/>
                </a:cubicBezTo>
                <a:cubicBezTo>
                  <a:pt x="712463" y="141899"/>
                  <a:pt x="711583" y="147079"/>
                  <a:pt x="709824" y="151964"/>
                </a:cubicBezTo>
                <a:cubicBezTo>
                  <a:pt x="708066" y="156851"/>
                  <a:pt x="705558" y="161249"/>
                  <a:pt x="702299" y="165158"/>
                </a:cubicBezTo>
                <a:cubicBezTo>
                  <a:pt x="699042" y="169067"/>
                  <a:pt x="695133" y="172422"/>
                  <a:pt x="690572" y="175224"/>
                </a:cubicBezTo>
                <a:cubicBezTo>
                  <a:pt x="686011" y="178025"/>
                  <a:pt x="680929" y="180077"/>
                  <a:pt x="675326" y="18137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callapi(">
            <a:extLst xmlns:a="http://schemas.openxmlformats.org/drawingml/2006/main">
              <a:ext uri="{FF2B5EF4-FFF2-40B4-BE49-F238E27FC236}">
                <a16:creationId xmlns:a16="http://schemas.microsoft.com/office/drawing/2014/main" id="{CC98C03D-332F-4D45-B42C-076A4627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2656" y="4096810"/>
            <a:ext cx="619819" cy="180988"/>
          </a:xfrm>
          <a:custGeom xmlns:a="http://schemas.openxmlformats.org/drawingml/2006/main">
            <a:pathLst>
              <a:path w="619819" h="180988">
                <a:moveTo>
                  <a:pt x="36549" y="145415"/>
                </a:moveTo>
                <a:cubicBezTo>
                  <a:pt x="31207" y="145415"/>
                  <a:pt x="26319" y="144536"/>
                  <a:pt x="21888" y="142778"/>
                </a:cubicBezTo>
                <a:cubicBezTo>
                  <a:pt x="17458" y="141019"/>
                  <a:pt x="13615" y="138478"/>
                  <a:pt x="10358" y="135155"/>
                </a:cubicBezTo>
                <a:cubicBezTo>
                  <a:pt x="7101" y="131833"/>
                  <a:pt x="4560" y="127761"/>
                  <a:pt x="2735" y="122939"/>
                </a:cubicBezTo>
                <a:cubicBezTo>
                  <a:pt x="912" y="118118"/>
                  <a:pt x="0" y="112580"/>
                  <a:pt x="0" y="106325"/>
                </a:cubicBezTo>
                <a:cubicBezTo>
                  <a:pt x="0" y="97725"/>
                  <a:pt x="1465" y="89680"/>
                  <a:pt x="4396" y="82188"/>
                </a:cubicBezTo>
                <a:cubicBezTo>
                  <a:pt x="7329" y="74695"/>
                  <a:pt x="11303" y="68179"/>
                  <a:pt x="16320" y="62642"/>
                </a:cubicBezTo>
                <a:cubicBezTo>
                  <a:pt x="21336" y="57105"/>
                  <a:pt x="27199" y="52739"/>
                  <a:pt x="33910" y="49546"/>
                </a:cubicBezTo>
                <a:cubicBezTo>
                  <a:pt x="40620" y="46353"/>
                  <a:pt x="47689" y="44757"/>
                  <a:pt x="55117" y="44757"/>
                </a:cubicBezTo>
                <a:cubicBezTo>
                  <a:pt x="60981" y="44757"/>
                  <a:pt x="65997" y="45930"/>
                  <a:pt x="70166" y="48276"/>
                </a:cubicBezTo>
                <a:cubicBezTo>
                  <a:pt x="74336" y="50622"/>
                  <a:pt x="77724" y="53359"/>
                  <a:pt x="80330" y="56486"/>
                </a:cubicBezTo>
                <a:lnTo>
                  <a:pt x="68604" y="69188"/>
                </a:lnTo>
                <a:cubicBezTo>
                  <a:pt x="66389" y="66584"/>
                  <a:pt x="64173" y="64695"/>
                  <a:pt x="61956" y="63522"/>
                </a:cubicBezTo>
                <a:cubicBezTo>
                  <a:pt x="59741" y="62349"/>
                  <a:pt x="57005" y="61762"/>
                  <a:pt x="53748" y="61762"/>
                </a:cubicBezTo>
                <a:cubicBezTo>
                  <a:pt x="49448" y="61762"/>
                  <a:pt x="45343" y="62935"/>
                  <a:pt x="41434" y="65281"/>
                </a:cubicBezTo>
                <a:cubicBezTo>
                  <a:pt x="37525" y="67625"/>
                  <a:pt x="34104" y="70785"/>
                  <a:pt x="31172" y="74759"/>
                </a:cubicBezTo>
                <a:cubicBezTo>
                  <a:pt x="28241" y="78734"/>
                  <a:pt x="25896" y="83359"/>
                  <a:pt x="24136" y="88636"/>
                </a:cubicBezTo>
                <a:cubicBezTo>
                  <a:pt x="22379" y="93913"/>
                  <a:pt x="21500" y="99549"/>
                  <a:pt x="21500" y="105543"/>
                </a:cubicBezTo>
                <a:cubicBezTo>
                  <a:pt x="21500" y="112840"/>
                  <a:pt x="23096" y="118476"/>
                  <a:pt x="26287" y="122450"/>
                </a:cubicBezTo>
                <a:cubicBezTo>
                  <a:pt x="29480" y="126425"/>
                  <a:pt x="34334" y="128412"/>
                  <a:pt x="40850" y="128412"/>
                </a:cubicBezTo>
                <a:cubicBezTo>
                  <a:pt x="44627" y="128412"/>
                  <a:pt x="47981" y="127663"/>
                  <a:pt x="50912" y="126163"/>
                </a:cubicBezTo>
                <a:cubicBezTo>
                  <a:pt x="53845" y="124664"/>
                  <a:pt x="56550" y="122938"/>
                  <a:pt x="59027" y="120983"/>
                </a:cubicBezTo>
                <a:lnTo>
                  <a:pt x="68016" y="134276"/>
                </a:lnTo>
                <a:cubicBezTo>
                  <a:pt x="64368" y="136882"/>
                  <a:pt x="60035" y="139390"/>
                  <a:pt x="55019" y="141800"/>
                </a:cubicBezTo>
                <a:cubicBezTo>
                  <a:pt x="50003" y="144210"/>
                  <a:pt x="43846" y="145415"/>
                  <a:pt x="36549" y="145415"/>
                </a:cubicBezTo>
                <a:close/>
                <a:moveTo>
                  <a:pt x="114613" y="145415"/>
                </a:moveTo>
                <a:cubicBezTo>
                  <a:pt x="106143" y="145415"/>
                  <a:pt x="99465" y="142418"/>
                  <a:pt x="94578" y="136426"/>
                </a:cubicBezTo>
                <a:cubicBezTo>
                  <a:pt x="89693" y="130431"/>
                  <a:pt x="87250" y="121765"/>
                  <a:pt x="87250" y="110428"/>
                </a:cubicBezTo>
                <a:cubicBezTo>
                  <a:pt x="87250" y="101308"/>
                  <a:pt x="88683" y="92742"/>
                  <a:pt x="91548" y="84729"/>
                </a:cubicBezTo>
                <a:cubicBezTo>
                  <a:pt x="94415" y="76715"/>
                  <a:pt x="98259" y="69743"/>
                  <a:pt x="103081" y="63814"/>
                </a:cubicBezTo>
                <a:cubicBezTo>
                  <a:pt x="107902" y="57885"/>
                  <a:pt x="113408" y="53226"/>
                  <a:pt x="119597" y="49838"/>
                </a:cubicBezTo>
                <a:cubicBezTo>
                  <a:pt x="125786" y="46450"/>
                  <a:pt x="132203" y="44757"/>
                  <a:pt x="138848" y="44757"/>
                </a:cubicBezTo>
                <a:cubicBezTo>
                  <a:pt x="143540" y="44757"/>
                  <a:pt x="147841" y="45962"/>
                  <a:pt x="151750" y="48374"/>
                </a:cubicBezTo>
                <a:cubicBezTo>
                  <a:pt x="155659" y="50784"/>
                  <a:pt x="158721" y="54073"/>
                  <a:pt x="160936" y="58243"/>
                </a:cubicBezTo>
                <a:lnTo>
                  <a:pt x="161326" y="58243"/>
                </a:lnTo>
                <a:lnTo>
                  <a:pt x="165430" y="47104"/>
                </a:lnTo>
                <a:lnTo>
                  <a:pt x="182239" y="47104"/>
                </a:lnTo>
                <a:lnTo>
                  <a:pt x="163086" y="143071"/>
                </a:lnTo>
                <a:lnTo>
                  <a:pt x="145887" y="143071"/>
                </a:lnTo>
                <a:lnTo>
                  <a:pt x="146862" y="129781"/>
                </a:lnTo>
                <a:lnTo>
                  <a:pt x="146277" y="129781"/>
                </a:lnTo>
                <a:cubicBezTo>
                  <a:pt x="141716" y="134471"/>
                  <a:pt x="136666" y="138250"/>
                  <a:pt x="131127" y="141117"/>
                </a:cubicBezTo>
                <a:cubicBezTo>
                  <a:pt x="125590" y="143982"/>
                  <a:pt x="120085" y="145415"/>
                  <a:pt x="114613" y="145415"/>
                </a:cubicBezTo>
                <a:moveTo>
                  <a:pt x="123212" y="128215"/>
                </a:moveTo>
                <a:cubicBezTo>
                  <a:pt x="127383" y="128215"/>
                  <a:pt x="131651" y="126978"/>
                  <a:pt x="136015" y="124502"/>
                </a:cubicBezTo>
                <a:cubicBezTo>
                  <a:pt x="140379" y="122027"/>
                  <a:pt x="144517" y="117858"/>
                  <a:pt x="148428" y="111994"/>
                </a:cubicBezTo>
                <a:lnTo>
                  <a:pt x="156244" y="73686"/>
                </a:lnTo>
                <a:cubicBezTo>
                  <a:pt x="154029" y="69516"/>
                  <a:pt x="151521" y="66520"/>
                  <a:pt x="148720" y="64697"/>
                </a:cubicBezTo>
                <a:cubicBezTo>
                  <a:pt x="145918" y="62871"/>
                  <a:pt x="143019" y="61959"/>
                  <a:pt x="140020" y="61959"/>
                </a:cubicBezTo>
                <a:cubicBezTo>
                  <a:pt x="135982" y="61959"/>
                  <a:pt x="132073" y="63164"/>
                  <a:pt x="128294" y="65573"/>
                </a:cubicBezTo>
                <a:cubicBezTo>
                  <a:pt x="124516" y="67983"/>
                  <a:pt x="121194" y="71274"/>
                  <a:pt x="118326" y="75445"/>
                </a:cubicBezTo>
                <a:cubicBezTo>
                  <a:pt x="115459" y="79615"/>
                  <a:pt x="113179" y="84468"/>
                  <a:pt x="111485" y="90005"/>
                </a:cubicBezTo>
                <a:cubicBezTo>
                  <a:pt x="109791" y="95542"/>
                  <a:pt x="108944" y="101373"/>
                  <a:pt x="108944" y="107497"/>
                </a:cubicBezTo>
                <a:cubicBezTo>
                  <a:pt x="108944" y="114533"/>
                  <a:pt x="110214" y="119745"/>
                  <a:pt x="112755" y="123133"/>
                </a:cubicBezTo>
                <a:cubicBezTo>
                  <a:pt x="115296" y="126521"/>
                  <a:pt x="118782" y="128215"/>
                  <a:pt x="123212" y="128215"/>
                </a:cubicBezTo>
                <a:close/>
                <a:moveTo>
                  <a:pt x="210267" y="145415"/>
                </a:moveTo>
                <a:cubicBezTo>
                  <a:pt x="204664" y="145415"/>
                  <a:pt x="200560" y="144047"/>
                  <a:pt x="197953" y="141311"/>
                </a:cubicBezTo>
                <a:cubicBezTo>
                  <a:pt x="195346" y="138575"/>
                  <a:pt x="194043" y="134732"/>
                  <a:pt x="194043" y="129781"/>
                </a:cubicBezTo>
                <a:cubicBezTo>
                  <a:pt x="194043" y="126783"/>
                  <a:pt x="194499" y="123395"/>
                  <a:pt x="195412" y="119617"/>
                </a:cubicBezTo>
                <a:lnTo>
                  <a:pt x="218281" y="5082"/>
                </a:lnTo>
                <a:lnTo>
                  <a:pt x="239193" y="5082"/>
                </a:lnTo>
                <a:lnTo>
                  <a:pt x="216131" y="120592"/>
                </a:lnTo>
                <a:cubicBezTo>
                  <a:pt x="215870" y="121636"/>
                  <a:pt x="215740" y="122419"/>
                  <a:pt x="215740" y="122939"/>
                </a:cubicBezTo>
                <a:cubicBezTo>
                  <a:pt x="215740" y="123460"/>
                  <a:pt x="215740" y="123917"/>
                  <a:pt x="215740" y="124308"/>
                </a:cubicBezTo>
                <a:cubicBezTo>
                  <a:pt x="215740" y="127044"/>
                  <a:pt x="216847" y="128412"/>
                  <a:pt x="219062" y="128412"/>
                </a:cubicBezTo>
                <a:cubicBezTo>
                  <a:pt x="219714" y="128412"/>
                  <a:pt x="220235" y="128379"/>
                  <a:pt x="220625" y="128314"/>
                </a:cubicBezTo>
                <a:cubicBezTo>
                  <a:pt x="221017" y="128248"/>
                  <a:pt x="221669" y="128085"/>
                  <a:pt x="222582" y="127825"/>
                </a:cubicBezTo>
                <a:lnTo>
                  <a:pt x="222191" y="143461"/>
                </a:lnTo>
                <a:cubicBezTo>
                  <a:pt x="220757" y="144113"/>
                  <a:pt x="219063" y="144601"/>
                  <a:pt x="217109" y="144926"/>
                </a:cubicBezTo>
                <a:cubicBezTo>
                  <a:pt x="215154" y="145252"/>
                  <a:pt x="212874" y="145415"/>
                  <a:pt x="210267" y="145415"/>
                </a:cubicBezTo>
                <a:close/>
                <a:moveTo>
                  <a:pt x="261750" y="145415"/>
                </a:moveTo>
                <a:cubicBezTo>
                  <a:pt x="256147" y="145415"/>
                  <a:pt x="252042" y="144047"/>
                  <a:pt x="249435" y="141311"/>
                </a:cubicBezTo>
                <a:cubicBezTo>
                  <a:pt x="246829" y="138575"/>
                  <a:pt x="245526" y="134732"/>
                  <a:pt x="245526" y="129781"/>
                </a:cubicBezTo>
                <a:cubicBezTo>
                  <a:pt x="245526" y="126783"/>
                  <a:pt x="245982" y="123395"/>
                  <a:pt x="246894" y="119617"/>
                </a:cubicBezTo>
                <a:lnTo>
                  <a:pt x="269763" y="5082"/>
                </a:lnTo>
                <a:lnTo>
                  <a:pt x="290676" y="5082"/>
                </a:lnTo>
                <a:lnTo>
                  <a:pt x="267613" y="120592"/>
                </a:lnTo>
                <a:cubicBezTo>
                  <a:pt x="267353" y="121636"/>
                  <a:pt x="267222" y="122419"/>
                  <a:pt x="267222" y="122939"/>
                </a:cubicBezTo>
                <a:cubicBezTo>
                  <a:pt x="267222" y="123460"/>
                  <a:pt x="267222" y="123917"/>
                  <a:pt x="267222" y="124308"/>
                </a:cubicBezTo>
                <a:cubicBezTo>
                  <a:pt x="267222" y="127044"/>
                  <a:pt x="268330" y="128412"/>
                  <a:pt x="270545" y="128412"/>
                </a:cubicBezTo>
                <a:cubicBezTo>
                  <a:pt x="271197" y="128412"/>
                  <a:pt x="271718" y="128379"/>
                  <a:pt x="272108" y="128314"/>
                </a:cubicBezTo>
                <a:cubicBezTo>
                  <a:pt x="272499" y="128248"/>
                  <a:pt x="273151" y="128085"/>
                  <a:pt x="274064" y="127825"/>
                </a:cubicBezTo>
                <a:lnTo>
                  <a:pt x="273673" y="143461"/>
                </a:lnTo>
                <a:cubicBezTo>
                  <a:pt x="272240" y="144113"/>
                  <a:pt x="270546" y="144601"/>
                  <a:pt x="268591" y="144926"/>
                </a:cubicBezTo>
                <a:cubicBezTo>
                  <a:pt x="266637" y="145252"/>
                  <a:pt x="264356" y="145415"/>
                  <a:pt x="261750" y="145415"/>
                </a:cubicBezTo>
                <a:close/>
                <a:moveTo>
                  <a:pt x="323396" y="145415"/>
                </a:moveTo>
                <a:cubicBezTo>
                  <a:pt x="314926" y="145415"/>
                  <a:pt x="308248" y="142418"/>
                  <a:pt x="303361" y="136426"/>
                </a:cubicBezTo>
                <a:cubicBezTo>
                  <a:pt x="298476" y="130431"/>
                  <a:pt x="296033" y="121765"/>
                  <a:pt x="296033" y="110428"/>
                </a:cubicBezTo>
                <a:cubicBezTo>
                  <a:pt x="296033" y="101308"/>
                  <a:pt x="297466" y="92742"/>
                  <a:pt x="300331" y="84729"/>
                </a:cubicBezTo>
                <a:cubicBezTo>
                  <a:pt x="303198" y="76715"/>
                  <a:pt x="307042" y="69743"/>
                  <a:pt x="311864" y="63814"/>
                </a:cubicBezTo>
                <a:cubicBezTo>
                  <a:pt x="316685" y="57885"/>
                  <a:pt x="322190" y="53226"/>
                  <a:pt x="328380" y="49838"/>
                </a:cubicBezTo>
                <a:cubicBezTo>
                  <a:pt x="334569" y="46450"/>
                  <a:pt x="340986" y="44757"/>
                  <a:pt x="347631" y="44757"/>
                </a:cubicBezTo>
                <a:cubicBezTo>
                  <a:pt x="352323" y="44757"/>
                  <a:pt x="356624" y="45962"/>
                  <a:pt x="360533" y="48374"/>
                </a:cubicBezTo>
                <a:cubicBezTo>
                  <a:pt x="364442" y="50784"/>
                  <a:pt x="367504" y="54073"/>
                  <a:pt x="369719" y="58243"/>
                </a:cubicBezTo>
                <a:lnTo>
                  <a:pt x="370109" y="58243"/>
                </a:lnTo>
                <a:lnTo>
                  <a:pt x="374213" y="47104"/>
                </a:lnTo>
                <a:lnTo>
                  <a:pt x="391022" y="47104"/>
                </a:lnTo>
                <a:lnTo>
                  <a:pt x="371869" y="143071"/>
                </a:lnTo>
                <a:lnTo>
                  <a:pt x="354670" y="143071"/>
                </a:lnTo>
                <a:lnTo>
                  <a:pt x="355645" y="129781"/>
                </a:lnTo>
                <a:lnTo>
                  <a:pt x="355060" y="129781"/>
                </a:lnTo>
                <a:cubicBezTo>
                  <a:pt x="350499" y="134471"/>
                  <a:pt x="345449" y="138250"/>
                  <a:pt x="339910" y="141117"/>
                </a:cubicBezTo>
                <a:cubicBezTo>
                  <a:pt x="334373" y="143982"/>
                  <a:pt x="328868" y="145415"/>
                  <a:pt x="323396" y="145415"/>
                </a:cubicBezTo>
                <a:moveTo>
                  <a:pt x="331995" y="128215"/>
                </a:moveTo>
                <a:cubicBezTo>
                  <a:pt x="336166" y="128215"/>
                  <a:pt x="340434" y="126978"/>
                  <a:pt x="344798" y="124502"/>
                </a:cubicBezTo>
                <a:cubicBezTo>
                  <a:pt x="349162" y="122027"/>
                  <a:pt x="353300" y="117858"/>
                  <a:pt x="357211" y="111994"/>
                </a:cubicBezTo>
                <a:lnTo>
                  <a:pt x="365027" y="73686"/>
                </a:lnTo>
                <a:cubicBezTo>
                  <a:pt x="362812" y="69516"/>
                  <a:pt x="360304" y="66520"/>
                  <a:pt x="357503" y="64697"/>
                </a:cubicBezTo>
                <a:cubicBezTo>
                  <a:pt x="354701" y="62871"/>
                  <a:pt x="351802" y="61959"/>
                  <a:pt x="348803" y="61959"/>
                </a:cubicBezTo>
                <a:cubicBezTo>
                  <a:pt x="344765" y="61959"/>
                  <a:pt x="340856" y="63164"/>
                  <a:pt x="337077" y="65573"/>
                </a:cubicBezTo>
                <a:cubicBezTo>
                  <a:pt x="333299" y="67983"/>
                  <a:pt x="329976" y="71274"/>
                  <a:pt x="327109" y="75445"/>
                </a:cubicBezTo>
                <a:cubicBezTo>
                  <a:pt x="324242" y="79615"/>
                  <a:pt x="321962" y="84468"/>
                  <a:pt x="320268" y="90005"/>
                </a:cubicBezTo>
                <a:cubicBezTo>
                  <a:pt x="318574" y="95542"/>
                  <a:pt x="317727" y="101373"/>
                  <a:pt x="317727" y="107497"/>
                </a:cubicBezTo>
                <a:cubicBezTo>
                  <a:pt x="317727" y="114533"/>
                  <a:pt x="318997" y="119745"/>
                  <a:pt x="321538" y="123133"/>
                </a:cubicBezTo>
                <a:cubicBezTo>
                  <a:pt x="324079" y="126521"/>
                  <a:pt x="327565" y="128215"/>
                  <a:pt x="331995" y="128215"/>
                </a:cubicBezTo>
                <a:close/>
                <a:moveTo>
                  <a:pt x="421201" y="132907"/>
                </a:moveTo>
                <a:lnTo>
                  <a:pt x="418072" y="152453"/>
                </a:lnTo>
                <a:lnTo>
                  <a:pt x="412599" y="180988"/>
                </a:lnTo>
                <a:lnTo>
                  <a:pt x="391687" y="180988"/>
                </a:lnTo>
                <a:lnTo>
                  <a:pt x="418660" y="47104"/>
                </a:lnTo>
                <a:lnTo>
                  <a:pt x="435662" y="47104"/>
                </a:lnTo>
                <a:lnTo>
                  <a:pt x="435271" y="58830"/>
                </a:lnTo>
                <a:lnTo>
                  <a:pt x="435859" y="58830"/>
                </a:lnTo>
                <a:cubicBezTo>
                  <a:pt x="440420" y="54790"/>
                  <a:pt x="445372" y="51435"/>
                  <a:pt x="450714" y="48765"/>
                </a:cubicBezTo>
                <a:cubicBezTo>
                  <a:pt x="456057" y="46093"/>
                  <a:pt x="461464" y="44757"/>
                  <a:pt x="466935" y="44757"/>
                </a:cubicBezTo>
                <a:cubicBezTo>
                  <a:pt x="475536" y="44757"/>
                  <a:pt x="482247" y="47754"/>
                  <a:pt x="487066" y="53748"/>
                </a:cubicBezTo>
                <a:cubicBezTo>
                  <a:pt x="491888" y="59743"/>
                  <a:pt x="494299" y="68408"/>
                  <a:pt x="494299" y="79743"/>
                </a:cubicBezTo>
                <a:cubicBezTo>
                  <a:pt x="494299" y="88994"/>
                  <a:pt x="492865" y="97594"/>
                  <a:pt x="489998" y="105543"/>
                </a:cubicBezTo>
                <a:cubicBezTo>
                  <a:pt x="487133" y="113492"/>
                  <a:pt x="483290" y="120431"/>
                  <a:pt x="478468" y="126360"/>
                </a:cubicBezTo>
                <a:cubicBezTo>
                  <a:pt x="473647" y="132289"/>
                  <a:pt x="468174" y="136948"/>
                  <a:pt x="462050" y="140336"/>
                </a:cubicBezTo>
                <a:cubicBezTo>
                  <a:pt x="455926" y="143722"/>
                  <a:pt x="449541" y="145415"/>
                  <a:pt x="442894" y="145415"/>
                </a:cubicBezTo>
                <a:cubicBezTo>
                  <a:pt x="438335" y="145415"/>
                  <a:pt x="434232" y="144275"/>
                  <a:pt x="430583" y="141997"/>
                </a:cubicBezTo>
                <a:cubicBezTo>
                  <a:pt x="426935" y="139716"/>
                  <a:pt x="423937" y="136686"/>
                  <a:pt x="421591" y="132907"/>
                </a:cubicBezTo>
                <a:lnTo>
                  <a:pt x="421201" y="132907"/>
                </a:lnTo>
                <a:moveTo>
                  <a:pt x="458337" y="61959"/>
                </a:moveTo>
                <a:cubicBezTo>
                  <a:pt x="454557" y="61959"/>
                  <a:pt x="450453" y="63099"/>
                  <a:pt x="446023" y="65380"/>
                </a:cubicBezTo>
                <a:cubicBezTo>
                  <a:pt x="441593" y="67658"/>
                  <a:pt x="437554" y="71144"/>
                  <a:pt x="433905" y="75836"/>
                </a:cubicBezTo>
                <a:lnTo>
                  <a:pt x="425695" y="116879"/>
                </a:lnTo>
                <a:cubicBezTo>
                  <a:pt x="427781" y="120919"/>
                  <a:pt x="430191" y="123819"/>
                  <a:pt x="432927" y="125579"/>
                </a:cubicBezTo>
                <a:cubicBezTo>
                  <a:pt x="435663" y="127337"/>
                  <a:pt x="438530" y="128215"/>
                  <a:pt x="441528" y="128215"/>
                </a:cubicBezTo>
                <a:cubicBezTo>
                  <a:pt x="445567" y="128215"/>
                  <a:pt x="449474" y="127010"/>
                  <a:pt x="453252" y="124601"/>
                </a:cubicBezTo>
                <a:cubicBezTo>
                  <a:pt x="457032" y="122189"/>
                  <a:pt x="460355" y="118898"/>
                  <a:pt x="463222" y="114729"/>
                </a:cubicBezTo>
                <a:cubicBezTo>
                  <a:pt x="466089" y="110560"/>
                  <a:pt x="468402" y="105706"/>
                  <a:pt x="470159" y="100169"/>
                </a:cubicBezTo>
                <a:cubicBezTo>
                  <a:pt x="471919" y="94632"/>
                  <a:pt x="472799" y="88736"/>
                  <a:pt x="472799" y="82481"/>
                </a:cubicBezTo>
                <a:cubicBezTo>
                  <a:pt x="472799" y="75444"/>
                  <a:pt x="471495" y="70265"/>
                  <a:pt x="468889" y="66942"/>
                </a:cubicBezTo>
                <a:cubicBezTo>
                  <a:pt x="466284" y="63620"/>
                  <a:pt x="462767" y="61959"/>
                  <a:pt x="458337" y="61959"/>
                </a:cubicBezTo>
                <a:close/>
                <a:moveTo>
                  <a:pt x="505128" y="143071"/>
                </a:moveTo>
                <a:lnTo>
                  <a:pt x="524478" y="47104"/>
                </a:lnTo>
                <a:lnTo>
                  <a:pt x="545390" y="47104"/>
                </a:lnTo>
                <a:lnTo>
                  <a:pt x="526237" y="143071"/>
                </a:lnTo>
                <a:lnTo>
                  <a:pt x="505128" y="143071"/>
                </a:lnTo>
                <a:moveTo>
                  <a:pt x="539917" y="30098"/>
                </a:moveTo>
                <a:cubicBezTo>
                  <a:pt x="536921" y="30098"/>
                  <a:pt x="534185" y="29154"/>
                  <a:pt x="531710" y="27265"/>
                </a:cubicBezTo>
                <a:cubicBezTo>
                  <a:pt x="529235" y="25376"/>
                  <a:pt x="527997" y="22672"/>
                  <a:pt x="527997" y="19153"/>
                </a:cubicBezTo>
                <a:cubicBezTo>
                  <a:pt x="527997" y="15375"/>
                  <a:pt x="529365" y="12151"/>
                  <a:pt x="532101" y="9481"/>
                </a:cubicBezTo>
                <a:cubicBezTo>
                  <a:pt x="534836" y="6809"/>
                  <a:pt x="538159" y="5473"/>
                  <a:pt x="542068" y="5473"/>
                </a:cubicBezTo>
                <a:cubicBezTo>
                  <a:pt x="545064" y="5473"/>
                  <a:pt x="547800" y="6417"/>
                  <a:pt x="550275" y="8306"/>
                </a:cubicBezTo>
                <a:cubicBezTo>
                  <a:pt x="552753" y="10195"/>
                  <a:pt x="553991" y="12899"/>
                  <a:pt x="553991" y="16418"/>
                </a:cubicBezTo>
                <a:cubicBezTo>
                  <a:pt x="553991" y="20327"/>
                  <a:pt x="552622" y="23585"/>
                  <a:pt x="549884" y="26191"/>
                </a:cubicBezTo>
                <a:cubicBezTo>
                  <a:pt x="547149" y="28796"/>
                  <a:pt x="543826" y="30098"/>
                  <a:pt x="539917" y="30098"/>
                </a:cubicBezTo>
                <a:close/>
                <a:moveTo>
                  <a:pt x="573107" y="177860"/>
                </a:moveTo>
                <a:cubicBezTo>
                  <a:pt x="570110" y="169521"/>
                  <a:pt x="567472" y="160009"/>
                  <a:pt x="565191" y="149325"/>
                </a:cubicBezTo>
                <a:cubicBezTo>
                  <a:pt x="562911" y="138640"/>
                  <a:pt x="561771" y="127955"/>
                  <a:pt x="561771" y="117270"/>
                </a:cubicBezTo>
                <a:cubicBezTo>
                  <a:pt x="561771" y="105935"/>
                  <a:pt x="562781" y="95186"/>
                  <a:pt x="564801" y="85022"/>
                </a:cubicBezTo>
                <a:cubicBezTo>
                  <a:pt x="566821" y="74858"/>
                  <a:pt x="569785" y="65020"/>
                  <a:pt x="573694" y="55508"/>
                </a:cubicBezTo>
                <a:cubicBezTo>
                  <a:pt x="577603" y="45996"/>
                  <a:pt x="582392" y="36680"/>
                  <a:pt x="588060" y="27560"/>
                </a:cubicBezTo>
                <a:cubicBezTo>
                  <a:pt x="593729" y="18438"/>
                  <a:pt x="600211" y="9251"/>
                  <a:pt x="607508" y="0"/>
                </a:cubicBezTo>
                <a:lnTo>
                  <a:pt x="619819" y="6448"/>
                </a:lnTo>
                <a:cubicBezTo>
                  <a:pt x="606009" y="24430"/>
                  <a:pt x="595748" y="42737"/>
                  <a:pt x="589035" y="61371"/>
                </a:cubicBezTo>
                <a:cubicBezTo>
                  <a:pt x="582325" y="80005"/>
                  <a:pt x="578970" y="99225"/>
                  <a:pt x="578970" y="119030"/>
                </a:cubicBezTo>
                <a:cubicBezTo>
                  <a:pt x="578970" y="123330"/>
                  <a:pt x="579133" y="127858"/>
                  <a:pt x="579459" y="132614"/>
                </a:cubicBezTo>
                <a:cubicBezTo>
                  <a:pt x="579785" y="137370"/>
                  <a:pt x="580241" y="142093"/>
                  <a:pt x="580828" y="146784"/>
                </a:cubicBezTo>
                <a:cubicBezTo>
                  <a:pt x="581414" y="151474"/>
                  <a:pt x="582196" y="156001"/>
                  <a:pt x="583172" y="160365"/>
                </a:cubicBezTo>
                <a:cubicBezTo>
                  <a:pt x="584150" y="164732"/>
                  <a:pt x="585356" y="168739"/>
                  <a:pt x="586790" y="172387"/>
                </a:cubicBezTo>
                <a:lnTo>
                  <a:pt x="573107" y="1778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$v1,$v">
            <a:extLst xmlns:a="http://schemas.openxmlformats.org/drawingml/2006/main">
              <a:ext uri="{FF2B5EF4-FFF2-40B4-BE49-F238E27FC236}">
                <a16:creationId xmlns:a16="http://schemas.microsoft.com/office/drawing/2014/main" id="{87C42DFF-54A5-4068-B9F1-C5EFB953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4580" y="4092900"/>
            <a:ext cx="572011" cy="181379"/>
          </a:xfrm>
          <a:custGeom xmlns:a="http://schemas.openxmlformats.org/drawingml/2006/main">
            <a:pathLst>
              <a:path w="572011" h="181379">
                <a:moveTo>
                  <a:pt x="24822" y="168480"/>
                </a:moveTo>
                <a:lnTo>
                  <a:pt x="28926" y="148349"/>
                </a:lnTo>
                <a:cubicBezTo>
                  <a:pt x="23194" y="147045"/>
                  <a:pt x="17852" y="144797"/>
                  <a:pt x="12899" y="141606"/>
                </a:cubicBezTo>
                <a:cubicBezTo>
                  <a:pt x="7948" y="138413"/>
                  <a:pt x="3648" y="134666"/>
                  <a:pt x="0" y="130366"/>
                </a:cubicBezTo>
                <a:lnTo>
                  <a:pt x="13096" y="117467"/>
                </a:lnTo>
                <a:cubicBezTo>
                  <a:pt x="16092" y="121376"/>
                  <a:pt x="19772" y="124829"/>
                  <a:pt x="24136" y="127828"/>
                </a:cubicBezTo>
                <a:cubicBezTo>
                  <a:pt x="28503" y="130824"/>
                  <a:pt x="33422" y="132322"/>
                  <a:pt x="38896" y="132322"/>
                </a:cubicBezTo>
                <a:cubicBezTo>
                  <a:pt x="45149" y="132322"/>
                  <a:pt x="50133" y="130628"/>
                  <a:pt x="53847" y="127240"/>
                </a:cubicBezTo>
                <a:cubicBezTo>
                  <a:pt x="57561" y="123852"/>
                  <a:pt x="59418" y="119291"/>
                  <a:pt x="59418" y="113557"/>
                </a:cubicBezTo>
                <a:cubicBezTo>
                  <a:pt x="59418" y="109388"/>
                  <a:pt x="58408" y="105739"/>
                  <a:pt x="56388" y="102612"/>
                </a:cubicBezTo>
                <a:cubicBezTo>
                  <a:pt x="54368" y="99484"/>
                  <a:pt x="51860" y="96585"/>
                  <a:pt x="48863" y="93915"/>
                </a:cubicBezTo>
                <a:cubicBezTo>
                  <a:pt x="45867" y="91243"/>
                  <a:pt x="42642" y="88669"/>
                  <a:pt x="39188" y="86194"/>
                </a:cubicBezTo>
                <a:cubicBezTo>
                  <a:pt x="35735" y="83718"/>
                  <a:pt x="32510" y="81015"/>
                  <a:pt x="29514" y="78085"/>
                </a:cubicBezTo>
                <a:cubicBezTo>
                  <a:pt x="26517" y="75152"/>
                  <a:pt x="24009" y="71861"/>
                  <a:pt x="21989" y="68213"/>
                </a:cubicBezTo>
                <a:cubicBezTo>
                  <a:pt x="19969" y="64564"/>
                  <a:pt x="18959" y="60265"/>
                  <a:pt x="18959" y="55314"/>
                </a:cubicBezTo>
                <a:cubicBezTo>
                  <a:pt x="18959" y="50361"/>
                  <a:pt x="19806" y="45768"/>
                  <a:pt x="21500" y="41533"/>
                </a:cubicBezTo>
                <a:cubicBezTo>
                  <a:pt x="23194" y="37298"/>
                  <a:pt x="25605" y="33617"/>
                  <a:pt x="28732" y="30492"/>
                </a:cubicBezTo>
                <a:cubicBezTo>
                  <a:pt x="31860" y="27364"/>
                  <a:pt x="35573" y="24823"/>
                  <a:pt x="39871" y="22869"/>
                </a:cubicBezTo>
                <a:cubicBezTo>
                  <a:pt x="44172" y="20914"/>
                  <a:pt x="48993" y="19741"/>
                  <a:pt x="54336" y="19350"/>
                </a:cubicBezTo>
                <a:lnTo>
                  <a:pt x="58049" y="0"/>
                </a:lnTo>
                <a:lnTo>
                  <a:pt x="72513" y="0"/>
                </a:lnTo>
                <a:lnTo>
                  <a:pt x="68604" y="20522"/>
                </a:lnTo>
                <a:cubicBezTo>
                  <a:pt x="73165" y="21826"/>
                  <a:pt x="77400" y="23879"/>
                  <a:pt x="81309" y="26680"/>
                </a:cubicBezTo>
                <a:cubicBezTo>
                  <a:pt x="85217" y="29482"/>
                  <a:pt x="88736" y="32837"/>
                  <a:pt x="91863" y="36746"/>
                </a:cubicBezTo>
                <a:lnTo>
                  <a:pt x="78377" y="48666"/>
                </a:lnTo>
                <a:cubicBezTo>
                  <a:pt x="75770" y="45018"/>
                  <a:pt x="72676" y="42022"/>
                  <a:pt x="69093" y="39678"/>
                </a:cubicBezTo>
                <a:cubicBezTo>
                  <a:pt x="65510" y="37331"/>
                  <a:pt x="61698" y="36158"/>
                  <a:pt x="57658" y="36158"/>
                </a:cubicBezTo>
                <a:cubicBezTo>
                  <a:pt x="52187" y="36158"/>
                  <a:pt x="47821" y="37689"/>
                  <a:pt x="44563" y="40751"/>
                </a:cubicBezTo>
                <a:cubicBezTo>
                  <a:pt x="41306" y="43813"/>
                  <a:pt x="39678" y="47820"/>
                  <a:pt x="39678" y="52773"/>
                </a:cubicBezTo>
                <a:cubicBezTo>
                  <a:pt x="39678" y="56290"/>
                  <a:pt x="40687" y="59418"/>
                  <a:pt x="42705" y="62156"/>
                </a:cubicBezTo>
                <a:cubicBezTo>
                  <a:pt x="44725" y="64892"/>
                  <a:pt x="47233" y="67497"/>
                  <a:pt x="50229" y="69973"/>
                </a:cubicBezTo>
                <a:cubicBezTo>
                  <a:pt x="53227" y="72448"/>
                  <a:pt x="56452" y="74923"/>
                  <a:pt x="59904" y="77399"/>
                </a:cubicBezTo>
                <a:cubicBezTo>
                  <a:pt x="63358" y="79874"/>
                  <a:pt x="66583" y="82675"/>
                  <a:pt x="69579" y="85803"/>
                </a:cubicBezTo>
                <a:cubicBezTo>
                  <a:pt x="72577" y="88930"/>
                  <a:pt x="75086" y="92481"/>
                  <a:pt x="77106" y="96456"/>
                </a:cubicBezTo>
                <a:cubicBezTo>
                  <a:pt x="79126" y="100431"/>
                  <a:pt x="80136" y="105154"/>
                  <a:pt x="80136" y="110625"/>
                </a:cubicBezTo>
                <a:cubicBezTo>
                  <a:pt x="80136" y="115838"/>
                  <a:pt x="79257" y="120660"/>
                  <a:pt x="77497" y="125090"/>
                </a:cubicBezTo>
                <a:cubicBezTo>
                  <a:pt x="75737" y="129520"/>
                  <a:pt x="73261" y="133461"/>
                  <a:pt x="70068" y="136915"/>
                </a:cubicBezTo>
                <a:cubicBezTo>
                  <a:pt x="66877" y="140369"/>
                  <a:pt x="63001" y="143138"/>
                  <a:pt x="58440" y="145224"/>
                </a:cubicBezTo>
                <a:cubicBezTo>
                  <a:pt x="53879" y="147308"/>
                  <a:pt x="48797" y="148610"/>
                  <a:pt x="43194" y="149131"/>
                </a:cubicBezTo>
                <a:lnTo>
                  <a:pt x="39287" y="168480"/>
                </a:lnTo>
                <a:lnTo>
                  <a:pt x="24822" y="168480"/>
                </a:lnTo>
                <a:close/>
                <a:moveTo>
                  <a:pt x="120126" y="146980"/>
                </a:moveTo>
                <a:lnTo>
                  <a:pt x="107031" y="51014"/>
                </a:lnTo>
                <a:lnTo>
                  <a:pt x="127943" y="51014"/>
                </a:lnTo>
                <a:lnTo>
                  <a:pt x="133025" y="102027"/>
                </a:lnTo>
                <a:cubicBezTo>
                  <a:pt x="133546" y="106849"/>
                  <a:pt x="133937" y="111670"/>
                  <a:pt x="134197" y="116492"/>
                </a:cubicBezTo>
                <a:cubicBezTo>
                  <a:pt x="134458" y="121311"/>
                  <a:pt x="134718" y="126197"/>
                  <a:pt x="134979" y="131150"/>
                </a:cubicBezTo>
                <a:lnTo>
                  <a:pt x="135760" y="131150"/>
                </a:lnTo>
                <a:cubicBezTo>
                  <a:pt x="137977" y="126197"/>
                  <a:pt x="140225" y="121343"/>
                  <a:pt x="142503" y="116587"/>
                </a:cubicBezTo>
                <a:cubicBezTo>
                  <a:pt x="144784" y="111831"/>
                  <a:pt x="147031" y="106978"/>
                  <a:pt x="149246" y="102027"/>
                </a:cubicBezTo>
                <a:lnTo>
                  <a:pt x="174069" y="51014"/>
                </a:lnTo>
                <a:lnTo>
                  <a:pt x="194787" y="51014"/>
                </a:lnTo>
                <a:lnTo>
                  <a:pt x="144752" y="146980"/>
                </a:lnTo>
                <a:lnTo>
                  <a:pt x="120126" y="146980"/>
                </a:lnTo>
                <a:close/>
                <a:moveTo>
                  <a:pt x="192169" y="146980"/>
                </a:moveTo>
                <a:lnTo>
                  <a:pt x="195685" y="129975"/>
                </a:lnTo>
                <a:lnTo>
                  <a:pt x="222073" y="129975"/>
                </a:lnTo>
                <a:lnTo>
                  <a:pt x="239076" y="45932"/>
                </a:lnTo>
                <a:lnTo>
                  <a:pt x="216601" y="45932"/>
                </a:lnTo>
                <a:lnTo>
                  <a:pt x="219336" y="32639"/>
                </a:lnTo>
                <a:cubicBezTo>
                  <a:pt x="225591" y="31597"/>
                  <a:pt x="231031" y="30295"/>
                  <a:pt x="235655" y="28732"/>
                </a:cubicBezTo>
                <a:cubicBezTo>
                  <a:pt x="240282" y="27167"/>
                  <a:pt x="244680" y="25147"/>
                  <a:pt x="248849" y="22672"/>
                </a:cubicBezTo>
                <a:lnTo>
                  <a:pt x="264683" y="22672"/>
                </a:lnTo>
                <a:lnTo>
                  <a:pt x="242986" y="129975"/>
                </a:lnTo>
                <a:lnTo>
                  <a:pt x="267027" y="129975"/>
                </a:lnTo>
                <a:lnTo>
                  <a:pt x="263704" y="146980"/>
                </a:lnTo>
                <a:lnTo>
                  <a:pt x="192169" y="146980"/>
                </a:lnTo>
                <a:close/>
                <a:moveTo>
                  <a:pt x="282389" y="181379"/>
                </a:moveTo>
                <a:lnTo>
                  <a:pt x="279848" y="169459"/>
                </a:lnTo>
                <a:cubicBezTo>
                  <a:pt x="286755" y="167244"/>
                  <a:pt x="292163" y="164149"/>
                  <a:pt x="296072" y="160174"/>
                </a:cubicBezTo>
                <a:cubicBezTo>
                  <a:pt x="299981" y="156200"/>
                  <a:pt x="302456" y="151932"/>
                  <a:pt x="303498" y="147371"/>
                </a:cubicBezTo>
                <a:cubicBezTo>
                  <a:pt x="299720" y="147371"/>
                  <a:pt x="296625" y="146329"/>
                  <a:pt x="294214" y="144246"/>
                </a:cubicBezTo>
                <a:cubicBezTo>
                  <a:pt x="291804" y="142160"/>
                  <a:pt x="290599" y="139293"/>
                  <a:pt x="290599" y="135644"/>
                </a:cubicBezTo>
                <a:cubicBezTo>
                  <a:pt x="290599" y="131736"/>
                  <a:pt x="291967" y="128217"/>
                  <a:pt x="294703" y="125090"/>
                </a:cubicBezTo>
                <a:cubicBezTo>
                  <a:pt x="297439" y="121962"/>
                  <a:pt x="301153" y="120399"/>
                  <a:pt x="305845" y="120399"/>
                </a:cubicBezTo>
                <a:cubicBezTo>
                  <a:pt x="310275" y="120399"/>
                  <a:pt x="313662" y="121832"/>
                  <a:pt x="316006" y="124699"/>
                </a:cubicBezTo>
                <a:cubicBezTo>
                  <a:pt x="318352" y="127566"/>
                  <a:pt x="319525" y="131475"/>
                  <a:pt x="319525" y="136426"/>
                </a:cubicBezTo>
                <a:cubicBezTo>
                  <a:pt x="319525" y="141899"/>
                  <a:pt x="318645" y="147079"/>
                  <a:pt x="316886" y="151964"/>
                </a:cubicBezTo>
                <a:cubicBezTo>
                  <a:pt x="315128" y="156851"/>
                  <a:pt x="312620" y="161249"/>
                  <a:pt x="309361" y="165158"/>
                </a:cubicBezTo>
                <a:cubicBezTo>
                  <a:pt x="306104" y="169067"/>
                  <a:pt x="302196" y="172422"/>
                  <a:pt x="297634" y="175224"/>
                </a:cubicBezTo>
                <a:cubicBezTo>
                  <a:pt x="293073" y="178025"/>
                  <a:pt x="287991" y="180077"/>
                  <a:pt x="282389" y="181379"/>
                </a:cubicBezTo>
                <a:close/>
                <a:moveTo>
                  <a:pt x="402047" y="168480"/>
                </a:moveTo>
                <a:lnTo>
                  <a:pt x="406150" y="148349"/>
                </a:lnTo>
                <a:cubicBezTo>
                  <a:pt x="400418" y="147045"/>
                  <a:pt x="395076" y="144797"/>
                  <a:pt x="390123" y="141606"/>
                </a:cubicBezTo>
                <a:cubicBezTo>
                  <a:pt x="385172" y="138413"/>
                  <a:pt x="380873" y="134666"/>
                  <a:pt x="377224" y="130366"/>
                </a:cubicBezTo>
                <a:lnTo>
                  <a:pt x="390320" y="117467"/>
                </a:lnTo>
                <a:cubicBezTo>
                  <a:pt x="393316" y="121376"/>
                  <a:pt x="396996" y="124829"/>
                  <a:pt x="401361" y="127828"/>
                </a:cubicBezTo>
                <a:cubicBezTo>
                  <a:pt x="405727" y="130824"/>
                  <a:pt x="410647" y="132322"/>
                  <a:pt x="416120" y="132322"/>
                </a:cubicBezTo>
                <a:cubicBezTo>
                  <a:pt x="422373" y="132322"/>
                  <a:pt x="427357" y="130628"/>
                  <a:pt x="431071" y="127240"/>
                </a:cubicBezTo>
                <a:cubicBezTo>
                  <a:pt x="434785" y="123852"/>
                  <a:pt x="436642" y="119291"/>
                  <a:pt x="436642" y="113557"/>
                </a:cubicBezTo>
                <a:cubicBezTo>
                  <a:pt x="436642" y="109388"/>
                  <a:pt x="435632" y="105739"/>
                  <a:pt x="433612" y="102612"/>
                </a:cubicBezTo>
                <a:cubicBezTo>
                  <a:pt x="431592" y="99484"/>
                  <a:pt x="429084" y="96585"/>
                  <a:pt x="426088" y="93915"/>
                </a:cubicBezTo>
                <a:cubicBezTo>
                  <a:pt x="423091" y="91243"/>
                  <a:pt x="419866" y="88669"/>
                  <a:pt x="416413" y="86194"/>
                </a:cubicBezTo>
                <a:cubicBezTo>
                  <a:pt x="412959" y="83718"/>
                  <a:pt x="409734" y="81015"/>
                  <a:pt x="406738" y="78085"/>
                </a:cubicBezTo>
                <a:cubicBezTo>
                  <a:pt x="403742" y="75152"/>
                  <a:pt x="401233" y="71861"/>
                  <a:pt x="399213" y="68213"/>
                </a:cubicBezTo>
                <a:cubicBezTo>
                  <a:pt x="397193" y="64564"/>
                  <a:pt x="396183" y="60265"/>
                  <a:pt x="396183" y="55314"/>
                </a:cubicBezTo>
                <a:cubicBezTo>
                  <a:pt x="396183" y="50361"/>
                  <a:pt x="397030" y="45768"/>
                  <a:pt x="398724" y="41533"/>
                </a:cubicBezTo>
                <a:cubicBezTo>
                  <a:pt x="400418" y="37298"/>
                  <a:pt x="402829" y="33617"/>
                  <a:pt x="405957" y="30492"/>
                </a:cubicBezTo>
                <a:cubicBezTo>
                  <a:pt x="409084" y="27364"/>
                  <a:pt x="412797" y="24823"/>
                  <a:pt x="417096" y="22869"/>
                </a:cubicBezTo>
                <a:cubicBezTo>
                  <a:pt x="421396" y="20914"/>
                  <a:pt x="426218" y="19741"/>
                  <a:pt x="431560" y="19350"/>
                </a:cubicBezTo>
                <a:lnTo>
                  <a:pt x="435273" y="0"/>
                </a:lnTo>
                <a:lnTo>
                  <a:pt x="449738" y="0"/>
                </a:lnTo>
                <a:lnTo>
                  <a:pt x="445828" y="20522"/>
                </a:lnTo>
                <a:cubicBezTo>
                  <a:pt x="450389" y="21826"/>
                  <a:pt x="454624" y="23879"/>
                  <a:pt x="458533" y="26680"/>
                </a:cubicBezTo>
                <a:cubicBezTo>
                  <a:pt x="462442" y="29482"/>
                  <a:pt x="465960" y="32837"/>
                  <a:pt x="469087" y="36746"/>
                </a:cubicBezTo>
                <a:lnTo>
                  <a:pt x="455601" y="48666"/>
                </a:lnTo>
                <a:cubicBezTo>
                  <a:pt x="452995" y="45018"/>
                  <a:pt x="449900" y="42022"/>
                  <a:pt x="446317" y="39678"/>
                </a:cubicBezTo>
                <a:cubicBezTo>
                  <a:pt x="442734" y="37331"/>
                  <a:pt x="438923" y="36158"/>
                  <a:pt x="434883" y="36158"/>
                </a:cubicBezTo>
                <a:cubicBezTo>
                  <a:pt x="429411" y="36158"/>
                  <a:pt x="425046" y="37689"/>
                  <a:pt x="421787" y="40751"/>
                </a:cubicBezTo>
                <a:cubicBezTo>
                  <a:pt x="418530" y="43813"/>
                  <a:pt x="416902" y="47820"/>
                  <a:pt x="416902" y="52773"/>
                </a:cubicBezTo>
                <a:cubicBezTo>
                  <a:pt x="416902" y="56290"/>
                  <a:pt x="417911" y="59418"/>
                  <a:pt x="419929" y="62156"/>
                </a:cubicBezTo>
                <a:cubicBezTo>
                  <a:pt x="421949" y="64892"/>
                  <a:pt x="424457" y="67497"/>
                  <a:pt x="427453" y="69973"/>
                </a:cubicBezTo>
                <a:cubicBezTo>
                  <a:pt x="430452" y="72448"/>
                  <a:pt x="433677" y="74923"/>
                  <a:pt x="437128" y="77399"/>
                </a:cubicBezTo>
                <a:cubicBezTo>
                  <a:pt x="440582" y="79874"/>
                  <a:pt x="443807" y="82675"/>
                  <a:pt x="446803" y="85803"/>
                </a:cubicBezTo>
                <a:cubicBezTo>
                  <a:pt x="449801" y="88930"/>
                  <a:pt x="452311" y="92481"/>
                  <a:pt x="454331" y="96456"/>
                </a:cubicBezTo>
                <a:cubicBezTo>
                  <a:pt x="456351" y="100431"/>
                  <a:pt x="457361" y="105154"/>
                  <a:pt x="457361" y="110625"/>
                </a:cubicBezTo>
                <a:cubicBezTo>
                  <a:pt x="457361" y="115838"/>
                  <a:pt x="456481" y="120660"/>
                  <a:pt x="454721" y="125090"/>
                </a:cubicBezTo>
                <a:cubicBezTo>
                  <a:pt x="452962" y="129520"/>
                  <a:pt x="450485" y="133461"/>
                  <a:pt x="447292" y="136915"/>
                </a:cubicBezTo>
                <a:cubicBezTo>
                  <a:pt x="444101" y="140369"/>
                  <a:pt x="440225" y="143138"/>
                  <a:pt x="435664" y="145224"/>
                </a:cubicBezTo>
                <a:cubicBezTo>
                  <a:pt x="431103" y="147308"/>
                  <a:pt x="426021" y="148610"/>
                  <a:pt x="420418" y="149131"/>
                </a:cubicBezTo>
                <a:lnTo>
                  <a:pt x="416511" y="168480"/>
                </a:lnTo>
                <a:lnTo>
                  <a:pt x="402047" y="168480"/>
                </a:lnTo>
                <a:close/>
                <a:moveTo>
                  <a:pt x="497351" y="146980"/>
                </a:moveTo>
                <a:lnTo>
                  <a:pt x="484255" y="51014"/>
                </a:lnTo>
                <a:lnTo>
                  <a:pt x="505167" y="51014"/>
                </a:lnTo>
                <a:lnTo>
                  <a:pt x="510249" y="102027"/>
                </a:lnTo>
                <a:cubicBezTo>
                  <a:pt x="510770" y="106849"/>
                  <a:pt x="511161" y="111670"/>
                  <a:pt x="511422" y="116492"/>
                </a:cubicBezTo>
                <a:cubicBezTo>
                  <a:pt x="511682" y="121311"/>
                  <a:pt x="511942" y="126197"/>
                  <a:pt x="512203" y="131150"/>
                </a:cubicBezTo>
                <a:lnTo>
                  <a:pt x="512984" y="131150"/>
                </a:lnTo>
                <a:cubicBezTo>
                  <a:pt x="515201" y="126197"/>
                  <a:pt x="517449" y="121343"/>
                  <a:pt x="519727" y="116587"/>
                </a:cubicBezTo>
                <a:cubicBezTo>
                  <a:pt x="522008" y="111831"/>
                  <a:pt x="524256" y="106978"/>
                  <a:pt x="526471" y="102027"/>
                </a:cubicBezTo>
                <a:lnTo>
                  <a:pt x="551293" y="51014"/>
                </a:lnTo>
                <a:lnTo>
                  <a:pt x="572011" y="51014"/>
                </a:lnTo>
                <a:lnTo>
                  <a:pt x="521976" y="146980"/>
                </a:lnTo>
                <a:lnTo>
                  <a:pt x="497351" y="14698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2,…);">
            <a:extLst xmlns:a="http://schemas.openxmlformats.org/drawingml/2006/main">
              <a:ext uri="{FF2B5EF4-FFF2-40B4-BE49-F238E27FC236}">
                <a16:creationId xmlns:a16="http://schemas.microsoft.com/office/drawing/2014/main" id="{ADF6F9C9-F767-4D6D-9975-8F9CD2F4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329" y="4096810"/>
            <a:ext cx="483159" cy="177860"/>
          </a:xfrm>
          <a:custGeom xmlns:a="http://schemas.openxmlformats.org/drawingml/2006/main">
            <a:pathLst>
              <a:path w="483159" h="177860">
                <a:moveTo>
                  <a:pt x="0" y="143071"/>
                </a:moveTo>
                <a:lnTo>
                  <a:pt x="2344" y="130953"/>
                </a:lnTo>
                <a:cubicBezTo>
                  <a:pt x="13550" y="121571"/>
                  <a:pt x="23550" y="113166"/>
                  <a:pt x="32344" y="105740"/>
                </a:cubicBezTo>
                <a:cubicBezTo>
                  <a:pt x="41140" y="98312"/>
                  <a:pt x="48535" y="91503"/>
                  <a:pt x="54530" y="85314"/>
                </a:cubicBezTo>
                <a:cubicBezTo>
                  <a:pt x="60524" y="79124"/>
                  <a:pt x="65084" y="73261"/>
                  <a:pt x="68210" y="67724"/>
                </a:cubicBezTo>
                <a:cubicBezTo>
                  <a:pt x="71337" y="62187"/>
                  <a:pt x="72901" y="56551"/>
                  <a:pt x="72901" y="50817"/>
                </a:cubicBezTo>
                <a:cubicBezTo>
                  <a:pt x="72901" y="45735"/>
                  <a:pt x="71435" y="41533"/>
                  <a:pt x="68502" y="38210"/>
                </a:cubicBezTo>
                <a:cubicBezTo>
                  <a:pt x="65572" y="34888"/>
                  <a:pt x="61174" y="33227"/>
                  <a:pt x="55311" y="33227"/>
                </a:cubicBezTo>
                <a:cubicBezTo>
                  <a:pt x="51533" y="33227"/>
                  <a:pt x="47755" y="34204"/>
                  <a:pt x="43975" y="36158"/>
                </a:cubicBezTo>
                <a:cubicBezTo>
                  <a:pt x="40197" y="38113"/>
                  <a:pt x="36354" y="40849"/>
                  <a:pt x="32445" y="44366"/>
                </a:cubicBezTo>
                <a:lnTo>
                  <a:pt x="22084" y="31858"/>
                </a:lnTo>
                <a:cubicBezTo>
                  <a:pt x="27948" y="26907"/>
                  <a:pt x="33811" y="23097"/>
                  <a:pt x="39675" y="20426"/>
                </a:cubicBezTo>
                <a:cubicBezTo>
                  <a:pt x="45538" y="17754"/>
                  <a:pt x="51597" y="16418"/>
                  <a:pt x="57852" y="16418"/>
                </a:cubicBezTo>
                <a:cubicBezTo>
                  <a:pt x="69058" y="16418"/>
                  <a:pt x="77788" y="19382"/>
                  <a:pt x="84043" y="25311"/>
                </a:cubicBezTo>
                <a:cubicBezTo>
                  <a:pt x="90298" y="31238"/>
                  <a:pt x="93426" y="38959"/>
                  <a:pt x="93426" y="48473"/>
                </a:cubicBezTo>
                <a:cubicBezTo>
                  <a:pt x="93426" y="54986"/>
                  <a:pt x="92155" y="61143"/>
                  <a:pt x="89614" y="66942"/>
                </a:cubicBezTo>
                <a:cubicBezTo>
                  <a:pt x="87073" y="72740"/>
                  <a:pt x="83359" y="78603"/>
                  <a:pt x="78472" y="84532"/>
                </a:cubicBezTo>
                <a:cubicBezTo>
                  <a:pt x="73587" y="90461"/>
                  <a:pt x="67561" y="96716"/>
                  <a:pt x="60393" y="103298"/>
                </a:cubicBezTo>
                <a:cubicBezTo>
                  <a:pt x="53227" y="109877"/>
                  <a:pt x="45084" y="117205"/>
                  <a:pt x="35961" y="125284"/>
                </a:cubicBezTo>
                <a:lnTo>
                  <a:pt x="83653" y="125284"/>
                </a:lnTo>
                <a:lnTo>
                  <a:pt x="80330" y="143071"/>
                </a:lnTo>
                <a:lnTo>
                  <a:pt x="0" y="143071"/>
                </a:lnTo>
                <a:close/>
                <a:moveTo>
                  <a:pt x="96864" y="177469"/>
                </a:moveTo>
                <a:lnTo>
                  <a:pt x="94323" y="165549"/>
                </a:lnTo>
                <a:cubicBezTo>
                  <a:pt x="101231" y="163334"/>
                  <a:pt x="106639" y="160239"/>
                  <a:pt x="110548" y="156265"/>
                </a:cubicBezTo>
                <a:cubicBezTo>
                  <a:pt x="114456" y="152290"/>
                  <a:pt x="116932" y="148022"/>
                  <a:pt x="117974" y="143461"/>
                </a:cubicBezTo>
                <a:cubicBezTo>
                  <a:pt x="114196" y="143461"/>
                  <a:pt x="111101" y="142419"/>
                  <a:pt x="108690" y="140336"/>
                </a:cubicBezTo>
                <a:cubicBezTo>
                  <a:pt x="106280" y="138250"/>
                  <a:pt x="105075" y="135383"/>
                  <a:pt x="105075" y="131735"/>
                </a:cubicBezTo>
                <a:cubicBezTo>
                  <a:pt x="105075" y="127826"/>
                  <a:pt x="106443" y="124307"/>
                  <a:pt x="109179" y="121180"/>
                </a:cubicBezTo>
                <a:cubicBezTo>
                  <a:pt x="111914" y="118052"/>
                  <a:pt x="115629" y="116489"/>
                  <a:pt x="120321" y="116489"/>
                </a:cubicBezTo>
                <a:cubicBezTo>
                  <a:pt x="124751" y="116489"/>
                  <a:pt x="128138" y="117922"/>
                  <a:pt x="130482" y="120789"/>
                </a:cubicBezTo>
                <a:cubicBezTo>
                  <a:pt x="132828" y="123656"/>
                  <a:pt x="134001" y="127565"/>
                  <a:pt x="134001" y="132516"/>
                </a:cubicBezTo>
                <a:cubicBezTo>
                  <a:pt x="134001" y="137990"/>
                  <a:pt x="133121" y="143169"/>
                  <a:pt x="131362" y="148054"/>
                </a:cubicBezTo>
                <a:cubicBezTo>
                  <a:pt x="129604" y="152941"/>
                  <a:pt x="127096" y="157339"/>
                  <a:pt x="123837" y="161248"/>
                </a:cubicBezTo>
                <a:cubicBezTo>
                  <a:pt x="120580" y="165157"/>
                  <a:pt x="116671" y="168512"/>
                  <a:pt x="112110" y="171314"/>
                </a:cubicBezTo>
                <a:cubicBezTo>
                  <a:pt x="107549" y="174115"/>
                  <a:pt x="102467" y="176167"/>
                  <a:pt x="96864" y="177469"/>
                </a:cubicBezTo>
                <a:close/>
                <a:moveTo>
                  <a:pt x="215935" y="145415"/>
                </a:moveTo>
                <a:cubicBezTo>
                  <a:pt x="212415" y="145415"/>
                  <a:pt x="209613" y="144275"/>
                  <a:pt x="207527" y="141997"/>
                </a:cubicBezTo>
                <a:cubicBezTo>
                  <a:pt x="205444" y="139716"/>
                  <a:pt x="204402" y="136816"/>
                  <a:pt x="204402" y="133297"/>
                </a:cubicBezTo>
                <a:cubicBezTo>
                  <a:pt x="204402" y="131214"/>
                  <a:pt x="204792" y="129162"/>
                  <a:pt x="205574" y="127142"/>
                </a:cubicBezTo>
                <a:cubicBezTo>
                  <a:pt x="206357" y="125122"/>
                  <a:pt x="207497" y="123330"/>
                  <a:pt x="208995" y="121767"/>
                </a:cubicBezTo>
                <a:cubicBezTo>
                  <a:pt x="210494" y="120203"/>
                  <a:pt x="212221" y="118932"/>
                  <a:pt x="214175" y="117956"/>
                </a:cubicBezTo>
                <a:cubicBezTo>
                  <a:pt x="216129" y="116978"/>
                  <a:pt x="218280" y="116489"/>
                  <a:pt x="220626" y="116489"/>
                </a:cubicBezTo>
                <a:cubicBezTo>
                  <a:pt x="224143" y="116489"/>
                  <a:pt x="226912" y="117662"/>
                  <a:pt x="228932" y="120008"/>
                </a:cubicBezTo>
                <a:cubicBezTo>
                  <a:pt x="230952" y="122352"/>
                  <a:pt x="231962" y="125284"/>
                  <a:pt x="231962" y="128803"/>
                </a:cubicBezTo>
                <a:cubicBezTo>
                  <a:pt x="231962" y="130887"/>
                  <a:pt x="231570" y="132938"/>
                  <a:pt x="230787" y="134958"/>
                </a:cubicBezTo>
                <a:cubicBezTo>
                  <a:pt x="230005" y="136979"/>
                  <a:pt x="228931" y="138771"/>
                  <a:pt x="227563" y="140336"/>
                </a:cubicBezTo>
                <a:cubicBezTo>
                  <a:pt x="226195" y="141898"/>
                  <a:pt x="224501" y="143135"/>
                  <a:pt x="222481" y="144046"/>
                </a:cubicBezTo>
                <a:cubicBezTo>
                  <a:pt x="220463" y="144958"/>
                  <a:pt x="218281" y="145415"/>
                  <a:pt x="215935" y="145415"/>
                </a:cubicBezTo>
                <a:moveTo>
                  <a:pt x="279262" y="145415"/>
                </a:moveTo>
                <a:cubicBezTo>
                  <a:pt x="275743" y="145415"/>
                  <a:pt x="272941" y="144275"/>
                  <a:pt x="270855" y="141997"/>
                </a:cubicBezTo>
                <a:cubicBezTo>
                  <a:pt x="268771" y="139716"/>
                  <a:pt x="267730" y="136816"/>
                  <a:pt x="267730" y="133297"/>
                </a:cubicBezTo>
                <a:cubicBezTo>
                  <a:pt x="267730" y="131214"/>
                  <a:pt x="268120" y="129162"/>
                  <a:pt x="268902" y="127142"/>
                </a:cubicBezTo>
                <a:cubicBezTo>
                  <a:pt x="269685" y="125122"/>
                  <a:pt x="270825" y="123330"/>
                  <a:pt x="272322" y="121767"/>
                </a:cubicBezTo>
                <a:cubicBezTo>
                  <a:pt x="273822" y="120203"/>
                  <a:pt x="275548" y="118932"/>
                  <a:pt x="277503" y="117956"/>
                </a:cubicBezTo>
                <a:cubicBezTo>
                  <a:pt x="279457" y="116978"/>
                  <a:pt x="281608" y="116489"/>
                  <a:pt x="283954" y="116489"/>
                </a:cubicBezTo>
                <a:cubicBezTo>
                  <a:pt x="287471" y="116489"/>
                  <a:pt x="290240" y="117662"/>
                  <a:pt x="292260" y="120008"/>
                </a:cubicBezTo>
                <a:cubicBezTo>
                  <a:pt x="294280" y="122352"/>
                  <a:pt x="295290" y="125284"/>
                  <a:pt x="295290" y="128803"/>
                </a:cubicBezTo>
                <a:cubicBezTo>
                  <a:pt x="295290" y="130887"/>
                  <a:pt x="294898" y="132938"/>
                  <a:pt x="294115" y="134958"/>
                </a:cubicBezTo>
                <a:cubicBezTo>
                  <a:pt x="293333" y="136979"/>
                  <a:pt x="292259" y="138771"/>
                  <a:pt x="290891" y="140336"/>
                </a:cubicBezTo>
                <a:cubicBezTo>
                  <a:pt x="289523" y="141898"/>
                  <a:pt x="287829" y="143135"/>
                  <a:pt x="285809" y="144046"/>
                </a:cubicBezTo>
                <a:cubicBezTo>
                  <a:pt x="283791" y="144958"/>
                  <a:pt x="281609" y="145415"/>
                  <a:pt x="279262" y="145415"/>
                </a:cubicBezTo>
                <a:moveTo>
                  <a:pt x="342590" y="145415"/>
                </a:moveTo>
                <a:cubicBezTo>
                  <a:pt x="339071" y="145415"/>
                  <a:pt x="336269" y="144275"/>
                  <a:pt x="334183" y="141997"/>
                </a:cubicBezTo>
                <a:cubicBezTo>
                  <a:pt x="332099" y="139716"/>
                  <a:pt x="331057" y="136816"/>
                  <a:pt x="331057" y="133297"/>
                </a:cubicBezTo>
                <a:cubicBezTo>
                  <a:pt x="331057" y="131214"/>
                  <a:pt x="331448" y="129162"/>
                  <a:pt x="332229" y="127142"/>
                </a:cubicBezTo>
                <a:cubicBezTo>
                  <a:pt x="333013" y="125122"/>
                  <a:pt x="334153" y="123330"/>
                  <a:pt x="335650" y="121767"/>
                </a:cubicBezTo>
                <a:cubicBezTo>
                  <a:pt x="337149" y="120203"/>
                  <a:pt x="338876" y="118932"/>
                  <a:pt x="340831" y="117956"/>
                </a:cubicBezTo>
                <a:cubicBezTo>
                  <a:pt x="342785" y="116978"/>
                  <a:pt x="344935" y="116489"/>
                  <a:pt x="347281" y="116489"/>
                </a:cubicBezTo>
                <a:cubicBezTo>
                  <a:pt x="350799" y="116489"/>
                  <a:pt x="353567" y="117662"/>
                  <a:pt x="355587" y="120008"/>
                </a:cubicBezTo>
                <a:cubicBezTo>
                  <a:pt x="357607" y="122352"/>
                  <a:pt x="358617" y="125284"/>
                  <a:pt x="358617" y="128803"/>
                </a:cubicBezTo>
                <a:cubicBezTo>
                  <a:pt x="358617" y="130887"/>
                  <a:pt x="358226" y="132938"/>
                  <a:pt x="357442" y="134958"/>
                </a:cubicBezTo>
                <a:cubicBezTo>
                  <a:pt x="356661" y="136979"/>
                  <a:pt x="355586" y="138771"/>
                  <a:pt x="354218" y="140336"/>
                </a:cubicBezTo>
                <a:cubicBezTo>
                  <a:pt x="352851" y="141898"/>
                  <a:pt x="351157" y="143135"/>
                  <a:pt x="349136" y="144046"/>
                </a:cubicBezTo>
                <a:cubicBezTo>
                  <a:pt x="347118" y="144958"/>
                  <a:pt x="344936" y="145415"/>
                  <a:pt x="342590" y="145415"/>
                </a:cubicBezTo>
                <a:close/>
                <a:moveTo>
                  <a:pt x="384339" y="177860"/>
                </a:moveTo>
                <a:lnTo>
                  <a:pt x="372221" y="171215"/>
                </a:lnTo>
                <a:cubicBezTo>
                  <a:pt x="386032" y="153365"/>
                  <a:pt x="396259" y="135091"/>
                  <a:pt x="402904" y="116393"/>
                </a:cubicBezTo>
                <a:cubicBezTo>
                  <a:pt x="409551" y="97694"/>
                  <a:pt x="412874" y="78440"/>
                  <a:pt x="412874" y="58634"/>
                </a:cubicBezTo>
                <a:cubicBezTo>
                  <a:pt x="412874" y="54335"/>
                  <a:pt x="412711" y="49808"/>
                  <a:pt x="412385" y="45052"/>
                </a:cubicBezTo>
                <a:cubicBezTo>
                  <a:pt x="412059" y="40296"/>
                  <a:pt x="411602" y="35573"/>
                  <a:pt x="411016" y="30882"/>
                </a:cubicBezTo>
                <a:cubicBezTo>
                  <a:pt x="410431" y="26190"/>
                  <a:pt x="409650" y="21662"/>
                  <a:pt x="408672" y="17298"/>
                </a:cubicBezTo>
                <a:cubicBezTo>
                  <a:pt x="407696" y="12932"/>
                  <a:pt x="406555" y="8924"/>
                  <a:pt x="405251" y="5276"/>
                </a:cubicBezTo>
                <a:lnTo>
                  <a:pt x="418737" y="0"/>
                </a:lnTo>
                <a:cubicBezTo>
                  <a:pt x="420302" y="4169"/>
                  <a:pt x="421768" y="8632"/>
                  <a:pt x="423136" y="13388"/>
                </a:cubicBezTo>
                <a:cubicBezTo>
                  <a:pt x="424504" y="18144"/>
                  <a:pt x="425709" y="23128"/>
                  <a:pt x="426751" y="28342"/>
                </a:cubicBezTo>
                <a:cubicBezTo>
                  <a:pt x="427793" y="33553"/>
                  <a:pt x="428607" y="38862"/>
                  <a:pt x="429194" y="44270"/>
                </a:cubicBezTo>
                <a:cubicBezTo>
                  <a:pt x="429780" y="49676"/>
                  <a:pt x="430073" y="55051"/>
                  <a:pt x="430073" y="60393"/>
                </a:cubicBezTo>
                <a:cubicBezTo>
                  <a:pt x="430073" y="71730"/>
                  <a:pt x="429063" y="82513"/>
                  <a:pt x="427043" y="92743"/>
                </a:cubicBezTo>
                <a:cubicBezTo>
                  <a:pt x="425025" y="102971"/>
                  <a:pt x="422062" y="112840"/>
                  <a:pt x="418153" y="122352"/>
                </a:cubicBezTo>
                <a:cubicBezTo>
                  <a:pt x="414244" y="131864"/>
                  <a:pt x="409455" y="141180"/>
                  <a:pt x="403787" y="150300"/>
                </a:cubicBezTo>
                <a:cubicBezTo>
                  <a:pt x="398118" y="159422"/>
                  <a:pt x="391635" y="168609"/>
                  <a:pt x="384339" y="177860"/>
                </a:cubicBezTo>
                <a:close/>
                <a:moveTo>
                  <a:pt x="467132" y="76811"/>
                </a:moveTo>
                <a:cubicBezTo>
                  <a:pt x="463612" y="76811"/>
                  <a:pt x="460810" y="75672"/>
                  <a:pt x="458724" y="73393"/>
                </a:cubicBezTo>
                <a:cubicBezTo>
                  <a:pt x="456641" y="71113"/>
                  <a:pt x="455599" y="68213"/>
                  <a:pt x="455599" y="64694"/>
                </a:cubicBezTo>
                <a:cubicBezTo>
                  <a:pt x="455599" y="62610"/>
                  <a:pt x="455989" y="60558"/>
                  <a:pt x="456771" y="58538"/>
                </a:cubicBezTo>
                <a:cubicBezTo>
                  <a:pt x="457554" y="56518"/>
                  <a:pt x="458694" y="54727"/>
                  <a:pt x="460192" y="53164"/>
                </a:cubicBezTo>
                <a:cubicBezTo>
                  <a:pt x="461691" y="51599"/>
                  <a:pt x="463418" y="50329"/>
                  <a:pt x="465372" y="49352"/>
                </a:cubicBezTo>
                <a:cubicBezTo>
                  <a:pt x="467326" y="48374"/>
                  <a:pt x="469477" y="47885"/>
                  <a:pt x="471823" y="47885"/>
                </a:cubicBezTo>
                <a:cubicBezTo>
                  <a:pt x="475340" y="47885"/>
                  <a:pt x="478109" y="49058"/>
                  <a:pt x="480129" y="51404"/>
                </a:cubicBezTo>
                <a:cubicBezTo>
                  <a:pt x="482149" y="53748"/>
                  <a:pt x="483159" y="56680"/>
                  <a:pt x="483159" y="60199"/>
                </a:cubicBezTo>
                <a:cubicBezTo>
                  <a:pt x="483159" y="62283"/>
                  <a:pt x="482767" y="64335"/>
                  <a:pt x="481984" y="66355"/>
                </a:cubicBezTo>
                <a:cubicBezTo>
                  <a:pt x="481202" y="68375"/>
                  <a:pt x="480128" y="70167"/>
                  <a:pt x="478760" y="71732"/>
                </a:cubicBezTo>
                <a:cubicBezTo>
                  <a:pt x="477392" y="73295"/>
                  <a:pt x="475698" y="74533"/>
                  <a:pt x="473678" y="75445"/>
                </a:cubicBezTo>
                <a:cubicBezTo>
                  <a:pt x="471660" y="76356"/>
                  <a:pt x="469478" y="76811"/>
                  <a:pt x="467132" y="76811"/>
                </a:cubicBezTo>
                <a:moveTo>
                  <a:pt x="436249" y="177469"/>
                </a:moveTo>
                <a:lnTo>
                  <a:pt x="433708" y="165549"/>
                </a:lnTo>
                <a:cubicBezTo>
                  <a:pt x="440615" y="163334"/>
                  <a:pt x="446023" y="160239"/>
                  <a:pt x="449932" y="156265"/>
                </a:cubicBezTo>
                <a:cubicBezTo>
                  <a:pt x="453841" y="152290"/>
                  <a:pt x="456317" y="148022"/>
                  <a:pt x="457358" y="143461"/>
                </a:cubicBezTo>
                <a:cubicBezTo>
                  <a:pt x="453581" y="143461"/>
                  <a:pt x="450486" y="142419"/>
                  <a:pt x="448074" y="140336"/>
                </a:cubicBezTo>
                <a:cubicBezTo>
                  <a:pt x="445664" y="138250"/>
                  <a:pt x="444460" y="135383"/>
                  <a:pt x="444460" y="131735"/>
                </a:cubicBezTo>
                <a:cubicBezTo>
                  <a:pt x="444460" y="127826"/>
                  <a:pt x="445828" y="124307"/>
                  <a:pt x="448563" y="121180"/>
                </a:cubicBezTo>
                <a:cubicBezTo>
                  <a:pt x="451299" y="118052"/>
                  <a:pt x="455013" y="116489"/>
                  <a:pt x="459706" y="116489"/>
                </a:cubicBezTo>
                <a:cubicBezTo>
                  <a:pt x="464135" y="116489"/>
                  <a:pt x="467522" y="117922"/>
                  <a:pt x="469866" y="120789"/>
                </a:cubicBezTo>
                <a:cubicBezTo>
                  <a:pt x="472213" y="123656"/>
                  <a:pt x="473386" y="127565"/>
                  <a:pt x="473386" y="132516"/>
                </a:cubicBezTo>
                <a:cubicBezTo>
                  <a:pt x="473386" y="137990"/>
                  <a:pt x="472506" y="143169"/>
                  <a:pt x="470746" y="148054"/>
                </a:cubicBezTo>
                <a:cubicBezTo>
                  <a:pt x="468989" y="152941"/>
                  <a:pt x="466480" y="157339"/>
                  <a:pt x="463222" y="161248"/>
                </a:cubicBezTo>
                <a:cubicBezTo>
                  <a:pt x="459965" y="165157"/>
                  <a:pt x="456056" y="168512"/>
                  <a:pt x="451495" y="171314"/>
                </a:cubicBezTo>
                <a:cubicBezTo>
                  <a:pt x="446934" y="174115"/>
                  <a:pt x="441852" y="176167"/>
                  <a:pt x="436249" y="17746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DataflowFusion">
            <a:extLst xmlns:a="http://schemas.openxmlformats.org/drawingml/2006/main">
              <a:ext uri="{FF2B5EF4-FFF2-40B4-BE49-F238E27FC236}">
                <a16:creationId xmlns:a16="http://schemas.microsoft.com/office/drawing/2014/main" id="{596596C0-984C-4086-9222-4D80514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780" y="137408"/>
            <a:ext cx="1987652" cy="207222"/>
          </a:xfrm>
          <a:custGeom xmlns:a="http://schemas.openxmlformats.org/drawingml/2006/main">
            <a:pathLst>
              <a:path w="1987652" h="207222">
                <a:moveTo>
                  <a:pt x="0" y="203836"/>
                </a:moveTo>
                <a:lnTo>
                  <a:pt x="0" y="19765"/>
                </a:lnTo>
                <a:lnTo>
                  <a:pt x="51949" y="19765"/>
                </a:lnTo>
                <a:cubicBezTo>
                  <a:pt x="66064" y="19765"/>
                  <a:pt x="78768" y="21552"/>
                  <a:pt x="90060" y="25128"/>
                </a:cubicBezTo>
                <a:cubicBezTo>
                  <a:pt x="101353" y="28703"/>
                  <a:pt x="111046" y="34209"/>
                  <a:pt x="119139" y="41644"/>
                </a:cubicBezTo>
                <a:cubicBezTo>
                  <a:pt x="127235" y="49077"/>
                  <a:pt x="133446" y="58534"/>
                  <a:pt x="137774" y="70016"/>
                </a:cubicBezTo>
                <a:cubicBezTo>
                  <a:pt x="142102" y="81498"/>
                  <a:pt x="144266" y="95144"/>
                  <a:pt x="144266" y="110954"/>
                </a:cubicBezTo>
                <a:cubicBezTo>
                  <a:pt x="144266" y="126764"/>
                  <a:pt x="142102" y="140503"/>
                  <a:pt x="137774" y="152171"/>
                </a:cubicBezTo>
                <a:cubicBezTo>
                  <a:pt x="133446" y="163840"/>
                  <a:pt x="127329" y="173487"/>
                  <a:pt x="119423" y="181112"/>
                </a:cubicBezTo>
                <a:cubicBezTo>
                  <a:pt x="111517" y="188734"/>
                  <a:pt x="102058" y="194427"/>
                  <a:pt x="91047" y="198192"/>
                </a:cubicBezTo>
                <a:cubicBezTo>
                  <a:pt x="80039" y="201955"/>
                  <a:pt x="67759" y="203836"/>
                  <a:pt x="54206" y="203836"/>
                </a:cubicBezTo>
                <a:lnTo>
                  <a:pt x="0" y="203836"/>
                </a:lnTo>
                <a:moveTo>
                  <a:pt x="41502" y="170239"/>
                </a:moveTo>
                <a:lnTo>
                  <a:pt x="49407" y="170239"/>
                </a:lnTo>
                <a:cubicBezTo>
                  <a:pt x="57313" y="170239"/>
                  <a:pt x="64466" y="169203"/>
                  <a:pt x="70865" y="167133"/>
                </a:cubicBezTo>
                <a:cubicBezTo>
                  <a:pt x="77263" y="165062"/>
                  <a:pt x="82721" y="161722"/>
                  <a:pt x="87239" y="157113"/>
                </a:cubicBezTo>
                <a:cubicBezTo>
                  <a:pt x="91756" y="152500"/>
                  <a:pt x="95284" y="146430"/>
                  <a:pt x="97823" y="138903"/>
                </a:cubicBezTo>
                <a:cubicBezTo>
                  <a:pt x="100365" y="131373"/>
                  <a:pt x="101636" y="122056"/>
                  <a:pt x="101636" y="110954"/>
                </a:cubicBezTo>
                <a:cubicBezTo>
                  <a:pt x="101636" y="100037"/>
                  <a:pt x="100365" y="90862"/>
                  <a:pt x="97823" y="83426"/>
                </a:cubicBezTo>
                <a:cubicBezTo>
                  <a:pt x="95284" y="75991"/>
                  <a:pt x="91756" y="70062"/>
                  <a:pt x="87239" y="65639"/>
                </a:cubicBezTo>
                <a:cubicBezTo>
                  <a:pt x="82721" y="61216"/>
                  <a:pt x="77263" y="58064"/>
                  <a:pt x="70865" y="56183"/>
                </a:cubicBezTo>
                <a:cubicBezTo>
                  <a:pt x="64466" y="54299"/>
                  <a:pt x="57313" y="53357"/>
                  <a:pt x="49407" y="53357"/>
                </a:cubicBezTo>
                <a:lnTo>
                  <a:pt x="41502" y="53357"/>
                </a:lnTo>
                <a:lnTo>
                  <a:pt x="41502" y="170239"/>
                </a:lnTo>
                <a:close/>
                <a:moveTo>
                  <a:pt x="211065" y="207222"/>
                </a:moveTo>
                <a:cubicBezTo>
                  <a:pt x="204666" y="207222"/>
                  <a:pt x="198878" y="206139"/>
                  <a:pt x="193700" y="203974"/>
                </a:cubicBezTo>
                <a:cubicBezTo>
                  <a:pt x="188525" y="201811"/>
                  <a:pt x="184149" y="198801"/>
                  <a:pt x="180574" y="194944"/>
                </a:cubicBezTo>
                <a:cubicBezTo>
                  <a:pt x="176998" y="191084"/>
                  <a:pt x="174222" y="186614"/>
                  <a:pt x="172247" y="181534"/>
                </a:cubicBezTo>
                <a:cubicBezTo>
                  <a:pt x="170271" y="176451"/>
                  <a:pt x="169283" y="170898"/>
                  <a:pt x="169283" y="164875"/>
                </a:cubicBezTo>
                <a:cubicBezTo>
                  <a:pt x="169283" y="150194"/>
                  <a:pt x="175493" y="138714"/>
                  <a:pt x="187914" y="130434"/>
                </a:cubicBezTo>
                <a:cubicBezTo>
                  <a:pt x="200335" y="122151"/>
                  <a:pt x="220380" y="116598"/>
                  <a:pt x="248048" y="113775"/>
                </a:cubicBezTo>
                <a:cubicBezTo>
                  <a:pt x="247672" y="107563"/>
                  <a:pt x="245837" y="102622"/>
                  <a:pt x="242542" y="98952"/>
                </a:cubicBezTo>
                <a:cubicBezTo>
                  <a:pt x="239248" y="95282"/>
                  <a:pt x="233743" y="93446"/>
                  <a:pt x="226026" y="93446"/>
                </a:cubicBezTo>
                <a:cubicBezTo>
                  <a:pt x="220004" y="93446"/>
                  <a:pt x="214027" y="94577"/>
                  <a:pt x="208097" y="96837"/>
                </a:cubicBezTo>
                <a:cubicBezTo>
                  <a:pt x="202169" y="99094"/>
                  <a:pt x="195818" y="102200"/>
                  <a:pt x="189043" y="106155"/>
                </a:cubicBezTo>
                <a:lnTo>
                  <a:pt x="174082" y="78769"/>
                </a:lnTo>
                <a:cubicBezTo>
                  <a:pt x="183114" y="73310"/>
                  <a:pt x="192571" y="68887"/>
                  <a:pt x="202453" y="65501"/>
                </a:cubicBezTo>
                <a:cubicBezTo>
                  <a:pt x="212336" y="62112"/>
                  <a:pt x="222828" y="60418"/>
                  <a:pt x="233931" y="60418"/>
                </a:cubicBezTo>
                <a:cubicBezTo>
                  <a:pt x="252001" y="60418"/>
                  <a:pt x="265788" y="65547"/>
                  <a:pt x="275291" y="75806"/>
                </a:cubicBezTo>
                <a:cubicBezTo>
                  <a:pt x="284797" y="86061"/>
                  <a:pt x="289550" y="102012"/>
                  <a:pt x="289550" y="123658"/>
                </a:cubicBezTo>
                <a:lnTo>
                  <a:pt x="289550" y="203836"/>
                </a:lnTo>
                <a:lnTo>
                  <a:pt x="255673" y="203836"/>
                </a:lnTo>
                <a:lnTo>
                  <a:pt x="252847" y="189439"/>
                </a:lnTo>
                <a:lnTo>
                  <a:pt x="251718" y="189439"/>
                </a:lnTo>
                <a:cubicBezTo>
                  <a:pt x="245696" y="194709"/>
                  <a:pt x="239391" y="198991"/>
                  <a:pt x="232802" y="202285"/>
                </a:cubicBezTo>
                <a:cubicBezTo>
                  <a:pt x="226214" y="205576"/>
                  <a:pt x="218968" y="207222"/>
                  <a:pt x="211065" y="207222"/>
                </a:cubicBezTo>
                <a:moveTo>
                  <a:pt x="225182" y="175038"/>
                </a:moveTo>
                <a:cubicBezTo>
                  <a:pt x="229886" y="175038"/>
                  <a:pt x="233931" y="174004"/>
                  <a:pt x="237317" y="171936"/>
                </a:cubicBezTo>
                <a:cubicBezTo>
                  <a:pt x="240706" y="169865"/>
                  <a:pt x="244283" y="166947"/>
                  <a:pt x="248048" y="163182"/>
                </a:cubicBezTo>
                <a:lnTo>
                  <a:pt x="248048" y="138619"/>
                </a:lnTo>
                <a:cubicBezTo>
                  <a:pt x="233367" y="140689"/>
                  <a:pt x="223203" y="143702"/>
                  <a:pt x="217557" y="147657"/>
                </a:cubicBezTo>
                <a:cubicBezTo>
                  <a:pt x="211911" y="151608"/>
                  <a:pt x="209087" y="156313"/>
                  <a:pt x="209087" y="161769"/>
                </a:cubicBezTo>
                <a:cubicBezTo>
                  <a:pt x="209087" y="166287"/>
                  <a:pt x="210546" y="169628"/>
                  <a:pt x="213464" y="171794"/>
                </a:cubicBezTo>
                <a:cubicBezTo>
                  <a:pt x="216382" y="173956"/>
                  <a:pt x="220288" y="175038"/>
                  <a:pt x="225182" y="175038"/>
                </a:cubicBezTo>
                <a:close/>
                <a:moveTo>
                  <a:pt x="378931" y="207222"/>
                </a:moveTo>
                <a:cubicBezTo>
                  <a:pt x="370275" y="207222"/>
                  <a:pt x="362888" y="205905"/>
                  <a:pt x="356771" y="203271"/>
                </a:cubicBezTo>
                <a:cubicBezTo>
                  <a:pt x="350654" y="200635"/>
                  <a:pt x="345666" y="196965"/>
                  <a:pt x="341806" y="192260"/>
                </a:cubicBezTo>
                <a:cubicBezTo>
                  <a:pt x="337949" y="187556"/>
                  <a:pt x="335126" y="181864"/>
                  <a:pt x="333336" y="175184"/>
                </a:cubicBezTo>
                <a:cubicBezTo>
                  <a:pt x="331550" y="168501"/>
                  <a:pt x="330657" y="161113"/>
                  <a:pt x="330657" y="153020"/>
                </a:cubicBezTo>
                <a:lnTo>
                  <a:pt x="330657" y="96272"/>
                </a:lnTo>
                <a:lnTo>
                  <a:pt x="311457" y="96272"/>
                </a:lnTo>
                <a:lnTo>
                  <a:pt x="311457" y="65497"/>
                </a:lnTo>
                <a:lnTo>
                  <a:pt x="332914" y="63804"/>
                </a:lnTo>
                <a:lnTo>
                  <a:pt x="337713" y="26537"/>
                </a:lnTo>
                <a:lnTo>
                  <a:pt x="372155" y="26537"/>
                </a:lnTo>
                <a:lnTo>
                  <a:pt x="372155" y="63804"/>
                </a:lnTo>
                <a:lnTo>
                  <a:pt x="405752" y="63804"/>
                </a:lnTo>
                <a:lnTo>
                  <a:pt x="405752" y="96272"/>
                </a:lnTo>
                <a:lnTo>
                  <a:pt x="372155" y="96272"/>
                </a:lnTo>
                <a:lnTo>
                  <a:pt x="372155" y="152451"/>
                </a:lnTo>
                <a:cubicBezTo>
                  <a:pt x="372155" y="160358"/>
                  <a:pt x="373802" y="166053"/>
                  <a:pt x="377096" y="169536"/>
                </a:cubicBezTo>
                <a:cubicBezTo>
                  <a:pt x="380390" y="173017"/>
                  <a:pt x="384767" y="174758"/>
                  <a:pt x="390226" y="174758"/>
                </a:cubicBezTo>
                <a:cubicBezTo>
                  <a:pt x="392484" y="174758"/>
                  <a:pt x="394788" y="174476"/>
                  <a:pt x="397140" y="173913"/>
                </a:cubicBezTo>
                <a:cubicBezTo>
                  <a:pt x="399493" y="173347"/>
                  <a:pt x="401611" y="172687"/>
                  <a:pt x="403495" y="171932"/>
                </a:cubicBezTo>
                <a:lnTo>
                  <a:pt x="409986" y="202143"/>
                </a:lnTo>
                <a:cubicBezTo>
                  <a:pt x="406221" y="203271"/>
                  <a:pt x="401799" y="204400"/>
                  <a:pt x="396718" y="205529"/>
                </a:cubicBezTo>
                <a:cubicBezTo>
                  <a:pt x="391638" y="206657"/>
                  <a:pt x="385709" y="207222"/>
                  <a:pt x="378931" y="207222"/>
                </a:cubicBezTo>
                <a:close/>
                <a:moveTo>
                  <a:pt x="468881" y="207222"/>
                </a:moveTo>
                <a:cubicBezTo>
                  <a:pt x="462482" y="207222"/>
                  <a:pt x="456694" y="206139"/>
                  <a:pt x="451516" y="203974"/>
                </a:cubicBezTo>
                <a:cubicBezTo>
                  <a:pt x="446341" y="201811"/>
                  <a:pt x="441965" y="198801"/>
                  <a:pt x="438390" y="194944"/>
                </a:cubicBezTo>
                <a:cubicBezTo>
                  <a:pt x="434814" y="191084"/>
                  <a:pt x="432038" y="186614"/>
                  <a:pt x="430062" y="181534"/>
                </a:cubicBezTo>
                <a:cubicBezTo>
                  <a:pt x="428087" y="176451"/>
                  <a:pt x="427099" y="170898"/>
                  <a:pt x="427099" y="164875"/>
                </a:cubicBezTo>
                <a:cubicBezTo>
                  <a:pt x="427099" y="150194"/>
                  <a:pt x="433309" y="138714"/>
                  <a:pt x="445730" y="130434"/>
                </a:cubicBezTo>
                <a:cubicBezTo>
                  <a:pt x="458151" y="122151"/>
                  <a:pt x="478196" y="116598"/>
                  <a:pt x="505864" y="113775"/>
                </a:cubicBezTo>
                <a:cubicBezTo>
                  <a:pt x="505488" y="107563"/>
                  <a:pt x="503652" y="102622"/>
                  <a:pt x="500358" y="98952"/>
                </a:cubicBezTo>
                <a:cubicBezTo>
                  <a:pt x="497064" y="95282"/>
                  <a:pt x="491559" y="93446"/>
                  <a:pt x="483842" y="93446"/>
                </a:cubicBezTo>
                <a:cubicBezTo>
                  <a:pt x="477820" y="93446"/>
                  <a:pt x="471843" y="94577"/>
                  <a:pt x="465913" y="96837"/>
                </a:cubicBezTo>
                <a:cubicBezTo>
                  <a:pt x="459985" y="99094"/>
                  <a:pt x="453634" y="102200"/>
                  <a:pt x="446859" y="106155"/>
                </a:cubicBezTo>
                <a:lnTo>
                  <a:pt x="431898" y="78769"/>
                </a:lnTo>
                <a:cubicBezTo>
                  <a:pt x="440930" y="73310"/>
                  <a:pt x="450387" y="68887"/>
                  <a:pt x="460269" y="65501"/>
                </a:cubicBezTo>
                <a:cubicBezTo>
                  <a:pt x="470152" y="62112"/>
                  <a:pt x="480644" y="60418"/>
                  <a:pt x="491747" y="60418"/>
                </a:cubicBezTo>
                <a:cubicBezTo>
                  <a:pt x="509817" y="60418"/>
                  <a:pt x="523604" y="65547"/>
                  <a:pt x="533107" y="75806"/>
                </a:cubicBezTo>
                <a:cubicBezTo>
                  <a:pt x="542613" y="86061"/>
                  <a:pt x="547366" y="102012"/>
                  <a:pt x="547366" y="123658"/>
                </a:cubicBezTo>
                <a:lnTo>
                  <a:pt x="547366" y="203836"/>
                </a:lnTo>
                <a:lnTo>
                  <a:pt x="513489" y="203836"/>
                </a:lnTo>
                <a:lnTo>
                  <a:pt x="510663" y="189439"/>
                </a:lnTo>
                <a:lnTo>
                  <a:pt x="509534" y="189439"/>
                </a:lnTo>
                <a:cubicBezTo>
                  <a:pt x="503512" y="194709"/>
                  <a:pt x="497206" y="198991"/>
                  <a:pt x="490618" y="202285"/>
                </a:cubicBezTo>
                <a:cubicBezTo>
                  <a:pt x="484030" y="205576"/>
                  <a:pt x="476784" y="207222"/>
                  <a:pt x="468881" y="207222"/>
                </a:cubicBezTo>
                <a:moveTo>
                  <a:pt x="482998" y="175038"/>
                </a:moveTo>
                <a:cubicBezTo>
                  <a:pt x="487702" y="175038"/>
                  <a:pt x="491747" y="174004"/>
                  <a:pt x="495133" y="171936"/>
                </a:cubicBezTo>
                <a:cubicBezTo>
                  <a:pt x="498522" y="169865"/>
                  <a:pt x="502099" y="166947"/>
                  <a:pt x="505864" y="163182"/>
                </a:cubicBezTo>
                <a:lnTo>
                  <a:pt x="505864" y="138619"/>
                </a:lnTo>
                <a:cubicBezTo>
                  <a:pt x="491183" y="140689"/>
                  <a:pt x="481019" y="143702"/>
                  <a:pt x="475373" y="147657"/>
                </a:cubicBezTo>
                <a:cubicBezTo>
                  <a:pt x="469727" y="151608"/>
                  <a:pt x="466903" y="156313"/>
                  <a:pt x="466903" y="161769"/>
                </a:cubicBezTo>
                <a:cubicBezTo>
                  <a:pt x="466903" y="166287"/>
                  <a:pt x="468362" y="169628"/>
                  <a:pt x="471280" y="171794"/>
                </a:cubicBezTo>
                <a:cubicBezTo>
                  <a:pt x="474198" y="173956"/>
                  <a:pt x="478104" y="175038"/>
                  <a:pt x="482998" y="175038"/>
                </a:cubicBezTo>
                <a:close/>
                <a:moveTo>
                  <a:pt x="589882" y="203836"/>
                </a:moveTo>
                <a:lnTo>
                  <a:pt x="589882" y="96272"/>
                </a:lnTo>
                <a:lnTo>
                  <a:pt x="571250" y="96272"/>
                </a:lnTo>
                <a:lnTo>
                  <a:pt x="571250" y="65497"/>
                </a:lnTo>
                <a:lnTo>
                  <a:pt x="589882" y="64088"/>
                </a:lnTo>
                <a:lnTo>
                  <a:pt x="589882" y="56463"/>
                </a:lnTo>
                <a:cubicBezTo>
                  <a:pt x="589882" y="49123"/>
                  <a:pt x="590775" y="42160"/>
                  <a:pt x="592561" y="35574"/>
                </a:cubicBezTo>
                <a:cubicBezTo>
                  <a:pt x="594350" y="28986"/>
                  <a:pt x="597316" y="23245"/>
                  <a:pt x="601457" y="18352"/>
                </a:cubicBezTo>
                <a:cubicBezTo>
                  <a:pt x="605598" y="13458"/>
                  <a:pt x="610963" y="9599"/>
                  <a:pt x="617551" y="6776"/>
                </a:cubicBezTo>
                <a:cubicBezTo>
                  <a:pt x="624139" y="3953"/>
                  <a:pt x="632138" y="2542"/>
                  <a:pt x="641546" y="2542"/>
                </a:cubicBezTo>
                <a:cubicBezTo>
                  <a:pt x="647382" y="2542"/>
                  <a:pt x="652699" y="3106"/>
                  <a:pt x="657498" y="4235"/>
                </a:cubicBezTo>
                <a:cubicBezTo>
                  <a:pt x="662297" y="5363"/>
                  <a:pt x="666296" y="6492"/>
                  <a:pt x="669495" y="7621"/>
                </a:cubicBezTo>
                <a:lnTo>
                  <a:pt x="661875" y="38112"/>
                </a:lnTo>
                <a:cubicBezTo>
                  <a:pt x="656605" y="36231"/>
                  <a:pt x="651806" y="35290"/>
                  <a:pt x="647478" y="35290"/>
                </a:cubicBezTo>
                <a:cubicBezTo>
                  <a:pt x="642395" y="35290"/>
                  <a:pt x="638441" y="36844"/>
                  <a:pt x="635618" y="39951"/>
                </a:cubicBezTo>
                <a:cubicBezTo>
                  <a:pt x="632795" y="43056"/>
                  <a:pt x="631384" y="48184"/>
                  <a:pt x="631384" y="55335"/>
                </a:cubicBezTo>
                <a:lnTo>
                  <a:pt x="631384" y="63804"/>
                </a:lnTo>
                <a:lnTo>
                  <a:pt x="656511" y="63804"/>
                </a:lnTo>
                <a:lnTo>
                  <a:pt x="656511" y="96272"/>
                </a:lnTo>
                <a:lnTo>
                  <a:pt x="631384" y="96272"/>
                </a:lnTo>
                <a:lnTo>
                  <a:pt x="631384" y="203836"/>
                </a:lnTo>
                <a:lnTo>
                  <a:pt x="589882" y="203836"/>
                </a:lnTo>
                <a:close/>
                <a:moveTo>
                  <a:pt x="715965" y="207222"/>
                </a:moveTo>
                <a:cubicBezTo>
                  <a:pt x="708814" y="207222"/>
                  <a:pt x="702792" y="206093"/>
                  <a:pt x="697898" y="203836"/>
                </a:cubicBezTo>
                <a:cubicBezTo>
                  <a:pt x="693004" y="201578"/>
                  <a:pt x="689098" y="198426"/>
                  <a:pt x="686181" y="194380"/>
                </a:cubicBezTo>
                <a:cubicBezTo>
                  <a:pt x="683263" y="190333"/>
                  <a:pt x="681145" y="185440"/>
                  <a:pt x="679826" y="179699"/>
                </a:cubicBezTo>
                <a:cubicBezTo>
                  <a:pt x="678511" y="173958"/>
                  <a:pt x="677853" y="167510"/>
                  <a:pt x="677853" y="160356"/>
                </a:cubicBezTo>
                <a:lnTo>
                  <a:pt x="677853" y="5928"/>
                </a:lnTo>
                <a:lnTo>
                  <a:pt x="719356" y="5928"/>
                </a:lnTo>
                <a:lnTo>
                  <a:pt x="719356" y="162054"/>
                </a:lnTo>
                <a:cubicBezTo>
                  <a:pt x="719356" y="166382"/>
                  <a:pt x="720155" y="169393"/>
                  <a:pt x="721755" y="171087"/>
                </a:cubicBezTo>
                <a:cubicBezTo>
                  <a:pt x="723355" y="172782"/>
                  <a:pt x="725002" y="173629"/>
                  <a:pt x="726696" y="173629"/>
                </a:cubicBezTo>
                <a:cubicBezTo>
                  <a:pt x="727635" y="173629"/>
                  <a:pt x="728434" y="173629"/>
                  <a:pt x="729091" y="173629"/>
                </a:cubicBezTo>
                <a:cubicBezTo>
                  <a:pt x="729752" y="173629"/>
                  <a:pt x="730646" y="173441"/>
                  <a:pt x="731775" y="173065"/>
                </a:cubicBezTo>
                <a:lnTo>
                  <a:pt x="736858" y="203836"/>
                </a:lnTo>
                <a:cubicBezTo>
                  <a:pt x="734598" y="204778"/>
                  <a:pt x="731728" y="205578"/>
                  <a:pt x="728247" y="206235"/>
                </a:cubicBezTo>
                <a:cubicBezTo>
                  <a:pt x="724766" y="206893"/>
                  <a:pt x="720672" y="207222"/>
                  <a:pt x="715965" y="207222"/>
                </a:cubicBezTo>
                <a:close/>
                <a:moveTo>
                  <a:pt x="819466" y="207222"/>
                </a:moveTo>
                <a:cubicBezTo>
                  <a:pt x="810620" y="207222"/>
                  <a:pt x="802056" y="205576"/>
                  <a:pt x="793774" y="202285"/>
                </a:cubicBezTo>
                <a:cubicBezTo>
                  <a:pt x="785494" y="198991"/>
                  <a:pt x="778201" y="194238"/>
                  <a:pt x="771894" y="188026"/>
                </a:cubicBezTo>
                <a:cubicBezTo>
                  <a:pt x="765590" y="181814"/>
                  <a:pt x="760556" y="174144"/>
                  <a:pt x="756791" y="165017"/>
                </a:cubicBezTo>
                <a:cubicBezTo>
                  <a:pt x="753025" y="155888"/>
                  <a:pt x="751143" y="145488"/>
                  <a:pt x="751143" y="133820"/>
                </a:cubicBezTo>
                <a:cubicBezTo>
                  <a:pt x="751143" y="122151"/>
                  <a:pt x="753025" y="111753"/>
                  <a:pt x="756791" y="102627"/>
                </a:cubicBezTo>
                <a:cubicBezTo>
                  <a:pt x="760556" y="93497"/>
                  <a:pt x="765590" y="85826"/>
                  <a:pt x="771894" y="79614"/>
                </a:cubicBezTo>
                <a:cubicBezTo>
                  <a:pt x="778201" y="73402"/>
                  <a:pt x="785494" y="68650"/>
                  <a:pt x="793774" y="65359"/>
                </a:cubicBezTo>
                <a:cubicBezTo>
                  <a:pt x="802056" y="62065"/>
                  <a:pt x="810620" y="60418"/>
                  <a:pt x="819466" y="60418"/>
                </a:cubicBezTo>
                <a:cubicBezTo>
                  <a:pt x="828311" y="60418"/>
                  <a:pt x="836828" y="62065"/>
                  <a:pt x="845016" y="65359"/>
                </a:cubicBezTo>
                <a:cubicBezTo>
                  <a:pt x="853204" y="68650"/>
                  <a:pt x="860450" y="73402"/>
                  <a:pt x="866753" y="79614"/>
                </a:cubicBezTo>
                <a:cubicBezTo>
                  <a:pt x="873060" y="85826"/>
                  <a:pt x="878095" y="93497"/>
                  <a:pt x="881857" y="102627"/>
                </a:cubicBezTo>
                <a:cubicBezTo>
                  <a:pt x="885622" y="111753"/>
                  <a:pt x="887504" y="122151"/>
                  <a:pt x="887504" y="133820"/>
                </a:cubicBezTo>
                <a:cubicBezTo>
                  <a:pt x="887504" y="145488"/>
                  <a:pt x="885622" y="155888"/>
                  <a:pt x="881857" y="165017"/>
                </a:cubicBezTo>
                <a:cubicBezTo>
                  <a:pt x="878095" y="174144"/>
                  <a:pt x="873060" y="181814"/>
                  <a:pt x="866753" y="188026"/>
                </a:cubicBezTo>
                <a:cubicBezTo>
                  <a:pt x="860450" y="194238"/>
                  <a:pt x="853204" y="198991"/>
                  <a:pt x="845016" y="202285"/>
                </a:cubicBezTo>
                <a:cubicBezTo>
                  <a:pt x="836828" y="205576"/>
                  <a:pt x="828311" y="207222"/>
                  <a:pt x="819466" y="207222"/>
                </a:cubicBezTo>
                <a:moveTo>
                  <a:pt x="819466" y="173629"/>
                </a:moveTo>
                <a:cubicBezTo>
                  <a:pt x="827935" y="173629"/>
                  <a:pt x="834334" y="170053"/>
                  <a:pt x="838662" y="162902"/>
                </a:cubicBezTo>
                <a:cubicBezTo>
                  <a:pt x="842993" y="155748"/>
                  <a:pt x="845158" y="146054"/>
                  <a:pt x="845158" y="133820"/>
                </a:cubicBezTo>
                <a:cubicBezTo>
                  <a:pt x="845158" y="121585"/>
                  <a:pt x="842993" y="111893"/>
                  <a:pt x="838662" y="104742"/>
                </a:cubicBezTo>
                <a:cubicBezTo>
                  <a:pt x="834334" y="97588"/>
                  <a:pt x="827935" y="94011"/>
                  <a:pt x="819466" y="94011"/>
                </a:cubicBezTo>
                <a:cubicBezTo>
                  <a:pt x="810807" y="94011"/>
                  <a:pt x="804360" y="97588"/>
                  <a:pt x="800123" y="104742"/>
                </a:cubicBezTo>
                <a:cubicBezTo>
                  <a:pt x="795890" y="111893"/>
                  <a:pt x="793774" y="121585"/>
                  <a:pt x="793774" y="133820"/>
                </a:cubicBezTo>
                <a:cubicBezTo>
                  <a:pt x="793774" y="146054"/>
                  <a:pt x="795890" y="155748"/>
                  <a:pt x="800123" y="162902"/>
                </a:cubicBezTo>
                <a:cubicBezTo>
                  <a:pt x="804360" y="170053"/>
                  <a:pt x="810807" y="173629"/>
                  <a:pt x="819466" y="173629"/>
                </a:cubicBezTo>
                <a:close/>
                <a:moveTo>
                  <a:pt x="940185" y="203836"/>
                </a:moveTo>
                <a:lnTo>
                  <a:pt x="905179" y="63804"/>
                </a:lnTo>
                <a:lnTo>
                  <a:pt x="946397" y="63804"/>
                </a:lnTo>
                <a:lnTo>
                  <a:pt x="959950" y="128737"/>
                </a:lnTo>
                <a:cubicBezTo>
                  <a:pt x="961078" y="135701"/>
                  <a:pt x="962112" y="142572"/>
                  <a:pt x="963051" y="149350"/>
                </a:cubicBezTo>
                <a:cubicBezTo>
                  <a:pt x="963993" y="156125"/>
                  <a:pt x="965030" y="163088"/>
                  <a:pt x="966162" y="170239"/>
                </a:cubicBezTo>
                <a:lnTo>
                  <a:pt x="967290" y="170239"/>
                </a:lnTo>
                <a:cubicBezTo>
                  <a:pt x="968609" y="163088"/>
                  <a:pt x="969879" y="156030"/>
                  <a:pt x="971103" y="149065"/>
                </a:cubicBezTo>
                <a:cubicBezTo>
                  <a:pt x="972326" y="142101"/>
                  <a:pt x="973784" y="135325"/>
                  <a:pt x="975475" y="128737"/>
                </a:cubicBezTo>
                <a:lnTo>
                  <a:pt x="991005" y="63804"/>
                </a:lnTo>
                <a:lnTo>
                  <a:pt x="1026860" y="63804"/>
                </a:lnTo>
                <a:lnTo>
                  <a:pt x="1042670" y="128737"/>
                </a:lnTo>
                <a:cubicBezTo>
                  <a:pt x="1044364" y="135701"/>
                  <a:pt x="1045869" y="142572"/>
                  <a:pt x="1047184" y="149350"/>
                </a:cubicBezTo>
                <a:cubicBezTo>
                  <a:pt x="1048502" y="156125"/>
                  <a:pt x="1049915" y="163088"/>
                  <a:pt x="1051423" y="170239"/>
                </a:cubicBezTo>
                <a:lnTo>
                  <a:pt x="1052552" y="170239"/>
                </a:lnTo>
                <a:cubicBezTo>
                  <a:pt x="1053867" y="163088"/>
                  <a:pt x="1054949" y="156125"/>
                  <a:pt x="1055796" y="149350"/>
                </a:cubicBezTo>
                <a:cubicBezTo>
                  <a:pt x="1056643" y="142572"/>
                  <a:pt x="1057726" y="135701"/>
                  <a:pt x="1059044" y="128737"/>
                </a:cubicBezTo>
                <a:lnTo>
                  <a:pt x="1072312" y="63804"/>
                </a:lnTo>
                <a:lnTo>
                  <a:pt x="1110708" y="63804"/>
                </a:lnTo>
                <a:lnTo>
                  <a:pt x="1077111" y="203836"/>
                </a:lnTo>
                <a:lnTo>
                  <a:pt x="1028553" y="203836"/>
                </a:lnTo>
                <a:lnTo>
                  <a:pt x="1015849" y="147937"/>
                </a:lnTo>
                <a:cubicBezTo>
                  <a:pt x="1014344" y="141349"/>
                  <a:pt x="1013026" y="134762"/>
                  <a:pt x="1011894" y="128177"/>
                </a:cubicBezTo>
                <a:cubicBezTo>
                  <a:pt x="1010766" y="121588"/>
                  <a:pt x="1009544" y="114529"/>
                  <a:pt x="1008228" y="106999"/>
                </a:cubicBezTo>
                <a:lnTo>
                  <a:pt x="1007095" y="106999"/>
                </a:lnTo>
                <a:cubicBezTo>
                  <a:pt x="1005780" y="114529"/>
                  <a:pt x="1004604" y="121588"/>
                  <a:pt x="1003567" y="128177"/>
                </a:cubicBezTo>
                <a:cubicBezTo>
                  <a:pt x="1002533" y="134762"/>
                  <a:pt x="1001357" y="141349"/>
                  <a:pt x="1000039" y="147937"/>
                </a:cubicBezTo>
                <a:lnTo>
                  <a:pt x="987615" y="203836"/>
                </a:lnTo>
                <a:lnTo>
                  <a:pt x="940185" y="203836"/>
                </a:lnTo>
                <a:close/>
                <a:moveTo>
                  <a:pt x="1196871" y="203836"/>
                </a:moveTo>
                <a:lnTo>
                  <a:pt x="1196871" y="19765"/>
                </a:lnTo>
                <a:lnTo>
                  <a:pt x="1312908" y="19765"/>
                </a:lnTo>
                <a:lnTo>
                  <a:pt x="1312908" y="54770"/>
                </a:lnTo>
                <a:lnTo>
                  <a:pt x="1238373" y="54770"/>
                </a:lnTo>
                <a:lnTo>
                  <a:pt x="1238373" y="97401"/>
                </a:lnTo>
                <a:lnTo>
                  <a:pt x="1302177" y="97401"/>
                </a:lnTo>
                <a:lnTo>
                  <a:pt x="1302177" y="132407"/>
                </a:lnTo>
                <a:lnTo>
                  <a:pt x="1238373" y="132407"/>
                </a:lnTo>
                <a:lnTo>
                  <a:pt x="1238373" y="203836"/>
                </a:lnTo>
                <a:lnTo>
                  <a:pt x="1196871" y="203836"/>
                </a:lnTo>
                <a:close/>
                <a:moveTo>
                  <a:pt x="1382245" y="207222"/>
                </a:moveTo>
                <a:cubicBezTo>
                  <a:pt x="1366998" y="207222"/>
                  <a:pt x="1355940" y="202235"/>
                  <a:pt x="1349071" y="192260"/>
                </a:cubicBezTo>
                <a:cubicBezTo>
                  <a:pt x="1342201" y="182286"/>
                  <a:pt x="1338766" y="168452"/>
                  <a:pt x="1338766" y="150758"/>
                </a:cubicBezTo>
                <a:lnTo>
                  <a:pt x="1338766" y="63804"/>
                </a:lnTo>
                <a:lnTo>
                  <a:pt x="1380268" y="63804"/>
                </a:lnTo>
                <a:lnTo>
                  <a:pt x="1380268" y="145395"/>
                </a:lnTo>
                <a:cubicBezTo>
                  <a:pt x="1380268" y="155559"/>
                  <a:pt x="1381680" y="162523"/>
                  <a:pt x="1384503" y="166288"/>
                </a:cubicBezTo>
                <a:cubicBezTo>
                  <a:pt x="1387326" y="170051"/>
                  <a:pt x="1391749" y="171932"/>
                  <a:pt x="1397771" y="171932"/>
                </a:cubicBezTo>
                <a:cubicBezTo>
                  <a:pt x="1403041" y="171932"/>
                  <a:pt x="1407464" y="170708"/>
                  <a:pt x="1411039" y="168261"/>
                </a:cubicBezTo>
                <a:cubicBezTo>
                  <a:pt x="1414618" y="165814"/>
                  <a:pt x="1418476" y="161863"/>
                  <a:pt x="1422615" y="156406"/>
                </a:cubicBezTo>
                <a:lnTo>
                  <a:pt x="1422615" y="63804"/>
                </a:lnTo>
                <a:lnTo>
                  <a:pt x="1464117" y="63804"/>
                </a:lnTo>
                <a:lnTo>
                  <a:pt x="1464117" y="203836"/>
                </a:lnTo>
                <a:lnTo>
                  <a:pt x="1430240" y="203836"/>
                </a:lnTo>
                <a:lnTo>
                  <a:pt x="1427134" y="184356"/>
                </a:lnTo>
                <a:lnTo>
                  <a:pt x="1426285" y="184356"/>
                </a:lnTo>
                <a:cubicBezTo>
                  <a:pt x="1420262" y="191507"/>
                  <a:pt x="1413816" y="197105"/>
                  <a:pt x="1406947" y="201152"/>
                </a:cubicBezTo>
                <a:cubicBezTo>
                  <a:pt x="1400077" y="205198"/>
                  <a:pt x="1391843" y="207222"/>
                  <a:pt x="1382245" y="207222"/>
                </a:cubicBezTo>
                <a:close/>
                <a:moveTo>
                  <a:pt x="1541643" y="207222"/>
                </a:moveTo>
                <a:cubicBezTo>
                  <a:pt x="1532421" y="207222"/>
                  <a:pt x="1522964" y="205434"/>
                  <a:pt x="1513271" y="201858"/>
                </a:cubicBezTo>
                <a:cubicBezTo>
                  <a:pt x="1503578" y="198283"/>
                  <a:pt x="1495155" y="193577"/>
                  <a:pt x="1488001" y="187742"/>
                </a:cubicBezTo>
                <a:lnTo>
                  <a:pt x="1506637" y="161769"/>
                </a:lnTo>
                <a:cubicBezTo>
                  <a:pt x="1513035" y="166663"/>
                  <a:pt x="1519151" y="170333"/>
                  <a:pt x="1524984" y="172780"/>
                </a:cubicBezTo>
                <a:cubicBezTo>
                  <a:pt x="1530820" y="175227"/>
                  <a:pt x="1536749" y="176451"/>
                  <a:pt x="1542771" y="176451"/>
                </a:cubicBezTo>
                <a:cubicBezTo>
                  <a:pt x="1548983" y="176451"/>
                  <a:pt x="1553501" y="175415"/>
                  <a:pt x="1556324" y="173345"/>
                </a:cubicBezTo>
                <a:cubicBezTo>
                  <a:pt x="1559147" y="171274"/>
                  <a:pt x="1560558" y="168356"/>
                  <a:pt x="1560558" y="164591"/>
                </a:cubicBezTo>
                <a:cubicBezTo>
                  <a:pt x="1560558" y="162334"/>
                  <a:pt x="1559759" y="160312"/>
                  <a:pt x="1558159" y="158526"/>
                </a:cubicBezTo>
                <a:cubicBezTo>
                  <a:pt x="1556559" y="156736"/>
                  <a:pt x="1554394" y="155089"/>
                  <a:pt x="1551663" y="153584"/>
                </a:cubicBezTo>
                <a:cubicBezTo>
                  <a:pt x="1548934" y="152077"/>
                  <a:pt x="1545876" y="150711"/>
                  <a:pt x="1542487" y="149488"/>
                </a:cubicBezTo>
                <a:cubicBezTo>
                  <a:pt x="1539101" y="148264"/>
                  <a:pt x="1535620" y="146900"/>
                  <a:pt x="1532045" y="145395"/>
                </a:cubicBezTo>
                <a:cubicBezTo>
                  <a:pt x="1527717" y="143701"/>
                  <a:pt x="1523387" y="141725"/>
                  <a:pt x="1519056" y="139467"/>
                </a:cubicBezTo>
                <a:cubicBezTo>
                  <a:pt x="1514728" y="137207"/>
                  <a:pt x="1510777" y="134432"/>
                  <a:pt x="1507201" y="131140"/>
                </a:cubicBezTo>
                <a:cubicBezTo>
                  <a:pt x="1503626" y="127846"/>
                  <a:pt x="1500708" y="123988"/>
                  <a:pt x="1498448" y="119565"/>
                </a:cubicBezTo>
                <a:cubicBezTo>
                  <a:pt x="1496190" y="115139"/>
                  <a:pt x="1495062" y="110010"/>
                  <a:pt x="1495062" y="104177"/>
                </a:cubicBezTo>
                <a:cubicBezTo>
                  <a:pt x="1495062" y="97779"/>
                  <a:pt x="1496331" y="91850"/>
                  <a:pt x="1498870" y="86390"/>
                </a:cubicBezTo>
                <a:cubicBezTo>
                  <a:pt x="1501411" y="80931"/>
                  <a:pt x="1505034" y="76320"/>
                  <a:pt x="1509738" y="72558"/>
                </a:cubicBezTo>
                <a:cubicBezTo>
                  <a:pt x="1514446" y="68792"/>
                  <a:pt x="1520092" y="65829"/>
                  <a:pt x="1526677" y="63666"/>
                </a:cubicBezTo>
                <a:cubicBezTo>
                  <a:pt x="1533265" y="61501"/>
                  <a:pt x="1540606" y="60418"/>
                  <a:pt x="1548699" y="60418"/>
                </a:cubicBezTo>
                <a:cubicBezTo>
                  <a:pt x="1559428" y="60418"/>
                  <a:pt x="1568840" y="62253"/>
                  <a:pt x="1576933" y="65923"/>
                </a:cubicBezTo>
                <a:cubicBezTo>
                  <a:pt x="1585026" y="69594"/>
                  <a:pt x="1592083" y="73686"/>
                  <a:pt x="1598106" y="78201"/>
                </a:cubicBezTo>
                <a:lnTo>
                  <a:pt x="1579474" y="103049"/>
                </a:lnTo>
                <a:cubicBezTo>
                  <a:pt x="1574391" y="99284"/>
                  <a:pt x="1569403" y="96366"/>
                  <a:pt x="1564509" y="94295"/>
                </a:cubicBezTo>
                <a:cubicBezTo>
                  <a:pt x="1559618" y="92224"/>
                  <a:pt x="1554726" y="91189"/>
                  <a:pt x="1549832" y="91189"/>
                </a:cubicBezTo>
                <a:cubicBezTo>
                  <a:pt x="1539292" y="91189"/>
                  <a:pt x="1534022" y="94859"/>
                  <a:pt x="1534022" y="102200"/>
                </a:cubicBezTo>
                <a:cubicBezTo>
                  <a:pt x="1534022" y="104457"/>
                  <a:pt x="1534774" y="106387"/>
                  <a:pt x="1536279" y="107990"/>
                </a:cubicBezTo>
                <a:cubicBezTo>
                  <a:pt x="1537784" y="109589"/>
                  <a:pt x="1539807" y="111048"/>
                  <a:pt x="1542349" y="112367"/>
                </a:cubicBezTo>
                <a:cubicBezTo>
                  <a:pt x="1544891" y="113682"/>
                  <a:pt x="1547807" y="114951"/>
                  <a:pt x="1551098" y="116175"/>
                </a:cubicBezTo>
                <a:cubicBezTo>
                  <a:pt x="1554392" y="117398"/>
                  <a:pt x="1557829" y="118669"/>
                  <a:pt x="1561407" y="119987"/>
                </a:cubicBezTo>
                <a:cubicBezTo>
                  <a:pt x="1565922" y="121682"/>
                  <a:pt x="1570390" y="123612"/>
                  <a:pt x="1574813" y="125777"/>
                </a:cubicBezTo>
                <a:cubicBezTo>
                  <a:pt x="1579239" y="127940"/>
                  <a:pt x="1583287" y="130621"/>
                  <a:pt x="1586957" y="133820"/>
                </a:cubicBezTo>
                <a:cubicBezTo>
                  <a:pt x="1590627" y="137019"/>
                  <a:pt x="1593591" y="140925"/>
                  <a:pt x="1595849" y="145537"/>
                </a:cubicBezTo>
                <a:cubicBezTo>
                  <a:pt x="1598106" y="150147"/>
                  <a:pt x="1599235" y="155652"/>
                  <a:pt x="1599235" y="162054"/>
                </a:cubicBezTo>
                <a:cubicBezTo>
                  <a:pt x="1599235" y="168452"/>
                  <a:pt x="1598011" y="174381"/>
                  <a:pt x="1595564" y="179841"/>
                </a:cubicBezTo>
                <a:cubicBezTo>
                  <a:pt x="1593120" y="185298"/>
                  <a:pt x="1589451" y="190049"/>
                  <a:pt x="1584558" y="194096"/>
                </a:cubicBezTo>
                <a:cubicBezTo>
                  <a:pt x="1579664" y="198142"/>
                  <a:pt x="1573640" y="201341"/>
                  <a:pt x="1566486" y="203694"/>
                </a:cubicBezTo>
                <a:cubicBezTo>
                  <a:pt x="1559335" y="206046"/>
                  <a:pt x="1551054" y="207222"/>
                  <a:pt x="1541643" y="207222"/>
                </a:cubicBezTo>
                <a:close/>
                <a:moveTo>
                  <a:pt x="1625380" y="203836"/>
                </a:moveTo>
                <a:lnTo>
                  <a:pt x="1625380" y="63804"/>
                </a:lnTo>
                <a:lnTo>
                  <a:pt x="1666882" y="63804"/>
                </a:lnTo>
                <a:lnTo>
                  <a:pt x="1666882" y="203836"/>
                </a:lnTo>
                <a:lnTo>
                  <a:pt x="1625380" y="203836"/>
                </a:lnTo>
                <a:moveTo>
                  <a:pt x="1645989" y="43195"/>
                </a:moveTo>
                <a:cubicBezTo>
                  <a:pt x="1639025" y="43195"/>
                  <a:pt x="1633284" y="41172"/>
                  <a:pt x="1628766" y="37125"/>
                </a:cubicBezTo>
                <a:cubicBezTo>
                  <a:pt x="1624249" y="33079"/>
                  <a:pt x="1621990" y="27856"/>
                  <a:pt x="1621990" y="21458"/>
                </a:cubicBezTo>
                <a:cubicBezTo>
                  <a:pt x="1621990" y="15059"/>
                  <a:pt x="1624249" y="9884"/>
                  <a:pt x="1628766" y="5932"/>
                </a:cubicBezTo>
                <a:cubicBezTo>
                  <a:pt x="1633284" y="1977"/>
                  <a:pt x="1639025" y="0"/>
                  <a:pt x="1645989" y="0"/>
                </a:cubicBezTo>
                <a:cubicBezTo>
                  <a:pt x="1653140" y="0"/>
                  <a:pt x="1658927" y="1977"/>
                  <a:pt x="1663350" y="5932"/>
                </a:cubicBezTo>
                <a:cubicBezTo>
                  <a:pt x="1667775" y="9884"/>
                  <a:pt x="1669988" y="15059"/>
                  <a:pt x="1669988" y="21458"/>
                </a:cubicBezTo>
                <a:cubicBezTo>
                  <a:pt x="1669988" y="27856"/>
                  <a:pt x="1667775" y="33079"/>
                  <a:pt x="1663350" y="37125"/>
                </a:cubicBezTo>
                <a:cubicBezTo>
                  <a:pt x="1658927" y="41172"/>
                  <a:pt x="1653140" y="43195"/>
                  <a:pt x="1645989" y="43195"/>
                </a:cubicBezTo>
                <a:close/>
                <a:moveTo>
                  <a:pt x="1764168" y="207222"/>
                </a:moveTo>
                <a:cubicBezTo>
                  <a:pt x="1755323" y="207222"/>
                  <a:pt x="1746759" y="205576"/>
                  <a:pt x="1738476" y="202285"/>
                </a:cubicBezTo>
                <a:cubicBezTo>
                  <a:pt x="1730197" y="198991"/>
                  <a:pt x="1722903" y="194238"/>
                  <a:pt x="1716597" y="188026"/>
                </a:cubicBezTo>
                <a:cubicBezTo>
                  <a:pt x="1710293" y="181814"/>
                  <a:pt x="1705258" y="174144"/>
                  <a:pt x="1701493" y="165017"/>
                </a:cubicBezTo>
                <a:cubicBezTo>
                  <a:pt x="1697728" y="155888"/>
                  <a:pt x="1695846" y="145488"/>
                  <a:pt x="1695846" y="133820"/>
                </a:cubicBezTo>
                <a:cubicBezTo>
                  <a:pt x="1695846" y="122151"/>
                  <a:pt x="1697728" y="111753"/>
                  <a:pt x="1701493" y="102627"/>
                </a:cubicBezTo>
                <a:cubicBezTo>
                  <a:pt x="1705258" y="93497"/>
                  <a:pt x="1710293" y="85826"/>
                  <a:pt x="1716597" y="79614"/>
                </a:cubicBezTo>
                <a:cubicBezTo>
                  <a:pt x="1722903" y="73402"/>
                  <a:pt x="1730197" y="68650"/>
                  <a:pt x="1738476" y="65359"/>
                </a:cubicBezTo>
                <a:cubicBezTo>
                  <a:pt x="1746759" y="62065"/>
                  <a:pt x="1755323" y="60418"/>
                  <a:pt x="1764168" y="60418"/>
                </a:cubicBezTo>
                <a:cubicBezTo>
                  <a:pt x="1773014" y="60418"/>
                  <a:pt x="1781531" y="62065"/>
                  <a:pt x="1789718" y="65359"/>
                </a:cubicBezTo>
                <a:cubicBezTo>
                  <a:pt x="1797906" y="68650"/>
                  <a:pt x="1805152" y="73402"/>
                  <a:pt x="1811456" y="79614"/>
                </a:cubicBezTo>
                <a:cubicBezTo>
                  <a:pt x="1817763" y="85826"/>
                  <a:pt x="1822797" y="93497"/>
                  <a:pt x="1826559" y="102627"/>
                </a:cubicBezTo>
                <a:cubicBezTo>
                  <a:pt x="1830325" y="111753"/>
                  <a:pt x="1832207" y="122151"/>
                  <a:pt x="1832207" y="133820"/>
                </a:cubicBezTo>
                <a:cubicBezTo>
                  <a:pt x="1832207" y="145488"/>
                  <a:pt x="1830325" y="155888"/>
                  <a:pt x="1826559" y="165017"/>
                </a:cubicBezTo>
                <a:cubicBezTo>
                  <a:pt x="1822797" y="174144"/>
                  <a:pt x="1817763" y="181814"/>
                  <a:pt x="1811456" y="188026"/>
                </a:cubicBezTo>
                <a:cubicBezTo>
                  <a:pt x="1805152" y="194238"/>
                  <a:pt x="1797906" y="198991"/>
                  <a:pt x="1789718" y="202285"/>
                </a:cubicBezTo>
                <a:cubicBezTo>
                  <a:pt x="1781531" y="205576"/>
                  <a:pt x="1773014" y="207222"/>
                  <a:pt x="1764168" y="207222"/>
                </a:cubicBezTo>
                <a:moveTo>
                  <a:pt x="1764168" y="173629"/>
                </a:moveTo>
                <a:cubicBezTo>
                  <a:pt x="1772638" y="173629"/>
                  <a:pt x="1779036" y="170053"/>
                  <a:pt x="1783364" y="162902"/>
                </a:cubicBezTo>
                <a:cubicBezTo>
                  <a:pt x="1787695" y="155748"/>
                  <a:pt x="1789861" y="146054"/>
                  <a:pt x="1789861" y="133820"/>
                </a:cubicBezTo>
                <a:cubicBezTo>
                  <a:pt x="1789861" y="121585"/>
                  <a:pt x="1787695" y="111893"/>
                  <a:pt x="1783364" y="104742"/>
                </a:cubicBezTo>
                <a:cubicBezTo>
                  <a:pt x="1779036" y="97588"/>
                  <a:pt x="1772638" y="94011"/>
                  <a:pt x="1764168" y="94011"/>
                </a:cubicBezTo>
                <a:cubicBezTo>
                  <a:pt x="1755510" y="94011"/>
                  <a:pt x="1749062" y="97588"/>
                  <a:pt x="1744826" y="104742"/>
                </a:cubicBezTo>
                <a:cubicBezTo>
                  <a:pt x="1740593" y="111893"/>
                  <a:pt x="1738476" y="121585"/>
                  <a:pt x="1738476" y="133820"/>
                </a:cubicBezTo>
                <a:cubicBezTo>
                  <a:pt x="1738476" y="146054"/>
                  <a:pt x="1740593" y="155748"/>
                  <a:pt x="1744826" y="162902"/>
                </a:cubicBezTo>
                <a:cubicBezTo>
                  <a:pt x="1749062" y="170053"/>
                  <a:pt x="1755510" y="173629"/>
                  <a:pt x="1764168" y="173629"/>
                </a:cubicBezTo>
                <a:close/>
                <a:moveTo>
                  <a:pt x="1861457" y="203836"/>
                </a:moveTo>
                <a:lnTo>
                  <a:pt x="1861457" y="63804"/>
                </a:lnTo>
                <a:lnTo>
                  <a:pt x="1895334" y="63804"/>
                </a:lnTo>
                <a:lnTo>
                  <a:pt x="1898160" y="81591"/>
                </a:lnTo>
                <a:lnTo>
                  <a:pt x="1899289" y="81591"/>
                </a:lnTo>
                <a:cubicBezTo>
                  <a:pt x="1905311" y="75945"/>
                  <a:pt x="1911898" y="71005"/>
                  <a:pt x="1919049" y="66772"/>
                </a:cubicBezTo>
                <a:cubicBezTo>
                  <a:pt x="1926203" y="62536"/>
                  <a:pt x="1934579" y="60418"/>
                  <a:pt x="1944177" y="60418"/>
                </a:cubicBezTo>
                <a:cubicBezTo>
                  <a:pt x="1959421" y="60418"/>
                  <a:pt x="1970478" y="65406"/>
                  <a:pt x="1977348" y="75384"/>
                </a:cubicBezTo>
                <a:cubicBezTo>
                  <a:pt x="1984217" y="85358"/>
                  <a:pt x="1987652" y="99190"/>
                  <a:pt x="1987652" y="116881"/>
                </a:cubicBezTo>
                <a:lnTo>
                  <a:pt x="1987652" y="203836"/>
                </a:lnTo>
                <a:lnTo>
                  <a:pt x="1946154" y="203836"/>
                </a:lnTo>
                <a:lnTo>
                  <a:pt x="1946154" y="122245"/>
                </a:lnTo>
                <a:cubicBezTo>
                  <a:pt x="1946154" y="112081"/>
                  <a:pt x="1944789" y="105118"/>
                  <a:pt x="1942057" y="101356"/>
                </a:cubicBezTo>
                <a:cubicBezTo>
                  <a:pt x="1939329" y="97591"/>
                  <a:pt x="1934954" y="95708"/>
                  <a:pt x="1928931" y="95708"/>
                </a:cubicBezTo>
                <a:cubicBezTo>
                  <a:pt x="1923661" y="95708"/>
                  <a:pt x="1919144" y="96884"/>
                  <a:pt x="1915379" y="99236"/>
                </a:cubicBezTo>
                <a:cubicBezTo>
                  <a:pt x="1911614" y="101588"/>
                  <a:pt x="1907474" y="104928"/>
                  <a:pt x="1902959" y="109256"/>
                </a:cubicBezTo>
                <a:lnTo>
                  <a:pt x="1902959" y="203836"/>
                </a:lnTo>
                <a:lnTo>
                  <a:pt x="1861457" y="2038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Fuzzingand">
            <a:extLst xmlns:a="http://schemas.openxmlformats.org/drawingml/2006/main">
              <a:ext uri="{FF2B5EF4-FFF2-40B4-BE49-F238E27FC236}">
                <a16:creationId xmlns:a16="http://schemas.microsoft.com/office/drawing/2014/main" id="{917F74B1-F9D4-4BFC-864B-566597D3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20" y="4953501"/>
            <a:ext cx="1060224" cy="202619"/>
          </a:xfrm>
          <a:custGeom xmlns:a="http://schemas.openxmlformats.org/drawingml/2006/main">
            <a:pathLst>
              <a:path w="1060224" h="202619">
                <a:moveTo>
                  <a:pt x="0" y="156797"/>
                </a:moveTo>
                <a:lnTo>
                  <a:pt x="0" y="15203"/>
                </a:lnTo>
                <a:lnTo>
                  <a:pt x="89259" y="15203"/>
                </a:lnTo>
                <a:lnTo>
                  <a:pt x="89259" y="42131"/>
                </a:lnTo>
                <a:lnTo>
                  <a:pt x="31925" y="42131"/>
                </a:lnTo>
                <a:lnTo>
                  <a:pt x="31925" y="74924"/>
                </a:lnTo>
                <a:lnTo>
                  <a:pt x="81005" y="74924"/>
                </a:lnTo>
                <a:lnTo>
                  <a:pt x="81005" y="101851"/>
                </a:lnTo>
                <a:lnTo>
                  <a:pt x="31925" y="101851"/>
                </a:lnTo>
                <a:lnTo>
                  <a:pt x="31925" y="156797"/>
                </a:lnTo>
                <a:lnTo>
                  <a:pt x="0" y="156797"/>
                </a:lnTo>
                <a:close/>
                <a:moveTo>
                  <a:pt x="138339" y="159401"/>
                </a:moveTo>
                <a:cubicBezTo>
                  <a:pt x="126611" y="159401"/>
                  <a:pt x="118104" y="155565"/>
                  <a:pt x="112820" y="147893"/>
                </a:cubicBezTo>
                <a:cubicBezTo>
                  <a:pt x="107536" y="140220"/>
                  <a:pt x="104893" y="129579"/>
                  <a:pt x="104893" y="115968"/>
                </a:cubicBezTo>
                <a:lnTo>
                  <a:pt x="104893" y="49080"/>
                </a:lnTo>
                <a:lnTo>
                  <a:pt x="136818" y="49080"/>
                </a:lnTo>
                <a:lnTo>
                  <a:pt x="136818" y="111842"/>
                </a:lnTo>
                <a:cubicBezTo>
                  <a:pt x="136818" y="119661"/>
                  <a:pt x="137904" y="125018"/>
                  <a:pt x="140076" y="127914"/>
                </a:cubicBezTo>
                <a:cubicBezTo>
                  <a:pt x="142247" y="130808"/>
                  <a:pt x="145649" y="132255"/>
                  <a:pt x="150282" y="132255"/>
                </a:cubicBezTo>
                <a:cubicBezTo>
                  <a:pt x="154336" y="132255"/>
                  <a:pt x="157738" y="131314"/>
                  <a:pt x="160488" y="129432"/>
                </a:cubicBezTo>
                <a:cubicBezTo>
                  <a:pt x="163241" y="127550"/>
                  <a:pt x="166209" y="124510"/>
                  <a:pt x="169392" y="120312"/>
                </a:cubicBezTo>
                <a:lnTo>
                  <a:pt x="169392" y="49080"/>
                </a:lnTo>
                <a:lnTo>
                  <a:pt x="201317" y="49080"/>
                </a:lnTo>
                <a:lnTo>
                  <a:pt x="201317" y="156797"/>
                </a:lnTo>
                <a:lnTo>
                  <a:pt x="175258" y="156797"/>
                </a:lnTo>
                <a:lnTo>
                  <a:pt x="172868" y="141812"/>
                </a:lnTo>
                <a:lnTo>
                  <a:pt x="172216" y="141812"/>
                </a:lnTo>
                <a:cubicBezTo>
                  <a:pt x="167583" y="147313"/>
                  <a:pt x="162625" y="151620"/>
                  <a:pt x="157340" y="154732"/>
                </a:cubicBezTo>
                <a:cubicBezTo>
                  <a:pt x="152056" y="157845"/>
                  <a:pt x="145722" y="159401"/>
                  <a:pt x="138339" y="159401"/>
                </a:cubicBezTo>
                <a:close/>
                <a:moveTo>
                  <a:pt x="216735" y="156797"/>
                </a:moveTo>
                <a:lnTo>
                  <a:pt x="216735" y="139641"/>
                </a:lnTo>
                <a:lnTo>
                  <a:pt x="261908" y="74056"/>
                </a:lnTo>
                <a:lnTo>
                  <a:pt x="221732" y="74056"/>
                </a:lnTo>
                <a:lnTo>
                  <a:pt x="221732" y="49080"/>
                </a:lnTo>
                <a:lnTo>
                  <a:pt x="301650" y="49080"/>
                </a:lnTo>
                <a:lnTo>
                  <a:pt x="301650" y="66020"/>
                </a:lnTo>
                <a:lnTo>
                  <a:pt x="256477" y="131821"/>
                </a:lnTo>
                <a:lnTo>
                  <a:pt x="303171" y="131821"/>
                </a:lnTo>
                <a:lnTo>
                  <a:pt x="303171" y="156797"/>
                </a:lnTo>
                <a:lnTo>
                  <a:pt x="216735" y="156797"/>
                </a:lnTo>
                <a:close/>
                <a:moveTo>
                  <a:pt x="311856" y="156797"/>
                </a:moveTo>
                <a:lnTo>
                  <a:pt x="311856" y="139641"/>
                </a:lnTo>
                <a:lnTo>
                  <a:pt x="357029" y="74056"/>
                </a:lnTo>
                <a:lnTo>
                  <a:pt x="316853" y="74056"/>
                </a:lnTo>
                <a:lnTo>
                  <a:pt x="316853" y="49080"/>
                </a:lnTo>
                <a:lnTo>
                  <a:pt x="396771" y="49080"/>
                </a:lnTo>
                <a:lnTo>
                  <a:pt x="396771" y="66020"/>
                </a:lnTo>
                <a:lnTo>
                  <a:pt x="351598" y="131821"/>
                </a:lnTo>
                <a:lnTo>
                  <a:pt x="398292" y="131821"/>
                </a:lnTo>
                <a:lnTo>
                  <a:pt x="398292" y="156797"/>
                </a:lnTo>
                <a:lnTo>
                  <a:pt x="311856" y="156797"/>
                </a:lnTo>
                <a:close/>
                <a:moveTo>
                  <a:pt x="412841" y="156797"/>
                </a:moveTo>
                <a:lnTo>
                  <a:pt x="412841" y="49080"/>
                </a:lnTo>
                <a:lnTo>
                  <a:pt x="444766" y="49080"/>
                </a:lnTo>
                <a:lnTo>
                  <a:pt x="444766" y="156797"/>
                </a:lnTo>
                <a:lnTo>
                  <a:pt x="412841" y="156797"/>
                </a:lnTo>
                <a:moveTo>
                  <a:pt x="428694" y="33227"/>
                </a:moveTo>
                <a:cubicBezTo>
                  <a:pt x="423337" y="33227"/>
                  <a:pt x="418921" y="31671"/>
                  <a:pt x="415446" y="28558"/>
                </a:cubicBezTo>
                <a:cubicBezTo>
                  <a:pt x="411971" y="25445"/>
                  <a:pt x="410234" y="21428"/>
                  <a:pt x="410234" y="16506"/>
                </a:cubicBezTo>
                <a:cubicBezTo>
                  <a:pt x="410234" y="11584"/>
                  <a:pt x="411971" y="7603"/>
                  <a:pt x="415446" y="4563"/>
                </a:cubicBezTo>
                <a:cubicBezTo>
                  <a:pt x="418921" y="1521"/>
                  <a:pt x="423337" y="0"/>
                  <a:pt x="428694" y="0"/>
                </a:cubicBezTo>
                <a:cubicBezTo>
                  <a:pt x="434195" y="0"/>
                  <a:pt x="438647" y="1521"/>
                  <a:pt x="442049" y="4563"/>
                </a:cubicBezTo>
                <a:cubicBezTo>
                  <a:pt x="445453" y="7603"/>
                  <a:pt x="447155" y="11584"/>
                  <a:pt x="447155" y="16506"/>
                </a:cubicBezTo>
                <a:cubicBezTo>
                  <a:pt x="447155" y="21428"/>
                  <a:pt x="445453" y="25445"/>
                  <a:pt x="442049" y="28558"/>
                </a:cubicBezTo>
                <a:cubicBezTo>
                  <a:pt x="438647" y="31671"/>
                  <a:pt x="434195" y="33227"/>
                  <a:pt x="428694" y="33227"/>
                </a:cubicBezTo>
                <a:close/>
                <a:moveTo>
                  <a:pt x="469957" y="156797"/>
                </a:moveTo>
                <a:lnTo>
                  <a:pt x="469957" y="49080"/>
                </a:lnTo>
                <a:lnTo>
                  <a:pt x="496017" y="49080"/>
                </a:lnTo>
                <a:lnTo>
                  <a:pt x="498190" y="62762"/>
                </a:lnTo>
                <a:lnTo>
                  <a:pt x="499059" y="62762"/>
                </a:lnTo>
                <a:cubicBezTo>
                  <a:pt x="503691" y="58419"/>
                  <a:pt x="508758" y="54619"/>
                  <a:pt x="514259" y="51363"/>
                </a:cubicBezTo>
                <a:cubicBezTo>
                  <a:pt x="519762" y="48105"/>
                  <a:pt x="526205" y="46475"/>
                  <a:pt x="533588" y="46475"/>
                </a:cubicBezTo>
                <a:cubicBezTo>
                  <a:pt x="545314" y="46475"/>
                  <a:pt x="553819" y="50313"/>
                  <a:pt x="559104" y="57987"/>
                </a:cubicBezTo>
                <a:cubicBezTo>
                  <a:pt x="564388" y="65660"/>
                  <a:pt x="567030" y="76300"/>
                  <a:pt x="567030" y="89909"/>
                </a:cubicBezTo>
                <a:lnTo>
                  <a:pt x="567030" y="156797"/>
                </a:lnTo>
                <a:lnTo>
                  <a:pt x="535109" y="156797"/>
                </a:lnTo>
                <a:lnTo>
                  <a:pt x="535109" y="94034"/>
                </a:lnTo>
                <a:cubicBezTo>
                  <a:pt x="535109" y="86216"/>
                  <a:pt x="534058" y="80860"/>
                  <a:pt x="531958" y="77966"/>
                </a:cubicBezTo>
                <a:cubicBezTo>
                  <a:pt x="529859" y="75070"/>
                  <a:pt x="526493" y="73622"/>
                  <a:pt x="521861" y="73622"/>
                </a:cubicBezTo>
                <a:cubicBezTo>
                  <a:pt x="517807" y="73622"/>
                  <a:pt x="514332" y="74526"/>
                  <a:pt x="511435" y="76336"/>
                </a:cubicBezTo>
                <a:cubicBezTo>
                  <a:pt x="508539" y="78145"/>
                  <a:pt x="505355" y="80714"/>
                  <a:pt x="501882" y="84043"/>
                </a:cubicBezTo>
                <a:lnTo>
                  <a:pt x="501882" y="156797"/>
                </a:lnTo>
                <a:lnTo>
                  <a:pt x="469957" y="156797"/>
                </a:lnTo>
                <a:close/>
                <a:moveTo>
                  <a:pt x="625017" y="202619"/>
                </a:moveTo>
                <a:cubicBezTo>
                  <a:pt x="618646" y="202619"/>
                  <a:pt x="612745" y="202076"/>
                  <a:pt x="607315" y="200989"/>
                </a:cubicBezTo>
                <a:cubicBezTo>
                  <a:pt x="601887" y="199904"/>
                  <a:pt x="597110" y="198276"/>
                  <a:pt x="592983" y="196104"/>
                </a:cubicBezTo>
                <a:cubicBezTo>
                  <a:pt x="588856" y="193933"/>
                  <a:pt x="585634" y="191110"/>
                  <a:pt x="583317" y="187634"/>
                </a:cubicBezTo>
                <a:cubicBezTo>
                  <a:pt x="581002" y="184159"/>
                  <a:pt x="579844" y="180034"/>
                  <a:pt x="579844" y="175258"/>
                </a:cubicBezTo>
                <a:cubicBezTo>
                  <a:pt x="579844" y="166569"/>
                  <a:pt x="584984" y="159330"/>
                  <a:pt x="595263" y="153539"/>
                </a:cubicBezTo>
                <a:lnTo>
                  <a:pt x="595263" y="152671"/>
                </a:lnTo>
                <a:cubicBezTo>
                  <a:pt x="592369" y="150789"/>
                  <a:pt x="589981" y="148400"/>
                  <a:pt x="588098" y="145503"/>
                </a:cubicBezTo>
                <a:cubicBezTo>
                  <a:pt x="586216" y="142607"/>
                  <a:pt x="585275" y="138916"/>
                  <a:pt x="585275" y="134429"/>
                </a:cubicBezTo>
                <a:cubicBezTo>
                  <a:pt x="585275" y="130519"/>
                  <a:pt x="586433" y="126791"/>
                  <a:pt x="588748" y="123245"/>
                </a:cubicBezTo>
                <a:cubicBezTo>
                  <a:pt x="591065" y="119697"/>
                  <a:pt x="593962" y="116693"/>
                  <a:pt x="597437" y="114232"/>
                </a:cubicBezTo>
                <a:lnTo>
                  <a:pt x="597437" y="113363"/>
                </a:lnTo>
                <a:cubicBezTo>
                  <a:pt x="593672" y="110757"/>
                  <a:pt x="590305" y="107029"/>
                  <a:pt x="587336" y="102179"/>
                </a:cubicBezTo>
                <a:cubicBezTo>
                  <a:pt x="584369" y="97328"/>
                  <a:pt x="582886" y="91718"/>
                  <a:pt x="582886" y="85349"/>
                </a:cubicBezTo>
                <a:cubicBezTo>
                  <a:pt x="582886" y="78834"/>
                  <a:pt x="584116" y="73152"/>
                  <a:pt x="586577" y="68303"/>
                </a:cubicBezTo>
                <a:cubicBezTo>
                  <a:pt x="589038" y="63452"/>
                  <a:pt x="592332" y="59398"/>
                  <a:pt x="596459" y="56142"/>
                </a:cubicBezTo>
                <a:cubicBezTo>
                  <a:pt x="600586" y="52883"/>
                  <a:pt x="605327" y="50457"/>
                  <a:pt x="610682" y="48865"/>
                </a:cubicBezTo>
                <a:cubicBezTo>
                  <a:pt x="616039" y="47272"/>
                  <a:pt x="621614" y="46475"/>
                  <a:pt x="627406" y="46475"/>
                </a:cubicBezTo>
                <a:cubicBezTo>
                  <a:pt x="633775" y="46475"/>
                  <a:pt x="639349" y="47344"/>
                  <a:pt x="644127" y="49080"/>
                </a:cubicBezTo>
                <a:lnTo>
                  <a:pt x="683435" y="49080"/>
                </a:lnTo>
                <a:lnTo>
                  <a:pt x="683435" y="72316"/>
                </a:lnTo>
                <a:lnTo>
                  <a:pt x="666280" y="72316"/>
                </a:lnTo>
                <a:cubicBezTo>
                  <a:pt x="667292" y="73909"/>
                  <a:pt x="668123" y="75937"/>
                  <a:pt x="668775" y="78400"/>
                </a:cubicBezTo>
                <a:cubicBezTo>
                  <a:pt x="669427" y="80861"/>
                  <a:pt x="669753" y="83539"/>
                  <a:pt x="669753" y="86433"/>
                </a:cubicBezTo>
                <a:cubicBezTo>
                  <a:pt x="669753" y="92658"/>
                  <a:pt x="668667" y="98052"/>
                  <a:pt x="666495" y="102614"/>
                </a:cubicBezTo>
                <a:cubicBezTo>
                  <a:pt x="664324" y="107173"/>
                  <a:pt x="661319" y="110938"/>
                  <a:pt x="657482" y="113907"/>
                </a:cubicBezTo>
                <a:cubicBezTo>
                  <a:pt x="653647" y="116874"/>
                  <a:pt x="649159" y="119082"/>
                  <a:pt x="644018" y="120531"/>
                </a:cubicBezTo>
                <a:cubicBezTo>
                  <a:pt x="638880" y="121978"/>
                  <a:pt x="633342" y="122702"/>
                  <a:pt x="627406" y="122702"/>
                </a:cubicBezTo>
                <a:cubicBezTo>
                  <a:pt x="623207" y="122702"/>
                  <a:pt x="618862" y="121977"/>
                  <a:pt x="614373" y="120528"/>
                </a:cubicBezTo>
                <a:cubicBezTo>
                  <a:pt x="612926" y="121688"/>
                  <a:pt x="611913" y="122846"/>
                  <a:pt x="611335" y="124004"/>
                </a:cubicBezTo>
                <a:cubicBezTo>
                  <a:pt x="610756" y="125161"/>
                  <a:pt x="610466" y="126681"/>
                  <a:pt x="610466" y="128564"/>
                </a:cubicBezTo>
                <a:cubicBezTo>
                  <a:pt x="610466" y="131316"/>
                  <a:pt x="611660" y="133344"/>
                  <a:pt x="614048" y="134648"/>
                </a:cubicBezTo>
                <a:cubicBezTo>
                  <a:pt x="616437" y="135949"/>
                  <a:pt x="620672" y="136599"/>
                  <a:pt x="626753" y="136599"/>
                </a:cubicBezTo>
                <a:lnTo>
                  <a:pt x="644127" y="136599"/>
                </a:lnTo>
                <a:cubicBezTo>
                  <a:pt x="657446" y="136599"/>
                  <a:pt x="667616" y="138736"/>
                  <a:pt x="674637" y="143008"/>
                </a:cubicBezTo>
                <a:cubicBezTo>
                  <a:pt x="681660" y="147279"/>
                  <a:pt x="685172" y="154264"/>
                  <a:pt x="685172" y="163964"/>
                </a:cubicBezTo>
                <a:cubicBezTo>
                  <a:pt x="685172" y="169611"/>
                  <a:pt x="683760" y="174786"/>
                  <a:pt x="680937" y="179489"/>
                </a:cubicBezTo>
                <a:cubicBezTo>
                  <a:pt x="678113" y="184195"/>
                  <a:pt x="674096" y="188249"/>
                  <a:pt x="668884" y="191651"/>
                </a:cubicBezTo>
                <a:cubicBezTo>
                  <a:pt x="663673" y="195055"/>
                  <a:pt x="657375" y="197734"/>
                  <a:pt x="649989" y="199687"/>
                </a:cubicBezTo>
                <a:cubicBezTo>
                  <a:pt x="642606" y="201642"/>
                  <a:pt x="634282" y="202619"/>
                  <a:pt x="625017" y="202619"/>
                </a:cubicBezTo>
                <a:moveTo>
                  <a:pt x="627406" y="103372"/>
                </a:moveTo>
                <a:cubicBezTo>
                  <a:pt x="631604" y="103372"/>
                  <a:pt x="635114" y="101889"/>
                  <a:pt x="637937" y="98922"/>
                </a:cubicBezTo>
                <a:cubicBezTo>
                  <a:pt x="640761" y="95953"/>
                  <a:pt x="642172" y="91429"/>
                  <a:pt x="642172" y="85349"/>
                </a:cubicBezTo>
                <a:cubicBezTo>
                  <a:pt x="642172" y="79702"/>
                  <a:pt x="640761" y="75396"/>
                  <a:pt x="637937" y="72429"/>
                </a:cubicBezTo>
                <a:cubicBezTo>
                  <a:pt x="635114" y="69460"/>
                  <a:pt x="631604" y="67975"/>
                  <a:pt x="627406" y="67975"/>
                </a:cubicBezTo>
                <a:cubicBezTo>
                  <a:pt x="623207" y="67975"/>
                  <a:pt x="619695" y="69423"/>
                  <a:pt x="616872" y="72319"/>
                </a:cubicBezTo>
                <a:cubicBezTo>
                  <a:pt x="614048" y="75213"/>
                  <a:pt x="612637" y="79557"/>
                  <a:pt x="612637" y="85349"/>
                </a:cubicBezTo>
                <a:cubicBezTo>
                  <a:pt x="612637" y="91429"/>
                  <a:pt x="614048" y="95953"/>
                  <a:pt x="616872" y="98922"/>
                </a:cubicBezTo>
                <a:cubicBezTo>
                  <a:pt x="619695" y="101889"/>
                  <a:pt x="623207" y="103372"/>
                  <a:pt x="627406" y="103372"/>
                </a:cubicBezTo>
                <a:moveTo>
                  <a:pt x="630011" y="182641"/>
                </a:moveTo>
                <a:cubicBezTo>
                  <a:pt x="637250" y="182641"/>
                  <a:pt x="643186" y="181374"/>
                  <a:pt x="647819" y="178840"/>
                </a:cubicBezTo>
                <a:cubicBezTo>
                  <a:pt x="652452" y="176306"/>
                  <a:pt x="654768" y="173157"/>
                  <a:pt x="654768" y="169392"/>
                </a:cubicBezTo>
                <a:cubicBezTo>
                  <a:pt x="654768" y="166063"/>
                  <a:pt x="653356" y="163819"/>
                  <a:pt x="650533" y="162659"/>
                </a:cubicBezTo>
                <a:cubicBezTo>
                  <a:pt x="647710" y="161501"/>
                  <a:pt x="643619" y="160922"/>
                  <a:pt x="638262" y="160922"/>
                </a:cubicBezTo>
                <a:lnTo>
                  <a:pt x="627188" y="160922"/>
                </a:lnTo>
                <a:cubicBezTo>
                  <a:pt x="623423" y="160922"/>
                  <a:pt x="620382" y="160814"/>
                  <a:pt x="618065" y="160598"/>
                </a:cubicBezTo>
                <a:cubicBezTo>
                  <a:pt x="615750" y="160381"/>
                  <a:pt x="613724" y="160055"/>
                  <a:pt x="611987" y="159620"/>
                </a:cubicBezTo>
                <a:cubicBezTo>
                  <a:pt x="608077" y="163095"/>
                  <a:pt x="606122" y="166642"/>
                  <a:pt x="606122" y="170261"/>
                </a:cubicBezTo>
                <a:cubicBezTo>
                  <a:pt x="606122" y="174314"/>
                  <a:pt x="608294" y="177391"/>
                  <a:pt x="612637" y="179489"/>
                </a:cubicBezTo>
                <a:cubicBezTo>
                  <a:pt x="616980" y="181590"/>
                  <a:pt x="622771" y="182641"/>
                  <a:pt x="630011" y="182641"/>
                </a:cubicBezTo>
                <a:close/>
                <a:moveTo>
                  <a:pt x="765960" y="159401"/>
                </a:moveTo>
                <a:cubicBezTo>
                  <a:pt x="761038" y="159401"/>
                  <a:pt x="756585" y="158568"/>
                  <a:pt x="752602" y="156903"/>
                </a:cubicBezTo>
                <a:cubicBezTo>
                  <a:pt x="748621" y="155239"/>
                  <a:pt x="745256" y="152924"/>
                  <a:pt x="742505" y="149957"/>
                </a:cubicBezTo>
                <a:cubicBezTo>
                  <a:pt x="739755" y="146988"/>
                  <a:pt x="737620" y="143549"/>
                  <a:pt x="736100" y="139641"/>
                </a:cubicBezTo>
                <a:cubicBezTo>
                  <a:pt x="734580" y="135731"/>
                  <a:pt x="733820" y="131460"/>
                  <a:pt x="733820" y="126827"/>
                </a:cubicBezTo>
                <a:cubicBezTo>
                  <a:pt x="733820" y="115534"/>
                  <a:pt x="738597" y="106703"/>
                  <a:pt x="748152" y="100334"/>
                </a:cubicBezTo>
                <a:cubicBezTo>
                  <a:pt x="757706" y="93963"/>
                  <a:pt x="773125" y="89691"/>
                  <a:pt x="794408" y="87519"/>
                </a:cubicBezTo>
                <a:cubicBezTo>
                  <a:pt x="794119" y="82741"/>
                  <a:pt x="792707" y="78940"/>
                  <a:pt x="790173" y="76117"/>
                </a:cubicBezTo>
                <a:cubicBezTo>
                  <a:pt x="787640" y="73294"/>
                  <a:pt x="783405" y="71882"/>
                  <a:pt x="777469" y="71882"/>
                </a:cubicBezTo>
                <a:cubicBezTo>
                  <a:pt x="772836" y="71882"/>
                  <a:pt x="768239" y="72751"/>
                  <a:pt x="763677" y="74490"/>
                </a:cubicBezTo>
                <a:cubicBezTo>
                  <a:pt x="759117" y="76226"/>
                  <a:pt x="754231" y="78615"/>
                  <a:pt x="749020" y="81657"/>
                </a:cubicBezTo>
                <a:lnTo>
                  <a:pt x="737511" y="60592"/>
                </a:lnTo>
                <a:cubicBezTo>
                  <a:pt x="744459" y="56392"/>
                  <a:pt x="751734" y="52990"/>
                  <a:pt x="759336" y="50386"/>
                </a:cubicBezTo>
                <a:cubicBezTo>
                  <a:pt x="766937" y="47779"/>
                  <a:pt x="775009" y="46475"/>
                  <a:pt x="783549" y="46475"/>
                </a:cubicBezTo>
                <a:cubicBezTo>
                  <a:pt x="797449" y="46475"/>
                  <a:pt x="808054" y="50421"/>
                  <a:pt x="815365" y="58312"/>
                </a:cubicBezTo>
                <a:cubicBezTo>
                  <a:pt x="822677" y="66201"/>
                  <a:pt x="826333" y="78471"/>
                  <a:pt x="826333" y="95121"/>
                </a:cubicBezTo>
                <a:lnTo>
                  <a:pt x="826333" y="156797"/>
                </a:lnTo>
                <a:lnTo>
                  <a:pt x="800274" y="156797"/>
                </a:lnTo>
                <a:lnTo>
                  <a:pt x="798100" y="145722"/>
                </a:lnTo>
                <a:lnTo>
                  <a:pt x="797232" y="145722"/>
                </a:lnTo>
                <a:cubicBezTo>
                  <a:pt x="792599" y="149776"/>
                  <a:pt x="787749" y="153070"/>
                  <a:pt x="782681" y="155604"/>
                </a:cubicBezTo>
                <a:cubicBezTo>
                  <a:pt x="777613" y="158135"/>
                  <a:pt x="772039" y="159401"/>
                  <a:pt x="765960" y="159401"/>
                </a:cubicBezTo>
                <a:moveTo>
                  <a:pt x="776819" y="134644"/>
                </a:moveTo>
                <a:cubicBezTo>
                  <a:pt x="780438" y="134644"/>
                  <a:pt x="783549" y="133849"/>
                  <a:pt x="786154" y="132258"/>
                </a:cubicBezTo>
                <a:cubicBezTo>
                  <a:pt x="788761" y="130666"/>
                  <a:pt x="791512" y="128421"/>
                  <a:pt x="794408" y="125525"/>
                </a:cubicBezTo>
                <a:lnTo>
                  <a:pt x="794408" y="106630"/>
                </a:lnTo>
                <a:cubicBezTo>
                  <a:pt x="783115" y="108223"/>
                  <a:pt x="775297" y="110540"/>
                  <a:pt x="770954" y="113582"/>
                </a:cubicBezTo>
                <a:cubicBezTo>
                  <a:pt x="766610" y="116622"/>
                  <a:pt x="764439" y="120241"/>
                  <a:pt x="764439" y="124438"/>
                </a:cubicBezTo>
                <a:cubicBezTo>
                  <a:pt x="764439" y="127913"/>
                  <a:pt x="765561" y="130483"/>
                  <a:pt x="767806" y="132149"/>
                </a:cubicBezTo>
                <a:cubicBezTo>
                  <a:pt x="770050" y="133813"/>
                  <a:pt x="773055" y="134644"/>
                  <a:pt x="776819" y="134644"/>
                </a:cubicBezTo>
                <a:close/>
                <a:moveTo>
                  <a:pt x="847399" y="156797"/>
                </a:moveTo>
                <a:lnTo>
                  <a:pt x="847399" y="49080"/>
                </a:lnTo>
                <a:lnTo>
                  <a:pt x="873458" y="49080"/>
                </a:lnTo>
                <a:lnTo>
                  <a:pt x="875632" y="62762"/>
                </a:lnTo>
                <a:lnTo>
                  <a:pt x="876500" y="62762"/>
                </a:lnTo>
                <a:cubicBezTo>
                  <a:pt x="881133" y="58419"/>
                  <a:pt x="886199" y="54619"/>
                  <a:pt x="891700" y="51363"/>
                </a:cubicBezTo>
                <a:cubicBezTo>
                  <a:pt x="897203" y="48105"/>
                  <a:pt x="903646" y="46475"/>
                  <a:pt x="911029" y="46475"/>
                </a:cubicBezTo>
                <a:cubicBezTo>
                  <a:pt x="922755" y="46475"/>
                  <a:pt x="931261" y="50313"/>
                  <a:pt x="936545" y="57987"/>
                </a:cubicBezTo>
                <a:cubicBezTo>
                  <a:pt x="941829" y="65660"/>
                  <a:pt x="944472" y="76300"/>
                  <a:pt x="944472" y="89909"/>
                </a:cubicBezTo>
                <a:lnTo>
                  <a:pt x="944472" y="156797"/>
                </a:lnTo>
                <a:lnTo>
                  <a:pt x="912550" y="156797"/>
                </a:lnTo>
                <a:lnTo>
                  <a:pt x="912550" y="94034"/>
                </a:lnTo>
                <a:cubicBezTo>
                  <a:pt x="912550" y="86216"/>
                  <a:pt x="911500" y="80860"/>
                  <a:pt x="909399" y="77966"/>
                </a:cubicBezTo>
                <a:cubicBezTo>
                  <a:pt x="907300" y="75070"/>
                  <a:pt x="903934" y="73622"/>
                  <a:pt x="899302" y="73622"/>
                </a:cubicBezTo>
                <a:cubicBezTo>
                  <a:pt x="895248" y="73622"/>
                  <a:pt x="891773" y="74526"/>
                  <a:pt x="888877" y="76336"/>
                </a:cubicBezTo>
                <a:cubicBezTo>
                  <a:pt x="885981" y="78145"/>
                  <a:pt x="882796" y="80714"/>
                  <a:pt x="879323" y="84043"/>
                </a:cubicBezTo>
                <a:lnTo>
                  <a:pt x="879323" y="156797"/>
                </a:lnTo>
                <a:lnTo>
                  <a:pt x="847399" y="156797"/>
                </a:lnTo>
                <a:close/>
                <a:moveTo>
                  <a:pt x="1002458" y="159401"/>
                </a:moveTo>
                <a:cubicBezTo>
                  <a:pt x="995798" y="159401"/>
                  <a:pt x="989752" y="158099"/>
                  <a:pt x="984322" y="155494"/>
                </a:cubicBezTo>
                <a:cubicBezTo>
                  <a:pt x="978894" y="152888"/>
                  <a:pt x="974262" y="149160"/>
                  <a:pt x="970424" y="144311"/>
                </a:cubicBezTo>
                <a:cubicBezTo>
                  <a:pt x="966587" y="139459"/>
                  <a:pt x="963619" y="133560"/>
                  <a:pt x="961520" y="126612"/>
                </a:cubicBezTo>
                <a:cubicBezTo>
                  <a:pt x="959422" y="119662"/>
                  <a:pt x="958372" y="111771"/>
                  <a:pt x="958372" y="102938"/>
                </a:cubicBezTo>
                <a:cubicBezTo>
                  <a:pt x="958372" y="94106"/>
                  <a:pt x="959639" y="86216"/>
                  <a:pt x="962173" y="79268"/>
                </a:cubicBezTo>
                <a:cubicBezTo>
                  <a:pt x="964707" y="72318"/>
                  <a:pt x="968036" y="66419"/>
                  <a:pt x="972161" y="61569"/>
                </a:cubicBezTo>
                <a:cubicBezTo>
                  <a:pt x="976287" y="56718"/>
                  <a:pt x="981065" y="52990"/>
                  <a:pt x="986493" y="50386"/>
                </a:cubicBezTo>
                <a:cubicBezTo>
                  <a:pt x="991923" y="47779"/>
                  <a:pt x="997461" y="46475"/>
                  <a:pt x="1003108" y="46475"/>
                </a:cubicBezTo>
                <a:cubicBezTo>
                  <a:pt x="1009190" y="46475"/>
                  <a:pt x="1014185" y="47489"/>
                  <a:pt x="1018093" y="49517"/>
                </a:cubicBezTo>
                <a:cubicBezTo>
                  <a:pt x="1022003" y="51543"/>
                  <a:pt x="1025840" y="54294"/>
                  <a:pt x="1029605" y="57769"/>
                </a:cubicBezTo>
                <a:lnTo>
                  <a:pt x="1028299" y="41263"/>
                </a:lnTo>
                <a:lnTo>
                  <a:pt x="1028299" y="4560"/>
                </a:lnTo>
                <a:lnTo>
                  <a:pt x="1060224" y="4560"/>
                </a:lnTo>
                <a:lnTo>
                  <a:pt x="1060224" y="156797"/>
                </a:lnTo>
                <a:lnTo>
                  <a:pt x="1034164" y="156797"/>
                </a:lnTo>
                <a:lnTo>
                  <a:pt x="1031994" y="146156"/>
                </a:lnTo>
                <a:lnTo>
                  <a:pt x="1031122" y="146156"/>
                </a:lnTo>
                <a:cubicBezTo>
                  <a:pt x="1027360" y="149921"/>
                  <a:pt x="1022945" y="153070"/>
                  <a:pt x="1017877" y="155604"/>
                </a:cubicBezTo>
                <a:cubicBezTo>
                  <a:pt x="1012809" y="158135"/>
                  <a:pt x="1007670" y="159401"/>
                  <a:pt x="1002458" y="159401"/>
                </a:cubicBezTo>
                <a:moveTo>
                  <a:pt x="1010710" y="133342"/>
                </a:moveTo>
                <a:cubicBezTo>
                  <a:pt x="1014185" y="133342"/>
                  <a:pt x="1017334" y="132619"/>
                  <a:pt x="1020157" y="131172"/>
                </a:cubicBezTo>
                <a:cubicBezTo>
                  <a:pt x="1022980" y="129722"/>
                  <a:pt x="1025694" y="127188"/>
                  <a:pt x="1028299" y="123570"/>
                </a:cubicBezTo>
                <a:lnTo>
                  <a:pt x="1028299" y="79484"/>
                </a:lnTo>
                <a:cubicBezTo>
                  <a:pt x="1025405" y="76879"/>
                  <a:pt x="1022437" y="75070"/>
                  <a:pt x="1019395" y="74056"/>
                </a:cubicBezTo>
                <a:cubicBezTo>
                  <a:pt x="1016355" y="73042"/>
                  <a:pt x="1013388" y="72535"/>
                  <a:pt x="1010494" y="72535"/>
                </a:cubicBezTo>
                <a:cubicBezTo>
                  <a:pt x="1005426" y="72535"/>
                  <a:pt x="1000937" y="74960"/>
                  <a:pt x="997027" y="79812"/>
                </a:cubicBezTo>
                <a:cubicBezTo>
                  <a:pt x="993119" y="84661"/>
                  <a:pt x="991165" y="92225"/>
                  <a:pt x="991165" y="102504"/>
                </a:cubicBezTo>
                <a:cubicBezTo>
                  <a:pt x="991165" y="113219"/>
                  <a:pt x="992866" y="121037"/>
                  <a:pt x="996268" y="125959"/>
                </a:cubicBezTo>
                <a:cubicBezTo>
                  <a:pt x="999670" y="130881"/>
                  <a:pt x="1004484" y="133342"/>
                  <a:pt x="1010710" y="1333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Analysis">
            <a:extLst xmlns:a="http://schemas.openxmlformats.org/drawingml/2006/main">
              <a:ext uri="{FF2B5EF4-FFF2-40B4-BE49-F238E27FC236}">
                <a16:creationId xmlns:a16="http://schemas.microsoft.com/office/drawing/2014/main" id="{CA706939-26B4-4EA8-B594-7F57158A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89" y="5193257"/>
            <a:ext cx="753795" cy="198928"/>
          </a:xfrm>
          <a:custGeom xmlns:a="http://schemas.openxmlformats.org/drawingml/2006/main">
            <a:pathLst>
              <a:path w="753795" h="198928">
                <a:moveTo>
                  <a:pt x="51250" y="85130"/>
                </a:moveTo>
                <a:lnTo>
                  <a:pt x="47778" y="98160"/>
                </a:lnTo>
                <a:lnTo>
                  <a:pt x="77963" y="98160"/>
                </a:lnTo>
                <a:lnTo>
                  <a:pt x="74705" y="85130"/>
                </a:lnTo>
                <a:cubicBezTo>
                  <a:pt x="72679" y="78037"/>
                  <a:pt x="70725" y="70509"/>
                  <a:pt x="68843" y="62547"/>
                </a:cubicBezTo>
                <a:cubicBezTo>
                  <a:pt x="66961" y="54583"/>
                  <a:pt x="65079" y="46909"/>
                  <a:pt x="63197" y="39526"/>
                </a:cubicBezTo>
                <a:lnTo>
                  <a:pt x="62328" y="39526"/>
                </a:lnTo>
                <a:cubicBezTo>
                  <a:pt x="60590" y="47053"/>
                  <a:pt x="58816" y="54762"/>
                  <a:pt x="57006" y="62653"/>
                </a:cubicBezTo>
                <a:cubicBezTo>
                  <a:pt x="55197" y="70544"/>
                  <a:pt x="53278" y="78037"/>
                  <a:pt x="51250" y="85130"/>
                </a:cubicBezTo>
                <a:moveTo>
                  <a:pt x="0" y="156797"/>
                </a:moveTo>
                <a:lnTo>
                  <a:pt x="44302" y="15203"/>
                </a:lnTo>
                <a:lnTo>
                  <a:pt x="82741" y="15203"/>
                </a:lnTo>
                <a:lnTo>
                  <a:pt x="127043" y="156797"/>
                </a:lnTo>
                <a:lnTo>
                  <a:pt x="93166" y="156797"/>
                </a:lnTo>
                <a:lnTo>
                  <a:pt x="84477" y="123136"/>
                </a:lnTo>
                <a:lnTo>
                  <a:pt x="41263" y="123136"/>
                </a:lnTo>
                <a:lnTo>
                  <a:pt x="32574" y="156797"/>
                </a:lnTo>
                <a:lnTo>
                  <a:pt x="0" y="156797"/>
                </a:lnTo>
                <a:close/>
                <a:moveTo>
                  <a:pt x="134862" y="156797"/>
                </a:moveTo>
                <a:lnTo>
                  <a:pt x="134862" y="49080"/>
                </a:lnTo>
                <a:lnTo>
                  <a:pt x="160922" y="49080"/>
                </a:lnTo>
                <a:lnTo>
                  <a:pt x="163096" y="62762"/>
                </a:lnTo>
                <a:lnTo>
                  <a:pt x="163964" y="62762"/>
                </a:lnTo>
                <a:cubicBezTo>
                  <a:pt x="168596" y="58419"/>
                  <a:pt x="173663" y="54619"/>
                  <a:pt x="179164" y="51363"/>
                </a:cubicBezTo>
                <a:cubicBezTo>
                  <a:pt x="184667" y="48105"/>
                  <a:pt x="191110" y="46475"/>
                  <a:pt x="198493" y="46475"/>
                </a:cubicBezTo>
                <a:cubicBezTo>
                  <a:pt x="210219" y="46475"/>
                  <a:pt x="218725" y="50313"/>
                  <a:pt x="224009" y="57987"/>
                </a:cubicBezTo>
                <a:cubicBezTo>
                  <a:pt x="229293" y="65660"/>
                  <a:pt x="231935" y="76300"/>
                  <a:pt x="231935" y="89909"/>
                </a:cubicBezTo>
                <a:lnTo>
                  <a:pt x="231935" y="156797"/>
                </a:lnTo>
                <a:lnTo>
                  <a:pt x="200014" y="156797"/>
                </a:lnTo>
                <a:lnTo>
                  <a:pt x="200014" y="94034"/>
                </a:lnTo>
                <a:cubicBezTo>
                  <a:pt x="200014" y="86216"/>
                  <a:pt x="198964" y="80860"/>
                  <a:pt x="196863" y="77966"/>
                </a:cubicBezTo>
                <a:cubicBezTo>
                  <a:pt x="194764" y="75070"/>
                  <a:pt x="191398" y="73622"/>
                  <a:pt x="186766" y="73622"/>
                </a:cubicBezTo>
                <a:cubicBezTo>
                  <a:pt x="182712" y="73622"/>
                  <a:pt x="179237" y="74526"/>
                  <a:pt x="176341" y="76336"/>
                </a:cubicBezTo>
                <a:cubicBezTo>
                  <a:pt x="173444" y="78145"/>
                  <a:pt x="170260" y="80714"/>
                  <a:pt x="166787" y="84043"/>
                </a:cubicBezTo>
                <a:lnTo>
                  <a:pt x="166787" y="156797"/>
                </a:lnTo>
                <a:lnTo>
                  <a:pt x="134862" y="156797"/>
                </a:lnTo>
                <a:close/>
                <a:moveTo>
                  <a:pt x="278629" y="159401"/>
                </a:moveTo>
                <a:cubicBezTo>
                  <a:pt x="273707" y="159401"/>
                  <a:pt x="269254" y="158568"/>
                  <a:pt x="265271" y="156903"/>
                </a:cubicBezTo>
                <a:cubicBezTo>
                  <a:pt x="261290" y="155239"/>
                  <a:pt x="257925" y="152924"/>
                  <a:pt x="255174" y="149957"/>
                </a:cubicBezTo>
                <a:cubicBezTo>
                  <a:pt x="252424" y="146988"/>
                  <a:pt x="250289" y="143549"/>
                  <a:pt x="248769" y="139641"/>
                </a:cubicBezTo>
                <a:cubicBezTo>
                  <a:pt x="247249" y="135731"/>
                  <a:pt x="246489" y="131460"/>
                  <a:pt x="246489" y="126827"/>
                </a:cubicBezTo>
                <a:cubicBezTo>
                  <a:pt x="246489" y="115534"/>
                  <a:pt x="251266" y="106703"/>
                  <a:pt x="260821" y="100334"/>
                </a:cubicBezTo>
                <a:cubicBezTo>
                  <a:pt x="270375" y="93963"/>
                  <a:pt x="285794" y="89691"/>
                  <a:pt x="307077" y="87519"/>
                </a:cubicBezTo>
                <a:cubicBezTo>
                  <a:pt x="306788" y="82741"/>
                  <a:pt x="305376" y="78940"/>
                  <a:pt x="302843" y="76117"/>
                </a:cubicBezTo>
                <a:cubicBezTo>
                  <a:pt x="300309" y="73294"/>
                  <a:pt x="296074" y="71882"/>
                  <a:pt x="290138" y="71882"/>
                </a:cubicBezTo>
                <a:cubicBezTo>
                  <a:pt x="285505" y="71882"/>
                  <a:pt x="280908" y="72751"/>
                  <a:pt x="276346" y="74490"/>
                </a:cubicBezTo>
                <a:cubicBezTo>
                  <a:pt x="271786" y="76226"/>
                  <a:pt x="266900" y="78615"/>
                  <a:pt x="261689" y="81657"/>
                </a:cubicBezTo>
                <a:lnTo>
                  <a:pt x="250180" y="60592"/>
                </a:lnTo>
                <a:cubicBezTo>
                  <a:pt x="257128" y="56392"/>
                  <a:pt x="264403" y="52990"/>
                  <a:pt x="272005" y="50386"/>
                </a:cubicBezTo>
                <a:cubicBezTo>
                  <a:pt x="279607" y="47779"/>
                  <a:pt x="287678" y="46475"/>
                  <a:pt x="296218" y="46475"/>
                </a:cubicBezTo>
                <a:cubicBezTo>
                  <a:pt x="310118" y="46475"/>
                  <a:pt x="320724" y="50421"/>
                  <a:pt x="328034" y="58312"/>
                </a:cubicBezTo>
                <a:cubicBezTo>
                  <a:pt x="335346" y="66201"/>
                  <a:pt x="339002" y="78471"/>
                  <a:pt x="339002" y="95121"/>
                </a:cubicBezTo>
                <a:lnTo>
                  <a:pt x="339002" y="156797"/>
                </a:lnTo>
                <a:lnTo>
                  <a:pt x="312943" y="156797"/>
                </a:lnTo>
                <a:lnTo>
                  <a:pt x="310769" y="145722"/>
                </a:lnTo>
                <a:lnTo>
                  <a:pt x="309901" y="145722"/>
                </a:lnTo>
                <a:cubicBezTo>
                  <a:pt x="305268" y="149776"/>
                  <a:pt x="300418" y="153070"/>
                  <a:pt x="295350" y="155604"/>
                </a:cubicBezTo>
                <a:cubicBezTo>
                  <a:pt x="290282" y="158135"/>
                  <a:pt x="284709" y="159401"/>
                  <a:pt x="278629" y="159401"/>
                </a:cubicBezTo>
                <a:moveTo>
                  <a:pt x="289488" y="134644"/>
                </a:moveTo>
                <a:cubicBezTo>
                  <a:pt x="293107" y="134644"/>
                  <a:pt x="296218" y="133849"/>
                  <a:pt x="298823" y="132258"/>
                </a:cubicBezTo>
                <a:cubicBezTo>
                  <a:pt x="301430" y="130666"/>
                  <a:pt x="304181" y="128421"/>
                  <a:pt x="307077" y="125525"/>
                </a:cubicBezTo>
                <a:lnTo>
                  <a:pt x="307077" y="106630"/>
                </a:lnTo>
                <a:cubicBezTo>
                  <a:pt x="295784" y="108223"/>
                  <a:pt x="287966" y="110540"/>
                  <a:pt x="283623" y="113582"/>
                </a:cubicBezTo>
                <a:cubicBezTo>
                  <a:pt x="279280" y="116622"/>
                  <a:pt x="277108" y="120241"/>
                  <a:pt x="277108" y="124438"/>
                </a:cubicBezTo>
                <a:cubicBezTo>
                  <a:pt x="277108" y="127913"/>
                  <a:pt x="278230" y="130483"/>
                  <a:pt x="280475" y="132149"/>
                </a:cubicBezTo>
                <a:cubicBezTo>
                  <a:pt x="282719" y="133813"/>
                  <a:pt x="285724" y="134644"/>
                  <a:pt x="289488" y="134644"/>
                </a:cubicBezTo>
                <a:close/>
                <a:moveTo>
                  <a:pt x="389384" y="159401"/>
                </a:moveTo>
                <a:cubicBezTo>
                  <a:pt x="383884" y="159401"/>
                  <a:pt x="379251" y="158533"/>
                  <a:pt x="375487" y="156797"/>
                </a:cubicBezTo>
                <a:cubicBezTo>
                  <a:pt x="371722" y="155060"/>
                  <a:pt x="368718" y="152636"/>
                  <a:pt x="366473" y="149523"/>
                </a:cubicBezTo>
                <a:cubicBezTo>
                  <a:pt x="364229" y="146410"/>
                  <a:pt x="362599" y="142646"/>
                  <a:pt x="361585" y="138230"/>
                </a:cubicBezTo>
                <a:cubicBezTo>
                  <a:pt x="360574" y="133814"/>
                  <a:pt x="360068" y="128854"/>
                  <a:pt x="360068" y="123351"/>
                </a:cubicBezTo>
                <a:lnTo>
                  <a:pt x="360068" y="4560"/>
                </a:lnTo>
                <a:lnTo>
                  <a:pt x="391992" y="4560"/>
                </a:lnTo>
                <a:lnTo>
                  <a:pt x="391992" y="124657"/>
                </a:lnTo>
                <a:cubicBezTo>
                  <a:pt x="391992" y="127986"/>
                  <a:pt x="392608" y="130302"/>
                  <a:pt x="393838" y="131606"/>
                </a:cubicBezTo>
                <a:cubicBezTo>
                  <a:pt x="395069" y="132909"/>
                  <a:pt x="396336" y="133561"/>
                  <a:pt x="397639" y="133561"/>
                </a:cubicBezTo>
                <a:cubicBezTo>
                  <a:pt x="398361" y="133561"/>
                  <a:pt x="398976" y="133561"/>
                  <a:pt x="399481" y="133561"/>
                </a:cubicBezTo>
                <a:cubicBezTo>
                  <a:pt x="399990" y="133561"/>
                  <a:pt x="400678" y="133416"/>
                  <a:pt x="401546" y="133127"/>
                </a:cubicBezTo>
                <a:lnTo>
                  <a:pt x="405456" y="156797"/>
                </a:lnTo>
                <a:cubicBezTo>
                  <a:pt x="403718" y="157521"/>
                  <a:pt x="401509" y="158137"/>
                  <a:pt x="398832" y="158642"/>
                </a:cubicBezTo>
                <a:cubicBezTo>
                  <a:pt x="396154" y="159148"/>
                  <a:pt x="393005" y="159401"/>
                  <a:pt x="389384" y="159401"/>
                </a:cubicBezTo>
                <a:close/>
                <a:moveTo>
                  <a:pt x="431732" y="198928"/>
                </a:moveTo>
                <a:cubicBezTo>
                  <a:pt x="428403" y="198928"/>
                  <a:pt x="425580" y="198747"/>
                  <a:pt x="423262" y="198384"/>
                </a:cubicBezTo>
                <a:cubicBezTo>
                  <a:pt x="420947" y="198022"/>
                  <a:pt x="418704" y="197480"/>
                  <a:pt x="416532" y="196757"/>
                </a:cubicBezTo>
                <a:lnTo>
                  <a:pt x="422179" y="172434"/>
                </a:lnTo>
                <a:cubicBezTo>
                  <a:pt x="423190" y="172724"/>
                  <a:pt x="424348" y="173013"/>
                  <a:pt x="425651" y="173303"/>
                </a:cubicBezTo>
                <a:cubicBezTo>
                  <a:pt x="426955" y="173592"/>
                  <a:pt x="428185" y="173737"/>
                  <a:pt x="429343" y="173737"/>
                </a:cubicBezTo>
                <a:cubicBezTo>
                  <a:pt x="434700" y="173737"/>
                  <a:pt x="438827" y="172433"/>
                  <a:pt x="441723" y="169826"/>
                </a:cubicBezTo>
                <a:cubicBezTo>
                  <a:pt x="444619" y="167222"/>
                  <a:pt x="446791" y="163820"/>
                  <a:pt x="448238" y="159620"/>
                </a:cubicBezTo>
                <a:lnTo>
                  <a:pt x="449759" y="153973"/>
                </a:lnTo>
                <a:lnTo>
                  <a:pt x="408277" y="49080"/>
                </a:lnTo>
                <a:lnTo>
                  <a:pt x="440421" y="49080"/>
                </a:lnTo>
                <a:lnTo>
                  <a:pt x="455840" y="95337"/>
                </a:lnTo>
                <a:cubicBezTo>
                  <a:pt x="457433" y="100261"/>
                  <a:pt x="458880" y="105257"/>
                  <a:pt x="460181" y="110325"/>
                </a:cubicBezTo>
                <a:cubicBezTo>
                  <a:pt x="461484" y="115390"/>
                  <a:pt x="462860" y="120602"/>
                  <a:pt x="464310" y="125959"/>
                </a:cubicBezTo>
                <a:lnTo>
                  <a:pt x="465178" y="125959"/>
                </a:lnTo>
                <a:cubicBezTo>
                  <a:pt x="466335" y="120891"/>
                  <a:pt x="467530" y="115788"/>
                  <a:pt x="468760" y="110649"/>
                </a:cubicBezTo>
                <a:cubicBezTo>
                  <a:pt x="469991" y="105509"/>
                  <a:pt x="471257" y="100404"/>
                  <a:pt x="472561" y="95337"/>
                </a:cubicBezTo>
                <a:lnTo>
                  <a:pt x="485591" y="49080"/>
                </a:lnTo>
                <a:lnTo>
                  <a:pt x="516213" y="49080"/>
                </a:lnTo>
                <a:lnTo>
                  <a:pt x="478860" y="157884"/>
                </a:lnTo>
                <a:cubicBezTo>
                  <a:pt x="476254" y="164688"/>
                  <a:pt x="473538" y="170659"/>
                  <a:pt x="470715" y="175798"/>
                </a:cubicBezTo>
                <a:cubicBezTo>
                  <a:pt x="467892" y="180939"/>
                  <a:pt x="464634" y="185210"/>
                  <a:pt x="460943" y="188612"/>
                </a:cubicBezTo>
                <a:cubicBezTo>
                  <a:pt x="457251" y="192014"/>
                  <a:pt x="453053" y="194583"/>
                  <a:pt x="448347" y="196320"/>
                </a:cubicBezTo>
                <a:cubicBezTo>
                  <a:pt x="443642" y="198058"/>
                  <a:pt x="438103" y="198928"/>
                  <a:pt x="431732" y="198928"/>
                </a:cubicBezTo>
                <a:close/>
                <a:moveTo>
                  <a:pt x="560080" y="159401"/>
                </a:moveTo>
                <a:cubicBezTo>
                  <a:pt x="552987" y="159401"/>
                  <a:pt x="545712" y="158026"/>
                  <a:pt x="538256" y="155276"/>
                </a:cubicBezTo>
                <a:cubicBezTo>
                  <a:pt x="530800" y="152525"/>
                  <a:pt x="524321" y="148906"/>
                  <a:pt x="518818" y="144417"/>
                </a:cubicBezTo>
                <a:lnTo>
                  <a:pt x="533153" y="124438"/>
                </a:lnTo>
                <a:cubicBezTo>
                  <a:pt x="538075" y="128202"/>
                  <a:pt x="542779" y="131026"/>
                  <a:pt x="547266" y="132908"/>
                </a:cubicBezTo>
                <a:cubicBezTo>
                  <a:pt x="551755" y="134790"/>
                  <a:pt x="556316" y="135731"/>
                  <a:pt x="560949" y="135731"/>
                </a:cubicBezTo>
                <a:cubicBezTo>
                  <a:pt x="565727" y="135731"/>
                  <a:pt x="569202" y="134935"/>
                  <a:pt x="571374" y="133342"/>
                </a:cubicBezTo>
                <a:cubicBezTo>
                  <a:pt x="573545" y="131749"/>
                  <a:pt x="574631" y="129505"/>
                  <a:pt x="574631" y="126608"/>
                </a:cubicBezTo>
                <a:cubicBezTo>
                  <a:pt x="574631" y="124872"/>
                  <a:pt x="574016" y="123317"/>
                  <a:pt x="572785" y="121943"/>
                </a:cubicBezTo>
                <a:cubicBezTo>
                  <a:pt x="571555" y="120566"/>
                  <a:pt x="569889" y="119299"/>
                  <a:pt x="567788" y="118142"/>
                </a:cubicBezTo>
                <a:cubicBezTo>
                  <a:pt x="565689" y="116982"/>
                  <a:pt x="563337" y="115932"/>
                  <a:pt x="560730" y="114990"/>
                </a:cubicBezTo>
                <a:cubicBezTo>
                  <a:pt x="558125" y="114049"/>
                  <a:pt x="555448" y="113000"/>
                  <a:pt x="552697" y="111842"/>
                </a:cubicBezTo>
                <a:cubicBezTo>
                  <a:pt x="549368" y="110539"/>
                  <a:pt x="546038" y="109019"/>
                  <a:pt x="542706" y="107283"/>
                </a:cubicBezTo>
                <a:cubicBezTo>
                  <a:pt x="539377" y="105544"/>
                  <a:pt x="536337" y="103409"/>
                  <a:pt x="533587" y="100877"/>
                </a:cubicBezTo>
                <a:cubicBezTo>
                  <a:pt x="530837" y="98343"/>
                  <a:pt x="528592" y="95375"/>
                  <a:pt x="526853" y="91973"/>
                </a:cubicBezTo>
                <a:cubicBezTo>
                  <a:pt x="525117" y="88569"/>
                  <a:pt x="524249" y="84623"/>
                  <a:pt x="524249" y="80136"/>
                </a:cubicBezTo>
                <a:cubicBezTo>
                  <a:pt x="524249" y="75214"/>
                  <a:pt x="525225" y="70654"/>
                  <a:pt x="527178" y="66454"/>
                </a:cubicBezTo>
                <a:cubicBezTo>
                  <a:pt x="529133" y="62254"/>
                  <a:pt x="531920" y="58708"/>
                  <a:pt x="535539" y="55813"/>
                </a:cubicBezTo>
                <a:cubicBezTo>
                  <a:pt x="539160" y="52917"/>
                  <a:pt x="543503" y="50637"/>
                  <a:pt x="548568" y="48974"/>
                </a:cubicBezTo>
                <a:cubicBezTo>
                  <a:pt x="553636" y="47308"/>
                  <a:pt x="559283" y="46475"/>
                  <a:pt x="565508" y="46475"/>
                </a:cubicBezTo>
                <a:cubicBezTo>
                  <a:pt x="573762" y="46475"/>
                  <a:pt x="581001" y="47887"/>
                  <a:pt x="587227" y="50710"/>
                </a:cubicBezTo>
                <a:cubicBezTo>
                  <a:pt x="593452" y="53534"/>
                  <a:pt x="598881" y="56682"/>
                  <a:pt x="603514" y="60155"/>
                </a:cubicBezTo>
                <a:lnTo>
                  <a:pt x="589182" y="79268"/>
                </a:lnTo>
                <a:cubicBezTo>
                  <a:pt x="585272" y="76372"/>
                  <a:pt x="581434" y="74127"/>
                  <a:pt x="577670" y="72535"/>
                </a:cubicBezTo>
                <a:cubicBezTo>
                  <a:pt x="573908" y="70942"/>
                  <a:pt x="570144" y="70145"/>
                  <a:pt x="566380" y="70145"/>
                </a:cubicBezTo>
                <a:cubicBezTo>
                  <a:pt x="558272" y="70145"/>
                  <a:pt x="554218" y="72969"/>
                  <a:pt x="554218" y="78615"/>
                </a:cubicBezTo>
                <a:cubicBezTo>
                  <a:pt x="554218" y="80352"/>
                  <a:pt x="554797" y="81836"/>
                  <a:pt x="555955" y="83069"/>
                </a:cubicBezTo>
                <a:cubicBezTo>
                  <a:pt x="557112" y="84300"/>
                  <a:pt x="558669" y="85422"/>
                  <a:pt x="560624" y="86436"/>
                </a:cubicBezTo>
                <a:cubicBezTo>
                  <a:pt x="562579" y="87448"/>
                  <a:pt x="564822" y="88424"/>
                  <a:pt x="567354" y="89365"/>
                </a:cubicBezTo>
                <a:cubicBezTo>
                  <a:pt x="569888" y="90306"/>
                  <a:pt x="572531" y="91284"/>
                  <a:pt x="575284" y="92298"/>
                </a:cubicBezTo>
                <a:cubicBezTo>
                  <a:pt x="578757" y="93601"/>
                  <a:pt x="582194" y="95086"/>
                  <a:pt x="585596" y="96752"/>
                </a:cubicBezTo>
                <a:cubicBezTo>
                  <a:pt x="589001" y="98415"/>
                  <a:pt x="592114" y="100477"/>
                  <a:pt x="594938" y="102938"/>
                </a:cubicBezTo>
                <a:cubicBezTo>
                  <a:pt x="597761" y="105399"/>
                  <a:pt x="600041" y="108404"/>
                  <a:pt x="601777" y="111952"/>
                </a:cubicBezTo>
                <a:cubicBezTo>
                  <a:pt x="603514" y="115497"/>
                  <a:pt x="604382" y="119732"/>
                  <a:pt x="604382" y="124657"/>
                </a:cubicBezTo>
                <a:cubicBezTo>
                  <a:pt x="604382" y="129579"/>
                  <a:pt x="603441" y="134140"/>
                  <a:pt x="601559" y="138339"/>
                </a:cubicBezTo>
                <a:cubicBezTo>
                  <a:pt x="599679" y="142537"/>
                  <a:pt x="596856" y="146192"/>
                  <a:pt x="593092" y="149304"/>
                </a:cubicBezTo>
                <a:cubicBezTo>
                  <a:pt x="589328" y="152417"/>
                  <a:pt x="584694" y="154878"/>
                  <a:pt x="579191" y="156687"/>
                </a:cubicBezTo>
                <a:cubicBezTo>
                  <a:pt x="573690" y="158497"/>
                  <a:pt x="567320" y="159401"/>
                  <a:pt x="560080" y="159401"/>
                </a:cubicBezTo>
                <a:close/>
                <a:moveTo>
                  <a:pt x="620672" y="156797"/>
                </a:moveTo>
                <a:lnTo>
                  <a:pt x="620672" y="49080"/>
                </a:lnTo>
                <a:lnTo>
                  <a:pt x="652596" y="49080"/>
                </a:lnTo>
                <a:lnTo>
                  <a:pt x="652596" y="156797"/>
                </a:lnTo>
                <a:lnTo>
                  <a:pt x="620672" y="156797"/>
                </a:lnTo>
                <a:moveTo>
                  <a:pt x="636525" y="33227"/>
                </a:moveTo>
                <a:cubicBezTo>
                  <a:pt x="631167" y="33227"/>
                  <a:pt x="626751" y="31671"/>
                  <a:pt x="623276" y="28558"/>
                </a:cubicBezTo>
                <a:cubicBezTo>
                  <a:pt x="619801" y="25445"/>
                  <a:pt x="618064" y="21428"/>
                  <a:pt x="618064" y="16506"/>
                </a:cubicBezTo>
                <a:cubicBezTo>
                  <a:pt x="618064" y="11584"/>
                  <a:pt x="619801" y="7603"/>
                  <a:pt x="623276" y="4563"/>
                </a:cubicBezTo>
                <a:cubicBezTo>
                  <a:pt x="626751" y="1521"/>
                  <a:pt x="631167" y="0"/>
                  <a:pt x="636525" y="0"/>
                </a:cubicBezTo>
                <a:cubicBezTo>
                  <a:pt x="642025" y="0"/>
                  <a:pt x="646477" y="1521"/>
                  <a:pt x="649879" y="4563"/>
                </a:cubicBezTo>
                <a:cubicBezTo>
                  <a:pt x="653283" y="7603"/>
                  <a:pt x="654986" y="11584"/>
                  <a:pt x="654986" y="16506"/>
                </a:cubicBezTo>
                <a:cubicBezTo>
                  <a:pt x="654986" y="21428"/>
                  <a:pt x="653283" y="25445"/>
                  <a:pt x="649879" y="28558"/>
                </a:cubicBezTo>
                <a:cubicBezTo>
                  <a:pt x="646477" y="31671"/>
                  <a:pt x="642025" y="33227"/>
                  <a:pt x="636525" y="33227"/>
                </a:cubicBezTo>
                <a:close/>
                <a:moveTo>
                  <a:pt x="709493" y="159401"/>
                </a:moveTo>
                <a:cubicBezTo>
                  <a:pt x="702400" y="159401"/>
                  <a:pt x="695125" y="158026"/>
                  <a:pt x="687669" y="155276"/>
                </a:cubicBezTo>
                <a:cubicBezTo>
                  <a:pt x="680213" y="152525"/>
                  <a:pt x="673734" y="148906"/>
                  <a:pt x="668230" y="144417"/>
                </a:cubicBezTo>
                <a:lnTo>
                  <a:pt x="682566" y="124438"/>
                </a:lnTo>
                <a:cubicBezTo>
                  <a:pt x="687488" y="128202"/>
                  <a:pt x="692192" y="131026"/>
                  <a:pt x="696679" y="132908"/>
                </a:cubicBezTo>
                <a:cubicBezTo>
                  <a:pt x="701168" y="134790"/>
                  <a:pt x="705729" y="135731"/>
                  <a:pt x="710361" y="135731"/>
                </a:cubicBezTo>
                <a:cubicBezTo>
                  <a:pt x="715140" y="135731"/>
                  <a:pt x="718615" y="134935"/>
                  <a:pt x="720787" y="133342"/>
                </a:cubicBezTo>
                <a:cubicBezTo>
                  <a:pt x="722958" y="131749"/>
                  <a:pt x="724044" y="129505"/>
                  <a:pt x="724044" y="126608"/>
                </a:cubicBezTo>
                <a:cubicBezTo>
                  <a:pt x="724044" y="124872"/>
                  <a:pt x="723429" y="123317"/>
                  <a:pt x="722198" y="121943"/>
                </a:cubicBezTo>
                <a:cubicBezTo>
                  <a:pt x="720968" y="120566"/>
                  <a:pt x="719302" y="119299"/>
                  <a:pt x="717201" y="118142"/>
                </a:cubicBezTo>
                <a:cubicBezTo>
                  <a:pt x="715102" y="116982"/>
                  <a:pt x="712750" y="115932"/>
                  <a:pt x="710143" y="114990"/>
                </a:cubicBezTo>
                <a:cubicBezTo>
                  <a:pt x="707538" y="114049"/>
                  <a:pt x="704861" y="113000"/>
                  <a:pt x="702110" y="111842"/>
                </a:cubicBezTo>
                <a:cubicBezTo>
                  <a:pt x="698781" y="110539"/>
                  <a:pt x="695451" y="109019"/>
                  <a:pt x="692119" y="107283"/>
                </a:cubicBezTo>
                <a:cubicBezTo>
                  <a:pt x="688790" y="105544"/>
                  <a:pt x="685750" y="103409"/>
                  <a:pt x="683000" y="100877"/>
                </a:cubicBezTo>
                <a:cubicBezTo>
                  <a:pt x="680249" y="98343"/>
                  <a:pt x="678005" y="95375"/>
                  <a:pt x="676266" y="91973"/>
                </a:cubicBezTo>
                <a:cubicBezTo>
                  <a:pt x="674530" y="88569"/>
                  <a:pt x="673662" y="84623"/>
                  <a:pt x="673662" y="80136"/>
                </a:cubicBezTo>
                <a:cubicBezTo>
                  <a:pt x="673662" y="75214"/>
                  <a:pt x="674638" y="70654"/>
                  <a:pt x="676591" y="66454"/>
                </a:cubicBezTo>
                <a:cubicBezTo>
                  <a:pt x="678546" y="62254"/>
                  <a:pt x="681333" y="58708"/>
                  <a:pt x="684952" y="55813"/>
                </a:cubicBezTo>
                <a:cubicBezTo>
                  <a:pt x="688572" y="52917"/>
                  <a:pt x="692916" y="50637"/>
                  <a:pt x="697981" y="48974"/>
                </a:cubicBezTo>
                <a:cubicBezTo>
                  <a:pt x="703049" y="47308"/>
                  <a:pt x="708696" y="46475"/>
                  <a:pt x="714921" y="46475"/>
                </a:cubicBezTo>
                <a:cubicBezTo>
                  <a:pt x="723175" y="46475"/>
                  <a:pt x="730414" y="47887"/>
                  <a:pt x="736640" y="50710"/>
                </a:cubicBezTo>
                <a:cubicBezTo>
                  <a:pt x="742865" y="53534"/>
                  <a:pt x="748294" y="56682"/>
                  <a:pt x="752927" y="60155"/>
                </a:cubicBezTo>
                <a:lnTo>
                  <a:pt x="738595" y="79268"/>
                </a:lnTo>
                <a:cubicBezTo>
                  <a:pt x="734684" y="76372"/>
                  <a:pt x="730847" y="74127"/>
                  <a:pt x="727083" y="72535"/>
                </a:cubicBezTo>
                <a:cubicBezTo>
                  <a:pt x="723320" y="70942"/>
                  <a:pt x="719557" y="70145"/>
                  <a:pt x="715793" y="70145"/>
                </a:cubicBezTo>
                <a:cubicBezTo>
                  <a:pt x="707685" y="70145"/>
                  <a:pt x="703631" y="72969"/>
                  <a:pt x="703631" y="78615"/>
                </a:cubicBezTo>
                <a:cubicBezTo>
                  <a:pt x="703631" y="80352"/>
                  <a:pt x="704210" y="81836"/>
                  <a:pt x="705368" y="83069"/>
                </a:cubicBezTo>
                <a:cubicBezTo>
                  <a:pt x="706525" y="84300"/>
                  <a:pt x="708082" y="85422"/>
                  <a:pt x="710037" y="86436"/>
                </a:cubicBezTo>
                <a:cubicBezTo>
                  <a:pt x="711992" y="87448"/>
                  <a:pt x="714235" y="88424"/>
                  <a:pt x="716767" y="89365"/>
                </a:cubicBezTo>
                <a:cubicBezTo>
                  <a:pt x="719301" y="90306"/>
                  <a:pt x="721944" y="91284"/>
                  <a:pt x="724697" y="92298"/>
                </a:cubicBezTo>
                <a:cubicBezTo>
                  <a:pt x="728170" y="93601"/>
                  <a:pt x="731607" y="95086"/>
                  <a:pt x="735009" y="96752"/>
                </a:cubicBezTo>
                <a:cubicBezTo>
                  <a:pt x="738414" y="98415"/>
                  <a:pt x="741527" y="100477"/>
                  <a:pt x="744351" y="102938"/>
                </a:cubicBezTo>
                <a:cubicBezTo>
                  <a:pt x="747174" y="105399"/>
                  <a:pt x="749454" y="108404"/>
                  <a:pt x="751190" y="111952"/>
                </a:cubicBezTo>
                <a:cubicBezTo>
                  <a:pt x="752927" y="115497"/>
                  <a:pt x="753795" y="119732"/>
                  <a:pt x="753795" y="124657"/>
                </a:cubicBezTo>
                <a:cubicBezTo>
                  <a:pt x="753795" y="129579"/>
                  <a:pt x="752854" y="134140"/>
                  <a:pt x="750972" y="138339"/>
                </a:cubicBezTo>
                <a:cubicBezTo>
                  <a:pt x="749092" y="142537"/>
                  <a:pt x="746269" y="146192"/>
                  <a:pt x="742505" y="149304"/>
                </a:cubicBezTo>
                <a:cubicBezTo>
                  <a:pt x="738740" y="152417"/>
                  <a:pt x="734107" y="154878"/>
                  <a:pt x="728604" y="156687"/>
                </a:cubicBezTo>
                <a:cubicBezTo>
                  <a:pt x="723103" y="158497"/>
                  <a:pt x="716733" y="159401"/>
                  <a:pt x="709493" y="1594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747182-3643-43EE-A687-4FD5D506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953" y="4891663"/>
            <a:ext cx="1936987" cy="257414"/>
          </a:xfrm>
          <a:custGeom xmlns:a="http://schemas.openxmlformats.org/drawingml/2006/main">
            <a:pathLst>
              <a:path w="1936987" h="257414">
                <a:moveTo>
                  <a:pt x="0" y="0"/>
                </a:moveTo>
                <a:lnTo>
                  <a:pt x="1852304" y="0"/>
                </a:lnTo>
                <a:lnTo>
                  <a:pt x="1936987" y="84683"/>
                </a:lnTo>
                <a:lnTo>
                  <a:pt x="1936987" y="257414"/>
                </a:lnTo>
                <a:lnTo>
                  <a:pt x="0" y="257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D058DF-EE8C-40FE-9C12-A1056463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953" y="4891663"/>
            <a:ext cx="1936987" cy="257413"/>
          </a:xfrm>
          <a:custGeom xmlns:a="http://schemas.openxmlformats.org/drawingml/2006/main">
            <a:pathLst>
              <a:path w="1936987" h="257413" fill="none">
                <a:moveTo>
                  <a:pt x="0" y="0"/>
                </a:moveTo>
                <a:lnTo>
                  <a:pt x="1852303" y="0"/>
                </a:lnTo>
                <a:lnTo>
                  <a:pt x="1936987" y="84684"/>
                </a:lnTo>
                <a:lnTo>
                  <a:pt x="1936987" y="257413"/>
                </a:lnTo>
                <a:lnTo>
                  <a:pt x="0" y="2574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186" name="Text fused1.phpt">
            <a:extLst xmlns:a="http://schemas.openxmlformats.org/drawingml/2006/main">
              <a:ext uri="{FF2B5EF4-FFF2-40B4-BE49-F238E27FC236}">
                <a16:creationId xmlns:a16="http://schemas.microsoft.com/office/drawing/2014/main" id="{CCF4A119-E14D-4262-BE0A-D62F0BCA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846" y="4959538"/>
            <a:ext cx="1014988" cy="178254"/>
          </a:xfrm>
          <a:custGeom xmlns:a="http://schemas.openxmlformats.org/drawingml/2006/main">
            <a:pathLst>
              <a:path w="1014988" h="178254">
                <a:moveTo>
                  <a:pt x="12902" y="140336"/>
                </a:moveTo>
                <a:lnTo>
                  <a:pt x="12902" y="62156"/>
                </a:lnTo>
                <a:lnTo>
                  <a:pt x="0" y="62156"/>
                </a:lnTo>
                <a:lnTo>
                  <a:pt x="0" y="45347"/>
                </a:lnTo>
                <a:lnTo>
                  <a:pt x="12902" y="44369"/>
                </a:lnTo>
                <a:lnTo>
                  <a:pt x="12902" y="34399"/>
                </a:lnTo>
                <a:cubicBezTo>
                  <a:pt x="12902" y="29448"/>
                  <a:pt x="13487" y="24855"/>
                  <a:pt x="14658" y="20620"/>
                </a:cubicBezTo>
                <a:cubicBezTo>
                  <a:pt x="15831" y="16385"/>
                  <a:pt x="17721" y="12737"/>
                  <a:pt x="20328" y="9675"/>
                </a:cubicBezTo>
                <a:cubicBezTo>
                  <a:pt x="22934" y="6613"/>
                  <a:pt x="26225" y="4235"/>
                  <a:pt x="30200" y="2541"/>
                </a:cubicBezTo>
                <a:cubicBezTo>
                  <a:pt x="34174" y="847"/>
                  <a:pt x="39027" y="0"/>
                  <a:pt x="44759" y="0"/>
                </a:cubicBezTo>
                <a:cubicBezTo>
                  <a:pt x="48147" y="0"/>
                  <a:pt x="51372" y="326"/>
                  <a:pt x="54434" y="978"/>
                </a:cubicBezTo>
                <a:cubicBezTo>
                  <a:pt x="57496" y="1630"/>
                  <a:pt x="60135" y="2412"/>
                  <a:pt x="62350" y="3322"/>
                </a:cubicBezTo>
                <a:lnTo>
                  <a:pt x="58052" y="20131"/>
                </a:lnTo>
                <a:cubicBezTo>
                  <a:pt x="54533" y="18568"/>
                  <a:pt x="51015" y="17787"/>
                  <a:pt x="47497" y="17787"/>
                </a:cubicBezTo>
                <a:cubicBezTo>
                  <a:pt x="39417" y="17787"/>
                  <a:pt x="35377" y="23194"/>
                  <a:pt x="35377" y="34008"/>
                </a:cubicBezTo>
                <a:lnTo>
                  <a:pt x="35377" y="44369"/>
                </a:lnTo>
                <a:lnTo>
                  <a:pt x="54142" y="44369"/>
                </a:lnTo>
                <a:lnTo>
                  <a:pt x="54142" y="62156"/>
                </a:lnTo>
                <a:lnTo>
                  <a:pt x="35377" y="62156"/>
                </a:lnTo>
                <a:lnTo>
                  <a:pt x="35377" y="140336"/>
                </a:lnTo>
                <a:lnTo>
                  <a:pt x="12902" y="140336"/>
                </a:lnTo>
                <a:close/>
                <a:moveTo>
                  <a:pt x="99955" y="142680"/>
                </a:moveTo>
                <a:cubicBezTo>
                  <a:pt x="89662" y="142680"/>
                  <a:pt x="82169" y="139390"/>
                  <a:pt x="77477" y="132811"/>
                </a:cubicBezTo>
                <a:cubicBezTo>
                  <a:pt x="72786" y="126230"/>
                  <a:pt x="70441" y="116816"/>
                  <a:pt x="70441" y="104568"/>
                </a:cubicBezTo>
                <a:lnTo>
                  <a:pt x="70441" y="44369"/>
                </a:lnTo>
                <a:lnTo>
                  <a:pt x="92919" y="44369"/>
                </a:lnTo>
                <a:lnTo>
                  <a:pt x="92919" y="101636"/>
                </a:lnTo>
                <a:cubicBezTo>
                  <a:pt x="92919" y="109585"/>
                  <a:pt x="94091" y="115188"/>
                  <a:pt x="96436" y="118445"/>
                </a:cubicBezTo>
                <a:cubicBezTo>
                  <a:pt x="98782" y="121702"/>
                  <a:pt x="102561" y="123330"/>
                  <a:pt x="107775" y="123330"/>
                </a:cubicBezTo>
                <a:cubicBezTo>
                  <a:pt x="111944" y="123330"/>
                  <a:pt x="115624" y="122288"/>
                  <a:pt x="118815" y="120205"/>
                </a:cubicBezTo>
                <a:cubicBezTo>
                  <a:pt x="122008" y="118119"/>
                  <a:pt x="125429" y="114731"/>
                  <a:pt x="129078" y="110041"/>
                </a:cubicBezTo>
                <a:lnTo>
                  <a:pt x="129078" y="44369"/>
                </a:lnTo>
                <a:lnTo>
                  <a:pt x="151556" y="44369"/>
                </a:lnTo>
                <a:lnTo>
                  <a:pt x="151556" y="140336"/>
                </a:lnTo>
                <a:lnTo>
                  <a:pt x="133184" y="140336"/>
                </a:lnTo>
                <a:lnTo>
                  <a:pt x="131425" y="126262"/>
                </a:lnTo>
                <a:lnTo>
                  <a:pt x="130837" y="126262"/>
                </a:lnTo>
                <a:cubicBezTo>
                  <a:pt x="126668" y="131215"/>
                  <a:pt x="122140" y="135189"/>
                  <a:pt x="117253" y="138185"/>
                </a:cubicBezTo>
                <a:cubicBezTo>
                  <a:pt x="112367" y="141182"/>
                  <a:pt x="106601" y="142680"/>
                  <a:pt x="99955" y="142680"/>
                </a:cubicBezTo>
                <a:close/>
                <a:moveTo>
                  <a:pt x="206753" y="142680"/>
                </a:moveTo>
                <a:cubicBezTo>
                  <a:pt x="200106" y="142680"/>
                  <a:pt x="193558" y="141410"/>
                  <a:pt x="187108" y="138871"/>
                </a:cubicBezTo>
                <a:cubicBezTo>
                  <a:pt x="180658" y="136330"/>
                  <a:pt x="175088" y="133170"/>
                  <a:pt x="170398" y="129390"/>
                </a:cubicBezTo>
                <a:lnTo>
                  <a:pt x="180953" y="114926"/>
                </a:lnTo>
                <a:cubicBezTo>
                  <a:pt x="185251" y="118314"/>
                  <a:pt x="189518" y="120953"/>
                  <a:pt x="193753" y="122844"/>
                </a:cubicBezTo>
                <a:cubicBezTo>
                  <a:pt x="197988" y="124733"/>
                  <a:pt x="202582" y="125677"/>
                  <a:pt x="207534" y="125677"/>
                </a:cubicBezTo>
                <a:cubicBezTo>
                  <a:pt x="212746" y="125677"/>
                  <a:pt x="216589" y="124603"/>
                  <a:pt x="219064" y="122453"/>
                </a:cubicBezTo>
                <a:cubicBezTo>
                  <a:pt x="221542" y="120302"/>
                  <a:pt x="222780" y="117532"/>
                  <a:pt x="222780" y="114144"/>
                </a:cubicBezTo>
                <a:cubicBezTo>
                  <a:pt x="222780" y="112190"/>
                  <a:pt x="222194" y="110464"/>
                  <a:pt x="221021" y="108967"/>
                </a:cubicBezTo>
                <a:cubicBezTo>
                  <a:pt x="219848" y="107468"/>
                  <a:pt x="218284" y="106132"/>
                  <a:pt x="216330" y="104959"/>
                </a:cubicBezTo>
                <a:cubicBezTo>
                  <a:pt x="214375" y="103786"/>
                  <a:pt x="212159" y="102711"/>
                  <a:pt x="209682" y="101735"/>
                </a:cubicBezTo>
                <a:cubicBezTo>
                  <a:pt x="207206" y="100757"/>
                  <a:pt x="204731" y="99747"/>
                  <a:pt x="202256" y="98705"/>
                </a:cubicBezTo>
                <a:cubicBezTo>
                  <a:pt x="199128" y="97532"/>
                  <a:pt x="195936" y="96164"/>
                  <a:pt x="192679" y="94601"/>
                </a:cubicBezTo>
                <a:cubicBezTo>
                  <a:pt x="189423" y="93036"/>
                  <a:pt x="186524" y="91146"/>
                  <a:pt x="183983" y="88931"/>
                </a:cubicBezTo>
                <a:cubicBezTo>
                  <a:pt x="181442" y="86717"/>
                  <a:pt x="179356" y="84144"/>
                  <a:pt x="177726" y="81213"/>
                </a:cubicBezTo>
                <a:cubicBezTo>
                  <a:pt x="176097" y="78280"/>
                  <a:pt x="175283" y="74794"/>
                  <a:pt x="175283" y="70754"/>
                </a:cubicBezTo>
                <a:cubicBezTo>
                  <a:pt x="175283" y="62284"/>
                  <a:pt x="178411" y="55378"/>
                  <a:pt x="184666" y="50035"/>
                </a:cubicBezTo>
                <a:cubicBezTo>
                  <a:pt x="190921" y="44693"/>
                  <a:pt x="199455" y="42022"/>
                  <a:pt x="210269" y="42022"/>
                </a:cubicBezTo>
                <a:cubicBezTo>
                  <a:pt x="216916" y="42022"/>
                  <a:pt x="222910" y="43195"/>
                  <a:pt x="228250" y="45541"/>
                </a:cubicBezTo>
                <a:cubicBezTo>
                  <a:pt x="233593" y="47887"/>
                  <a:pt x="238219" y="50558"/>
                  <a:pt x="242130" y="53555"/>
                </a:cubicBezTo>
                <a:lnTo>
                  <a:pt x="231769" y="67238"/>
                </a:lnTo>
                <a:cubicBezTo>
                  <a:pt x="228381" y="64760"/>
                  <a:pt x="224961" y="62773"/>
                  <a:pt x="221507" y="61276"/>
                </a:cubicBezTo>
                <a:cubicBezTo>
                  <a:pt x="218055" y="59777"/>
                  <a:pt x="214440" y="59027"/>
                  <a:pt x="210660" y="59027"/>
                </a:cubicBezTo>
                <a:cubicBezTo>
                  <a:pt x="205839" y="59027"/>
                  <a:pt x="202287" y="60037"/>
                  <a:pt x="200007" y="62057"/>
                </a:cubicBezTo>
                <a:cubicBezTo>
                  <a:pt x="197728" y="64077"/>
                  <a:pt x="196589" y="66586"/>
                  <a:pt x="196589" y="69582"/>
                </a:cubicBezTo>
                <a:cubicBezTo>
                  <a:pt x="196589" y="71536"/>
                  <a:pt x="197143" y="73197"/>
                  <a:pt x="198250" y="74565"/>
                </a:cubicBezTo>
                <a:cubicBezTo>
                  <a:pt x="199358" y="75933"/>
                  <a:pt x="200823" y="77139"/>
                  <a:pt x="202646" y="78183"/>
                </a:cubicBezTo>
                <a:cubicBezTo>
                  <a:pt x="204472" y="79225"/>
                  <a:pt x="206589" y="80202"/>
                  <a:pt x="208999" y="81115"/>
                </a:cubicBezTo>
                <a:cubicBezTo>
                  <a:pt x="211411" y="82025"/>
                  <a:pt x="213919" y="82937"/>
                  <a:pt x="216523" y="83849"/>
                </a:cubicBezTo>
                <a:cubicBezTo>
                  <a:pt x="219782" y="85023"/>
                  <a:pt x="223040" y="86359"/>
                  <a:pt x="226297" y="87858"/>
                </a:cubicBezTo>
                <a:cubicBezTo>
                  <a:pt x="229555" y="89355"/>
                  <a:pt x="232520" y="91211"/>
                  <a:pt x="235190" y="93426"/>
                </a:cubicBezTo>
                <a:cubicBezTo>
                  <a:pt x="237862" y="95641"/>
                  <a:pt x="240013" y="98345"/>
                  <a:pt x="241641" y="101538"/>
                </a:cubicBezTo>
                <a:cubicBezTo>
                  <a:pt x="243269" y="104731"/>
                  <a:pt x="244084" y="108543"/>
                  <a:pt x="244084" y="112972"/>
                </a:cubicBezTo>
                <a:cubicBezTo>
                  <a:pt x="244084" y="117142"/>
                  <a:pt x="243269" y="121019"/>
                  <a:pt x="241641" y="124604"/>
                </a:cubicBezTo>
                <a:cubicBezTo>
                  <a:pt x="240013" y="128186"/>
                  <a:pt x="237635" y="131314"/>
                  <a:pt x="234507" y="133986"/>
                </a:cubicBezTo>
                <a:cubicBezTo>
                  <a:pt x="231380" y="136656"/>
                  <a:pt x="227470" y="138773"/>
                  <a:pt x="222777" y="140336"/>
                </a:cubicBezTo>
                <a:cubicBezTo>
                  <a:pt x="218087" y="141898"/>
                  <a:pt x="212746" y="142680"/>
                  <a:pt x="206753" y="142680"/>
                </a:cubicBezTo>
                <a:close/>
                <a:moveTo>
                  <a:pt x="305144" y="142680"/>
                </a:moveTo>
                <a:cubicBezTo>
                  <a:pt x="298497" y="142680"/>
                  <a:pt x="292306" y="141541"/>
                  <a:pt x="286572" y="139262"/>
                </a:cubicBezTo>
                <a:cubicBezTo>
                  <a:pt x="280840" y="136982"/>
                  <a:pt x="275824" y="133691"/>
                  <a:pt x="271523" y="129390"/>
                </a:cubicBezTo>
                <a:cubicBezTo>
                  <a:pt x="267225" y="125090"/>
                  <a:pt x="263870" y="119845"/>
                  <a:pt x="261458" y="113655"/>
                </a:cubicBezTo>
                <a:cubicBezTo>
                  <a:pt x="259048" y="107466"/>
                  <a:pt x="257843" y="100398"/>
                  <a:pt x="257843" y="92451"/>
                </a:cubicBezTo>
                <a:cubicBezTo>
                  <a:pt x="257843" y="84633"/>
                  <a:pt x="259081" y="77596"/>
                  <a:pt x="261556" y="71341"/>
                </a:cubicBezTo>
                <a:cubicBezTo>
                  <a:pt x="264032" y="65086"/>
                  <a:pt x="267321" y="59810"/>
                  <a:pt x="271425" y="55511"/>
                </a:cubicBezTo>
                <a:cubicBezTo>
                  <a:pt x="275531" y="51210"/>
                  <a:pt x="280255" y="47887"/>
                  <a:pt x="285597" y="45541"/>
                </a:cubicBezTo>
                <a:cubicBezTo>
                  <a:pt x="290940" y="43195"/>
                  <a:pt x="296412" y="42022"/>
                  <a:pt x="302015" y="42022"/>
                </a:cubicBezTo>
                <a:cubicBezTo>
                  <a:pt x="308531" y="42022"/>
                  <a:pt x="314264" y="43130"/>
                  <a:pt x="319214" y="45347"/>
                </a:cubicBezTo>
                <a:cubicBezTo>
                  <a:pt x="324167" y="47562"/>
                  <a:pt x="328305" y="50689"/>
                  <a:pt x="331627" y="54730"/>
                </a:cubicBezTo>
                <a:cubicBezTo>
                  <a:pt x="334949" y="58768"/>
                  <a:pt x="337458" y="63588"/>
                  <a:pt x="339152" y="69191"/>
                </a:cubicBezTo>
                <a:cubicBezTo>
                  <a:pt x="340846" y="74794"/>
                  <a:pt x="341693" y="80918"/>
                  <a:pt x="341693" y="87563"/>
                </a:cubicBezTo>
                <a:cubicBezTo>
                  <a:pt x="341693" y="89777"/>
                  <a:pt x="341594" y="91862"/>
                  <a:pt x="341397" y="93817"/>
                </a:cubicBezTo>
                <a:cubicBezTo>
                  <a:pt x="341203" y="95771"/>
                  <a:pt x="340975" y="97335"/>
                  <a:pt x="340714" y="98508"/>
                </a:cubicBezTo>
                <a:lnTo>
                  <a:pt x="279734" y="98508"/>
                </a:lnTo>
                <a:cubicBezTo>
                  <a:pt x="280776" y="107109"/>
                  <a:pt x="283805" y="113723"/>
                  <a:pt x="288821" y="118350"/>
                </a:cubicBezTo>
                <a:cubicBezTo>
                  <a:pt x="293839" y="122974"/>
                  <a:pt x="300257" y="125287"/>
                  <a:pt x="308075" y="125287"/>
                </a:cubicBezTo>
                <a:cubicBezTo>
                  <a:pt x="312245" y="125287"/>
                  <a:pt x="316121" y="124668"/>
                  <a:pt x="319704" y="123432"/>
                </a:cubicBezTo>
                <a:cubicBezTo>
                  <a:pt x="323286" y="122193"/>
                  <a:pt x="326837" y="120465"/>
                  <a:pt x="330357" y="118248"/>
                </a:cubicBezTo>
                <a:lnTo>
                  <a:pt x="337980" y="132322"/>
                </a:lnTo>
                <a:cubicBezTo>
                  <a:pt x="333419" y="135318"/>
                  <a:pt x="328337" y="137794"/>
                  <a:pt x="322734" y="139748"/>
                </a:cubicBezTo>
                <a:cubicBezTo>
                  <a:pt x="317131" y="141703"/>
                  <a:pt x="311267" y="142680"/>
                  <a:pt x="305144" y="142680"/>
                </a:cubicBezTo>
                <a:moveTo>
                  <a:pt x="279537" y="83262"/>
                </a:moveTo>
                <a:lnTo>
                  <a:pt x="322146" y="83262"/>
                </a:lnTo>
                <a:cubicBezTo>
                  <a:pt x="322146" y="75836"/>
                  <a:pt x="320550" y="70005"/>
                  <a:pt x="317356" y="65770"/>
                </a:cubicBezTo>
                <a:cubicBezTo>
                  <a:pt x="314165" y="61535"/>
                  <a:pt x="309247" y="59418"/>
                  <a:pt x="302603" y="59418"/>
                </a:cubicBezTo>
                <a:cubicBezTo>
                  <a:pt x="296869" y="59418"/>
                  <a:pt x="291851" y="61438"/>
                  <a:pt x="287551" y="65478"/>
                </a:cubicBezTo>
                <a:cubicBezTo>
                  <a:pt x="283252" y="69516"/>
                  <a:pt x="280581" y="75444"/>
                  <a:pt x="279537" y="83262"/>
                </a:cubicBezTo>
                <a:close/>
                <a:moveTo>
                  <a:pt x="398255" y="142680"/>
                </a:moveTo>
                <a:cubicBezTo>
                  <a:pt x="386137" y="142680"/>
                  <a:pt x="376527" y="138283"/>
                  <a:pt x="369425" y="129489"/>
                </a:cubicBezTo>
                <a:cubicBezTo>
                  <a:pt x="362325" y="120693"/>
                  <a:pt x="358775" y="108347"/>
                  <a:pt x="358775" y="92451"/>
                </a:cubicBezTo>
                <a:cubicBezTo>
                  <a:pt x="358775" y="84633"/>
                  <a:pt x="359915" y="77596"/>
                  <a:pt x="362195" y="71341"/>
                </a:cubicBezTo>
                <a:cubicBezTo>
                  <a:pt x="364476" y="65086"/>
                  <a:pt x="367505" y="59810"/>
                  <a:pt x="371283" y="55511"/>
                </a:cubicBezTo>
                <a:cubicBezTo>
                  <a:pt x="375062" y="51210"/>
                  <a:pt x="379395" y="47887"/>
                  <a:pt x="384280" y="45541"/>
                </a:cubicBezTo>
                <a:cubicBezTo>
                  <a:pt x="389167" y="43195"/>
                  <a:pt x="394217" y="42022"/>
                  <a:pt x="399430" y="42022"/>
                </a:cubicBezTo>
                <a:cubicBezTo>
                  <a:pt x="404902" y="42022"/>
                  <a:pt x="409527" y="42967"/>
                  <a:pt x="413304" y="44858"/>
                </a:cubicBezTo>
                <a:cubicBezTo>
                  <a:pt x="417084" y="46747"/>
                  <a:pt x="420864" y="49320"/>
                  <a:pt x="424643" y="52576"/>
                </a:cubicBezTo>
                <a:lnTo>
                  <a:pt x="423862" y="37137"/>
                </a:lnTo>
                <a:lnTo>
                  <a:pt x="423862" y="2347"/>
                </a:lnTo>
                <a:lnTo>
                  <a:pt x="446337" y="2347"/>
                </a:lnTo>
                <a:lnTo>
                  <a:pt x="446337" y="140336"/>
                </a:lnTo>
                <a:lnTo>
                  <a:pt x="427769" y="140336"/>
                </a:lnTo>
                <a:lnTo>
                  <a:pt x="426206" y="129978"/>
                </a:lnTo>
                <a:lnTo>
                  <a:pt x="425425" y="129978"/>
                </a:lnTo>
                <a:cubicBezTo>
                  <a:pt x="421906" y="133495"/>
                  <a:pt x="417801" y="136491"/>
                  <a:pt x="413111" y="138967"/>
                </a:cubicBezTo>
                <a:cubicBezTo>
                  <a:pt x="408420" y="141442"/>
                  <a:pt x="403469" y="142680"/>
                  <a:pt x="398255" y="142680"/>
                </a:cubicBezTo>
                <a:moveTo>
                  <a:pt x="403728" y="124115"/>
                </a:moveTo>
                <a:cubicBezTo>
                  <a:pt x="410896" y="124115"/>
                  <a:pt x="417607" y="120531"/>
                  <a:pt x="423862" y="113363"/>
                </a:cubicBezTo>
                <a:lnTo>
                  <a:pt x="423862" y="68604"/>
                </a:lnTo>
                <a:cubicBezTo>
                  <a:pt x="420474" y="65607"/>
                  <a:pt x="417184" y="63523"/>
                  <a:pt x="413990" y="62350"/>
                </a:cubicBezTo>
                <a:cubicBezTo>
                  <a:pt x="410797" y="61176"/>
                  <a:pt x="407572" y="60590"/>
                  <a:pt x="404316" y="60590"/>
                </a:cubicBezTo>
                <a:cubicBezTo>
                  <a:pt x="398061" y="60590"/>
                  <a:pt x="392783" y="63327"/>
                  <a:pt x="388482" y="68800"/>
                </a:cubicBezTo>
                <a:cubicBezTo>
                  <a:pt x="384184" y="74272"/>
                  <a:pt x="382034" y="82090"/>
                  <a:pt x="382034" y="92254"/>
                </a:cubicBezTo>
                <a:cubicBezTo>
                  <a:pt x="382034" y="102678"/>
                  <a:pt x="383890" y="110594"/>
                  <a:pt x="387602" y="116002"/>
                </a:cubicBezTo>
                <a:cubicBezTo>
                  <a:pt x="391316" y="121411"/>
                  <a:pt x="396692" y="124115"/>
                  <a:pt x="403728" y="124115"/>
                </a:cubicBezTo>
                <a:close/>
                <a:moveTo>
                  <a:pt x="476126" y="140336"/>
                </a:moveTo>
                <a:lnTo>
                  <a:pt x="476126" y="121964"/>
                </a:lnTo>
                <a:lnTo>
                  <a:pt x="503880" y="121964"/>
                </a:lnTo>
                <a:lnTo>
                  <a:pt x="503880" y="40265"/>
                </a:lnTo>
                <a:lnTo>
                  <a:pt x="481011" y="40265"/>
                </a:lnTo>
                <a:lnTo>
                  <a:pt x="481011" y="26191"/>
                </a:lnTo>
                <a:cubicBezTo>
                  <a:pt x="487266" y="25018"/>
                  <a:pt x="492641" y="23617"/>
                  <a:pt x="497137" y="21989"/>
                </a:cubicBezTo>
                <a:cubicBezTo>
                  <a:pt x="501632" y="20361"/>
                  <a:pt x="505834" y="18373"/>
                  <a:pt x="509743" y="16027"/>
                </a:cubicBezTo>
                <a:lnTo>
                  <a:pt x="526552" y="16027"/>
                </a:lnTo>
                <a:lnTo>
                  <a:pt x="526552" y="121964"/>
                </a:lnTo>
                <a:lnTo>
                  <a:pt x="550984" y="121964"/>
                </a:lnTo>
                <a:lnTo>
                  <a:pt x="550984" y="140336"/>
                </a:lnTo>
                <a:lnTo>
                  <a:pt x="476126" y="140336"/>
                </a:lnTo>
                <a:close/>
                <a:moveTo>
                  <a:pt x="588980" y="142680"/>
                </a:moveTo>
                <a:cubicBezTo>
                  <a:pt x="584810" y="142680"/>
                  <a:pt x="581325" y="141247"/>
                  <a:pt x="578523" y="138382"/>
                </a:cubicBezTo>
                <a:cubicBezTo>
                  <a:pt x="575722" y="135515"/>
                  <a:pt x="574321" y="131867"/>
                  <a:pt x="574321" y="127437"/>
                </a:cubicBezTo>
                <a:cubicBezTo>
                  <a:pt x="574321" y="123005"/>
                  <a:pt x="575722" y="119357"/>
                  <a:pt x="578523" y="116492"/>
                </a:cubicBezTo>
                <a:cubicBezTo>
                  <a:pt x="581325" y="113625"/>
                  <a:pt x="584810" y="112191"/>
                  <a:pt x="588980" y="112191"/>
                </a:cubicBezTo>
                <a:cubicBezTo>
                  <a:pt x="593149" y="112191"/>
                  <a:pt x="596602" y="113625"/>
                  <a:pt x="599337" y="116492"/>
                </a:cubicBezTo>
                <a:cubicBezTo>
                  <a:pt x="602075" y="119357"/>
                  <a:pt x="603444" y="123005"/>
                  <a:pt x="603444" y="127437"/>
                </a:cubicBezTo>
                <a:cubicBezTo>
                  <a:pt x="603444" y="131867"/>
                  <a:pt x="602075" y="135515"/>
                  <a:pt x="599337" y="138382"/>
                </a:cubicBezTo>
                <a:cubicBezTo>
                  <a:pt x="596602" y="141247"/>
                  <a:pt x="593149" y="142680"/>
                  <a:pt x="588980" y="142680"/>
                </a:cubicBezTo>
                <a:close/>
                <a:moveTo>
                  <a:pt x="630493" y="178254"/>
                </a:moveTo>
                <a:lnTo>
                  <a:pt x="630493" y="44369"/>
                </a:lnTo>
                <a:lnTo>
                  <a:pt x="649062" y="44369"/>
                </a:lnTo>
                <a:lnTo>
                  <a:pt x="650624" y="54533"/>
                </a:lnTo>
                <a:lnTo>
                  <a:pt x="651406" y="54533"/>
                </a:lnTo>
                <a:cubicBezTo>
                  <a:pt x="655446" y="51145"/>
                  <a:pt x="659941" y="48213"/>
                  <a:pt x="664892" y="45738"/>
                </a:cubicBezTo>
                <a:cubicBezTo>
                  <a:pt x="669845" y="43260"/>
                  <a:pt x="674992" y="42022"/>
                  <a:pt x="680335" y="42022"/>
                </a:cubicBezTo>
                <a:cubicBezTo>
                  <a:pt x="686327" y="42022"/>
                  <a:pt x="691637" y="43162"/>
                  <a:pt x="696264" y="45442"/>
                </a:cubicBezTo>
                <a:cubicBezTo>
                  <a:pt x="700890" y="47723"/>
                  <a:pt x="704832" y="51014"/>
                  <a:pt x="708089" y="55314"/>
                </a:cubicBezTo>
                <a:cubicBezTo>
                  <a:pt x="711345" y="59615"/>
                  <a:pt x="713821" y="64762"/>
                  <a:pt x="715515" y="70757"/>
                </a:cubicBezTo>
                <a:cubicBezTo>
                  <a:pt x="717209" y="76749"/>
                  <a:pt x="718056" y="83459"/>
                  <a:pt x="718056" y="90885"/>
                </a:cubicBezTo>
                <a:cubicBezTo>
                  <a:pt x="718056" y="99094"/>
                  <a:pt x="716916" y="106424"/>
                  <a:pt x="714635" y="112874"/>
                </a:cubicBezTo>
                <a:cubicBezTo>
                  <a:pt x="712355" y="119324"/>
                  <a:pt x="709324" y="124732"/>
                  <a:pt x="705545" y="129098"/>
                </a:cubicBezTo>
                <a:cubicBezTo>
                  <a:pt x="701767" y="133462"/>
                  <a:pt x="697403" y="136817"/>
                  <a:pt x="692452" y="139164"/>
                </a:cubicBezTo>
                <a:cubicBezTo>
                  <a:pt x="687501" y="141508"/>
                  <a:pt x="682355" y="142680"/>
                  <a:pt x="677012" y="142680"/>
                </a:cubicBezTo>
                <a:cubicBezTo>
                  <a:pt x="672843" y="142680"/>
                  <a:pt x="668673" y="141768"/>
                  <a:pt x="664501" y="139945"/>
                </a:cubicBezTo>
                <a:cubicBezTo>
                  <a:pt x="660332" y="138120"/>
                  <a:pt x="656293" y="135513"/>
                  <a:pt x="652384" y="132125"/>
                </a:cubicBezTo>
                <a:lnTo>
                  <a:pt x="652971" y="148153"/>
                </a:lnTo>
                <a:lnTo>
                  <a:pt x="652971" y="178254"/>
                </a:lnTo>
                <a:lnTo>
                  <a:pt x="630493" y="178254"/>
                </a:lnTo>
                <a:moveTo>
                  <a:pt x="672321" y="124115"/>
                </a:moveTo>
                <a:cubicBezTo>
                  <a:pt x="678705" y="124115"/>
                  <a:pt x="684047" y="121346"/>
                  <a:pt x="688345" y="115809"/>
                </a:cubicBezTo>
                <a:cubicBezTo>
                  <a:pt x="692646" y="110269"/>
                  <a:pt x="694796" y="102027"/>
                  <a:pt x="694796" y="91082"/>
                </a:cubicBezTo>
                <a:cubicBezTo>
                  <a:pt x="694796" y="81439"/>
                  <a:pt x="693168" y="73946"/>
                  <a:pt x="689911" y="68604"/>
                </a:cubicBezTo>
                <a:cubicBezTo>
                  <a:pt x="686654" y="63261"/>
                  <a:pt x="681378" y="60590"/>
                  <a:pt x="674081" y="60590"/>
                </a:cubicBezTo>
                <a:cubicBezTo>
                  <a:pt x="667305" y="60590"/>
                  <a:pt x="660268" y="64174"/>
                  <a:pt x="652971" y="71341"/>
                </a:cubicBezTo>
                <a:lnTo>
                  <a:pt x="652971" y="116101"/>
                </a:lnTo>
                <a:cubicBezTo>
                  <a:pt x="656489" y="119097"/>
                  <a:pt x="659876" y="121182"/>
                  <a:pt x="663132" y="122355"/>
                </a:cubicBezTo>
                <a:cubicBezTo>
                  <a:pt x="666391" y="123528"/>
                  <a:pt x="669454" y="124115"/>
                  <a:pt x="672321" y="124115"/>
                </a:cubicBezTo>
                <a:close/>
                <a:moveTo>
                  <a:pt x="741784" y="140336"/>
                </a:moveTo>
                <a:lnTo>
                  <a:pt x="741784" y="2347"/>
                </a:lnTo>
                <a:lnTo>
                  <a:pt x="764262" y="2347"/>
                </a:lnTo>
                <a:lnTo>
                  <a:pt x="764262" y="37918"/>
                </a:lnTo>
                <a:lnTo>
                  <a:pt x="763481" y="56486"/>
                </a:lnTo>
                <a:cubicBezTo>
                  <a:pt x="767519" y="52709"/>
                  <a:pt x="771981" y="49353"/>
                  <a:pt x="776866" y="46421"/>
                </a:cubicBezTo>
                <a:cubicBezTo>
                  <a:pt x="781753" y="43488"/>
                  <a:pt x="787520" y="42022"/>
                  <a:pt x="794167" y="42022"/>
                </a:cubicBezTo>
                <a:cubicBezTo>
                  <a:pt x="804460" y="42022"/>
                  <a:pt x="811952" y="45312"/>
                  <a:pt x="816642" y="51893"/>
                </a:cubicBezTo>
                <a:cubicBezTo>
                  <a:pt x="821334" y="58474"/>
                  <a:pt x="823680" y="67889"/>
                  <a:pt x="823680" y="80136"/>
                </a:cubicBezTo>
                <a:lnTo>
                  <a:pt x="823680" y="140336"/>
                </a:lnTo>
                <a:lnTo>
                  <a:pt x="801202" y="140336"/>
                </a:lnTo>
                <a:lnTo>
                  <a:pt x="801202" y="83068"/>
                </a:lnTo>
                <a:cubicBezTo>
                  <a:pt x="801202" y="75119"/>
                  <a:pt x="800029" y="69516"/>
                  <a:pt x="797683" y="66259"/>
                </a:cubicBezTo>
                <a:cubicBezTo>
                  <a:pt x="795339" y="63001"/>
                  <a:pt x="791496" y="61371"/>
                  <a:pt x="786153" y="61371"/>
                </a:cubicBezTo>
                <a:cubicBezTo>
                  <a:pt x="781984" y="61371"/>
                  <a:pt x="778303" y="62381"/>
                  <a:pt x="775109" y="64401"/>
                </a:cubicBezTo>
                <a:cubicBezTo>
                  <a:pt x="771916" y="66421"/>
                  <a:pt x="768301" y="69386"/>
                  <a:pt x="764262" y="73295"/>
                </a:cubicBezTo>
                <a:lnTo>
                  <a:pt x="764262" y="140336"/>
                </a:lnTo>
                <a:lnTo>
                  <a:pt x="741784" y="140336"/>
                </a:lnTo>
                <a:close/>
                <a:moveTo>
                  <a:pt x="850339" y="178254"/>
                </a:moveTo>
                <a:lnTo>
                  <a:pt x="850339" y="44369"/>
                </a:lnTo>
                <a:lnTo>
                  <a:pt x="868907" y="44369"/>
                </a:lnTo>
                <a:lnTo>
                  <a:pt x="870470" y="54533"/>
                </a:lnTo>
                <a:lnTo>
                  <a:pt x="871251" y="54533"/>
                </a:lnTo>
                <a:cubicBezTo>
                  <a:pt x="875292" y="51145"/>
                  <a:pt x="879787" y="48213"/>
                  <a:pt x="884738" y="45738"/>
                </a:cubicBezTo>
                <a:cubicBezTo>
                  <a:pt x="889690" y="43260"/>
                  <a:pt x="894838" y="42022"/>
                  <a:pt x="900180" y="42022"/>
                </a:cubicBezTo>
                <a:cubicBezTo>
                  <a:pt x="906173" y="42022"/>
                  <a:pt x="911483" y="43162"/>
                  <a:pt x="916109" y="45442"/>
                </a:cubicBezTo>
                <a:cubicBezTo>
                  <a:pt x="920736" y="47723"/>
                  <a:pt x="924678" y="51014"/>
                  <a:pt x="927934" y="55314"/>
                </a:cubicBezTo>
                <a:cubicBezTo>
                  <a:pt x="931191" y="59615"/>
                  <a:pt x="933667" y="64762"/>
                  <a:pt x="935361" y="70757"/>
                </a:cubicBezTo>
                <a:cubicBezTo>
                  <a:pt x="937055" y="76749"/>
                  <a:pt x="937902" y="83459"/>
                  <a:pt x="937902" y="90885"/>
                </a:cubicBezTo>
                <a:cubicBezTo>
                  <a:pt x="937902" y="99094"/>
                  <a:pt x="936761" y="106424"/>
                  <a:pt x="934481" y="112874"/>
                </a:cubicBezTo>
                <a:cubicBezTo>
                  <a:pt x="932200" y="119324"/>
                  <a:pt x="929170" y="124732"/>
                  <a:pt x="925391" y="129098"/>
                </a:cubicBezTo>
                <a:cubicBezTo>
                  <a:pt x="921613" y="133462"/>
                  <a:pt x="917249" y="136817"/>
                  <a:pt x="912298" y="139164"/>
                </a:cubicBezTo>
                <a:cubicBezTo>
                  <a:pt x="907347" y="141508"/>
                  <a:pt x="902201" y="142680"/>
                  <a:pt x="896858" y="142680"/>
                </a:cubicBezTo>
                <a:cubicBezTo>
                  <a:pt x="892689" y="142680"/>
                  <a:pt x="888518" y="141768"/>
                  <a:pt x="884347" y="139945"/>
                </a:cubicBezTo>
                <a:cubicBezTo>
                  <a:pt x="880178" y="138120"/>
                  <a:pt x="876139" y="135513"/>
                  <a:pt x="872230" y="132125"/>
                </a:cubicBezTo>
                <a:lnTo>
                  <a:pt x="872817" y="148153"/>
                </a:lnTo>
                <a:lnTo>
                  <a:pt x="872817" y="178254"/>
                </a:lnTo>
                <a:lnTo>
                  <a:pt x="850339" y="178254"/>
                </a:lnTo>
                <a:moveTo>
                  <a:pt x="892167" y="124115"/>
                </a:moveTo>
                <a:cubicBezTo>
                  <a:pt x="898551" y="124115"/>
                  <a:pt x="903893" y="121346"/>
                  <a:pt x="908191" y="115809"/>
                </a:cubicBezTo>
                <a:cubicBezTo>
                  <a:pt x="912492" y="110269"/>
                  <a:pt x="914642" y="102027"/>
                  <a:pt x="914642" y="91082"/>
                </a:cubicBezTo>
                <a:cubicBezTo>
                  <a:pt x="914642" y="81439"/>
                  <a:pt x="913014" y="73946"/>
                  <a:pt x="909757" y="68604"/>
                </a:cubicBezTo>
                <a:cubicBezTo>
                  <a:pt x="906500" y="63261"/>
                  <a:pt x="901223" y="60590"/>
                  <a:pt x="893926" y="60590"/>
                </a:cubicBezTo>
                <a:cubicBezTo>
                  <a:pt x="887150" y="60590"/>
                  <a:pt x="880114" y="64174"/>
                  <a:pt x="872817" y="71341"/>
                </a:cubicBezTo>
                <a:lnTo>
                  <a:pt x="872817" y="116101"/>
                </a:lnTo>
                <a:cubicBezTo>
                  <a:pt x="876334" y="119097"/>
                  <a:pt x="879721" y="121182"/>
                  <a:pt x="882978" y="122355"/>
                </a:cubicBezTo>
                <a:cubicBezTo>
                  <a:pt x="886237" y="123528"/>
                  <a:pt x="889300" y="124115"/>
                  <a:pt x="892167" y="124115"/>
                </a:cubicBezTo>
                <a:close/>
                <a:moveTo>
                  <a:pt x="995444" y="142680"/>
                </a:moveTo>
                <a:cubicBezTo>
                  <a:pt x="989841" y="142680"/>
                  <a:pt x="985117" y="141833"/>
                  <a:pt x="981272" y="140139"/>
                </a:cubicBezTo>
                <a:cubicBezTo>
                  <a:pt x="977429" y="138445"/>
                  <a:pt x="974301" y="136067"/>
                  <a:pt x="971889" y="133005"/>
                </a:cubicBezTo>
                <a:cubicBezTo>
                  <a:pt x="969480" y="129943"/>
                  <a:pt x="967721" y="126295"/>
                  <a:pt x="966614" y="122060"/>
                </a:cubicBezTo>
                <a:cubicBezTo>
                  <a:pt x="965506" y="117825"/>
                  <a:pt x="964952" y="113102"/>
                  <a:pt x="964952" y="107890"/>
                </a:cubicBezTo>
                <a:lnTo>
                  <a:pt x="964952" y="62156"/>
                </a:lnTo>
                <a:lnTo>
                  <a:pt x="951272" y="62156"/>
                </a:lnTo>
                <a:lnTo>
                  <a:pt x="951272" y="45347"/>
                </a:lnTo>
                <a:lnTo>
                  <a:pt x="966125" y="44369"/>
                </a:lnTo>
                <a:lnTo>
                  <a:pt x="968862" y="18178"/>
                </a:lnTo>
                <a:lnTo>
                  <a:pt x="987624" y="18178"/>
                </a:lnTo>
                <a:lnTo>
                  <a:pt x="987624" y="44369"/>
                </a:lnTo>
                <a:lnTo>
                  <a:pt x="1012056" y="44369"/>
                </a:lnTo>
                <a:lnTo>
                  <a:pt x="1012056" y="62156"/>
                </a:lnTo>
                <a:lnTo>
                  <a:pt x="987624" y="62156"/>
                </a:lnTo>
                <a:lnTo>
                  <a:pt x="987624" y="107890"/>
                </a:lnTo>
                <a:cubicBezTo>
                  <a:pt x="987624" y="119096"/>
                  <a:pt x="992120" y="124699"/>
                  <a:pt x="1001111" y="124699"/>
                </a:cubicBezTo>
                <a:cubicBezTo>
                  <a:pt x="1002805" y="124699"/>
                  <a:pt x="1004532" y="124504"/>
                  <a:pt x="1006291" y="124115"/>
                </a:cubicBezTo>
                <a:cubicBezTo>
                  <a:pt x="1008051" y="123723"/>
                  <a:pt x="1009647" y="123201"/>
                  <a:pt x="1011081" y="122549"/>
                </a:cubicBezTo>
                <a:lnTo>
                  <a:pt x="1014988" y="139164"/>
                </a:lnTo>
                <a:cubicBezTo>
                  <a:pt x="1012383" y="140076"/>
                  <a:pt x="1009419" y="140890"/>
                  <a:pt x="1006094" y="141606"/>
                </a:cubicBezTo>
                <a:cubicBezTo>
                  <a:pt x="1002772" y="142322"/>
                  <a:pt x="999222" y="142680"/>
                  <a:pt x="995444" y="14268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F4BEC-9FB6-4497-A4DB-4FF4B8CD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982" y="5042599"/>
            <a:ext cx="1936987" cy="257414"/>
          </a:xfrm>
          <a:custGeom xmlns:a="http://schemas.openxmlformats.org/drawingml/2006/main">
            <a:pathLst>
              <a:path w="1936987" h="257414">
                <a:moveTo>
                  <a:pt x="0" y="0"/>
                </a:moveTo>
                <a:lnTo>
                  <a:pt x="1852304" y="0"/>
                </a:lnTo>
                <a:lnTo>
                  <a:pt x="1936987" y="84685"/>
                </a:lnTo>
                <a:lnTo>
                  <a:pt x="1936987" y="257414"/>
                </a:lnTo>
                <a:lnTo>
                  <a:pt x="0" y="257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B6159D-556B-46AA-A531-C9246E69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982" y="5042598"/>
            <a:ext cx="1936987" cy="257413"/>
          </a:xfrm>
          <a:custGeom xmlns:a="http://schemas.openxmlformats.org/drawingml/2006/main">
            <a:pathLst>
              <a:path w="1936987" h="257413" fill="none">
                <a:moveTo>
                  <a:pt x="0" y="0"/>
                </a:moveTo>
                <a:lnTo>
                  <a:pt x="1852303" y="0"/>
                </a:lnTo>
                <a:lnTo>
                  <a:pt x="1936987" y="84684"/>
                </a:lnTo>
                <a:lnTo>
                  <a:pt x="1936987" y="257413"/>
                </a:lnTo>
                <a:lnTo>
                  <a:pt x="0" y="2574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189" name="Text fused2.phpt">
            <a:extLst xmlns:a="http://schemas.openxmlformats.org/drawingml/2006/main">
              <a:ext uri="{FF2B5EF4-FFF2-40B4-BE49-F238E27FC236}">
                <a16:creationId xmlns:a16="http://schemas.microsoft.com/office/drawing/2014/main" id="{2672D1BD-C487-4354-A2AD-C53E9AD1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873" y="5110689"/>
            <a:ext cx="1014988" cy="178254"/>
          </a:xfrm>
          <a:custGeom xmlns:a="http://schemas.openxmlformats.org/drawingml/2006/main">
            <a:pathLst>
              <a:path w="1014988" h="178254">
                <a:moveTo>
                  <a:pt x="12902" y="140336"/>
                </a:moveTo>
                <a:lnTo>
                  <a:pt x="12902" y="62156"/>
                </a:lnTo>
                <a:lnTo>
                  <a:pt x="0" y="62156"/>
                </a:lnTo>
                <a:lnTo>
                  <a:pt x="0" y="45347"/>
                </a:lnTo>
                <a:lnTo>
                  <a:pt x="12902" y="44369"/>
                </a:lnTo>
                <a:lnTo>
                  <a:pt x="12902" y="34399"/>
                </a:lnTo>
                <a:cubicBezTo>
                  <a:pt x="12902" y="29448"/>
                  <a:pt x="13487" y="24855"/>
                  <a:pt x="14658" y="20620"/>
                </a:cubicBezTo>
                <a:cubicBezTo>
                  <a:pt x="15831" y="16385"/>
                  <a:pt x="17721" y="12737"/>
                  <a:pt x="20328" y="9675"/>
                </a:cubicBezTo>
                <a:cubicBezTo>
                  <a:pt x="22934" y="6613"/>
                  <a:pt x="26225" y="4235"/>
                  <a:pt x="30200" y="2541"/>
                </a:cubicBezTo>
                <a:cubicBezTo>
                  <a:pt x="34174" y="847"/>
                  <a:pt x="39027" y="0"/>
                  <a:pt x="44759" y="0"/>
                </a:cubicBezTo>
                <a:cubicBezTo>
                  <a:pt x="48147" y="0"/>
                  <a:pt x="51372" y="326"/>
                  <a:pt x="54434" y="978"/>
                </a:cubicBezTo>
                <a:cubicBezTo>
                  <a:pt x="57496" y="1630"/>
                  <a:pt x="60135" y="2412"/>
                  <a:pt x="62350" y="3322"/>
                </a:cubicBezTo>
                <a:lnTo>
                  <a:pt x="58052" y="20131"/>
                </a:lnTo>
                <a:cubicBezTo>
                  <a:pt x="54533" y="18568"/>
                  <a:pt x="51015" y="17787"/>
                  <a:pt x="47497" y="17787"/>
                </a:cubicBezTo>
                <a:cubicBezTo>
                  <a:pt x="39417" y="17787"/>
                  <a:pt x="35377" y="23194"/>
                  <a:pt x="35377" y="34008"/>
                </a:cubicBezTo>
                <a:lnTo>
                  <a:pt x="35377" y="44369"/>
                </a:lnTo>
                <a:lnTo>
                  <a:pt x="54142" y="44369"/>
                </a:lnTo>
                <a:lnTo>
                  <a:pt x="54142" y="62156"/>
                </a:lnTo>
                <a:lnTo>
                  <a:pt x="35377" y="62156"/>
                </a:lnTo>
                <a:lnTo>
                  <a:pt x="35377" y="140336"/>
                </a:lnTo>
                <a:lnTo>
                  <a:pt x="12902" y="140336"/>
                </a:lnTo>
                <a:close/>
                <a:moveTo>
                  <a:pt x="99955" y="142680"/>
                </a:moveTo>
                <a:cubicBezTo>
                  <a:pt x="89662" y="142680"/>
                  <a:pt x="82169" y="139390"/>
                  <a:pt x="77477" y="132811"/>
                </a:cubicBezTo>
                <a:cubicBezTo>
                  <a:pt x="72787" y="126230"/>
                  <a:pt x="70441" y="116816"/>
                  <a:pt x="70441" y="104568"/>
                </a:cubicBezTo>
                <a:lnTo>
                  <a:pt x="70441" y="44369"/>
                </a:lnTo>
                <a:lnTo>
                  <a:pt x="92920" y="44369"/>
                </a:lnTo>
                <a:lnTo>
                  <a:pt x="92920" y="101636"/>
                </a:lnTo>
                <a:cubicBezTo>
                  <a:pt x="92920" y="109585"/>
                  <a:pt x="94092" y="115188"/>
                  <a:pt x="96436" y="118445"/>
                </a:cubicBezTo>
                <a:cubicBezTo>
                  <a:pt x="98782" y="121702"/>
                  <a:pt x="102562" y="123330"/>
                  <a:pt x="107775" y="123330"/>
                </a:cubicBezTo>
                <a:cubicBezTo>
                  <a:pt x="111944" y="123330"/>
                  <a:pt x="115624" y="122288"/>
                  <a:pt x="118816" y="120205"/>
                </a:cubicBezTo>
                <a:cubicBezTo>
                  <a:pt x="122009" y="118119"/>
                  <a:pt x="125429" y="114731"/>
                  <a:pt x="129078" y="110041"/>
                </a:cubicBezTo>
                <a:lnTo>
                  <a:pt x="129078" y="44369"/>
                </a:lnTo>
                <a:lnTo>
                  <a:pt x="151556" y="44369"/>
                </a:lnTo>
                <a:lnTo>
                  <a:pt x="151556" y="140336"/>
                </a:lnTo>
                <a:lnTo>
                  <a:pt x="133185" y="140336"/>
                </a:lnTo>
                <a:lnTo>
                  <a:pt x="131425" y="126262"/>
                </a:lnTo>
                <a:lnTo>
                  <a:pt x="130837" y="126262"/>
                </a:lnTo>
                <a:cubicBezTo>
                  <a:pt x="126668" y="131215"/>
                  <a:pt x="122140" y="135189"/>
                  <a:pt x="117253" y="138185"/>
                </a:cubicBezTo>
                <a:cubicBezTo>
                  <a:pt x="112368" y="141182"/>
                  <a:pt x="106602" y="142680"/>
                  <a:pt x="99955" y="142680"/>
                </a:cubicBezTo>
                <a:close/>
                <a:moveTo>
                  <a:pt x="206753" y="142680"/>
                </a:moveTo>
                <a:cubicBezTo>
                  <a:pt x="200106" y="142680"/>
                  <a:pt x="193558" y="141410"/>
                  <a:pt x="187108" y="138871"/>
                </a:cubicBezTo>
                <a:cubicBezTo>
                  <a:pt x="180658" y="136330"/>
                  <a:pt x="175088" y="133170"/>
                  <a:pt x="170398" y="129390"/>
                </a:cubicBezTo>
                <a:lnTo>
                  <a:pt x="180953" y="114926"/>
                </a:lnTo>
                <a:cubicBezTo>
                  <a:pt x="185251" y="118314"/>
                  <a:pt x="189518" y="120953"/>
                  <a:pt x="193753" y="122844"/>
                </a:cubicBezTo>
                <a:cubicBezTo>
                  <a:pt x="197988" y="124733"/>
                  <a:pt x="202582" y="125677"/>
                  <a:pt x="207535" y="125677"/>
                </a:cubicBezTo>
                <a:cubicBezTo>
                  <a:pt x="212746" y="125677"/>
                  <a:pt x="216589" y="124603"/>
                  <a:pt x="219064" y="122453"/>
                </a:cubicBezTo>
                <a:cubicBezTo>
                  <a:pt x="221542" y="120302"/>
                  <a:pt x="222780" y="117532"/>
                  <a:pt x="222780" y="114144"/>
                </a:cubicBezTo>
                <a:cubicBezTo>
                  <a:pt x="222780" y="112190"/>
                  <a:pt x="222194" y="110464"/>
                  <a:pt x="221021" y="108967"/>
                </a:cubicBezTo>
                <a:cubicBezTo>
                  <a:pt x="219848" y="107468"/>
                  <a:pt x="218284" y="106132"/>
                  <a:pt x="216330" y="104959"/>
                </a:cubicBezTo>
                <a:cubicBezTo>
                  <a:pt x="214375" y="103786"/>
                  <a:pt x="212159" y="102711"/>
                  <a:pt x="209682" y="101735"/>
                </a:cubicBezTo>
                <a:cubicBezTo>
                  <a:pt x="207206" y="100757"/>
                  <a:pt x="204731" y="99747"/>
                  <a:pt x="202256" y="98705"/>
                </a:cubicBezTo>
                <a:cubicBezTo>
                  <a:pt x="199128" y="97532"/>
                  <a:pt x="195936" y="96164"/>
                  <a:pt x="192679" y="94601"/>
                </a:cubicBezTo>
                <a:cubicBezTo>
                  <a:pt x="189423" y="93036"/>
                  <a:pt x="186524" y="91146"/>
                  <a:pt x="183983" y="88931"/>
                </a:cubicBezTo>
                <a:cubicBezTo>
                  <a:pt x="181442" y="86717"/>
                  <a:pt x="179356" y="84144"/>
                  <a:pt x="177726" y="81213"/>
                </a:cubicBezTo>
                <a:cubicBezTo>
                  <a:pt x="176097" y="78280"/>
                  <a:pt x="175283" y="74794"/>
                  <a:pt x="175283" y="70754"/>
                </a:cubicBezTo>
                <a:cubicBezTo>
                  <a:pt x="175283" y="62284"/>
                  <a:pt x="178411" y="55378"/>
                  <a:pt x="184666" y="50035"/>
                </a:cubicBezTo>
                <a:cubicBezTo>
                  <a:pt x="190921" y="44693"/>
                  <a:pt x="199455" y="42022"/>
                  <a:pt x="210269" y="42022"/>
                </a:cubicBezTo>
                <a:cubicBezTo>
                  <a:pt x="216916" y="42022"/>
                  <a:pt x="222910" y="43195"/>
                  <a:pt x="228250" y="45541"/>
                </a:cubicBezTo>
                <a:cubicBezTo>
                  <a:pt x="233593" y="47887"/>
                  <a:pt x="238219" y="50558"/>
                  <a:pt x="242130" y="53555"/>
                </a:cubicBezTo>
                <a:lnTo>
                  <a:pt x="231769" y="67238"/>
                </a:lnTo>
                <a:cubicBezTo>
                  <a:pt x="228381" y="64760"/>
                  <a:pt x="224961" y="62773"/>
                  <a:pt x="221507" y="61276"/>
                </a:cubicBezTo>
                <a:cubicBezTo>
                  <a:pt x="218055" y="59777"/>
                  <a:pt x="214440" y="59027"/>
                  <a:pt x="210660" y="59027"/>
                </a:cubicBezTo>
                <a:cubicBezTo>
                  <a:pt x="205839" y="59027"/>
                  <a:pt x="202288" y="60037"/>
                  <a:pt x="200007" y="62057"/>
                </a:cubicBezTo>
                <a:cubicBezTo>
                  <a:pt x="197728" y="64077"/>
                  <a:pt x="196589" y="66586"/>
                  <a:pt x="196589" y="69582"/>
                </a:cubicBezTo>
                <a:cubicBezTo>
                  <a:pt x="196589" y="71536"/>
                  <a:pt x="197143" y="73197"/>
                  <a:pt x="198250" y="74565"/>
                </a:cubicBezTo>
                <a:cubicBezTo>
                  <a:pt x="199358" y="75933"/>
                  <a:pt x="200823" y="77139"/>
                  <a:pt x="202646" y="78183"/>
                </a:cubicBezTo>
                <a:cubicBezTo>
                  <a:pt x="204472" y="79225"/>
                  <a:pt x="206589" y="80202"/>
                  <a:pt x="208999" y="81115"/>
                </a:cubicBezTo>
                <a:cubicBezTo>
                  <a:pt x="211411" y="82025"/>
                  <a:pt x="213919" y="82937"/>
                  <a:pt x="216523" y="83849"/>
                </a:cubicBezTo>
                <a:cubicBezTo>
                  <a:pt x="219782" y="85023"/>
                  <a:pt x="223040" y="86359"/>
                  <a:pt x="226297" y="87858"/>
                </a:cubicBezTo>
                <a:cubicBezTo>
                  <a:pt x="229555" y="89355"/>
                  <a:pt x="232520" y="91211"/>
                  <a:pt x="235190" y="93426"/>
                </a:cubicBezTo>
                <a:cubicBezTo>
                  <a:pt x="237862" y="95641"/>
                  <a:pt x="240013" y="98345"/>
                  <a:pt x="241641" y="101538"/>
                </a:cubicBezTo>
                <a:cubicBezTo>
                  <a:pt x="243269" y="104731"/>
                  <a:pt x="244084" y="108543"/>
                  <a:pt x="244084" y="112972"/>
                </a:cubicBezTo>
                <a:cubicBezTo>
                  <a:pt x="244084" y="117142"/>
                  <a:pt x="243269" y="121019"/>
                  <a:pt x="241641" y="124604"/>
                </a:cubicBezTo>
                <a:cubicBezTo>
                  <a:pt x="240013" y="128186"/>
                  <a:pt x="237635" y="131314"/>
                  <a:pt x="234507" y="133986"/>
                </a:cubicBezTo>
                <a:cubicBezTo>
                  <a:pt x="231380" y="136656"/>
                  <a:pt x="227470" y="138773"/>
                  <a:pt x="222777" y="140336"/>
                </a:cubicBezTo>
                <a:cubicBezTo>
                  <a:pt x="218087" y="141898"/>
                  <a:pt x="212746" y="142680"/>
                  <a:pt x="206753" y="142680"/>
                </a:cubicBezTo>
                <a:close/>
                <a:moveTo>
                  <a:pt x="305144" y="142680"/>
                </a:moveTo>
                <a:cubicBezTo>
                  <a:pt x="298497" y="142680"/>
                  <a:pt x="292306" y="141541"/>
                  <a:pt x="286572" y="139262"/>
                </a:cubicBezTo>
                <a:cubicBezTo>
                  <a:pt x="280840" y="136982"/>
                  <a:pt x="275824" y="133691"/>
                  <a:pt x="271523" y="129390"/>
                </a:cubicBezTo>
                <a:cubicBezTo>
                  <a:pt x="267225" y="125090"/>
                  <a:pt x="263870" y="119845"/>
                  <a:pt x="261458" y="113655"/>
                </a:cubicBezTo>
                <a:cubicBezTo>
                  <a:pt x="259048" y="107466"/>
                  <a:pt x="257843" y="100398"/>
                  <a:pt x="257843" y="92451"/>
                </a:cubicBezTo>
                <a:cubicBezTo>
                  <a:pt x="257843" y="84633"/>
                  <a:pt x="259081" y="77596"/>
                  <a:pt x="261556" y="71341"/>
                </a:cubicBezTo>
                <a:cubicBezTo>
                  <a:pt x="264032" y="65086"/>
                  <a:pt x="267321" y="59810"/>
                  <a:pt x="271425" y="55511"/>
                </a:cubicBezTo>
                <a:cubicBezTo>
                  <a:pt x="275531" y="51210"/>
                  <a:pt x="280255" y="47887"/>
                  <a:pt x="285597" y="45541"/>
                </a:cubicBezTo>
                <a:cubicBezTo>
                  <a:pt x="290940" y="43195"/>
                  <a:pt x="296412" y="42022"/>
                  <a:pt x="302015" y="42022"/>
                </a:cubicBezTo>
                <a:cubicBezTo>
                  <a:pt x="308531" y="42022"/>
                  <a:pt x="314264" y="43130"/>
                  <a:pt x="319214" y="45347"/>
                </a:cubicBezTo>
                <a:cubicBezTo>
                  <a:pt x="324167" y="47562"/>
                  <a:pt x="328305" y="50689"/>
                  <a:pt x="331627" y="54730"/>
                </a:cubicBezTo>
                <a:cubicBezTo>
                  <a:pt x="334949" y="58768"/>
                  <a:pt x="337458" y="63588"/>
                  <a:pt x="339152" y="69191"/>
                </a:cubicBezTo>
                <a:cubicBezTo>
                  <a:pt x="340846" y="74794"/>
                  <a:pt x="341693" y="80918"/>
                  <a:pt x="341693" y="87563"/>
                </a:cubicBezTo>
                <a:cubicBezTo>
                  <a:pt x="341693" y="89777"/>
                  <a:pt x="341594" y="91862"/>
                  <a:pt x="341397" y="93817"/>
                </a:cubicBezTo>
                <a:cubicBezTo>
                  <a:pt x="341203" y="95771"/>
                  <a:pt x="340975" y="97335"/>
                  <a:pt x="340714" y="98508"/>
                </a:cubicBezTo>
                <a:lnTo>
                  <a:pt x="279734" y="98508"/>
                </a:lnTo>
                <a:cubicBezTo>
                  <a:pt x="280776" y="107109"/>
                  <a:pt x="283805" y="113723"/>
                  <a:pt x="288821" y="118350"/>
                </a:cubicBezTo>
                <a:cubicBezTo>
                  <a:pt x="293839" y="122974"/>
                  <a:pt x="300257" y="125287"/>
                  <a:pt x="308075" y="125287"/>
                </a:cubicBezTo>
                <a:cubicBezTo>
                  <a:pt x="312245" y="125287"/>
                  <a:pt x="316121" y="124668"/>
                  <a:pt x="319704" y="123432"/>
                </a:cubicBezTo>
                <a:cubicBezTo>
                  <a:pt x="323286" y="122193"/>
                  <a:pt x="326837" y="120465"/>
                  <a:pt x="330357" y="118248"/>
                </a:cubicBezTo>
                <a:lnTo>
                  <a:pt x="337980" y="132322"/>
                </a:lnTo>
                <a:cubicBezTo>
                  <a:pt x="333419" y="135318"/>
                  <a:pt x="328337" y="137794"/>
                  <a:pt x="322734" y="139748"/>
                </a:cubicBezTo>
                <a:cubicBezTo>
                  <a:pt x="317131" y="141703"/>
                  <a:pt x="311267" y="142680"/>
                  <a:pt x="305144" y="142680"/>
                </a:cubicBezTo>
                <a:moveTo>
                  <a:pt x="279537" y="83262"/>
                </a:moveTo>
                <a:lnTo>
                  <a:pt x="322146" y="83262"/>
                </a:lnTo>
                <a:cubicBezTo>
                  <a:pt x="322146" y="75836"/>
                  <a:pt x="320550" y="70005"/>
                  <a:pt x="317356" y="65770"/>
                </a:cubicBezTo>
                <a:cubicBezTo>
                  <a:pt x="314165" y="61535"/>
                  <a:pt x="309247" y="59418"/>
                  <a:pt x="302603" y="59418"/>
                </a:cubicBezTo>
                <a:cubicBezTo>
                  <a:pt x="296869" y="59418"/>
                  <a:pt x="291851" y="61438"/>
                  <a:pt x="287551" y="65478"/>
                </a:cubicBezTo>
                <a:cubicBezTo>
                  <a:pt x="283252" y="69516"/>
                  <a:pt x="280581" y="75444"/>
                  <a:pt x="279537" y="83262"/>
                </a:cubicBezTo>
                <a:close/>
                <a:moveTo>
                  <a:pt x="398255" y="142680"/>
                </a:moveTo>
                <a:cubicBezTo>
                  <a:pt x="386137" y="142680"/>
                  <a:pt x="376527" y="138283"/>
                  <a:pt x="369425" y="129489"/>
                </a:cubicBezTo>
                <a:cubicBezTo>
                  <a:pt x="362325" y="120693"/>
                  <a:pt x="358775" y="108347"/>
                  <a:pt x="358775" y="92451"/>
                </a:cubicBezTo>
                <a:cubicBezTo>
                  <a:pt x="358775" y="84633"/>
                  <a:pt x="359915" y="77596"/>
                  <a:pt x="362195" y="71341"/>
                </a:cubicBezTo>
                <a:cubicBezTo>
                  <a:pt x="364476" y="65086"/>
                  <a:pt x="367505" y="59810"/>
                  <a:pt x="371283" y="55511"/>
                </a:cubicBezTo>
                <a:cubicBezTo>
                  <a:pt x="375062" y="51210"/>
                  <a:pt x="379395" y="47887"/>
                  <a:pt x="384280" y="45541"/>
                </a:cubicBezTo>
                <a:cubicBezTo>
                  <a:pt x="389167" y="43195"/>
                  <a:pt x="394217" y="42022"/>
                  <a:pt x="399430" y="42022"/>
                </a:cubicBezTo>
                <a:cubicBezTo>
                  <a:pt x="404902" y="42022"/>
                  <a:pt x="409527" y="42967"/>
                  <a:pt x="413304" y="44858"/>
                </a:cubicBezTo>
                <a:cubicBezTo>
                  <a:pt x="417084" y="46747"/>
                  <a:pt x="420864" y="49320"/>
                  <a:pt x="424643" y="52576"/>
                </a:cubicBezTo>
                <a:lnTo>
                  <a:pt x="423862" y="37137"/>
                </a:lnTo>
                <a:lnTo>
                  <a:pt x="423862" y="2347"/>
                </a:lnTo>
                <a:lnTo>
                  <a:pt x="446337" y="2347"/>
                </a:lnTo>
                <a:lnTo>
                  <a:pt x="446337" y="140336"/>
                </a:lnTo>
                <a:lnTo>
                  <a:pt x="427769" y="140336"/>
                </a:lnTo>
                <a:lnTo>
                  <a:pt x="426206" y="129978"/>
                </a:lnTo>
                <a:lnTo>
                  <a:pt x="425425" y="129978"/>
                </a:lnTo>
                <a:cubicBezTo>
                  <a:pt x="421906" y="133495"/>
                  <a:pt x="417801" y="136491"/>
                  <a:pt x="413111" y="138967"/>
                </a:cubicBezTo>
                <a:cubicBezTo>
                  <a:pt x="408420" y="141442"/>
                  <a:pt x="403469" y="142680"/>
                  <a:pt x="398255" y="142680"/>
                </a:cubicBezTo>
                <a:moveTo>
                  <a:pt x="403728" y="124115"/>
                </a:moveTo>
                <a:cubicBezTo>
                  <a:pt x="410896" y="124115"/>
                  <a:pt x="417607" y="120531"/>
                  <a:pt x="423862" y="113363"/>
                </a:cubicBezTo>
                <a:lnTo>
                  <a:pt x="423862" y="68604"/>
                </a:lnTo>
                <a:cubicBezTo>
                  <a:pt x="420474" y="65607"/>
                  <a:pt x="417184" y="63523"/>
                  <a:pt x="413990" y="62350"/>
                </a:cubicBezTo>
                <a:cubicBezTo>
                  <a:pt x="410797" y="61176"/>
                  <a:pt x="407572" y="60590"/>
                  <a:pt x="404316" y="60590"/>
                </a:cubicBezTo>
                <a:cubicBezTo>
                  <a:pt x="398061" y="60590"/>
                  <a:pt x="392783" y="63327"/>
                  <a:pt x="388482" y="68800"/>
                </a:cubicBezTo>
                <a:cubicBezTo>
                  <a:pt x="384184" y="74272"/>
                  <a:pt x="382034" y="82090"/>
                  <a:pt x="382034" y="92254"/>
                </a:cubicBezTo>
                <a:cubicBezTo>
                  <a:pt x="382034" y="102678"/>
                  <a:pt x="383890" y="110594"/>
                  <a:pt x="387602" y="116002"/>
                </a:cubicBezTo>
                <a:cubicBezTo>
                  <a:pt x="391316" y="121411"/>
                  <a:pt x="396692" y="124115"/>
                  <a:pt x="403728" y="124115"/>
                </a:cubicBezTo>
                <a:close/>
                <a:moveTo>
                  <a:pt x="469088" y="140336"/>
                </a:moveTo>
                <a:lnTo>
                  <a:pt x="469088" y="127240"/>
                </a:lnTo>
                <a:cubicBezTo>
                  <a:pt x="477689" y="118901"/>
                  <a:pt x="485475" y="111214"/>
                  <a:pt x="492445" y="104177"/>
                </a:cubicBezTo>
                <a:cubicBezTo>
                  <a:pt x="499416" y="97141"/>
                  <a:pt x="505344" y="90626"/>
                  <a:pt x="510229" y="84634"/>
                </a:cubicBezTo>
                <a:cubicBezTo>
                  <a:pt x="515117" y="78639"/>
                  <a:pt x="518863" y="73036"/>
                  <a:pt x="521470" y="67825"/>
                </a:cubicBezTo>
                <a:cubicBezTo>
                  <a:pt x="524077" y="62612"/>
                  <a:pt x="525380" y="57659"/>
                  <a:pt x="525380" y="52967"/>
                </a:cubicBezTo>
                <a:cubicBezTo>
                  <a:pt x="525380" y="46322"/>
                  <a:pt x="523620" y="41078"/>
                  <a:pt x="520101" y="37235"/>
                </a:cubicBezTo>
                <a:cubicBezTo>
                  <a:pt x="516584" y="33390"/>
                  <a:pt x="511502" y="31467"/>
                  <a:pt x="504855" y="31467"/>
                </a:cubicBezTo>
                <a:cubicBezTo>
                  <a:pt x="500036" y="31467"/>
                  <a:pt x="495639" y="32836"/>
                  <a:pt x="491664" y="35574"/>
                </a:cubicBezTo>
                <a:cubicBezTo>
                  <a:pt x="487690" y="38310"/>
                  <a:pt x="484008" y="41567"/>
                  <a:pt x="480620" y="45347"/>
                </a:cubicBezTo>
                <a:lnTo>
                  <a:pt x="468112" y="32836"/>
                </a:lnTo>
                <a:cubicBezTo>
                  <a:pt x="473844" y="26712"/>
                  <a:pt x="479740" y="21989"/>
                  <a:pt x="485798" y="18667"/>
                </a:cubicBezTo>
                <a:cubicBezTo>
                  <a:pt x="491858" y="15344"/>
                  <a:pt x="499188" y="13683"/>
                  <a:pt x="507787" y="13683"/>
                </a:cubicBezTo>
                <a:cubicBezTo>
                  <a:pt x="513781" y="13683"/>
                  <a:pt x="519189" y="14596"/>
                  <a:pt x="524011" y="16421"/>
                </a:cubicBezTo>
                <a:cubicBezTo>
                  <a:pt x="528832" y="18244"/>
                  <a:pt x="532937" y="20817"/>
                  <a:pt x="536325" y="24139"/>
                </a:cubicBezTo>
                <a:cubicBezTo>
                  <a:pt x="539713" y="27462"/>
                  <a:pt x="542352" y="31469"/>
                  <a:pt x="544240" y="36161"/>
                </a:cubicBezTo>
                <a:cubicBezTo>
                  <a:pt x="546129" y="40852"/>
                  <a:pt x="547074" y="46063"/>
                  <a:pt x="547074" y="51795"/>
                </a:cubicBezTo>
                <a:cubicBezTo>
                  <a:pt x="547074" y="57269"/>
                  <a:pt x="545868" y="62840"/>
                  <a:pt x="543456" y="68508"/>
                </a:cubicBezTo>
                <a:cubicBezTo>
                  <a:pt x="541046" y="74175"/>
                  <a:pt x="537790" y="79908"/>
                  <a:pt x="533686" y="85708"/>
                </a:cubicBezTo>
                <a:cubicBezTo>
                  <a:pt x="529582" y="91505"/>
                  <a:pt x="524793" y="97466"/>
                  <a:pt x="519320" y="103590"/>
                </a:cubicBezTo>
                <a:cubicBezTo>
                  <a:pt x="513848" y="109714"/>
                  <a:pt x="508049" y="116033"/>
                  <a:pt x="501923" y="122549"/>
                </a:cubicBezTo>
                <a:cubicBezTo>
                  <a:pt x="505182" y="122288"/>
                  <a:pt x="508700" y="121995"/>
                  <a:pt x="512478" y="121669"/>
                </a:cubicBezTo>
                <a:cubicBezTo>
                  <a:pt x="516258" y="121343"/>
                  <a:pt x="519646" y="121180"/>
                  <a:pt x="522642" y="121180"/>
                </a:cubicBezTo>
                <a:lnTo>
                  <a:pt x="553134" y="121180"/>
                </a:lnTo>
                <a:lnTo>
                  <a:pt x="553134" y="140336"/>
                </a:lnTo>
                <a:lnTo>
                  <a:pt x="469088" y="140336"/>
                </a:lnTo>
                <a:close/>
                <a:moveTo>
                  <a:pt x="588980" y="142680"/>
                </a:moveTo>
                <a:cubicBezTo>
                  <a:pt x="584810" y="142680"/>
                  <a:pt x="581325" y="141247"/>
                  <a:pt x="578523" y="138382"/>
                </a:cubicBezTo>
                <a:cubicBezTo>
                  <a:pt x="575722" y="135515"/>
                  <a:pt x="574321" y="131867"/>
                  <a:pt x="574321" y="127437"/>
                </a:cubicBezTo>
                <a:cubicBezTo>
                  <a:pt x="574321" y="123005"/>
                  <a:pt x="575722" y="119357"/>
                  <a:pt x="578523" y="116492"/>
                </a:cubicBezTo>
                <a:cubicBezTo>
                  <a:pt x="581325" y="113625"/>
                  <a:pt x="584810" y="112191"/>
                  <a:pt x="588980" y="112191"/>
                </a:cubicBezTo>
                <a:cubicBezTo>
                  <a:pt x="593149" y="112191"/>
                  <a:pt x="596602" y="113625"/>
                  <a:pt x="599337" y="116492"/>
                </a:cubicBezTo>
                <a:cubicBezTo>
                  <a:pt x="602075" y="119357"/>
                  <a:pt x="603444" y="123005"/>
                  <a:pt x="603444" y="127437"/>
                </a:cubicBezTo>
                <a:cubicBezTo>
                  <a:pt x="603444" y="131867"/>
                  <a:pt x="602075" y="135515"/>
                  <a:pt x="599337" y="138382"/>
                </a:cubicBezTo>
                <a:cubicBezTo>
                  <a:pt x="596602" y="141247"/>
                  <a:pt x="593149" y="142680"/>
                  <a:pt x="588980" y="142680"/>
                </a:cubicBezTo>
                <a:close/>
                <a:moveTo>
                  <a:pt x="630493" y="178254"/>
                </a:moveTo>
                <a:lnTo>
                  <a:pt x="630493" y="44369"/>
                </a:lnTo>
                <a:lnTo>
                  <a:pt x="649062" y="44369"/>
                </a:lnTo>
                <a:lnTo>
                  <a:pt x="650624" y="54533"/>
                </a:lnTo>
                <a:lnTo>
                  <a:pt x="651406" y="54533"/>
                </a:lnTo>
                <a:cubicBezTo>
                  <a:pt x="655446" y="51145"/>
                  <a:pt x="659941" y="48213"/>
                  <a:pt x="664892" y="45738"/>
                </a:cubicBezTo>
                <a:cubicBezTo>
                  <a:pt x="669845" y="43260"/>
                  <a:pt x="674992" y="42022"/>
                  <a:pt x="680335" y="42022"/>
                </a:cubicBezTo>
                <a:cubicBezTo>
                  <a:pt x="686328" y="42022"/>
                  <a:pt x="691637" y="43162"/>
                  <a:pt x="696264" y="45442"/>
                </a:cubicBezTo>
                <a:cubicBezTo>
                  <a:pt x="700890" y="47723"/>
                  <a:pt x="704832" y="51014"/>
                  <a:pt x="708089" y="55314"/>
                </a:cubicBezTo>
                <a:cubicBezTo>
                  <a:pt x="711346" y="59615"/>
                  <a:pt x="713821" y="64762"/>
                  <a:pt x="715515" y="70757"/>
                </a:cubicBezTo>
                <a:cubicBezTo>
                  <a:pt x="717209" y="76749"/>
                  <a:pt x="718056" y="83459"/>
                  <a:pt x="718056" y="90885"/>
                </a:cubicBezTo>
                <a:cubicBezTo>
                  <a:pt x="718056" y="99094"/>
                  <a:pt x="716916" y="106424"/>
                  <a:pt x="714635" y="112874"/>
                </a:cubicBezTo>
                <a:cubicBezTo>
                  <a:pt x="712355" y="119324"/>
                  <a:pt x="709325" y="124732"/>
                  <a:pt x="705545" y="129098"/>
                </a:cubicBezTo>
                <a:cubicBezTo>
                  <a:pt x="701767" y="133462"/>
                  <a:pt x="697403" y="136817"/>
                  <a:pt x="692452" y="139164"/>
                </a:cubicBezTo>
                <a:cubicBezTo>
                  <a:pt x="687502" y="141508"/>
                  <a:pt x="682355" y="142680"/>
                  <a:pt x="677013" y="142680"/>
                </a:cubicBezTo>
                <a:cubicBezTo>
                  <a:pt x="672843" y="142680"/>
                  <a:pt x="668673" y="141768"/>
                  <a:pt x="664501" y="139945"/>
                </a:cubicBezTo>
                <a:cubicBezTo>
                  <a:pt x="660332" y="138120"/>
                  <a:pt x="656293" y="135513"/>
                  <a:pt x="652384" y="132125"/>
                </a:cubicBezTo>
                <a:lnTo>
                  <a:pt x="652972" y="148153"/>
                </a:lnTo>
                <a:lnTo>
                  <a:pt x="652972" y="178254"/>
                </a:lnTo>
                <a:lnTo>
                  <a:pt x="630493" y="178254"/>
                </a:lnTo>
                <a:moveTo>
                  <a:pt x="672321" y="124115"/>
                </a:moveTo>
                <a:cubicBezTo>
                  <a:pt x="678706" y="124115"/>
                  <a:pt x="684047" y="121346"/>
                  <a:pt x="688346" y="115809"/>
                </a:cubicBezTo>
                <a:cubicBezTo>
                  <a:pt x="692646" y="110269"/>
                  <a:pt x="694796" y="102027"/>
                  <a:pt x="694796" y="91082"/>
                </a:cubicBezTo>
                <a:cubicBezTo>
                  <a:pt x="694796" y="81439"/>
                  <a:pt x="693168" y="73946"/>
                  <a:pt x="689911" y="68604"/>
                </a:cubicBezTo>
                <a:cubicBezTo>
                  <a:pt x="686655" y="63261"/>
                  <a:pt x="681378" y="60590"/>
                  <a:pt x="674081" y="60590"/>
                </a:cubicBezTo>
                <a:cubicBezTo>
                  <a:pt x="667305" y="60590"/>
                  <a:pt x="660269" y="64174"/>
                  <a:pt x="652972" y="71341"/>
                </a:cubicBezTo>
                <a:lnTo>
                  <a:pt x="652972" y="116101"/>
                </a:lnTo>
                <a:cubicBezTo>
                  <a:pt x="656489" y="119097"/>
                  <a:pt x="659876" y="121182"/>
                  <a:pt x="663133" y="122355"/>
                </a:cubicBezTo>
                <a:cubicBezTo>
                  <a:pt x="666391" y="123528"/>
                  <a:pt x="669454" y="124115"/>
                  <a:pt x="672321" y="124115"/>
                </a:cubicBezTo>
                <a:close/>
                <a:moveTo>
                  <a:pt x="741784" y="140336"/>
                </a:moveTo>
                <a:lnTo>
                  <a:pt x="741784" y="2347"/>
                </a:lnTo>
                <a:lnTo>
                  <a:pt x="764262" y="2347"/>
                </a:lnTo>
                <a:lnTo>
                  <a:pt x="764262" y="37918"/>
                </a:lnTo>
                <a:lnTo>
                  <a:pt x="763481" y="56486"/>
                </a:lnTo>
                <a:cubicBezTo>
                  <a:pt x="767519" y="52709"/>
                  <a:pt x="771981" y="49353"/>
                  <a:pt x="776866" y="46421"/>
                </a:cubicBezTo>
                <a:cubicBezTo>
                  <a:pt x="781753" y="43488"/>
                  <a:pt x="787520" y="42022"/>
                  <a:pt x="794167" y="42022"/>
                </a:cubicBezTo>
                <a:cubicBezTo>
                  <a:pt x="804460" y="42022"/>
                  <a:pt x="811952" y="45312"/>
                  <a:pt x="816642" y="51893"/>
                </a:cubicBezTo>
                <a:cubicBezTo>
                  <a:pt x="821334" y="58474"/>
                  <a:pt x="823680" y="67889"/>
                  <a:pt x="823680" y="80136"/>
                </a:cubicBezTo>
                <a:lnTo>
                  <a:pt x="823680" y="140336"/>
                </a:lnTo>
                <a:lnTo>
                  <a:pt x="801202" y="140336"/>
                </a:lnTo>
                <a:lnTo>
                  <a:pt x="801202" y="83068"/>
                </a:lnTo>
                <a:cubicBezTo>
                  <a:pt x="801202" y="75119"/>
                  <a:pt x="800029" y="69516"/>
                  <a:pt x="797683" y="66259"/>
                </a:cubicBezTo>
                <a:cubicBezTo>
                  <a:pt x="795339" y="63001"/>
                  <a:pt x="791496" y="61371"/>
                  <a:pt x="786153" y="61371"/>
                </a:cubicBezTo>
                <a:cubicBezTo>
                  <a:pt x="781984" y="61371"/>
                  <a:pt x="778303" y="62381"/>
                  <a:pt x="775109" y="64401"/>
                </a:cubicBezTo>
                <a:cubicBezTo>
                  <a:pt x="771916" y="66421"/>
                  <a:pt x="768301" y="69386"/>
                  <a:pt x="764262" y="73295"/>
                </a:cubicBezTo>
                <a:lnTo>
                  <a:pt x="764262" y="140336"/>
                </a:lnTo>
                <a:lnTo>
                  <a:pt x="741784" y="140336"/>
                </a:lnTo>
                <a:close/>
                <a:moveTo>
                  <a:pt x="850339" y="178254"/>
                </a:moveTo>
                <a:lnTo>
                  <a:pt x="850339" y="44369"/>
                </a:lnTo>
                <a:lnTo>
                  <a:pt x="868907" y="44369"/>
                </a:lnTo>
                <a:lnTo>
                  <a:pt x="870470" y="54533"/>
                </a:lnTo>
                <a:lnTo>
                  <a:pt x="871251" y="54533"/>
                </a:lnTo>
                <a:cubicBezTo>
                  <a:pt x="875292" y="51145"/>
                  <a:pt x="879787" y="48213"/>
                  <a:pt x="884738" y="45738"/>
                </a:cubicBezTo>
                <a:cubicBezTo>
                  <a:pt x="889690" y="43260"/>
                  <a:pt x="894838" y="42022"/>
                  <a:pt x="900180" y="42022"/>
                </a:cubicBezTo>
                <a:cubicBezTo>
                  <a:pt x="906173" y="42022"/>
                  <a:pt x="911483" y="43162"/>
                  <a:pt x="916109" y="45442"/>
                </a:cubicBezTo>
                <a:cubicBezTo>
                  <a:pt x="920736" y="47723"/>
                  <a:pt x="924678" y="51014"/>
                  <a:pt x="927934" y="55314"/>
                </a:cubicBezTo>
                <a:cubicBezTo>
                  <a:pt x="931191" y="59615"/>
                  <a:pt x="933667" y="64762"/>
                  <a:pt x="935361" y="70757"/>
                </a:cubicBezTo>
                <a:cubicBezTo>
                  <a:pt x="937055" y="76749"/>
                  <a:pt x="937902" y="83459"/>
                  <a:pt x="937902" y="90885"/>
                </a:cubicBezTo>
                <a:cubicBezTo>
                  <a:pt x="937902" y="99094"/>
                  <a:pt x="936761" y="106424"/>
                  <a:pt x="934481" y="112874"/>
                </a:cubicBezTo>
                <a:cubicBezTo>
                  <a:pt x="932200" y="119324"/>
                  <a:pt x="929170" y="124732"/>
                  <a:pt x="925391" y="129098"/>
                </a:cubicBezTo>
                <a:cubicBezTo>
                  <a:pt x="921613" y="133462"/>
                  <a:pt x="917249" y="136817"/>
                  <a:pt x="912298" y="139164"/>
                </a:cubicBezTo>
                <a:cubicBezTo>
                  <a:pt x="907347" y="141508"/>
                  <a:pt x="902201" y="142680"/>
                  <a:pt x="896858" y="142680"/>
                </a:cubicBezTo>
                <a:cubicBezTo>
                  <a:pt x="892689" y="142680"/>
                  <a:pt x="888518" y="141768"/>
                  <a:pt x="884347" y="139945"/>
                </a:cubicBezTo>
                <a:cubicBezTo>
                  <a:pt x="880178" y="138120"/>
                  <a:pt x="876139" y="135513"/>
                  <a:pt x="872230" y="132125"/>
                </a:cubicBezTo>
                <a:lnTo>
                  <a:pt x="872817" y="148153"/>
                </a:lnTo>
                <a:lnTo>
                  <a:pt x="872817" y="178254"/>
                </a:lnTo>
                <a:lnTo>
                  <a:pt x="850339" y="178254"/>
                </a:lnTo>
                <a:moveTo>
                  <a:pt x="892167" y="124115"/>
                </a:moveTo>
                <a:cubicBezTo>
                  <a:pt x="898551" y="124115"/>
                  <a:pt x="903893" y="121346"/>
                  <a:pt x="908191" y="115809"/>
                </a:cubicBezTo>
                <a:cubicBezTo>
                  <a:pt x="912492" y="110269"/>
                  <a:pt x="914642" y="102027"/>
                  <a:pt x="914642" y="91082"/>
                </a:cubicBezTo>
                <a:cubicBezTo>
                  <a:pt x="914642" y="81439"/>
                  <a:pt x="913014" y="73946"/>
                  <a:pt x="909757" y="68604"/>
                </a:cubicBezTo>
                <a:cubicBezTo>
                  <a:pt x="906500" y="63261"/>
                  <a:pt x="901223" y="60590"/>
                  <a:pt x="893926" y="60590"/>
                </a:cubicBezTo>
                <a:cubicBezTo>
                  <a:pt x="887150" y="60590"/>
                  <a:pt x="880114" y="64174"/>
                  <a:pt x="872817" y="71341"/>
                </a:cubicBezTo>
                <a:lnTo>
                  <a:pt x="872817" y="116101"/>
                </a:lnTo>
                <a:cubicBezTo>
                  <a:pt x="876334" y="119097"/>
                  <a:pt x="879721" y="121182"/>
                  <a:pt x="882978" y="122355"/>
                </a:cubicBezTo>
                <a:cubicBezTo>
                  <a:pt x="886237" y="123528"/>
                  <a:pt x="889300" y="124115"/>
                  <a:pt x="892167" y="124115"/>
                </a:cubicBezTo>
                <a:close/>
                <a:moveTo>
                  <a:pt x="995444" y="142680"/>
                </a:moveTo>
                <a:cubicBezTo>
                  <a:pt x="989841" y="142680"/>
                  <a:pt x="985117" y="141833"/>
                  <a:pt x="981272" y="140139"/>
                </a:cubicBezTo>
                <a:cubicBezTo>
                  <a:pt x="977429" y="138445"/>
                  <a:pt x="974301" y="136067"/>
                  <a:pt x="971889" y="133005"/>
                </a:cubicBezTo>
                <a:cubicBezTo>
                  <a:pt x="969480" y="129943"/>
                  <a:pt x="967721" y="126295"/>
                  <a:pt x="966614" y="122060"/>
                </a:cubicBezTo>
                <a:cubicBezTo>
                  <a:pt x="965506" y="117825"/>
                  <a:pt x="964952" y="113102"/>
                  <a:pt x="964952" y="107890"/>
                </a:cubicBezTo>
                <a:lnTo>
                  <a:pt x="964952" y="62156"/>
                </a:lnTo>
                <a:lnTo>
                  <a:pt x="951272" y="62156"/>
                </a:lnTo>
                <a:lnTo>
                  <a:pt x="951272" y="45347"/>
                </a:lnTo>
                <a:lnTo>
                  <a:pt x="966125" y="44369"/>
                </a:lnTo>
                <a:lnTo>
                  <a:pt x="968862" y="18178"/>
                </a:lnTo>
                <a:lnTo>
                  <a:pt x="987624" y="18178"/>
                </a:lnTo>
                <a:lnTo>
                  <a:pt x="987624" y="44369"/>
                </a:lnTo>
                <a:lnTo>
                  <a:pt x="1012056" y="44369"/>
                </a:lnTo>
                <a:lnTo>
                  <a:pt x="1012056" y="62156"/>
                </a:lnTo>
                <a:lnTo>
                  <a:pt x="987624" y="62156"/>
                </a:lnTo>
                <a:lnTo>
                  <a:pt x="987624" y="107890"/>
                </a:lnTo>
                <a:cubicBezTo>
                  <a:pt x="987624" y="119096"/>
                  <a:pt x="992120" y="124699"/>
                  <a:pt x="1001111" y="124699"/>
                </a:cubicBezTo>
                <a:cubicBezTo>
                  <a:pt x="1002805" y="124699"/>
                  <a:pt x="1004532" y="124504"/>
                  <a:pt x="1006291" y="124115"/>
                </a:cubicBezTo>
                <a:cubicBezTo>
                  <a:pt x="1008051" y="123723"/>
                  <a:pt x="1009647" y="123201"/>
                  <a:pt x="1011081" y="122549"/>
                </a:cubicBezTo>
                <a:lnTo>
                  <a:pt x="1014988" y="139164"/>
                </a:lnTo>
                <a:cubicBezTo>
                  <a:pt x="1012383" y="140076"/>
                  <a:pt x="1009419" y="140890"/>
                  <a:pt x="1006094" y="141606"/>
                </a:cubicBezTo>
                <a:cubicBezTo>
                  <a:pt x="1002772" y="142322"/>
                  <a:pt x="999222" y="142680"/>
                  <a:pt x="995444" y="14268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35FDAB-40F9-4172-9083-98777969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168" y="5190997"/>
            <a:ext cx="1936987" cy="257414"/>
          </a:xfrm>
          <a:custGeom xmlns:a="http://schemas.openxmlformats.org/drawingml/2006/main">
            <a:pathLst>
              <a:path w="1936987" h="257414">
                <a:moveTo>
                  <a:pt x="0" y="0"/>
                </a:moveTo>
                <a:lnTo>
                  <a:pt x="1852304" y="0"/>
                </a:lnTo>
                <a:lnTo>
                  <a:pt x="1936987" y="84683"/>
                </a:lnTo>
                <a:lnTo>
                  <a:pt x="1936987" y="257414"/>
                </a:lnTo>
                <a:lnTo>
                  <a:pt x="0" y="257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3E16A-80DF-49B8-98A4-2D36D0E6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168" y="5190997"/>
            <a:ext cx="1936987" cy="257413"/>
          </a:xfrm>
          <a:custGeom xmlns:a="http://schemas.openxmlformats.org/drawingml/2006/main">
            <a:pathLst>
              <a:path w="1936987" h="257413" fill="none">
                <a:moveTo>
                  <a:pt x="0" y="0"/>
                </a:moveTo>
                <a:lnTo>
                  <a:pt x="1852303" y="0"/>
                </a:lnTo>
                <a:lnTo>
                  <a:pt x="1936987" y="84684"/>
                </a:lnTo>
                <a:lnTo>
                  <a:pt x="1936987" y="257413"/>
                </a:lnTo>
                <a:lnTo>
                  <a:pt x="0" y="2574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192" name="Text fused3.phpt">
            <a:extLst xmlns:a="http://schemas.openxmlformats.org/drawingml/2006/main">
              <a:ext uri="{FF2B5EF4-FFF2-40B4-BE49-F238E27FC236}">
                <a16:creationId xmlns:a16="http://schemas.microsoft.com/office/drawing/2014/main" id="{88614E40-0738-42DF-9C35-D08A0690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059" y="5256626"/>
            <a:ext cx="1014988" cy="178254"/>
          </a:xfrm>
          <a:custGeom xmlns:a="http://schemas.openxmlformats.org/drawingml/2006/main">
            <a:pathLst>
              <a:path w="1014988" h="178254">
                <a:moveTo>
                  <a:pt x="12902" y="140336"/>
                </a:moveTo>
                <a:lnTo>
                  <a:pt x="12902" y="62156"/>
                </a:lnTo>
                <a:lnTo>
                  <a:pt x="0" y="62156"/>
                </a:lnTo>
                <a:lnTo>
                  <a:pt x="0" y="45347"/>
                </a:lnTo>
                <a:lnTo>
                  <a:pt x="12902" y="44369"/>
                </a:lnTo>
                <a:lnTo>
                  <a:pt x="12902" y="34399"/>
                </a:lnTo>
                <a:cubicBezTo>
                  <a:pt x="12902" y="29448"/>
                  <a:pt x="13487" y="24855"/>
                  <a:pt x="14658" y="20620"/>
                </a:cubicBezTo>
                <a:cubicBezTo>
                  <a:pt x="15831" y="16385"/>
                  <a:pt x="17721" y="12737"/>
                  <a:pt x="20328" y="9675"/>
                </a:cubicBezTo>
                <a:cubicBezTo>
                  <a:pt x="22934" y="6613"/>
                  <a:pt x="26225" y="4235"/>
                  <a:pt x="30200" y="2541"/>
                </a:cubicBezTo>
                <a:cubicBezTo>
                  <a:pt x="34174" y="847"/>
                  <a:pt x="39027" y="0"/>
                  <a:pt x="44759" y="0"/>
                </a:cubicBezTo>
                <a:cubicBezTo>
                  <a:pt x="48147" y="0"/>
                  <a:pt x="51372" y="326"/>
                  <a:pt x="54434" y="978"/>
                </a:cubicBezTo>
                <a:cubicBezTo>
                  <a:pt x="57496" y="1630"/>
                  <a:pt x="60135" y="2412"/>
                  <a:pt x="62350" y="3322"/>
                </a:cubicBezTo>
                <a:lnTo>
                  <a:pt x="58052" y="20131"/>
                </a:lnTo>
                <a:cubicBezTo>
                  <a:pt x="54533" y="18568"/>
                  <a:pt x="51015" y="17787"/>
                  <a:pt x="47497" y="17787"/>
                </a:cubicBezTo>
                <a:cubicBezTo>
                  <a:pt x="39417" y="17787"/>
                  <a:pt x="35377" y="23194"/>
                  <a:pt x="35377" y="34008"/>
                </a:cubicBezTo>
                <a:lnTo>
                  <a:pt x="35377" y="44369"/>
                </a:lnTo>
                <a:lnTo>
                  <a:pt x="54142" y="44369"/>
                </a:lnTo>
                <a:lnTo>
                  <a:pt x="54142" y="62156"/>
                </a:lnTo>
                <a:lnTo>
                  <a:pt x="35377" y="62156"/>
                </a:lnTo>
                <a:lnTo>
                  <a:pt x="35377" y="140336"/>
                </a:lnTo>
                <a:lnTo>
                  <a:pt x="12902" y="140336"/>
                </a:lnTo>
                <a:close/>
                <a:moveTo>
                  <a:pt x="99955" y="142680"/>
                </a:moveTo>
                <a:cubicBezTo>
                  <a:pt x="89662" y="142680"/>
                  <a:pt x="82169" y="139390"/>
                  <a:pt x="77477" y="132811"/>
                </a:cubicBezTo>
                <a:cubicBezTo>
                  <a:pt x="72786" y="126230"/>
                  <a:pt x="70441" y="116816"/>
                  <a:pt x="70441" y="104568"/>
                </a:cubicBezTo>
                <a:lnTo>
                  <a:pt x="70441" y="44369"/>
                </a:lnTo>
                <a:lnTo>
                  <a:pt x="92919" y="44369"/>
                </a:lnTo>
                <a:lnTo>
                  <a:pt x="92919" y="101636"/>
                </a:lnTo>
                <a:cubicBezTo>
                  <a:pt x="92919" y="109585"/>
                  <a:pt x="94091" y="115188"/>
                  <a:pt x="96436" y="118445"/>
                </a:cubicBezTo>
                <a:cubicBezTo>
                  <a:pt x="98782" y="121702"/>
                  <a:pt x="102561" y="123330"/>
                  <a:pt x="107775" y="123330"/>
                </a:cubicBezTo>
                <a:cubicBezTo>
                  <a:pt x="111944" y="123330"/>
                  <a:pt x="115624" y="122288"/>
                  <a:pt x="118815" y="120205"/>
                </a:cubicBezTo>
                <a:cubicBezTo>
                  <a:pt x="122008" y="118119"/>
                  <a:pt x="125429" y="114731"/>
                  <a:pt x="129078" y="110041"/>
                </a:cubicBezTo>
                <a:lnTo>
                  <a:pt x="129078" y="44369"/>
                </a:lnTo>
                <a:lnTo>
                  <a:pt x="151556" y="44369"/>
                </a:lnTo>
                <a:lnTo>
                  <a:pt x="151556" y="140336"/>
                </a:lnTo>
                <a:lnTo>
                  <a:pt x="133184" y="140336"/>
                </a:lnTo>
                <a:lnTo>
                  <a:pt x="131425" y="126262"/>
                </a:lnTo>
                <a:lnTo>
                  <a:pt x="130837" y="126262"/>
                </a:lnTo>
                <a:cubicBezTo>
                  <a:pt x="126668" y="131215"/>
                  <a:pt x="122140" y="135189"/>
                  <a:pt x="117253" y="138185"/>
                </a:cubicBezTo>
                <a:cubicBezTo>
                  <a:pt x="112367" y="141182"/>
                  <a:pt x="106602" y="142680"/>
                  <a:pt x="99955" y="142680"/>
                </a:cubicBezTo>
                <a:close/>
                <a:moveTo>
                  <a:pt x="206753" y="142680"/>
                </a:moveTo>
                <a:cubicBezTo>
                  <a:pt x="200106" y="142680"/>
                  <a:pt x="193558" y="141410"/>
                  <a:pt x="187108" y="138871"/>
                </a:cubicBezTo>
                <a:cubicBezTo>
                  <a:pt x="180658" y="136330"/>
                  <a:pt x="175088" y="133170"/>
                  <a:pt x="170398" y="129390"/>
                </a:cubicBezTo>
                <a:lnTo>
                  <a:pt x="180952" y="114926"/>
                </a:lnTo>
                <a:cubicBezTo>
                  <a:pt x="185251" y="118314"/>
                  <a:pt x="189518" y="120953"/>
                  <a:pt x="193753" y="122844"/>
                </a:cubicBezTo>
                <a:cubicBezTo>
                  <a:pt x="197988" y="124733"/>
                  <a:pt x="202582" y="125677"/>
                  <a:pt x="207534" y="125677"/>
                </a:cubicBezTo>
                <a:cubicBezTo>
                  <a:pt x="212745" y="125677"/>
                  <a:pt x="216589" y="124603"/>
                  <a:pt x="219064" y="122453"/>
                </a:cubicBezTo>
                <a:cubicBezTo>
                  <a:pt x="221541" y="120302"/>
                  <a:pt x="222780" y="117532"/>
                  <a:pt x="222780" y="114144"/>
                </a:cubicBezTo>
                <a:cubicBezTo>
                  <a:pt x="222780" y="112190"/>
                  <a:pt x="222194" y="110464"/>
                  <a:pt x="221021" y="108967"/>
                </a:cubicBezTo>
                <a:cubicBezTo>
                  <a:pt x="219847" y="107468"/>
                  <a:pt x="218284" y="106132"/>
                  <a:pt x="216329" y="104959"/>
                </a:cubicBezTo>
                <a:cubicBezTo>
                  <a:pt x="214375" y="103786"/>
                  <a:pt x="212159" y="102711"/>
                  <a:pt x="209682" y="101735"/>
                </a:cubicBezTo>
                <a:cubicBezTo>
                  <a:pt x="207206" y="100757"/>
                  <a:pt x="204731" y="99747"/>
                  <a:pt x="202255" y="98705"/>
                </a:cubicBezTo>
                <a:cubicBezTo>
                  <a:pt x="199128" y="97532"/>
                  <a:pt x="195936" y="96164"/>
                  <a:pt x="192679" y="94601"/>
                </a:cubicBezTo>
                <a:cubicBezTo>
                  <a:pt x="189422" y="93036"/>
                  <a:pt x="186523" y="91146"/>
                  <a:pt x="183982" y="88931"/>
                </a:cubicBezTo>
                <a:cubicBezTo>
                  <a:pt x="181441" y="86717"/>
                  <a:pt x="179356" y="84144"/>
                  <a:pt x="177725" y="81213"/>
                </a:cubicBezTo>
                <a:cubicBezTo>
                  <a:pt x="176097" y="78280"/>
                  <a:pt x="175283" y="74794"/>
                  <a:pt x="175283" y="70754"/>
                </a:cubicBezTo>
                <a:cubicBezTo>
                  <a:pt x="175283" y="62284"/>
                  <a:pt x="178410" y="55378"/>
                  <a:pt x="184665" y="50035"/>
                </a:cubicBezTo>
                <a:cubicBezTo>
                  <a:pt x="190920" y="44693"/>
                  <a:pt x="199455" y="42022"/>
                  <a:pt x="210269" y="42022"/>
                </a:cubicBezTo>
                <a:cubicBezTo>
                  <a:pt x="216916" y="42022"/>
                  <a:pt x="222909" y="43195"/>
                  <a:pt x="228250" y="45541"/>
                </a:cubicBezTo>
                <a:cubicBezTo>
                  <a:pt x="233592" y="47887"/>
                  <a:pt x="238219" y="50558"/>
                  <a:pt x="242130" y="53555"/>
                </a:cubicBezTo>
                <a:lnTo>
                  <a:pt x="231769" y="67238"/>
                </a:lnTo>
                <a:cubicBezTo>
                  <a:pt x="228381" y="64760"/>
                  <a:pt x="224960" y="62773"/>
                  <a:pt x="221507" y="61276"/>
                </a:cubicBezTo>
                <a:cubicBezTo>
                  <a:pt x="218055" y="59777"/>
                  <a:pt x="214439" y="59027"/>
                  <a:pt x="210660" y="59027"/>
                </a:cubicBezTo>
                <a:cubicBezTo>
                  <a:pt x="205838" y="59027"/>
                  <a:pt x="202287" y="60037"/>
                  <a:pt x="200007" y="62057"/>
                </a:cubicBezTo>
                <a:cubicBezTo>
                  <a:pt x="197728" y="64077"/>
                  <a:pt x="196589" y="66586"/>
                  <a:pt x="196589" y="69582"/>
                </a:cubicBezTo>
                <a:cubicBezTo>
                  <a:pt x="196589" y="71536"/>
                  <a:pt x="197143" y="73197"/>
                  <a:pt x="198250" y="74565"/>
                </a:cubicBezTo>
                <a:cubicBezTo>
                  <a:pt x="199358" y="75933"/>
                  <a:pt x="200823" y="77139"/>
                  <a:pt x="202646" y="78183"/>
                </a:cubicBezTo>
                <a:cubicBezTo>
                  <a:pt x="204471" y="79225"/>
                  <a:pt x="206589" y="80202"/>
                  <a:pt x="208999" y="81115"/>
                </a:cubicBezTo>
                <a:cubicBezTo>
                  <a:pt x="211410" y="82025"/>
                  <a:pt x="213919" y="82937"/>
                  <a:pt x="216523" y="83849"/>
                </a:cubicBezTo>
                <a:cubicBezTo>
                  <a:pt x="219782" y="85023"/>
                  <a:pt x="223040" y="86359"/>
                  <a:pt x="226296" y="87858"/>
                </a:cubicBezTo>
                <a:cubicBezTo>
                  <a:pt x="229555" y="89355"/>
                  <a:pt x="232520" y="91211"/>
                  <a:pt x="235190" y="93426"/>
                </a:cubicBezTo>
                <a:cubicBezTo>
                  <a:pt x="237862" y="95641"/>
                  <a:pt x="240012" y="98345"/>
                  <a:pt x="241641" y="101538"/>
                </a:cubicBezTo>
                <a:cubicBezTo>
                  <a:pt x="243269" y="104731"/>
                  <a:pt x="244083" y="108543"/>
                  <a:pt x="244083" y="112972"/>
                </a:cubicBezTo>
                <a:cubicBezTo>
                  <a:pt x="244083" y="117142"/>
                  <a:pt x="243269" y="121019"/>
                  <a:pt x="241641" y="124604"/>
                </a:cubicBezTo>
                <a:cubicBezTo>
                  <a:pt x="240012" y="128186"/>
                  <a:pt x="237634" y="131314"/>
                  <a:pt x="234507" y="133986"/>
                </a:cubicBezTo>
                <a:cubicBezTo>
                  <a:pt x="231379" y="136656"/>
                  <a:pt x="227469" y="138773"/>
                  <a:pt x="222777" y="140336"/>
                </a:cubicBezTo>
                <a:cubicBezTo>
                  <a:pt x="218087" y="141898"/>
                  <a:pt x="212745" y="142680"/>
                  <a:pt x="206753" y="142680"/>
                </a:cubicBezTo>
                <a:close/>
                <a:moveTo>
                  <a:pt x="305143" y="142680"/>
                </a:moveTo>
                <a:cubicBezTo>
                  <a:pt x="298497" y="142680"/>
                  <a:pt x="292306" y="141541"/>
                  <a:pt x="286572" y="139262"/>
                </a:cubicBezTo>
                <a:cubicBezTo>
                  <a:pt x="280840" y="136982"/>
                  <a:pt x="275824" y="133691"/>
                  <a:pt x="271523" y="129390"/>
                </a:cubicBezTo>
                <a:cubicBezTo>
                  <a:pt x="267224" y="125090"/>
                  <a:pt x="263869" y="119845"/>
                  <a:pt x="261458" y="113655"/>
                </a:cubicBezTo>
                <a:cubicBezTo>
                  <a:pt x="259048" y="107466"/>
                  <a:pt x="257843" y="100398"/>
                  <a:pt x="257843" y="92451"/>
                </a:cubicBezTo>
                <a:cubicBezTo>
                  <a:pt x="257843" y="84633"/>
                  <a:pt x="259081" y="77596"/>
                  <a:pt x="261556" y="71341"/>
                </a:cubicBezTo>
                <a:cubicBezTo>
                  <a:pt x="264031" y="65086"/>
                  <a:pt x="267321" y="59810"/>
                  <a:pt x="271425" y="55511"/>
                </a:cubicBezTo>
                <a:cubicBezTo>
                  <a:pt x="275530" y="51210"/>
                  <a:pt x="280254" y="47887"/>
                  <a:pt x="285597" y="45541"/>
                </a:cubicBezTo>
                <a:cubicBezTo>
                  <a:pt x="290939" y="43195"/>
                  <a:pt x="296412" y="42022"/>
                  <a:pt x="302015" y="42022"/>
                </a:cubicBezTo>
                <a:cubicBezTo>
                  <a:pt x="308530" y="42022"/>
                  <a:pt x="314263" y="43130"/>
                  <a:pt x="319214" y="45347"/>
                </a:cubicBezTo>
                <a:cubicBezTo>
                  <a:pt x="324167" y="47562"/>
                  <a:pt x="328304" y="50689"/>
                  <a:pt x="331627" y="54730"/>
                </a:cubicBezTo>
                <a:cubicBezTo>
                  <a:pt x="334949" y="58768"/>
                  <a:pt x="337457" y="63588"/>
                  <a:pt x="339151" y="69191"/>
                </a:cubicBezTo>
                <a:cubicBezTo>
                  <a:pt x="340845" y="74794"/>
                  <a:pt x="341692" y="80918"/>
                  <a:pt x="341692" y="87563"/>
                </a:cubicBezTo>
                <a:cubicBezTo>
                  <a:pt x="341692" y="89777"/>
                  <a:pt x="341594" y="91862"/>
                  <a:pt x="341397" y="93817"/>
                </a:cubicBezTo>
                <a:cubicBezTo>
                  <a:pt x="341202" y="95771"/>
                  <a:pt x="340975" y="97335"/>
                  <a:pt x="340714" y="98508"/>
                </a:cubicBezTo>
                <a:lnTo>
                  <a:pt x="279734" y="98508"/>
                </a:lnTo>
                <a:cubicBezTo>
                  <a:pt x="280775" y="107109"/>
                  <a:pt x="283804" y="113723"/>
                  <a:pt x="288821" y="118350"/>
                </a:cubicBezTo>
                <a:cubicBezTo>
                  <a:pt x="293839" y="122974"/>
                  <a:pt x="300257" y="125287"/>
                  <a:pt x="308075" y="125287"/>
                </a:cubicBezTo>
                <a:cubicBezTo>
                  <a:pt x="312244" y="125287"/>
                  <a:pt x="316120" y="124668"/>
                  <a:pt x="319703" y="123432"/>
                </a:cubicBezTo>
                <a:cubicBezTo>
                  <a:pt x="323286" y="122193"/>
                  <a:pt x="326837" y="120465"/>
                  <a:pt x="330356" y="118248"/>
                </a:cubicBezTo>
                <a:lnTo>
                  <a:pt x="337979" y="132322"/>
                </a:lnTo>
                <a:cubicBezTo>
                  <a:pt x="333418" y="135318"/>
                  <a:pt x="328336" y="137794"/>
                  <a:pt x="322733" y="139748"/>
                </a:cubicBezTo>
                <a:cubicBezTo>
                  <a:pt x="317131" y="141703"/>
                  <a:pt x="311267" y="142680"/>
                  <a:pt x="305143" y="142680"/>
                </a:cubicBezTo>
                <a:moveTo>
                  <a:pt x="279537" y="83262"/>
                </a:moveTo>
                <a:lnTo>
                  <a:pt x="322146" y="83262"/>
                </a:lnTo>
                <a:cubicBezTo>
                  <a:pt x="322146" y="75836"/>
                  <a:pt x="320549" y="70005"/>
                  <a:pt x="317356" y="65770"/>
                </a:cubicBezTo>
                <a:cubicBezTo>
                  <a:pt x="314165" y="61535"/>
                  <a:pt x="309247" y="59418"/>
                  <a:pt x="302602" y="59418"/>
                </a:cubicBezTo>
                <a:cubicBezTo>
                  <a:pt x="296868" y="59418"/>
                  <a:pt x="291851" y="61438"/>
                  <a:pt x="287550" y="65478"/>
                </a:cubicBezTo>
                <a:cubicBezTo>
                  <a:pt x="283252" y="69516"/>
                  <a:pt x="280581" y="75444"/>
                  <a:pt x="279537" y="83262"/>
                </a:cubicBezTo>
                <a:close/>
                <a:moveTo>
                  <a:pt x="398255" y="142680"/>
                </a:moveTo>
                <a:cubicBezTo>
                  <a:pt x="386137" y="142680"/>
                  <a:pt x="376527" y="138283"/>
                  <a:pt x="369425" y="129489"/>
                </a:cubicBezTo>
                <a:cubicBezTo>
                  <a:pt x="362325" y="120693"/>
                  <a:pt x="358775" y="108347"/>
                  <a:pt x="358775" y="92451"/>
                </a:cubicBezTo>
                <a:cubicBezTo>
                  <a:pt x="358775" y="84633"/>
                  <a:pt x="359915" y="77596"/>
                  <a:pt x="362195" y="71341"/>
                </a:cubicBezTo>
                <a:cubicBezTo>
                  <a:pt x="364476" y="65086"/>
                  <a:pt x="367505" y="59810"/>
                  <a:pt x="371283" y="55511"/>
                </a:cubicBezTo>
                <a:cubicBezTo>
                  <a:pt x="375062" y="51210"/>
                  <a:pt x="379395" y="47887"/>
                  <a:pt x="384280" y="45541"/>
                </a:cubicBezTo>
                <a:cubicBezTo>
                  <a:pt x="389167" y="43195"/>
                  <a:pt x="394217" y="42022"/>
                  <a:pt x="399430" y="42022"/>
                </a:cubicBezTo>
                <a:cubicBezTo>
                  <a:pt x="404902" y="42022"/>
                  <a:pt x="409527" y="42967"/>
                  <a:pt x="413304" y="44858"/>
                </a:cubicBezTo>
                <a:cubicBezTo>
                  <a:pt x="417084" y="46747"/>
                  <a:pt x="420864" y="49320"/>
                  <a:pt x="424643" y="52576"/>
                </a:cubicBezTo>
                <a:lnTo>
                  <a:pt x="423862" y="37137"/>
                </a:lnTo>
                <a:lnTo>
                  <a:pt x="423862" y="2347"/>
                </a:lnTo>
                <a:lnTo>
                  <a:pt x="446337" y="2347"/>
                </a:lnTo>
                <a:lnTo>
                  <a:pt x="446337" y="140336"/>
                </a:lnTo>
                <a:lnTo>
                  <a:pt x="427769" y="140336"/>
                </a:lnTo>
                <a:lnTo>
                  <a:pt x="426206" y="129978"/>
                </a:lnTo>
                <a:lnTo>
                  <a:pt x="425425" y="129978"/>
                </a:lnTo>
                <a:cubicBezTo>
                  <a:pt x="421906" y="133495"/>
                  <a:pt x="417801" y="136491"/>
                  <a:pt x="413111" y="138967"/>
                </a:cubicBezTo>
                <a:cubicBezTo>
                  <a:pt x="408420" y="141442"/>
                  <a:pt x="403469" y="142680"/>
                  <a:pt x="398255" y="142680"/>
                </a:cubicBezTo>
                <a:moveTo>
                  <a:pt x="403728" y="124115"/>
                </a:moveTo>
                <a:cubicBezTo>
                  <a:pt x="410896" y="124115"/>
                  <a:pt x="417607" y="120531"/>
                  <a:pt x="423862" y="113363"/>
                </a:cubicBezTo>
                <a:lnTo>
                  <a:pt x="423862" y="68604"/>
                </a:lnTo>
                <a:cubicBezTo>
                  <a:pt x="420474" y="65607"/>
                  <a:pt x="417184" y="63523"/>
                  <a:pt x="413990" y="62350"/>
                </a:cubicBezTo>
                <a:cubicBezTo>
                  <a:pt x="410797" y="61176"/>
                  <a:pt x="407572" y="60590"/>
                  <a:pt x="404316" y="60590"/>
                </a:cubicBezTo>
                <a:cubicBezTo>
                  <a:pt x="398061" y="60590"/>
                  <a:pt x="392783" y="63327"/>
                  <a:pt x="388482" y="68800"/>
                </a:cubicBezTo>
                <a:cubicBezTo>
                  <a:pt x="384184" y="74272"/>
                  <a:pt x="382034" y="82090"/>
                  <a:pt x="382034" y="92254"/>
                </a:cubicBezTo>
                <a:cubicBezTo>
                  <a:pt x="382034" y="102678"/>
                  <a:pt x="383890" y="110594"/>
                  <a:pt x="387602" y="116002"/>
                </a:cubicBezTo>
                <a:cubicBezTo>
                  <a:pt x="391316" y="121411"/>
                  <a:pt x="396692" y="124115"/>
                  <a:pt x="403728" y="124115"/>
                </a:cubicBezTo>
                <a:close/>
                <a:moveTo>
                  <a:pt x="508571" y="142680"/>
                </a:moveTo>
                <a:cubicBezTo>
                  <a:pt x="498407" y="142680"/>
                  <a:pt x="489937" y="140987"/>
                  <a:pt x="483161" y="137601"/>
                </a:cubicBezTo>
                <a:cubicBezTo>
                  <a:pt x="476385" y="134213"/>
                  <a:pt x="470782" y="130043"/>
                  <a:pt x="466353" y="125090"/>
                </a:cubicBezTo>
                <a:lnTo>
                  <a:pt x="477101" y="110628"/>
                </a:lnTo>
                <a:cubicBezTo>
                  <a:pt x="480881" y="114406"/>
                  <a:pt x="485181" y="117631"/>
                  <a:pt x="490003" y="120303"/>
                </a:cubicBezTo>
                <a:cubicBezTo>
                  <a:pt x="494824" y="122973"/>
                  <a:pt x="500362" y="124308"/>
                  <a:pt x="506615" y="124308"/>
                </a:cubicBezTo>
                <a:cubicBezTo>
                  <a:pt x="513391" y="124308"/>
                  <a:pt x="518896" y="122647"/>
                  <a:pt x="523131" y="119325"/>
                </a:cubicBezTo>
                <a:cubicBezTo>
                  <a:pt x="527366" y="116002"/>
                  <a:pt x="529484" y="111410"/>
                  <a:pt x="529484" y="105546"/>
                </a:cubicBezTo>
                <a:cubicBezTo>
                  <a:pt x="529484" y="102288"/>
                  <a:pt x="528897" y="99356"/>
                  <a:pt x="527724" y="96751"/>
                </a:cubicBezTo>
                <a:cubicBezTo>
                  <a:pt x="526551" y="94145"/>
                  <a:pt x="524564" y="91930"/>
                  <a:pt x="521762" y="90107"/>
                </a:cubicBezTo>
                <a:cubicBezTo>
                  <a:pt x="518961" y="88281"/>
                  <a:pt x="515215" y="86881"/>
                  <a:pt x="510525" y="85904"/>
                </a:cubicBezTo>
                <a:cubicBezTo>
                  <a:pt x="505834" y="84926"/>
                  <a:pt x="499971" y="84437"/>
                  <a:pt x="492935" y="84437"/>
                </a:cubicBezTo>
                <a:lnTo>
                  <a:pt x="492935" y="68019"/>
                </a:lnTo>
                <a:cubicBezTo>
                  <a:pt x="499058" y="68019"/>
                  <a:pt x="504172" y="67531"/>
                  <a:pt x="508276" y="66555"/>
                </a:cubicBezTo>
                <a:cubicBezTo>
                  <a:pt x="512382" y="65576"/>
                  <a:pt x="515705" y="64208"/>
                  <a:pt x="518246" y="62448"/>
                </a:cubicBezTo>
                <a:cubicBezTo>
                  <a:pt x="520787" y="60688"/>
                  <a:pt x="522611" y="58571"/>
                  <a:pt x="523719" y="56096"/>
                </a:cubicBezTo>
                <a:cubicBezTo>
                  <a:pt x="524826" y="53620"/>
                  <a:pt x="525380" y="50949"/>
                  <a:pt x="525380" y="48082"/>
                </a:cubicBezTo>
                <a:cubicBezTo>
                  <a:pt x="525380" y="42871"/>
                  <a:pt x="523750" y="38799"/>
                  <a:pt x="520492" y="35866"/>
                </a:cubicBezTo>
                <a:cubicBezTo>
                  <a:pt x="517235" y="32933"/>
                  <a:pt x="512740" y="31467"/>
                  <a:pt x="507005" y="31467"/>
                </a:cubicBezTo>
                <a:cubicBezTo>
                  <a:pt x="502055" y="31467"/>
                  <a:pt x="497592" y="32543"/>
                  <a:pt x="493618" y="34694"/>
                </a:cubicBezTo>
                <a:cubicBezTo>
                  <a:pt x="489643" y="36843"/>
                  <a:pt x="485767" y="39678"/>
                  <a:pt x="481989" y="43197"/>
                </a:cubicBezTo>
                <a:lnTo>
                  <a:pt x="470456" y="29320"/>
                </a:lnTo>
                <a:cubicBezTo>
                  <a:pt x="475799" y="24627"/>
                  <a:pt x="481499" y="20849"/>
                  <a:pt x="487557" y="17984"/>
                </a:cubicBezTo>
                <a:cubicBezTo>
                  <a:pt x="493618" y="15117"/>
                  <a:pt x="500361" y="13683"/>
                  <a:pt x="507787" y="13683"/>
                </a:cubicBezTo>
                <a:cubicBezTo>
                  <a:pt x="513781" y="13683"/>
                  <a:pt x="519254" y="14400"/>
                  <a:pt x="524205" y="15833"/>
                </a:cubicBezTo>
                <a:cubicBezTo>
                  <a:pt x="529158" y="17265"/>
                  <a:pt x="533393" y="19382"/>
                  <a:pt x="536910" y="22186"/>
                </a:cubicBezTo>
                <a:cubicBezTo>
                  <a:pt x="540429" y="24987"/>
                  <a:pt x="543166" y="28440"/>
                  <a:pt x="545120" y="32544"/>
                </a:cubicBezTo>
                <a:cubicBezTo>
                  <a:pt x="547075" y="36647"/>
                  <a:pt x="548052" y="41306"/>
                  <a:pt x="548052" y="46519"/>
                </a:cubicBezTo>
                <a:cubicBezTo>
                  <a:pt x="548052" y="53556"/>
                  <a:pt x="546129" y="59419"/>
                  <a:pt x="542284" y="64109"/>
                </a:cubicBezTo>
                <a:cubicBezTo>
                  <a:pt x="538441" y="68799"/>
                  <a:pt x="533131" y="72448"/>
                  <a:pt x="526355" y="75054"/>
                </a:cubicBezTo>
                <a:lnTo>
                  <a:pt x="526355" y="75836"/>
                </a:lnTo>
                <a:cubicBezTo>
                  <a:pt x="533783" y="77790"/>
                  <a:pt x="539940" y="81374"/>
                  <a:pt x="544825" y="86587"/>
                </a:cubicBezTo>
                <a:cubicBezTo>
                  <a:pt x="549712" y="91799"/>
                  <a:pt x="552156" y="98509"/>
                  <a:pt x="552156" y="106718"/>
                </a:cubicBezTo>
                <a:cubicBezTo>
                  <a:pt x="552156" y="112450"/>
                  <a:pt x="551015" y="117532"/>
                  <a:pt x="548735" y="121964"/>
                </a:cubicBezTo>
                <a:cubicBezTo>
                  <a:pt x="546454" y="126394"/>
                  <a:pt x="543327" y="130140"/>
                  <a:pt x="539352" y="133202"/>
                </a:cubicBezTo>
                <a:cubicBezTo>
                  <a:pt x="535380" y="136264"/>
                  <a:pt x="530754" y="138609"/>
                  <a:pt x="525475" y="140237"/>
                </a:cubicBezTo>
                <a:cubicBezTo>
                  <a:pt x="520198" y="141866"/>
                  <a:pt x="514564" y="142680"/>
                  <a:pt x="508571" y="142680"/>
                </a:cubicBezTo>
                <a:close/>
                <a:moveTo>
                  <a:pt x="588979" y="142680"/>
                </a:moveTo>
                <a:cubicBezTo>
                  <a:pt x="584810" y="142680"/>
                  <a:pt x="581325" y="141247"/>
                  <a:pt x="578523" y="138382"/>
                </a:cubicBezTo>
                <a:cubicBezTo>
                  <a:pt x="575722" y="135515"/>
                  <a:pt x="574321" y="131867"/>
                  <a:pt x="574321" y="127437"/>
                </a:cubicBezTo>
                <a:cubicBezTo>
                  <a:pt x="574321" y="123005"/>
                  <a:pt x="575722" y="119357"/>
                  <a:pt x="578523" y="116492"/>
                </a:cubicBezTo>
                <a:cubicBezTo>
                  <a:pt x="581325" y="113625"/>
                  <a:pt x="584810" y="112191"/>
                  <a:pt x="588979" y="112191"/>
                </a:cubicBezTo>
                <a:cubicBezTo>
                  <a:pt x="593149" y="112191"/>
                  <a:pt x="596601" y="113625"/>
                  <a:pt x="599337" y="116492"/>
                </a:cubicBezTo>
                <a:cubicBezTo>
                  <a:pt x="602075" y="119357"/>
                  <a:pt x="603444" y="123005"/>
                  <a:pt x="603444" y="127437"/>
                </a:cubicBezTo>
                <a:cubicBezTo>
                  <a:pt x="603444" y="131867"/>
                  <a:pt x="602075" y="135515"/>
                  <a:pt x="599337" y="138382"/>
                </a:cubicBezTo>
                <a:cubicBezTo>
                  <a:pt x="596601" y="141247"/>
                  <a:pt x="593149" y="142680"/>
                  <a:pt x="588979" y="142680"/>
                </a:cubicBezTo>
                <a:close/>
                <a:moveTo>
                  <a:pt x="630493" y="178254"/>
                </a:moveTo>
                <a:lnTo>
                  <a:pt x="630493" y="44369"/>
                </a:lnTo>
                <a:lnTo>
                  <a:pt x="649062" y="44369"/>
                </a:lnTo>
                <a:lnTo>
                  <a:pt x="650624" y="54533"/>
                </a:lnTo>
                <a:lnTo>
                  <a:pt x="651406" y="54533"/>
                </a:lnTo>
                <a:cubicBezTo>
                  <a:pt x="655446" y="51145"/>
                  <a:pt x="659941" y="48213"/>
                  <a:pt x="664892" y="45738"/>
                </a:cubicBezTo>
                <a:cubicBezTo>
                  <a:pt x="669845" y="43260"/>
                  <a:pt x="674992" y="42022"/>
                  <a:pt x="680335" y="42022"/>
                </a:cubicBezTo>
                <a:cubicBezTo>
                  <a:pt x="686327" y="42022"/>
                  <a:pt x="691637" y="43162"/>
                  <a:pt x="696264" y="45442"/>
                </a:cubicBezTo>
                <a:cubicBezTo>
                  <a:pt x="700890" y="47723"/>
                  <a:pt x="704832" y="51014"/>
                  <a:pt x="708089" y="55314"/>
                </a:cubicBezTo>
                <a:cubicBezTo>
                  <a:pt x="711346" y="59615"/>
                  <a:pt x="713821" y="64762"/>
                  <a:pt x="715515" y="70757"/>
                </a:cubicBezTo>
                <a:cubicBezTo>
                  <a:pt x="717209" y="76749"/>
                  <a:pt x="718056" y="83459"/>
                  <a:pt x="718056" y="90885"/>
                </a:cubicBezTo>
                <a:cubicBezTo>
                  <a:pt x="718056" y="99094"/>
                  <a:pt x="716916" y="106424"/>
                  <a:pt x="714635" y="112874"/>
                </a:cubicBezTo>
                <a:cubicBezTo>
                  <a:pt x="712355" y="119324"/>
                  <a:pt x="709324" y="124732"/>
                  <a:pt x="705545" y="129098"/>
                </a:cubicBezTo>
                <a:cubicBezTo>
                  <a:pt x="701767" y="133462"/>
                  <a:pt x="697403" y="136817"/>
                  <a:pt x="692452" y="139164"/>
                </a:cubicBezTo>
                <a:cubicBezTo>
                  <a:pt x="687501" y="141508"/>
                  <a:pt x="682355" y="142680"/>
                  <a:pt x="677012" y="142680"/>
                </a:cubicBezTo>
                <a:cubicBezTo>
                  <a:pt x="672843" y="142680"/>
                  <a:pt x="668673" y="141768"/>
                  <a:pt x="664501" y="139945"/>
                </a:cubicBezTo>
                <a:cubicBezTo>
                  <a:pt x="660332" y="138120"/>
                  <a:pt x="656293" y="135513"/>
                  <a:pt x="652384" y="132125"/>
                </a:cubicBezTo>
                <a:lnTo>
                  <a:pt x="652971" y="148153"/>
                </a:lnTo>
                <a:lnTo>
                  <a:pt x="652971" y="178254"/>
                </a:lnTo>
                <a:lnTo>
                  <a:pt x="630493" y="178254"/>
                </a:lnTo>
                <a:moveTo>
                  <a:pt x="672321" y="124115"/>
                </a:moveTo>
                <a:cubicBezTo>
                  <a:pt x="678705" y="124115"/>
                  <a:pt x="684047" y="121346"/>
                  <a:pt x="688345" y="115809"/>
                </a:cubicBezTo>
                <a:cubicBezTo>
                  <a:pt x="692646" y="110269"/>
                  <a:pt x="694796" y="102027"/>
                  <a:pt x="694796" y="91082"/>
                </a:cubicBezTo>
                <a:cubicBezTo>
                  <a:pt x="694796" y="81439"/>
                  <a:pt x="693168" y="73946"/>
                  <a:pt x="689911" y="68604"/>
                </a:cubicBezTo>
                <a:cubicBezTo>
                  <a:pt x="686654" y="63261"/>
                  <a:pt x="681378" y="60590"/>
                  <a:pt x="674081" y="60590"/>
                </a:cubicBezTo>
                <a:cubicBezTo>
                  <a:pt x="667305" y="60590"/>
                  <a:pt x="660268" y="64174"/>
                  <a:pt x="652971" y="71341"/>
                </a:cubicBezTo>
                <a:lnTo>
                  <a:pt x="652971" y="116101"/>
                </a:lnTo>
                <a:cubicBezTo>
                  <a:pt x="656489" y="119097"/>
                  <a:pt x="659876" y="121182"/>
                  <a:pt x="663132" y="122355"/>
                </a:cubicBezTo>
                <a:cubicBezTo>
                  <a:pt x="666391" y="123528"/>
                  <a:pt x="669454" y="124115"/>
                  <a:pt x="672321" y="124115"/>
                </a:cubicBezTo>
                <a:close/>
                <a:moveTo>
                  <a:pt x="741784" y="140336"/>
                </a:moveTo>
                <a:lnTo>
                  <a:pt x="741784" y="2347"/>
                </a:lnTo>
                <a:lnTo>
                  <a:pt x="764263" y="2347"/>
                </a:lnTo>
                <a:lnTo>
                  <a:pt x="764263" y="37918"/>
                </a:lnTo>
                <a:lnTo>
                  <a:pt x="763481" y="56486"/>
                </a:lnTo>
                <a:cubicBezTo>
                  <a:pt x="767519" y="52709"/>
                  <a:pt x="771981" y="49353"/>
                  <a:pt x="776866" y="46421"/>
                </a:cubicBezTo>
                <a:cubicBezTo>
                  <a:pt x="781753" y="43488"/>
                  <a:pt x="787520" y="42022"/>
                  <a:pt x="794167" y="42022"/>
                </a:cubicBezTo>
                <a:cubicBezTo>
                  <a:pt x="804460" y="42022"/>
                  <a:pt x="811952" y="45312"/>
                  <a:pt x="816642" y="51893"/>
                </a:cubicBezTo>
                <a:cubicBezTo>
                  <a:pt x="821334" y="58474"/>
                  <a:pt x="823680" y="67889"/>
                  <a:pt x="823680" y="80136"/>
                </a:cubicBezTo>
                <a:lnTo>
                  <a:pt x="823680" y="140336"/>
                </a:lnTo>
                <a:lnTo>
                  <a:pt x="801202" y="140336"/>
                </a:lnTo>
                <a:lnTo>
                  <a:pt x="801202" y="83068"/>
                </a:lnTo>
                <a:cubicBezTo>
                  <a:pt x="801202" y="75119"/>
                  <a:pt x="800029" y="69516"/>
                  <a:pt x="797683" y="66259"/>
                </a:cubicBezTo>
                <a:cubicBezTo>
                  <a:pt x="795339" y="63001"/>
                  <a:pt x="791496" y="61371"/>
                  <a:pt x="786153" y="61371"/>
                </a:cubicBezTo>
                <a:cubicBezTo>
                  <a:pt x="781984" y="61371"/>
                  <a:pt x="778303" y="62381"/>
                  <a:pt x="775109" y="64401"/>
                </a:cubicBezTo>
                <a:cubicBezTo>
                  <a:pt x="771916" y="66421"/>
                  <a:pt x="768301" y="69386"/>
                  <a:pt x="764263" y="73295"/>
                </a:cubicBezTo>
                <a:lnTo>
                  <a:pt x="764263" y="140336"/>
                </a:lnTo>
                <a:lnTo>
                  <a:pt x="741784" y="140336"/>
                </a:lnTo>
                <a:close/>
                <a:moveTo>
                  <a:pt x="850339" y="178254"/>
                </a:moveTo>
                <a:lnTo>
                  <a:pt x="850339" y="44369"/>
                </a:lnTo>
                <a:lnTo>
                  <a:pt x="868907" y="44369"/>
                </a:lnTo>
                <a:lnTo>
                  <a:pt x="870470" y="54533"/>
                </a:lnTo>
                <a:lnTo>
                  <a:pt x="871251" y="54533"/>
                </a:lnTo>
                <a:cubicBezTo>
                  <a:pt x="875291" y="51145"/>
                  <a:pt x="879787" y="48213"/>
                  <a:pt x="884737" y="45738"/>
                </a:cubicBezTo>
                <a:cubicBezTo>
                  <a:pt x="889690" y="43260"/>
                  <a:pt x="894838" y="42022"/>
                  <a:pt x="900180" y="42022"/>
                </a:cubicBezTo>
                <a:cubicBezTo>
                  <a:pt x="906173" y="42022"/>
                  <a:pt x="911482" y="43162"/>
                  <a:pt x="916109" y="45442"/>
                </a:cubicBezTo>
                <a:cubicBezTo>
                  <a:pt x="920736" y="47723"/>
                  <a:pt x="924677" y="51014"/>
                  <a:pt x="927934" y="55314"/>
                </a:cubicBezTo>
                <a:cubicBezTo>
                  <a:pt x="931191" y="59615"/>
                  <a:pt x="933666" y="64762"/>
                  <a:pt x="935360" y="70757"/>
                </a:cubicBezTo>
                <a:cubicBezTo>
                  <a:pt x="937054" y="76749"/>
                  <a:pt x="937901" y="83459"/>
                  <a:pt x="937901" y="90885"/>
                </a:cubicBezTo>
                <a:cubicBezTo>
                  <a:pt x="937901" y="99094"/>
                  <a:pt x="936761" y="106424"/>
                  <a:pt x="934481" y="112874"/>
                </a:cubicBezTo>
                <a:cubicBezTo>
                  <a:pt x="932200" y="119324"/>
                  <a:pt x="929170" y="124732"/>
                  <a:pt x="925390" y="129098"/>
                </a:cubicBezTo>
                <a:cubicBezTo>
                  <a:pt x="921613" y="133462"/>
                  <a:pt x="917248" y="136817"/>
                  <a:pt x="912298" y="139164"/>
                </a:cubicBezTo>
                <a:cubicBezTo>
                  <a:pt x="907347" y="141508"/>
                  <a:pt x="902200" y="142680"/>
                  <a:pt x="896858" y="142680"/>
                </a:cubicBezTo>
                <a:cubicBezTo>
                  <a:pt x="892689" y="142680"/>
                  <a:pt x="888518" y="141768"/>
                  <a:pt x="884347" y="139945"/>
                </a:cubicBezTo>
                <a:cubicBezTo>
                  <a:pt x="880177" y="138120"/>
                  <a:pt x="876138" y="135513"/>
                  <a:pt x="872229" y="132125"/>
                </a:cubicBezTo>
                <a:lnTo>
                  <a:pt x="872817" y="148153"/>
                </a:lnTo>
                <a:lnTo>
                  <a:pt x="872817" y="178254"/>
                </a:lnTo>
                <a:lnTo>
                  <a:pt x="850339" y="178254"/>
                </a:lnTo>
                <a:moveTo>
                  <a:pt x="892167" y="124115"/>
                </a:moveTo>
                <a:cubicBezTo>
                  <a:pt x="898551" y="124115"/>
                  <a:pt x="903892" y="121346"/>
                  <a:pt x="908191" y="115809"/>
                </a:cubicBezTo>
                <a:cubicBezTo>
                  <a:pt x="912491" y="110269"/>
                  <a:pt x="914642" y="102027"/>
                  <a:pt x="914642" y="91082"/>
                </a:cubicBezTo>
                <a:cubicBezTo>
                  <a:pt x="914642" y="81439"/>
                  <a:pt x="913013" y="73946"/>
                  <a:pt x="909757" y="68604"/>
                </a:cubicBezTo>
                <a:cubicBezTo>
                  <a:pt x="906500" y="63261"/>
                  <a:pt x="901223" y="60590"/>
                  <a:pt x="893926" y="60590"/>
                </a:cubicBezTo>
                <a:cubicBezTo>
                  <a:pt x="887150" y="60590"/>
                  <a:pt x="880114" y="64174"/>
                  <a:pt x="872817" y="71341"/>
                </a:cubicBezTo>
                <a:lnTo>
                  <a:pt x="872817" y="116101"/>
                </a:lnTo>
                <a:cubicBezTo>
                  <a:pt x="876334" y="119097"/>
                  <a:pt x="879721" y="121182"/>
                  <a:pt x="882978" y="122355"/>
                </a:cubicBezTo>
                <a:cubicBezTo>
                  <a:pt x="886237" y="123528"/>
                  <a:pt x="889300" y="124115"/>
                  <a:pt x="892167" y="124115"/>
                </a:cubicBezTo>
                <a:close/>
                <a:moveTo>
                  <a:pt x="995444" y="142680"/>
                </a:moveTo>
                <a:cubicBezTo>
                  <a:pt x="989841" y="142680"/>
                  <a:pt x="985117" y="141833"/>
                  <a:pt x="981272" y="140139"/>
                </a:cubicBezTo>
                <a:cubicBezTo>
                  <a:pt x="977428" y="138445"/>
                  <a:pt x="974301" y="136067"/>
                  <a:pt x="971889" y="133005"/>
                </a:cubicBezTo>
                <a:cubicBezTo>
                  <a:pt x="969479" y="129943"/>
                  <a:pt x="967721" y="126295"/>
                  <a:pt x="966613" y="122060"/>
                </a:cubicBezTo>
                <a:cubicBezTo>
                  <a:pt x="965506" y="117825"/>
                  <a:pt x="964952" y="113102"/>
                  <a:pt x="964952" y="107890"/>
                </a:cubicBezTo>
                <a:lnTo>
                  <a:pt x="964952" y="62156"/>
                </a:lnTo>
                <a:lnTo>
                  <a:pt x="951272" y="62156"/>
                </a:lnTo>
                <a:lnTo>
                  <a:pt x="951272" y="45347"/>
                </a:lnTo>
                <a:lnTo>
                  <a:pt x="966124" y="44369"/>
                </a:lnTo>
                <a:lnTo>
                  <a:pt x="968862" y="18178"/>
                </a:lnTo>
                <a:lnTo>
                  <a:pt x="987624" y="18178"/>
                </a:lnTo>
                <a:lnTo>
                  <a:pt x="987624" y="44369"/>
                </a:lnTo>
                <a:lnTo>
                  <a:pt x="1012056" y="44369"/>
                </a:lnTo>
                <a:lnTo>
                  <a:pt x="1012056" y="62156"/>
                </a:lnTo>
                <a:lnTo>
                  <a:pt x="987624" y="62156"/>
                </a:lnTo>
                <a:lnTo>
                  <a:pt x="987624" y="107890"/>
                </a:lnTo>
                <a:cubicBezTo>
                  <a:pt x="987624" y="119096"/>
                  <a:pt x="992120" y="124699"/>
                  <a:pt x="1001111" y="124699"/>
                </a:cubicBezTo>
                <a:cubicBezTo>
                  <a:pt x="1002805" y="124699"/>
                  <a:pt x="1004531" y="124504"/>
                  <a:pt x="1006291" y="124115"/>
                </a:cubicBezTo>
                <a:cubicBezTo>
                  <a:pt x="1008050" y="123723"/>
                  <a:pt x="1009647" y="123201"/>
                  <a:pt x="1011081" y="122549"/>
                </a:cubicBezTo>
                <a:lnTo>
                  <a:pt x="1014988" y="139164"/>
                </a:lnTo>
                <a:cubicBezTo>
                  <a:pt x="1012383" y="140076"/>
                  <a:pt x="1009418" y="140890"/>
                  <a:pt x="1006094" y="141606"/>
                </a:cubicBezTo>
                <a:cubicBezTo>
                  <a:pt x="1002772" y="142322"/>
                  <a:pt x="999222" y="142680"/>
                  <a:pt x="995444" y="14268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71A2EF-CABE-4A42-8A30-AE8D8746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62" y="4888590"/>
            <a:ext cx="4298732" cy="547653"/>
          </a:xfrm>
          <a:custGeom xmlns:a="http://schemas.openxmlformats.org/drawingml/2006/main">
            <a:pathLst>
              <a:path w="4298732" h="547653">
                <a:moveTo>
                  <a:pt x="0" y="91277"/>
                </a:moveTo>
                <a:cubicBezTo>
                  <a:pt x="0" y="40867"/>
                  <a:pt x="40867" y="0"/>
                  <a:pt x="91279" y="0"/>
                </a:cubicBezTo>
                <a:lnTo>
                  <a:pt x="4207456" y="0"/>
                </a:lnTo>
                <a:cubicBezTo>
                  <a:pt x="4257868" y="0"/>
                  <a:pt x="4298732" y="40867"/>
                  <a:pt x="4298732" y="91277"/>
                </a:cubicBezTo>
                <a:lnTo>
                  <a:pt x="4298732" y="456374"/>
                </a:lnTo>
                <a:cubicBezTo>
                  <a:pt x="4298732" y="506786"/>
                  <a:pt x="4257868" y="547653"/>
                  <a:pt x="4207456" y="547653"/>
                </a:cubicBezTo>
                <a:lnTo>
                  <a:pt x="91279" y="547653"/>
                </a:lnTo>
                <a:cubicBezTo>
                  <a:pt x="40867" y="547653"/>
                  <a:pt x="0" y="506786"/>
                  <a:pt x="0" y="456374"/>
                </a:cubicBezTo>
                <a:lnTo>
                  <a:pt x="0" y="912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61069-5CD5-4B90-8D14-DB78929F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63" y="4888590"/>
            <a:ext cx="4298733" cy="547653"/>
          </a:xfrm>
          <a:custGeom xmlns:a="http://schemas.openxmlformats.org/drawingml/2006/main">
            <a:pathLst>
              <a:path w="4298733" h="547653" fill="none">
                <a:moveTo>
                  <a:pt x="0" y="91278"/>
                </a:moveTo>
                <a:cubicBezTo>
                  <a:pt x="0" y="40867"/>
                  <a:pt x="40866" y="0"/>
                  <a:pt x="91278" y="0"/>
                </a:cubicBezTo>
                <a:lnTo>
                  <a:pt x="4207455" y="0"/>
                </a:lnTo>
                <a:cubicBezTo>
                  <a:pt x="4257868" y="0"/>
                  <a:pt x="4298733" y="40867"/>
                  <a:pt x="4298733" y="91278"/>
                </a:cubicBezTo>
                <a:lnTo>
                  <a:pt x="4298733" y="456375"/>
                </a:lnTo>
                <a:cubicBezTo>
                  <a:pt x="4298733" y="506787"/>
                  <a:pt x="4257868" y="547653"/>
                  <a:pt x="4207455" y="547653"/>
                </a:cubicBezTo>
                <a:lnTo>
                  <a:pt x="91278" y="547653"/>
                </a:lnTo>
                <a:cubicBezTo>
                  <a:pt x="40866" y="547653"/>
                  <a:pt x="0" y="506787"/>
                  <a:pt x="0" y="456375"/>
                </a:cubicBezTo>
                <a:lnTo>
                  <a:pt x="0" y="912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000000"/>
            </a:solidFill>
            <a:miter/>
          </a:ln>
        </p:spPr>
      </p:sp>
      <p:sp>
        <p:nvSpPr>
          <p:cNvPr id="195" name="Text PHPInterpreter(withSanitizers)">
            <a:extLst xmlns:a="http://schemas.openxmlformats.org/drawingml/2006/main">
              <a:ext uri="{FF2B5EF4-FFF2-40B4-BE49-F238E27FC236}">
                <a16:creationId xmlns:a16="http://schemas.microsoft.com/office/drawing/2014/main" id="{161ABE37-4062-4880-BB18-6A4ECDA7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647" y="5065344"/>
            <a:ext cx="3126165" cy="199581"/>
          </a:xfrm>
          <a:custGeom xmlns:a="http://schemas.openxmlformats.org/drawingml/2006/main">
            <a:pathLst>
              <a:path w="3126165" h="199581">
                <a:moveTo>
                  <a:pt x="0" y="159620"/>
                </a:moveTo>
                <a:lnTo>
                  <a:pt x="0" y="18027"/>
                </a:lnTo>
                <a:lnTo>
                  <a:pt x="48646" y="18027"/>
                </a:lnTo>
                <a:cubicBezTo>
                  <a:pt x="56464" y="18027"/>
                  <a:pt x="63775" y="18787"/>
                  <a:pt x="70580" y="20307"/>
                </a:cubicBezTo>
                <a:cubicBezTo>
                  <a:pt x="77386" y="21827"/>
                  <a:pt x="83322" y="24360"/>
                  <a:pt x="88388" y="27908"/>
                </a:cubicBezTo>
                <a:cubicBezTo>
                  <a:pt x="93455" y="31454"/>
                  <a:pt x="97473" y="36159"/>
                  <a:pt x="100440" y="42022"/>
                </a:cubicBezTo>
                <a:cubicBezTo>
                  <a:pt x="103409" y="47885"/>
                  <a:pt x="104893" y="55088"/>
                  <a:pt x="104893" y="63631"/>
                </a:cubicBezTo>
                <a:cubicBezTo>
                  <a:pt x="104893" y="71884"/>
                  <a:pt x="103409" y="79052"/>
                  <a:pt x="100440" y="85134"/>
                </a:cubicBezTo>
                <a:cubicBezTo>
                  <a:pt x="97473" y="91213"/>
                  <a:pt x="93455" y="96208"/>
                  <a:pt x="88388" y="100118"/>
                </a:cubicBezTo>
                <a:cubicBezTo>
                  <a:pt x="83322" y="104026"/>
                  <a:pt x="77459" y="106921"/>
                  <a:pt x="70798" y="108804"/>
                </a:cubicBezTo>
                <a:cubicBezTo>
                  <a:pt x="64138" y="110686"/>
                  <a:pt x="57043" y="111627"/>
                  <a:pt x="49514" y="111627"/>
                </a:cubicBezTo>
                <a:lnTo>
                  <a:pt x="31925" y="111627"/>
                </a:lnTo>
                <a:lnTo>
                  <a:pt x="31925" y="159620"/>
                </a:lnTo>
                <a:lnTo>
                  <a:pt x="0" y="159620"/>
                </a:lnTo>
                <a:moveTo>
                  <a:pt x="31925" y="86217"/>
                </a:moveTo>
                <a:lnTo>
                  <a:pt x="47562" y="86217"/>
                </a:lnTo>
                <a:cubicBezTo>
                  <a:pt x="64935" y="86217"/>
                  <a:pt x="73622" y="78688"/>
                  <a:pt x="73622" y="63631"/>
                </a:cubicBezTo>
                <a:cubicBezTo>
                  <a:pt x="73622" y="56248"/>
                  <a:pt x="71305" y="51036"/>
                  <a:pt x="66673" y="47996"/>
                </a:cubicBezTo>
                <a:cubicBezTo>
                  <a:pt x="62040" y="44954"/>
                  <a:pt x="55381" y="43433"/>
                  <a:pt x="46694" y="43433"/>
                </a:cubicBezTo>
                <a:lnTo>
                  <a:pt x="31925" y="43433"/>
                </a:lnTo>
                <a:lnTo>
                  <a:pt x="31925" y="86217"/>
                </a:lnTo>
                <a:close/>
                <a:moveTo>
                  <a:pt x="130302" y="159620"/>
                </a:moveTo>
                <a:lnTo>
                  <a:pt x="130302" y="18027"/>
                </a:lnTo>
                <a:lnTo>
                  <a:pt x="162227" y="18027"/>
                </a:lnTo>
                <a:lnTo>
                  <a:pt x="162227" y="72535"/>
                </a:lnTo>
                <a:lnTo>
                  <a:pt x="211091" y="72535"/>
                </a:lnTo>
                <a:lnTo>
                  <a:pt x="211091" y="18027"/>
                </a:lnTo>
                <a:lnTo>
                  <a:pt x="243231" y="18027"/>
                </a:lnTo>
                <a:lnTo>
                  <a:pt x="243231" y="159620"/>
                </a:lnTo>
                <a:lnTo>
                  <a:pt x="211091" y="159620"/>
                </a:lnTo>
                <a:lnTo>
                  <a:pt x="211091" y="100549"/>
                </a:lnTo>
                <a:lnTo>
                  <a:pt x="162227" y="100549"/>
                </a:lnTo>
                <a:lnTo>
                  <a:pt x="162227" y="159620"/>
                </a:lnTo>
                <a:lnTo>
                  <a:pt x="130302" y="159620"/>
                </a:lnTo>
                <a:close/>
                <a:moveTo>
                  <a:pt x="276892" y="159620"/>
                </a:moveTo>
                <a:lnTo>
                  <a:pt x="276892" y="18027"/>
                </a:lnTo>
                <a:lnTo>
                  <a:pt x="325538" y="18027"/>
                </a:lnTo>
                <a:cubicBezTo>
                  <a:pt x="333356" y="18027"/>
                  <a:pt x="340667" y="18787"/>
                  <a:pt x="347471" y="20307"/>
                </a:cubicBezTo>
                <a:cubicBezTo>
                  <a:pt x="354278" y="21827"/>
                  <a:pt x="360214" y="24360"/>
                  <a:pt x="365279" y="27908"/>
                </a:cubicBezTo>
                <a:cubicBezTo>
                  <a:pt x="370347" y="31454"/>
                  <a:pt x="374365" y="36159"/>
                  <a:pt x="377332" y="42022"/>
                </a:cubicBezTo>
                <a:cubicBezTo>
                  <a:pt x="380301" y="47885"/>
                  <a:pt x="381785" y="55088"/>
                  <a:pt x="381785" y="63631"/>
                </a:cubicBezTo>
                <a:cubicBezTo>
                  <a:pt x="381785" y="71884"/>
                  <a:pt x="380301" y="79052"/>
                  <a:pt x="377332" y="85134"/>
                </a:cubicBezTo>
                <a:cubicBezTo>
                  <a:pt x="374365" y="91213"/>
                  <a:pt x="370347" y="96208"/>
                  <a:pt x="365279" y="100118"/>
                </a:cubicBezTo>
                <a:cubicBezTo>
                  <a:pt x="360214" y="104026"/>
                  <a:pt x="354351" y="106921"/>
                  <a:pt x="347690" y="108804"/>
                </a:cubicBezTo>
                <a:cubicBezTo>
                  <a:pt x="341029" y="110686"/>
                  <a:pt x="333935" y="111627"/>
                  <a:pt x="326406" y="111627"/>
                </a:cubicBezTo>
                <a:lnTo>
                  <a:pt x="308816" y="111627"/>
                </a:lnTo>
                <a:lnTo>
                  <a:pt x="308816" y="159620"/>
                </a:lnTo>
                <a:lnTo>
                  <a:pt x="276892" y="159620"/>
                </a:lnTo>
                <a:moveTo>
                  <a:pt x="308816" y="86217"/>
                </a:moveTo>
                <a:lnTo>
                  <a:pt x="324454" y="86217"/>
                </a:lnTo>
                <a:cubicBezTo>
                  <a:pt x="341827" y="86217"/>
                  <a:pt x="350513" y="78688"/>
                  <a:pt x="350513" y="63631"/>
                </a:cubicBezTo>
                <a:cubicBezTo>
                  <a:pt x="350513" y="56248"/>
                  <a:pt x="348197" y="51036"/>
                  <a:pt x="343564" y="47996"/>
                </a:cubicBezTo>
                <a:cubicBezTo>
                  <a:pt x="338932" y="44954"/>
                  <a:pt x="332272" y="43433"/>
                  <a:pt x="323586" y="43433"/>
                </a:cubicBezTo>
                <a:lnTo>
                  <a:pt x="308816" y="43433"/>
                </a:lnTo>
                <a:lnTo>
                  <a:pt x="308816" y="86217"/>
                </a:lnTo>
                <a:close/>
                <a:moveTo>
                  <a:pt x="450628" y="159620"/>
                </a:moveTo>
                <a:lnTo>
                  <a:pt x="450628" y="18027"/>
                </a:lnTo>
                <a:lnTo>
                  <a:pt x="482553" y="18027"/>
                </a:lnTo>
                <a:lnTo>
                  <a:pt x="482553" y="159620"/>
                </a:lnTo>
                <a:lnTo>
                  <a:pt x="450628" y="159620"/>
                </a:lnTo>
                <a:close/>
                <a:moveTo>
                  <a:pt x="513174" y="159620"/>
                </a:moveTo>
                <a:lnTo>
                  <a:pt x="513174" y="51903"/>
                </a:lnTo>
                <a:lnTo>
                  <a:pt x="539233" y="51903"/>
                </a:lnTo>
                <a:lnTo>
                  <a:pt x="541407" y="65586"/>
                </a:lnTo>
                <a:lnTo>
                  <a:pt x="542276" y="65586"/>
                </a:lnTo>
                <a:cubicBezTo>
                  <a:pt x="546908" y="61243"/>
                  <a:pt x="551975" y="57443"/>
                  <a:pt x="557476" y="54186"/>
                </a:cubicBezTo>
                <a:cubicBezTo>
                  <a:pt x="562979" y="50928"/>
                  <a:pt x="569422" y="49299"/>
                  <a:pt x="576805" y="49299"/>
                </a:cubicBezTo>
                <a:cubicBezTo>
                  <a:pt x="588531" y="49299"/>
                  <a:pt x="597036" y="53136"/>
                  <a:pt x="602321" y="60811"/>
                </a:cubicBezTo>
                <a:cubicBezTo>
                  <a:pt x="607605" y="68483"/>
                  <a:pt x="610247" y="79124"/>
                  <a:pt x="610247" y="92732"/>
                </a:cubicBezTo>
                <a:lnTo>
                  <a:pt x="610247" y="159620"/>
                </a:lnTo>
                <a:lnTo>
                  <a:pt x="578326" y="159620"/>
                </a:lnTo>
                <a:lnTo>
                  <a:pt x="578326" y="96858"/>
                </a:lnTo>
                <a:cubicBezTo>
                  <a:pt x="578326" y="89039"/>
                  <a:pt x="577275" y="83683"/>
                  <a:pt x="575174" y="80789"/>
                </a:cubicBezTo>
                <a:cubicBezTo>
                  <a:pt x="573076" y="77893"/>
                  <a:pt x="569710" y="76445"/>
                  <a:pt x="565077" y="76445"/>
                </a:cubicBezTo>
                <a:cubicBezTo>
                  <a:pt x="561024" y="76445"/>
                  <a:pt x="557549" y="77350"/>
                  <a:pt x="554652" y="79159"/>
                </a:cubicBezTo>
                <a:cubicBezTo>
                  <a:pt x="551756" y="80968"/>
                  <a:pt x="548572" y="83537"/>
                  <a:pt x="545099" y="86867"/>
                </a:cubicBezTo>
                <a:lnTo>
                  <a:pt x="545099" y="159620"/>
                </a:lnTo>
                <a:lnTo>
                  <a:pt x="513174" y="159620"/>
                </a:lnTo>
                <a:close/>
                <a:moveTo>
                  <a:pt x="679525" y="162225"/>
                </a:moveTo>
                <a:cubicBezTo>
                  <a:pt x="672867" y="162225"/>
                  <a:pt x="667185" y="161212"/>
                  <a:pt x="662479" y="159186"/>
                </a:cubicBezTo>
                <a:cubicBezTo>
                  <a:pt x="657774" y="157158"/>
                  <a:pt x="653936" y="154335"/>
                  <a:pt x="650967" y="150716"/>
                </a:cubicBezTo>
                <a:cubicBezTo>
                  <a:pt x="648000" y="147097"/>
                  <a:pt x="645829" y="142719"/>
                  <a:pt x="644452" y="137580"/>
                </a:cubicBezTo>
                <a:cubicBezTo>
                  <a:pt x="643078" y="132440"/>
                  <a:pt x="642391" y="126756"/>
                  <a:pt x="642391" y="120531"/>
                </a:cubicBezTo>
                <a:lnTo>
                  <a:pt x="642391" y="76879"/>
                </a:lnTo>
                <a:lnTo>
                  <a:pt x="627622" y="76879"/>
                </a:lnTo>
                <a:lnTo>
                  <a:pt x="627622" y="53206"/>
                </a:lnTo>
                <a:lnTo>
                  <a:pt x="644128" y="51903"/>
                </a:lnTo>
                <a:lnTo>
                  <a:pt x="647819" y="23236"/>
                </a:lnTo>
                <a:lnTo>
                  <a:pt x="674313" y="23236"/>
                </a:lnTo>
                <a:lnTo>
                  <a:pt x="674313" y="51903"/>
                </a:lnTo>
                <a:lnTo>
                  <a:pt x="700157" y="51903"/>
                </a:lnTo>
                <a:lnTo>
                  <a:pt x="700157" y="76879"/>
                </a:lnTo>
                <a:lnTo>
                  <a:pt x="674313" y="76879"/>
                </a:lnTo>
                <a:lnTo>
                  <a:pt x="674313" y="120094"/>
                </a:lnTo>
                <a:cubicBezTo>
                  <a:pt x="674313" y="126175"/>
                  <a:pt x="675580" y="130556"/>
                  <a:pt x="678113" y="133236"/>
                </a:cubicBezTo>
                <a:cubicBezTo>
                  <a:pt x="680647" y="135913"/>
                  <a:pt x="684014" y="137252"/>
                  <a:pt x="688214" y="137252"/>
                </a:cubicBezTo>
                <a:cubicBezTo>
                  <a:pt x="689950" y="137252"/>
                  <a:pt x="691723" y="137036"/>
                  <a:pt x="693532" y="136603"/>
                </a:cubicBezTo>
                <a:cubicBezTo>
                  <a:pt x="695342" y="136168"/>
                  <a:pt x="696971" y="135659"/>
                  <a:pt x="698420" y="135078"/>
                </a:cubicBezTo>
                <a:lnTo>
                  <a:pt x="703414" y="158318"/>
                </a:lnTo>
                <a:cubicBezTo>
                  <a:pt x="700518" y="159186"/>
                  <a:pt x="697116" y="160054"/>
                  <a:pt x="693208" y="160922"/>
                </a:cubicBezTo>
                <a:cubicBezTo>
                  <a:pt x="689300" y="161791"/>
                  <a:pt x="684739" y="162225"/>
                  <a:pt x="679525" y="162225"/>
                </a:cubicBezTo>
                <a:close/>
                <a:moveTo>
                  <a:pt x="770412" y="162225"/>
                </a:moveTo>
                <a:cubicBezTo>
                  <a:pt x="762737" y="162225"/>
                  <a:pt x="755570" y="160959"/>
                  <a:pt x="748909" y="158427"/>
                </a:cubicBezTo>
                <a:cubicBezTo>
                  <a:pt x="742251" y="155893"/>
                  <a:pt x="736460" y="152202"/>
                  <a:pt x="731538" y="147353"/>
                </a:cubicBezTo>
                <a:cubicBezTo>
                  <a:pt x="726616" y="142501"/>
                  <a:pt x="722779" y="136601"/>
                  <a:pt x="720026" y="129650"/>
                </a:cubicBezTo>
                <a:cubicBezTo>
                  <a:pt x="717276" y="122700"/>
                  <a:pt x="715901" y="114738"/>
                  <a:pt x="715901" y="105762"/>
                </a:cubicBezTo>
                <a:cubicBezTo>
                  <a:pt x="715901" y="97075"/>
                  <a:pt x="717349" y="89222"/>
                  <a:pt x="720245" y="82201"/>
                </a:cubicBezTo>
                <a:cubicBezTo>
                  <a:pt x="723141" y="75178"/>
                  <a:pt x="726942" y="69242"/>
                  <a:pt x="731648" y="64393"/>
                </a:cubicBezTo>
                <a:cubicBezTo>
                  <a:pt x="736353" y="59541"/>
                  <a:pt x="741746" y="55813"/>
                  <a:pt x="747826" y="53209"/>
                </a:cubicBezTo>
                <a:cubicBezTo>
                  <a:pt x="753907" y="50602"/>
                  <a:pt x="760206" y="49299"/>
                  <a:pt x="766721" y="49299"/>
                </a:cubicBezTo>
                <a:cubicBezTo>
                  <a:pt x="774393" y="49299"/>
                  <a:pt x="781088" y="50602"/>
                  <a:pt x="786805" y="53209"/>
                </a:cubicBezTo>
                <a:cubicBezTo>
                  <a:pt x="792525" y="55813"/>
                  <a:pt x="797303" y="59432"/>
                  <a:pt x="801140" y="64065"/>
                </a:cubicBezTo>
                <a:cubicBezTo>
                  <a:pt x="804978" y="68697"/>
                  <a:pt x="807838" y="74163"/>
                  <a:pt x="809720" y="80461"/>
                </a:cubicBezTo>
                <a:cubicBezTo>
                  <a:pt x="811602" y="86760"/>
                  <a:pt x="812543" y="93600"/>
                  <a:pt x="812543" y="100983"/>
                </a:cubicBezTo>
                <a:cubicBezTo>
                  <a:pt x="812543" y="103879"/>
                  <a:pt x="812398" y="106631"/>
                  <a:pt x="812109" y="109238"/>
                </a:cubicBezTo>
                <a:cubicBezTo>
                  <a:pt x="811820" y="111842"/>
                  <a:pt x="811530" y="113796"/>
                  <a:pt x="811241" y="115100"/>
                </a:cubicBezTo>
                <a:lnTo>
                  <a:pt x="746739" y="115100"/>
                </a:lnTo>
                <a:cubicBezTo>
                  <a:pt x="748188" y="122918"/>
                  <a:pt x="751410" y="128673"/>
                  <a:pt x="756405" y="132364"/>
                </a:cubicBezTo>
                <a:cubicBezTo>
                  <a:pt x="761400" y="136056"/>
                  <a:pt x="767517" y="137902"/>
                  <a:pt x="774756" y="137902"/>
                </a:cubicBezTo>
                <a:cubicBezTo>
                  <a:pt x="782429" y="137902"/>
                  <a:pt x="790174" y="135514"/>
                  <a:pt x="797992" y="130737"/>
                </a:cubicBezTo>
                <a:lnTo>
                  <a:pt x="808633" y="150063"/>
                </a:lnTo>
                <a:cubicBezTo>
                  <a:pt x="803132" y="153828"/>
                  <a:pt x="797015" y="156796"/>
                  <a:pt x="790281" y="158967"/>
                </a:cubicBezTo>
                <a:cubicBezTo>
                  <a:pt x="783550" y="161139"/>
                  <a:pt x="776927" y="162225"/>
                  <a:pt x="770412" y="162225"/>
                </a:cubicBezTo>
                <a:moveTo>
                  <a:pt x="746523" y="94034"/>
                </a:moveTo>
                <a:lnTo>
                  <a:pt x="785397" y="94034"/>
                </a:lnTo>
                <a:cubicBezTo>
                  <a:pt x="785397" y="87955"/>
                  <a:pt x="784020" y="83033"/>
                  <a:pt x="781268" y="79268"/>
                </a:cubicBezTo>
                <a:cubicBezTo>
                  <a:pt x="778517" y="75504"/>
                  <a:pt x="773885" y="73622"/>
                  <a:pt x="767370" y="73622"/>
                </a:cubicBezTo>
                <a:cubicBezTo>
                  <a:pt x="762304" y="73622"/>
                  <a:pt x="757853" y="75286"/>
                  <a:pt x="754016" y="78615"/>
                </a:cubicBezTo>
                <a:cubicBezTo>
                  <a:pt x="750178" y="81945"/>
                  <a:pt x="747681" y="87084"/>
                  <a:pt x="746523" y="94034"/>
                </a:cubicBezTo>
                <a:close/>
                <a:moveTo>
                  <a:pt x="833500" y="159620"/>
                </a:moveTo>
                <a:lnTo>
                  <a:pt x="833500" y="51903"/>
                </a:lnTo>
                <a:lnTo>
                  <a:pt x="859559" y="51903"/>
                </a:lnTo>
                <a:lnTo>
                  <a:pt x="861733" y="70798"/>
                </a:lnTo>
                <a:lnTo>
                  <a:pt x="862601" y="70798"/>
                </a:lnTo>
                <a:cubicBezTo>
                  <a:pt x="866509" y="63413"/>
                  <a:pt x="871214" y="57984"/>
                  <a:pt x="876715" y="54511"/>
                </a:cubicBezTo>
                <a:cubicBezTo>
                  <a:pt x="882218" y="51036"/>
                  <a:pt x="887719" y="49299"/>
                  <a:pt x="893220" y="49299"/>
                </a:cubicBezTo>
                <a:cubicBezTo>
                  <a:pt x="896260" y="49299"/>
                  <a:pt x="898758" y="49480"/>
                  <a:pt x="900713" y="49842"/>
                </a:cubicBezTo>
                <a:cubicBezTo>
                  <a:pt x="902668" y="50202"/>
                  <a:pt x="904442" y="50745"/>
                  <a:pt x="906035" y="51469"/>
                </a:cubicBezTo>
                <a:lnTo>
                  <a:pt x="900822" y="79050"/>
                </a:lnTo>
                <a:cubicBezTo>
                  <a:pt x="898794" y="78471"/>
                  <a:pt x="896912" y="78037"/>
                  <a:pt x="895175" y="77747"/>
                </a:cubicBezTo>
                <a:cubicBezTo>
                  <a:pt x="893439" y="77458"/>
                  <a:pt x="891412" y="77313"/>
                  <a:pt x="889095" y="77313"/>
                </a:cubicBezTo>
                <a:cubicBezTo>
                  <a:pt x="885041" y="77313"/>
                  <a:pt x="880806" y="78761"/>
                  <a:pt x="876390" y="81657"/>
                </a:cubicBezTo>
                <a:cubicBezTo>
                  <a:pt x="871974" y="84551"/>
                  <a:pt x="868319" y="89691"/>
                  <a:pt x="865425" y="97076"/>
                </a:cubicBezTo>
                <a:lnTo>
                  <a:pt x="865425" y="159620"/>
                </a:lnTo>
                <a:lnTo>
                  <a:pt x="833500" y="159620"/>
                </a:lnTo>
                <a:close/>
                <a:moveTo>
                  <a:pt x="920368" y="199581"/>
                </a:moveTo>
                <a:lnTo>
                  <a:pt x="920368" y="51903"/>
                </a:lnTo>
                <a:lnTo>
                  <a:pt x="946427" y="51903"/>
                </a:lnTo>
                <a:lnTo>
                  <a:pt x="948601" y="62544"/>
                </a:lnTo>
                <a:lnTo>
                  <a:pt x="949469" y="62544"/>
                </a:lnTo>
                <a:cubicBezTo>
                  <a:pt x="953666" y="58779"/>
                  <a:pt x="958407" y="55631"/>
                  <a:pt x="963692" y="53100"/>
                </a:cubicBezTo>
                <a:cubicBezTo>
                  <a:pt x="968976" y="50566"/>
                  <a:pt x="974441" y="49299"/>
                  <a:pt x="980088" y="49299"/>
                </a:cubicBezTo>
                <a:cubicBezTo>
                  <a:pt x="986603" y="49299"/>
                  <a:pt x="992466" y="50602"/>
                  <a:pt x="997677" y="53209"/>
                </a:cubicBezTo>
                <a:cubicBezTo>
                  <a:pt x="1002891" y="55813"/>
                  <a:pt x="1007307" y="59505"/>
                  <a:pt x="1010926" y="64283"/>
                </a:cubicBezTo>
                <a:cubicBezTo>
                  <a:pt x="1014547" y="69060"/>
                  <a:pt x="1017333" y="74815"/>
                  <a:pt x="1019286" y="81548"/>
                </a:cubicBezTo>
                <a:cubicBezTo>
                  <a:pt x="1021241" y="88279"/>
                  <a:pt x="1022219" y="95772"/>
                  <a:pt x="1022219" y="104025"/>
                </a:cubicBezTo>
                <a:cubicBezTo>
                  <a:pt x="1022219" y="113291"/>
                  <a:pt x="1020952" y="121506"/>
                  <a:pt x="1018418" y="128673"/>
                </a:cubicBezTo>
                <a:cubicBezTo>
                  <a:pt x="1015884" y="135839"/>
                  <a:pt x="1012482" y="141920"/>
                  <a:pt x="1008212" y="146915"/>
                </a:cubicBezTo>
                <a:cubicBezTo>
                  <a:pt x="1003942" y="151910"/>
                  <a:pt x="999091" y="155711"/>
                  <a:pt x="993661" y="158318"/>
                </a:cubicBezTo>
                <a:cubicBezTo>
                  <a:pt x="988233" y="160922"/>
                  <a:pt x="982623" y="162225"/>
                  <a:pt x="976831" y="162225"/>
                </a:cubicBezTo>
                <a:cubicBezTo>
                  <a:pt x="972198" y="162225"/>
                  <a:pt x="967710" y="161248"/>
                  <a:pt x="963367" y="159295"/>
                </a:cubicBezTo>
                <a:cubicBezTo>
                  <a:pt x="959024" y="157340"/>
                  <a:pt x="954970" y="154553"/>
                  <a:pt x="951205" y="150935"/>
                </a:cubicBezTo>
                <a:lnTo>
                  <a:pt x="952292" y="168090"/>
                </a:lnTo>
                <a:lnTo>
                  <a:pt x="952292" y="199581"/>
                </a:lnTo>
                <a:lnTo>
                  <a:pt x="920368" y="199581"/>
                </a:lnTo>
                <a:moveTo>
                  <a:pt x="969448" y="136165"/>
                </a:moveTo>
                <a:cubicBezTo>
                  <a:pt x="974948" y="136165"/>
                  <a:pt x="979653" y="133668"/>
                  <a:pt x="983561" y="128673"/>
                </a:cubicBezTo>
                <a:cubicBezTo>
                  <a:pt x="987471" y="123678"/>
                  <a:pt x="989426" y="115607"/>
                  <a:pt x="989426" y="104459"/>
                </a:cubicBezTo>
                <a:cubicBezTo>
                  <a:pt x="989426" y="85058"/>
                  <a:pt x="983201" y="75358"/>
                  <a:pt x="970750" y="75358"/>
                </a:cubicBezTo>
                <a:cubicBezTo>
                  <a:pt x="964524" y="75358"/>
                  <a:pt x="958372" y="78615"/>
                  <a:pt x="952292" y="85130"/>
                </a:cubicBezTo>
                <a:lnTo>
                  <a:pt x="952292" y="129216"/>
                </a:lnTo>
                <a:cubicBezTo>
                  <a:pt x="955186" y="131823"/>
                  <a:pt x="958081" y="133634"/>
                  <a:pt x="960978" y="134648"/>
                </a:cubicBezTo>
                <a:cubicBezTo>
                  <a:pt x="963874" y="135659"/>
                  <a:pt x="966697" y="136165"/>
                  <a:pt x="969448" y="136165"/>
                </a:cubicBezTo>
                <a:close/>
                <a:moveTo>
                  <a:pt x="1045240" y="159620"/>
                </a:moveTo>
                <a:lnTo>
                  <a:pt x="1045240" y="51903"/>
                </a:lnTo>
                <a:lnTo>
                  <a:pt x="1071300" y="51903"/>
                </a:lnTo>
                <a:lnTo>
                  <a:pt x="1073474" y="70798"/>
                </a:lnTo>
                <a:lnTo>
                  <a:pt x="1074342" y="70798"/>
                </a:lnTo>
                <a:cubicBezTo>
                  <a:pt x="1078250" y="63413"/>
                  <a:pt x="1082954" y="57984"/>
                  <a:pt x="1088455" y="54511"/>
                </a:cubicBezTo>
                <a:cubicBezTo>
                  <a:pt x="1093958" y="51036"/>
                  <a:pt x="1099460" y="49299"/>
                  <a:pt x="1104961" y="49299"/>
                </a:cubicBezTo>
                <a:cubicBezTo>
                  <a:pt x="1108001" y="49299"/>
                  <a:pt x="1110498" y="49480"/>
                  <a:pt x="1112453" y="49842"/>
                </a:cubicBezTo>
                <a:cubicBezTo>
                  <a:pt x="1114408" y="50202"/>
                  <a:pt x="1116182" y="50745"/>
                  <a:pt x="1117775" y="51469"/>
                </a:cubicBezTo>
                <a:lnTo>
                  <a:pt x="1112563" y="79050"/>
                </a:lnTo>
                <a:cubicBezTo>
                  <a:pt x="1110535" y="78471"/>
                  <a:pt x="1108652" y="78037"/>
                  <a:pt x="1106916" y="77747"/>
                </a:cubicBezTo>
                <a:cubicBezTo>
                  <a:pt x="1105179" y="77458"/>
                  <a:pt x="1103153" y="77313"/>
                  <a:pt x="1100835" y="77313"/>
                </a:cubicBezTo>
                <a:cubicBezTo>
                  <a:pt x="1096781" y="77313"/>
                  <a:pt x="1092546" y="78761"/>
                  <a:pt x="1088130" y="81657"/>
                </a:cubicBezTo>
                <a:cubicBezTo>
                  <a:pt x="1083714" y="84551"/>
                  <a:pt x="1080059" y="89691"/>
                  <a:pt x="1077165" y="97076"/>
                </a:cubicBezTo>
                <a:lnTo>
                  <a:pt x="1077165" y="159620"/>
                </a:lnTo>
                <a:lnTo>
                  <a:pt x="1045240" y="159620"/>
                </a:lnTo>
                <a:close/>
                <a:moveTo>
                  <a:pt x="1180320" y="162225"/>
                </a:moveTo>
                <a:cubicBezTo>
                  <a:pt x="1172646" y="162225"/>
                  <a:pt x="1165478" y="160959"/>
                  <a:pt x="1158817" y="158427"/>
                </a:cubicBezTo>
                <a:cubicBezTo>
                  <a:pt x="1152159" y="155893"/>
                  <a:pt x="1146369" y="152202"/>
                  <a:pt x="1141447" y="147353"/>
                </a:cubicBezTo>
                <a:cubicBezTo>
                  <a:pt x="1136525" y="142501"/>
                  <a:pt x="1132687" y="136601"/>
                  <a:pt x="1129935" y="129650"/>
                </a:cubicBezTo>
                <a:cubicBezTo>
                  <a:pt x="1127184" y="122700"/>
                  <a:pt x="1125809" y="114738"/>
                  <a:pt x="1125809" y="105762"/>
                </a:cubicBezTo>
                <a:cubicBezTo>
                  <a:pt x="1125809" y="97075"/>
                  <a:pt x="1127257" y="89222"/>
                  <a:pt x="1130154" y="82201"/>
                </a:cubicBezTo>
                <a:cubicBezTo>
                  <a:pt x="1133050" y="75178"/>
                  <a:pt x="1136851" y="69242"/>
                  <a:pt x="1141556" y="64393"/>
                </a:cubicBezTo>
                <a:cubicBezTo>
                  <a:pt x="1146262" y="59541"/>
                  <a:pt x="1151654" y="55813"/>
                  <a:pt x="1157734" y="53209"/>
                </a:cubicBezTo>
                <a:cubicBezTo>
                  <a:pt x="1163816" y="50602"/>
                  <a:pt x="1170114" y="49299"/>
                  <a:pt x="1176629" y="49299"/>
                </a:cubicBezTo>
                <a:cubicBezTo>
                  <a:pt x="1184301" y="49299"/>
                  <a:pt x="1190996" y="50602"/>
                  <a:pt x="1196714" y="53209"/>
                </a:cubicBezTo>
                <a:cubicBezTo>
                  <a:pt x="1202433" y="55813"/>
                  <a:pt x="1207211" y="59432"/>
                  <a:pt x="1211049" y="64065"/>
                </a:cubicBezTo>
                <a:cubicBezTo>
                  <a:pt x="1214886" y="68697"/>
                  <a:pt x="1217746" y="74163"/>
                  <a:pt x="1219628" y="80461"/>
                </a:cubicBezTo>
                <a:cubicBezTo>
                  <a:pt x="1221510" y="86760"/>
                  <a:pt x="1222451" y="93600"/>
                  <a:pt x="1222451" y="100983"/>
                </a:cubicBezTo>
                <a:cubicBezTo>
                  <a:pt x="1222451" y="103879"/>
                  <a:pt x="1222307" y="106631"/>
                  <a:pt x="1222017" y="109238"/>
                </a:cubicBezTo>
                <a:cubicBezTo>
                  <a:pt x="1221728" y="111842"/>
                  <a:pt x="1221439" y="113796"/>
                  <a:pt x="1221149" y="115100"/>
                </a:cubicBezTo>
                <a:lnTo>
                  <a:pt x="1156647" y="115100"/>
                </a:lnTo>
                <a:cubicBezTo>
                  <a:pt x="1158096" y="122918"/>
                  <a:pt x="1161318" y="128673"/>
                  <a:pt x="1166313" y="132364"/>
                </a:cubicBezTo>
                <a:cubicBezTo>
                  <a:pt x="1171308" y="136056"/>
                  <a:pt x="1177425" y="137902"/>
                  <a:pt x="1184665" y="137902"/>
                </a:cubicBezTo>
                <a:cubicBezTo>
                  <a:pt x="1192337" y="137902"/>
                  <a:pt x="1200083" y="135514"/>
                  <a:pt x="1207901" y="130737"/>
                </a:cubicBezTo>
                <a:lnTo>
                  <a:pt x="1218541" y="150063"/>
                </a:lnTo>
                <a:cubicBezTo>
                  <a:pt x="1213040" y="153828"/>
                  <a:pt x="1206923" y="156796"/>
                  <a:pt x="1200190" y="158967"/>
                </a:cubicBezTo>
                <a:cubicBezTo>
                  <a:pt x="1193458" y="161139"/>
                  <a:pt x="1186835" y="162225"/>
                  <a:pt x="1180320" y="162225"/>
                </a:cubicBezTo>
                <a:moveTo>
                  <a:pt x="1156432" y="94034"/>
                </a:moveTo>
                <a:lnTo>
                  <a:pt x="1195305" y="94034"/>
                </a:lnTo>
                <a:cubicBezTo>
                  <a:pt x="1195305" y="87955"/>
                  <a:pt x="1193929" y="83033"/>
                  <a:pt x="1191176" y="79268"/>
                </a:cubicBezTo>
                <a:cubicBezTo>
                  <a:pt x="1188426" y="75504"/>
                  <a:pt x="1183793" y="73622"/>
                  <a:pt x="1177278" y="73622"/>
                </a:cubicBezTo>
                <a:cubicBezTo>
                  <a:pt x="1172213" y="73622"/>
                  <a:pt x="1167761" y="75286"/>
                  <a:pt x="1163924" y="78615"/>
                </a:cubicBezTo>
                <a:cubicBezTo>
                  <a:pt x="1160087" y="81945"/>
                  <a:pt x="1157589" y="87084"/>
                  <a:pt x="1156432" y="94034"/>
                </a:cubicBezTo>
                <a:close/>
                <a:moveTo>
                  <a:pt x="1284886" y="162225"/>
                </a:moveTo>
                <a:cubicBezTo>
                  <a:pt x="1278228" y="162225"/>
                  <a:pt x="1272546" y="161212"/>
                  <a:pt x="1267840" y="159186"/>
                </a:cubicBezTo>
                <a:cubicBezTo>
                  <a:pt x="1263135" y="157158"/>
                  <a:pt x="1259297" y="154335"/>
                  <a:pt x="1256328" y="150716"/>
                </a:cubicBezTo>
                <a:cubicBezTo>
                  <a:pt x="1253361" y="147097"/>
                  <a:pt x="1251190" y="142719"/>
                  <a:pt x="1249813" y="137580"/>
                </a:cubicBezTo>
                <a:cubicBezTo>
                  <a:pt x="1248439" y="132440"/>
                  <a:pt x="1247752" y="126756"/>
                  <a:pt x="1247752" y="120531"/>
                </a:cubicBezTo>
                <a:lnTo>
                  <a:pt x="1247752" y="76879"/>
                </a:lnTo>
                <a:lnTo>
                  <a:pt x="1232983" y="76879"/>
                </a:lnTo>
                <a:lnTo>
                  <a:pt x="1232983" y="53206"/>
                </a:lnTo>
                <a:lnTo>
                  <a:pt x="1249489" y="51903"/>
                </a:lnTo>
                <a:lnTo>
                  <a:pt x="1253180" y="23236"/>
                </a:lnTo>
                <a:lnTo>
                  <a:pt x="1279674" y="23236"/>
                </a:lnTo>
                <a:lnTo>
                  <a:pt x="1279674" y="51903"/>
                </a:lnTo>
                <a:lnTo>
                  <a:pt x="1305518" y="51903"/>
                </a:lnTo>
                <a:lnTo>
                  <a:pt x="1305518" y="76879"/>
                </a:lnTo>
                <a:lnTo>
                  <a:pt x="1279674" y="76879"/>
                </a:lnTo>
                <a:lnTo>
                  <a:pt x="1279674" y="120094"/>
                </a:lnTo>
                <a:cubicBezTo>
                  <a:pt x="1279674" y="126175"/>
                  <a:pt x="1280941" y="130556"/>
                  <a:pt x="1283475" y="133236"/>
                </a:cubicBezTo>
                <a:cubicBezTo>
                  <a:pt x="1286008" y="135913"/>
                  <a:pt x="1289375" y="137252"/>
                  <a:pt x="1293575" y="137252"/>
                </a:cubicBezTo>
                <a:cubicBezTo>
                  <a:pt x="1295311" y="137252"/>
                  <a:pt x="1297084" y="137036"/>
                  <a:pt x="1298893" y="136603"/>
                </a:cubicBezTo>
                <a:cubicBezTo>
                  <a:pt x="1300703" y="136168"/>
                  <a:pt x="1302332" y="135659"/>
                  <a:pt x="1303781" y="135078"/>
                </a:cubicBezTo>
                <a:lnTo>
                  <a:pt x="1308775" y="158318"/>
                </a:lnTo>
                <a:cubicBezTo>
                  <a:pt x="1305879" y="159186"/>
                  <a:pt x="1302477" y="160054"/>
                  <a:pt x="1298569" y="160922"/>
                </a:cubicBezTo>
                <a:cubicBezTo>
                  <a:pt x="1294661" y="161791"/>
                  <a:pt x="1290100" y="162225"/>
                  <a:pt x="1284886" y="162225"/>
                </a:cubicBezTo>
                <a:close/>
                <a:moveTo>
                  <a:pt x="1375773" y="162225"/>
                </a:moveTo>
                <a:cubicBezTo>
                  <a:pt x="1368098" y="162225"/>
                  <a:pt x="1360931" y="160959"/>
                  <a:pt x="1354270" y="158427"/>
                </a:cubicBezTo>
                <a:cubicBezTo>
                  <a:pt x="1347612" y="155893"/>
                  <a:pt x="1341822" y="152202"/>
                  <a:pt x="1336900" y="147353"/>
                </a:cubicBezTo>
                <a:cubicBezTo>
                  <a:pt x="1331977" y="142501"/>
                  <a:pt x="1328140" y="136601"/>
                  <a:pt x="1325388" y="129650"/>
                </a:cubicBezTo>
                <a:cubicBezTo>
                  <a:pt x="1322637" y="122700"/>
                  <a:pt x="1321262" y="114738"/>
                  <a:pt x="1321262" y="105762"/>
                </a:cubicBezTo>
                <a:cubicBezTo>
                  <a:pt x="1321262" y="97075"/>
                  <a:pt x="1322710" y="89222"/>
                  <a:pt x="1325606" y="82201"/>
                </a:cubicBezTo>
                <a:cubicBezTo>
                  <a:pt x="1328502" y="75178"/>
                  <a:pt x="1332303" y="69242"/>
                  <a:pt x="1337009" y="64393"/>
                </a:cubicBezTo>
                <a:cubicBezTo>
                  <a:pt x="1341714" y="59541"/>
                  <a:pt x="1347107" y="55813"/>
                  <a:pt x="1353187" y="53209"/>
                </a:cubicBezTo>
                <a:cubicBezTo>
                  <a:pt x="1359268" y="50602"/>
                  <a:pt x="1365567" y="49299"/>
                  <a:pt x="1372082" y="49299"/>
                </a:cubicBezTo>
                <a:cubicBezTo>
                  <a:pt x="1379754" y="49299"/>
                  <a:pt x="1386449" y="50602"/>
                  <a:pt x="1392166" y="53209"/>
                </a:cubicBezTo>
                <a:cubicBezTo>
                  <a:pt x="1397886" y="55813"/>
                  <a:pt x="1402664" y="59432"/>
                  <a:pt x="1406502" y="64065"/>
                </a:cubicBezTo>
                <a:cubicBezTo>
                  <a:pt x="1410339" y="68697"/>
                  <a:pt x="1413199" y="74163"/>
                  <a:pt x="1415081" y="80461"/>
                </a:cubicBezTo>
                <a:cubicBezTo>
                  <a:pt x="1416963" y="86760"/>
                  <a:pt x="1417904" y="93600"/>
                  <a:pt x="1417904" y="100983"/>
                </a:cubicBezTo>
                <a:cubicBezTo>
                  <a:pt x="1417904" y="103879"/>
                  <a:pt x="1417759" y="106631"/>
                  <a:pt x="1417470" y="109238"/>
                </a:cubicBezTo>
                <a:cubicBezTo>
                  <a:pt x="1417181" y="111842"/>
                  <a:pt x="1416891" y="113796"/>
                  <a:pt x="1416602" y="115100"/>
                </a:cubicBezTo>
                <a:lnTo>
                  <a:pt x="1352100" y="115100"/>
                </a:lnTo>
                <a:cubicBezTo>
                  <a:pt x="1353549" y="122918"/>
                  <a:pt x="1356771" y="128673"/>
                  <a:pt x="1361766" y="132364"/>
                </a:cubicBezTo>
                <a:cubicBezTo>
                  <a:pt x="1366761" y="136056"/>
                  <a:pt x="1372878" y="137902"/>
                  <a:pt x="1380117" y="137902"/>
                </a:cubicBezTo>
                <a:cubicBezTo>
                  <a:pt x="1387790" y="137902"/>
                  <a:pt x="1395535" y="135514"/>
                  <a:pt x="1403353" y="130737"/>
                </a:cubicBezTo>
                <a:lnTo>
                  <a:pt x="1413994" y="150063"/>
                </a:lnTo>
                <a:cubicBezTo>
                  <a:pt x="1408493" y="153828"/>
                  <a:pt x="1402376" y="156796"/>
                  <a:pt x="1395642" y="158967"/>
                </a:cubicBezTo>
                <a:cubicBezTo>
                  <a:pt x="1388911" y="161139"/>
                  <a:pt x="1382288" y="162225"/>
                  <a:pt x="1375773" y="162225"/>
                </a:cubicBezTo>
                <a:moveTo>
                  <a:pt x="1351884" y="94034"/>
                </a:moveTo>
                <a:lnTo>
                  <a:pt x="1390758" y="94034"/>
                </a:lnTo>
                <a:cubicBezTo>
                  <a:pt x="1390758" y="87955"/>
                  <a:pt x="1389382" y="83033"/>
                  <a:pt x="1386629" y="79268"/>
                </a:cubicBezTo>
                <a:cubicBezTo>
                  <a:pt x="1383879" y="75504"/>
                  <a:pt x="1379246" y="73622"/>
                  <a:pt x="1372731" y="73622"/>
                </a:cubicBezTo>
                <a:cubicBezTo>
                  <a:pt x="1367665" y="73622"/>
                  <a:pt x="1363214" y="75286"/>
                  <a:pt x="1359377" y="78615"/>
                </a:cubicBezTo>
                <a:cubicBezTo>
                  <a:pt x="1355539" y="81945"/>
                  <a:pt x="1353042" y="87084"/>
                  <a:pt x="1351884" y="94034"/>
                </a:cubicBezTo>
                <a:close/>
                <a:moveTo>
                  <a:pt x="1438861" y="159620"/>
                </a:moveTo>
                <a:lnTo>
                  <a:pt x="1438861" y="51903"/>
                </a:lnTo>
                <a:lnTo>
                  <a:pt x="1464920" y="51903"/>
                </a:lnTo>
                <a:lnTo>
                  <a:pt x="1467094" y="70798"/>
                </a:lnTo>
                <a:lnTo>
                  <a:pt x="1467962" y="70798"/>
                </a:lnTo>
                <a:cubicBezTo>
                  <a:pt x="1471870" y="63413"/>
                  <a:pt x="1476574" y="57984"/>
                  <a:pt x="1482075" y="54511"/>
                </a:cubicBezTo>
                <a:cubicBezTo>
                  <a:pt x="1487578" y="51036"/>
                  <a:pt x="1493080" y="49299"/>
                  <a:pt x="1498581" y="49299"/>
                </a:cubicBezTo>
                <a:cubicBezTo>
                  <a:pt x="1501621" y="49299"/>
                  <a:pt x="1504118" y="49480"/>
                  <a:pt x="1506074" y="49842"/>
                </a:cubicBezTo>
                <a:cubicBezTo>
                  <a:pt x="1508029" y="50202"/>
                  <a:pt x="1509803" y="50745"/>
                  <a:pt x="1511395" y="51469"/>
                </a:cubicBezTo>
                <a:lnTo>
                  <a:pt x="1506183" y="79050"/>
                </a:lnTo>
                <a:cubicBezTo>
                  <a:pt x="1504155" y="78471"/>
                  <a:pt x="1502273" y="78037"/>
                  <a:pt x="1500536" y="77747"/>
                </a:cubicBezTo>
                <a:cubicBezTo>
                  <a:pt x="1498800" y="77458"/>
                  <a:pt x="1496773" y="77313"/>
                  <a:pt x="1494455" y="77313"/>
                </a:cubicBezTo>
                <a:cubicBezTo>
                  <a:pt x="1490402" y="77313"/>
                  <a:pt x="1486167" y="78761"/>
                  <a:pt x="1481751" y="81657"/>
                </a:cubicBezTo>
                <a:cubicBezTo>
                  <a:pt x="1477334" y="84551"/>
                  <a:pt x="1473679" y="89691"/>
                  <a:pt x="1470785" y="97076"/>
                </a:cubicBezTo>
                <a:lnTo>
                  <a:pt x="1470785" y="159620"/>
                </a:lnTo>
                <a:lnTo>
                  <a:pt x="1438861" y="159620"/>
                </a:lnTo>
                <a:close/>
                <a:moveTo>
                  <a:pt x="1599348" y="198494"/>
                </a:moveTo>
                <a:cubicBezTo>
                  <a:pt x="1590229" y="183582"/>
                  <a:pt x="1583172" y="168091"/>
                  <a:pt x="1578177" y="152022"/>
                </a:cubicBezTo>
                <a:cubicBezTo>
                  <a:pt x="1573182" y="135950"/>
                  <a:pt x="1570684" y="118358"/>
                  <a:pt x="1570684" y="99247"/>
                </a:cubicBezTo>
                <a:cubicBezTo>
                  <a:pt x="1570684" y="80135"/>
                  <a:pt x="1573182" y="62545"/>
                  <a:pt x="1578177" y="46475"/>
                </a:cubicBezTo>
                <a:cubicBezTo>
                  <a:pt x="1583172" y="30404"/>
                  <a:pt x="1590229" y="14912"/>
                  <a:pt x="1599348" y="0"/>
                </a:cubicBezTo>
                <a:lnTo>
                  <a:pt x="1619330" y="8251"/>
                </a:lnTo>
                <a:cubicBezTo>
                  <a:pt x="1611366" y="22441"/>
                  <a:pt x="1605574" y="37282"/>
                  <a:pt x="1601953" y="52775"/>
                </a:cubicBezTo>
                <a:cubicBezTo>
                  <a:pt x="1598334" y="68265"/>
                  <a:pt x="1596525" y="83756"/>
                  <a:pt x="1596525" y="99247"/>
                </a:cubicBezTo>
                <a:cubicBezTo>
                  <a:pt x="1596525" y="114738"/>
                  <a:pt x="1598334" y="130229"/>
                  <a:pt x="1601953" y="145722"/>
                </a:cubicBezTo>
                <a:cubicBezTo>
                  <a:pt x="1605574" y="161213"/>
                  <a:pt x="1611366" y="176053"/>
                  <a:pt x="1619330" y="190242"/>
                </a:cubicBezTo>
                <a:lnTo>
                  <a:pt x="1599348" y="198494"/>
                </a:lnTo>
                <a:close/>
                <a:moveTo>
                  <a:pt x="1663197" y="159620"/>
                </a:moveTo>
                <a:lnTo>
                  <a:pt x="1636269" y="51903"/>
                </a:lnTo>
                <a:lnTo>
                  <a:pt x="1667975" y="51903"/>
                </a:lnTo>
                <a:lnTo>
                  <a:pt x="1678400" y="101851"/>
                </a:lnTo>
                <a:cubicBezTo>
                  <a:pt x="1679269" y="107209"/>
                  <a:pt x="1680064" y="112494"/>
                  <a:pt x="1680786" y="117708"/>
                </a:cubicBezTo>
                <a:cubicBezTo>
                  <a:pt x="1681511" y="122919"/>
                  <a:pt x="1682308" y="128275"/>
                  <a:pt x="1683179" y="133776"/>
                </a:cubicBezTo>
                <a:lnTo>
                  <a:pt x="1684047" y="133776"/>
                </a:lnTo>
                <a:cubicBezTo>
                  <a:pt x="1685061" y="128275"/>
                  <a:pt x="1686039" y="122846"/>
                  <a:pt x="1686980" y="117489"/>
                </a:cubicBezTo>
                <a:cubicBezTo>
                  <a:pt x="1687921" y="112132"/>
                  <a:pt x="1689042" y="106919"/>
                  <a:pt x="1690343" y="101851"/>
                </a:cubicBezTo>
                <a:lnTo>
                  <a:pt x="1702289" y="51903"/>
                </a:lnTo>
                <a:lnTo>
                  <a:pt x="1729869" y="51903"/>
                </a:lnTo>
                <a:lnTo>
                  <a:pt x="1742031" y="101851"/>
                </a:lnTo>
                <a:cubicBezTo>
                  <a:pt x="1743334" y="107209"/>
                  <a:pt x="1744492" y="112494"/>
                  <a:pt x="1745504" y="117708"/>
                </a:cubicBezTo>
                <a:cubicBezTo>
                  <a:pt x="1746518" y="122919"/>
                  <a:pt x="1747605" y="128275"/>
                  <a:pt x="1748765" y="133776"/>
                </a:cubicBezTo>
                <a:lnTo>
                  <a:pt x="1749633" y="133776"/>
                </a:lnTo>
                <a:cubicBezTo>
                  <a:pt x="1750644" y="128275"/>
                  <a:pt x="1751476" y="122919"/>
                  <a:pt x="1752128" y="117708"/>
                </a:cubicBezTo>
                <a:cubicBezTo>
                  <a:pt x="1752780" y="112494"/>
                  <a:pt x="1753613" y="107209"/>
                  <a:pt x="1754627" y="101851"/>
                </a:cubicBezTo>
                <a:lnTo>
                  <a:pt x="1764833" y="51903"/>
                </a:lnTo>
                <a:lnTo>
                  <a:pt x="1794368" y="51903"/>
                </a:lnTo>
                <a:lnTo>
                  <a:pt x="1768524" y="159620"/>
                </a:lnTo>
                <a:lnTo>
                  <a:pt x="1731172" y="159620"/>
                </a:lnTo>
                <a:lnTo>
                  <a:pt x="1721400" y="116621"/>
                </a:lnTo>
                <a:cubicBezTo>
                  <a:pt x="1720242" y="111553"/>
                  <a:pt x="1719228" y="106486"/>
                  <a:pt x="1718358" y="101421"/>
                </a:cubicBezTo>
                <a:cubicBezTo>
                  <a:pt x="1717489" y="96353"/>
                  <a:pt x="1716549" y="90923"/>
                  <a:pt x="1715538" y="85130"/>
                </a:cubicBezTo>
                <a:lnTo>
                  <a:pt x="1714666" y="85130"/>
                </a:lnTo>
                <a:cubicBezTo>
                  <a:pt x="1713654" y="90923"/>
                  <a:pt x="1712750" y="96353"/>
                  <a:pt x="1711952" y="101421"/>
                </a:cubicBezTo>
                <a:cubicBezTo>
                  <a:pt x="1711157" y="106486"/>
                  <a:pt x="1710252" y="111553"/>
                  <a:pt x="1709238" y="116621"/>
                </a:cubicBezTo>
                <a:lnTo>
                  <a:pt x="1699681" y="159620"/>
                </a:lnTo>
                <a:lnTo>
                  <a:pt x="1663197" y="159620"/>
                </a:lnTo>
                <a:close/>
                <a:moveTo>
                  <a:pt x="1813480" y="159620"/>
                </a:moveTo>
                <a:lnTo>
                  <a:pt x="1813480" y="51903"/>
                </a:lnTo>
                <a:lnTo>
                  <a:pt x="1845404" y="51903"/>
                </a:lnTo>
                <a:lnTo>
                  <a:pt x="1845404" y="159620"/>
                </a:lnTo>
                <a:lnTo>
                  <a:pt x="1813480" y="159620"/>
                </a:lnTo>
                <a:moveTo>
                  <a:pt x="1829333" y="36050"/>
                </a:moveTo>
                <a:cubicBezTo>
                  <a:pt x="1823976" y="36050"/>
                  <a:pt x="1819559" y="34494"/>
                  <a:pt x="1816084" y="31381"/>
                </a:cubicBezTo>
                <a:cubicBezTo>
                  <a:pt x="1812609" y="28268"/>
                  <a:pt x="1810872" y="24251"/>
                  <a:pt x="1810872" y="19329"/>
                </a:cubicBezTo>
                <a:cubicBezTo>
                  <a:pt x="1810872" y="14407"/>
                  <a:pt x="1812609" y="10426"/>
                  <a:pt x="1816084" y="7386"/>
                </a:cubicBezTo>
                <a:cubicBezTo>
                  <a:pt x="1819559" y="4344"/>
                  <a:pt x="1823976" y="2823"/>
                  <a:pt x="1829333" y="2823"/>
                </a:cubicBezTo>
                <a:cubicBezTo>
                  <a:pt x="1834834" y="2823"/>
                  <a:pt x="1839285" y="4344"/>
                  <a:pt x="1842687" y="7386"/>
                </a:cubicBezTo>
                <a:cubicBezTo>
                  <a:pt x="1846092" y="10426"/>
                  <a:pt x="1847794" y="14407"/>
                  <a:pt x="1847794" y="19329"/>
                </a:cubicBezTo>
                <a:cubicBezTo>
                  <a:pt x="1847794" y="24251"/>
                  <a:pt x="1846092" y="28268"/>
                  <a:pt x="1842687" y="31381"/>
                </a:cubicBezTo>
                <a:cubicBezTo>
                  <a:pt x="1839285" y="34494"/>
                  <a:pt x="1834834" y="36050"/>
                  <a:pt x="1829333" y="36050"/>
                </a:cubicBezTo>
                <a:close/>
                <a:moveTo>
                  <a:pt x="1914680" y="162225"/>
                </a:moveTo>
                <a:cubicBezTo>
                  <a:pt x="1908021" y="162225"/>
                  <a:pt x="1902339" y="161212"/>
                  <a:pt x="1897634" y="159186"/>
                </a:cubicBezTo>
                <a:cubicBezTo>
                  <a:pt x="1892928" y="157158"/>
                  <a:pt x="1889091" y="154335"/>
                  <a:pt x="1886122" y="150716"/>
                </a:cubicBezTo>
                <a:cubicBezTo>
                  <a:pt x="1883155" y="147097"/>
                  <a:pt x="1880983" y="142719"/>
                  <a:pt x="1879607" y="137580"/>
                </a:cubicBezTo>
                <a:cubicBezTo>
                  <a:pt x="1878233" y="132440"/>
                  <a:pt x="1877546" y="126756"/>
                  <a:pt x="1877546" y="120531"/>
                </a:cubicBezTo>
                <a:lnTo>
                  <a:pt x="1877546" y="76879"/>
                </a:lnTo>
                <a:lnTo>
                  <a:pt x="1862776" y="76879"/>
                </a:lnTo>
                <a:lnTo>
                  <a:pt x="1862776" y="53206"/>
                </a:lnTo>
                <a:lnTo>
                  <a:pt x="1879282" y="51903"/>
                </a:lnTo>
                <a:lnTo>
                  <a:pt x="1882974" y="23236"/>
                </a:lnTo>
                <a:lnTo>
                  <a:pt x="1909467" y="23236"/>
                </a:lnTo>
                <a:lnTo>
                  <a:pt x="1909467" y="51903"/>
                </a:lnTo>
                <a:lnTo>
                  <a:pt x="1935311" y="51903"/>
                </a:lnTo>
                <a:lnTo>
                  <a:pt x="1935311" y="76879"/>
                </a:lnTo>
                <a:lnTo>
                  <a:pt x="1909467" y="76879"/>
                </a:lnTo>
                <a:lnTo>
                  <a:pt x="1909467" y="120094"/>
                </a:lnTo>
                <a:cubicBezTo>
                  <a:pt x="1909467" y="126175"/>
                  <a:pt x="1910734" y="130556"/>
                  <a:pt x="1913268" y="133236"/>
                </a:cubicBezTo>
                <a:cubicBezTo>
                  <a:pt x="1915802" y="135913"/>
                  <a:pt x="1919169" y="137252"/>
                  <a:pt x="1923368" y="137252"/>
                </a:cubicBezTo>
                <a:cubicBezTo>
                  <a:pt x="1925105" y="137252"/>
                  <a:pt x="1926878" y="137036"/>
                  <a:pt x="1928687" y="136603"/>
                </a:cubicBezTo>
                <a:cubicBezTo>
                  <a:pt x="1930496" y="136168"/>
                  <a:pt x="1932126" y="135659"/>
                  <a:pt x="1933575" y="135078"/>
                </a:cubicBezTo>
                <a:lnTo>
                  <a:pt x="1938569" y="158318"/>
                </a:lnTo>
                <a:cubicBezTo>
                  <a:pt x="1935672" y="159186"/>
                  <a:pt x="1932270" y="160054"/>
                  <a:pt x="1928362" y="160922"/>
                </a:cubicBezTo>
                <a:cubicBezTo>
                  <a:pt x="1924454" y="161791"/>
                  <a:pt x="1919893" y="162225"/>
                  <a:pt x="1914680" y="162225"/>
                </a:cubicBezTo>
                <a:close/>
                <a:moveTo>
                  <a:pt x="1957355" y="159620"/>
                </a:moveTo>
                <a:lnTo>
                  <a:pt x="1957355" y="7383"/>
                </a:lnTo>
                <a:lnTo>
                  <a:pt x="1989280" y="7383"/>
                </a:lnTo>
                <a:lnTo>
                  <a:pt x="1989280" y="44736"/>
                </a:lnTo>
                <a:lnTo>
                  <a:pt x="1987759" y="64065"/>
                </a:lnTo>
                <a:cubicBezTo>
                  <a:pt x="1991813" y="60446"/>
                  <a:pt x="1996518" y="57080"/>
                  <a:pt x="2001875" y="53968"/>
                </a:cubicBezTo>
                <a:cubicBezTo>
                  <a:pt x="2007233" y="50855"/>
                  <a:pt x="2013603" y="49299"/>
                  <a:pt x="2020986" y="49299"/>
                </a:cubicBezTo>
                <a:cubicBezTo>
                  <a:pt x="2032712" y="49299"/>
                  <a:pt x="2041217" y="53136"/>
                  <a:pt x="2046502" y="60811"/>
                </a:cubicBezTo>
                <a:cubicBezTo>
                  <a:pt x="2051786" y="68483"/>
                  <a:pt x="2054428" y="79124"/>
                  <a:pt x="2054428" y="92732"/>
                </a:cubicBezTo>
                <a:lnTo>
                  <a:pt x="2054428" y="159620"/>
                </a:lnTo>
                <a:lnTo>
                  <a:pt x="2022507" y="159620"/>
                </a:lnTo>
                <a:lnTo>
                  <a:pt x="2022507" y="96858"/>
                </a:lnTo>
                <a:cubicBezTo>
                  <a:pt x="2022507" y="89039"/>
                  <a:pt x="2021456" y="83683"/>
                  <a:pt x="2019355" y="80789"/>
                </a:cubicBezTo>
                <a:cubicBezTo>
                  <a:pt x="2017257" y="77893"/>
                  <a:pt x="2013891" y="76445"/>
                  <a:pt x="2009258" y="76445"/>
                </a:cubicBezTo>
                <a:cubicBezTo>
                  <a:pt x="2005205" y="76445"/>
                  <a:pt x="2001730" y="77350"/>
                  <a:pt x="1998833" y="79159"/>
                </a:cubicBezTo>
                <a:cubicBezTo>
                  <a:pt x="1995937" y="80968"/>
                  <a:pt x="1992753" y="83537"/>
                  <a:pt x="1989280" y="86867"/>
                </a:cubicBezTo>
                <a:lnTo>
                  <a:pt x="1989280" y="159620"/>
                </a:lnTo>
                <a:lnTo>
                  <a:pt x="1957355" y="159620"/>
                </a:lnTo>
                <a:close/>
                <a:moveTo>
                  <a:pt x="2171485" y="162225"/>
                </a:moveTo>
                <a:cubicBezTo>
                  <a:pt x="2162219" y="162225"/>
                  <a:pt x="2152989" y="160524"/>
                  <a:pt x="2143795" y="157121"/>
                </a:cubicBezTo>
                <a:cubicBezTo>
                  <a:pt x="2134602" y="153719"/>
                  <a:pt x="2126387" y="148616"/>
                  <a:pt x="2119147" y="141812"/>
                </a:cubicBezTo>
                <a:lnTo>
                  <a:pt x="2137389" y="119878"/>
                </a:lnTo>
                <a:cubicBezTo>
                  <a:pt x="2142457" y="124221"/>
                  <a:pt x="2148067" y="127768"/>
                  <a:pt x="2154220" y="130519"/>
                </a:cubicBezTo>
                <a:cubicBezTo>
                  <a:pt x="2160372" y="133269"/>
                  <a:pt x="2166417" y="134644"/>
                  <a:pt x="2172353" y="134644"/>
                </a:cubicBezTo>
                <a:cubicBezTo>
                  <a:pt x="2179013" y="134644"/>
                  <a:pt x="2183972" y="133414"/>
                  <a:pt x="2187228" y="130953"/>
                </a:cubicBezTo>
                <a:cubicBezTo>
                  <a:pt x="2190487" y="128492"/>
                  <a:pt x="2192116" y="125163"/>
                  <a:pt x="2192116" y="120965"/>
                </a:cubicBezTo>
                <a:cubicBezTo>
                  <a:pt x="2192116" y="118794"/>
                  <a:pt x="2191645" y="116911"/>
                  <a:pt x="2190704" y="115319"/>
                </a:cubicBezTo>
                <a:cubicBezTo>
                  <a:pt x="2189763" y="113726"/>
                  <a:pt x="2188387" y="112314"/>
                  <a:pt x="2186575" y="111084"/>
                </a:cubicBezTo>
                <a:cubicBezTo>
                  <a:pt x="2184766" y="109853"/>
                  <a:pt x="2182594" y="108695"/>
                  <a:pt x="2180060" y="107611"/>
                </a:cubicBezTo>
                <a:cubicBezTo>
                  <a:pt x="2177529" y="106524"/>
                  <a:pt x="2174742" y="105329"/>
                  <a:pt x="2171700" y="104025"/>
                </a:cubicBezTo>
                <a:lnTo>
                  <a:pt x="2153242" y="96205"/>
                </a:lnTo>
                <a:cubicBezTo>
                  <a:pt x="2149624" y="94758"/>
                  <a:pt x="2146112" y="92877"/>
                  <a:pt x="2142708" y="90561"/>
                </a:cubicBezTo>
                <a:cubicBezTo>
                  <a:pt x="2139306" y="88244"/>
                  <a:pt x="2136265" y="85529"/>
                  <a:pt x="2133585" y="82416"/>
                </a:cubicBezTo>
                <a:cubicBezTo>
                  <a:pt x="2130908" y="79304"/>
                  <a:pt x="2128772" y="75684"/>
                  <a:pt x="2127180" y="71557"/>
                </a:cubicBezTo>
                <a:cubicBezTo>
                  <a:pt x="2125589" y="67430"/>
                  <a:pt x="2124794" y="62761"/>
                  <a:pt x="2124794" y="57550"/>
                </a:cubicBezTo>
                <a:cubicBezTo>
                  <a:pt x="2124794" y="51760"/>
                  <a:pt x="2126024" y="46295"/>
                  <a:pt x="2128485" y="41157"/>
                </a:cubicBezTo>
                <a:cubicBezTo>
                  <a:pt x="2130946" y="36016"/>
                  <a:pt x="2134420" y="31527"/>
                  <a:pt x="2138907" y="27690"/>
                </a:cubicBezTo>
                <a:cubicBezTo>
                  <a:pt x="2143396" y="23852"/>
                  <a:pt x="2148717" y="20848"/>
                  <a:pt x="2154869" y="18676"/>
                </a:cubicBezTo>
                <a:cubicBezTo>
                  <a:pt x="2161024" y="16505"/>
                  <a:pt x="2167793" y="15419"/>
                  <a:pt x="2175176" y="15419"/>
                </a:cubicBezTo>
                <a:cubicBezTo>
                  <a:pt x="2183429" y="15419"/>
                  <a:pt x="2191574" y="17012"/>
                  <a:pt x="2199608" y="20197"/>
                </a:cubicBezTo>
                <a:cubicBezTo>
                  <a:pt x="2207643" y="23383"/>
                  <a:pt x="2214701" y="28016"/>
                  <a:pt x="2220783" y="34095"/>
                </a:cubicBezTo>
                <a:lnTo>
                  <a:pt x="2204493" y="54292"/>
                </a:lnTo>
                <a:cubicBezTo>
                  <a:pt x="2199860" y="50674"/>
                  <a:pt x="2195228" y="47887"/>
                  <a:pt x="2190595" y="45932"/>
                </a:cubicBezTo>
                <a:cubicBezTo>
                  <a:pt x="2185962" y="43977"/>
                  <a:pt x="2180823" y="42999"/>
                  <a:pt x="2175176" y="42999"/>
                </a:cubicBezTo>
                <a:cubicBezTo>
                  <a:pt x="2169675" y="42999"/>
                  <a:pt x="2165296" y="44121"/>
                  <a:pt x="2162037" y="46366"/>
                </a:cubicBezTo>
                <a:cubicBezTo>
                  <a:pt x="2158781" y="48611"/>
                  <a:pt x="2157153" y="51760"/>
                  <a:pt x="2157153" y="55813"/>
                </a:cubicBezTo>
                <a:cubicBezTo>
                  <a:pt x="2157153" y="57985"/>
                  <a:pt x="2157695" y="59831"/>
                  <a:pt x="2158780" y="61351"/>
                </a:cubicBezTo>
                <a:cubicBezTo>
                  <a:pt x="2159866" y="62871"/>
                  <a:pt x="2161386" y="64246"/>
                  <a:pt x="2163339" y="65476"/>
                </a:cubicBezTo>
                <a:cubicBezTo>
                  <a:pt x="2165294" y="66707"/>
                  <a:pt x="2167574" y="67866"/>
                  <a:pt x="2170179" y="68953"/>
                </a:cubicBezTo>
                <a:cubicBezTo>
                  <a:pt x="2172786" y="70037"/>
                  <a:pt x="2175610" y="71231"/>
                  <a:pt x="2178652" y="72535"/>
                </a:cubicBezTo>
                <a:lnTo>
                  <a:pt x="2196894" y="79918"/>
                </a:lnTo>
                <a:cubicBezTo>
                  <a:pt x="2205581" y="83393"/>
                  <a:pt x="2212421" y="88171"/>
                  <a:pt x="2217416" y="94253"/>
                </a:cubicBezTo>
                <a:cubicBezTo>
                  <a:pt x="2222411" y="100333"/>
                  <a:pt x="2224909" y="108367"/>
                  <a:pt x="2224909" y="118357"/>
                </a:cubicBezTo>
                <a:cubicBezTo>
                  <a:pt x="2224909" y="124293"/>
                  <a:pt x="2223714" y="129903"/>
                  <a:pt x="2221323" y="135188"/>
                </a:cubicBezTo>
                <a:cubicBezTo>
                  <a:pt x="2218935" y="140472"/>
                  <a:pt x="2215460" y="145106"/>
                  <a:pt x="2210898" y="149089"/>
                </a:cubicBezTo>
                <a:cubicBezTo>
                  <a:pt x="2206339" y="153070"/>
                  <a:pt x="2200728" y="156254"/>
                  <a:pt x="2194068" y="158642"/>
                </a:cubicBezTo>
                <a:cubicBezTo>
                  <a:pt x="2187409" y="161031"/>
                  <a:pt x="2179882" y="162225"/>
                  <a:pt x="2171485" y="162225"/>
                </a:cubicBezTo>
                <a:close/>
                <a:moveTo>
                  <a:pt x="2272251" y="162225"/>
                </a:moveTo>
                <a:cubicBezTo>
                  <a:pt x="2267329" y="162225"/>
                  <a:pt x="2262877" y="161392"/>
                  <a:pt x="2258894" y="159726"/>
                </a:cubicBezTo>
                <a:cubicBezTo>
                  <a:pt x="2254913" y="158063"/>
                  <a:pt x="2251547" y="155747"/>
                  <a:pt x="2248797" y="152780"/>
                </a:cubicBezTo>
                <a:cubicBezTo>
                  <a:pt x="2246046" y="149811"/>
                  <a:pt x="2243911" y="146373"/>
                  <a:pt x="2242391" y="142465"/>
                </a:cubicBezTo>
                <a:cubicBezTo>
                  <a:pt x="2240871" y="138555"/>
                  <a:pt x="2240111" y="134283"/>
                  <a:pt x="2240111" y="129650"/>
                </a:cubicBezTo>
                <a:cubicBezTo>
                  <a:pt x="2240111" y="118357"/>
                  <a:pt x="2244889" y="109526"/>
                  <a:pt x="2254443" y="103157"/>
                </a:cubicBezTo>
                <a:cubicBezTo>
                  <a:pt x="2263998" y="96786"/>
                  <a:pt x="2279417" y="92514"/>
                  <a:pt x="2300700" y="90343"/>
                </a:cubicBezTo>
                <a:cubicBezTo>
                  <a:pt x="2300411" y="85564"/>
                  <a:pt x="2298999" y="81763"/>
                  <a:pt x="2296465" y="78940"/>
                </a:cubicBezTo>
                <a:cubicBezTo>
                  <a:pt x="2293931" y="76117"/>
                  <a:pt x="2289696" y="74705"/>
                  <a:pt x="2283760" y="74705"/>
                </a:cubicBezTo>
                <a:cubicBezTo>
                  <a:pt x="2279127" y="74705"/>
                  <a:pt x="2274530" y="75574"/>
                  <a:pt x="2269968" y="77313"/>
                </a:cubicBezTo>
                <a:cubicBezTo>
                  <a:pt x="2265409" y="79050"/>
                  <a:pt x="2260523" y="81439"/>
                  <a:pt x="2255312" y="84481"/>
                </a:cubicBezTo>
                <a:lnTo>
                  <a:pt x="2243803" y="63415"/>
                </a:lnTo>
                <a:cubicBezTo>
                  <a:pt x="2250751" y="59216"/>
                  <a:pt x="2258025" y="55813"/>
                  <a:pt x="2265627" y="53209"/>
                </a:cubicBezTo>
                <a:cubicBezTo>
                  <a:pt x="2273229" y="50602"/>
                  <a:pt x="2281300" y="49299"/>
                  <a:pt x="2289841" y="49299"/>
                </a:cubicBezTo>
                <a:cubicBezTo>
                  <a:pt x="2303741" y="49299"/>
                  <a:pt x="2314346" y="53244"/>
                  <a:pt x="2321656" y="61135"/>
                </a:cubicBezTo>
                <a:cubicBezTo>
                  <a:pt x="2328968" y="69024"/>
                  <a:pt x="2332625" y="81294"/>
                  <a:pt x="2332625" y="97945"/>
                </a:cubicBezTo>
                <a:lnTo>
                  <a:pt x="2332625" y="159620"/>
                </a:lnTo>
                <a:lnTo>
                  <a:pt x="2306565" y="159620"/>
                </a:lnTo>
                <a:lnTo>
                  <a:pt x="2304391" y="148545"/>
                </a:lnTo>
                <a:lnTo>
                  <a:pt x="2303523" y="148545"/>
                </a:lnTo>
                <a:cubicBezTo>
                  <a:pt x="2298891" y="152599"/>
                  <a:pt x="2294040" y="155893"/>
                  <a:pt x="2288973" y="158427"/>
                </a:cubicBezTo>
                <a:cubicBezTo>
                  <a:pt x="2283905" y="160959"/>
                  <a:pt x="2278331" y="162225"/>
                  <a:pt x="2272251" y="162225"/>
                </a:cubicBezTo>
                <a:moveTo>
                  <a:pt x="2283111" y="137468"/>
                </a:moveTo>
                <a:cubicBezTo>
                  <a:pt x="2286729" y="137468"/>
                  <a:pt x="2289841" y="136672"/>
                  <a:pt x="2292445" y="135082"/>
                </a:cubicBezTo>
                <a:cubicBezTo>
                  <a:pt x="2295052" y="133489"/>
                  <a:pt x="2297804" y="131244"/>
                  <a:pt x="2300700" y="128348"/>
                </a:cubicBezTo>
                <a:lnTo>
                  <a:pt x="2300700" y="109453"/>
                </a:lnTo>
                <a:cubicBezTo>
                  <a:pt x="2289407" y="111046"/>
                  <a:pt x="2281588" y="113363"/>
                  <a:pt x="2277245" y="116405"/>
                </a:cubicBezTo>
                <a:cubicBezTo>
                  <a:pt x="2272902" y="119445"/>
                  <a:pt x="2270730" y="123064"/>
                  <a:pt x="2270730" y="127261"/>
                </a:cubicBezTo>
                <a:cubicBezTo>
                  <a:pt x="2270730" y="130736"/>
                  <a:pt x="2271853" y="133307"/>
                  <a:pt x="2274097" y="134972"/>
                </a:cubicBezTo>
                <a:cubicBezTo>
                  <a:pt x="2276342" y="136636"/>
                  <a:pt x="2279346" y="137468"/>
                  <a:pt x="2283111" y="137468"/>
                </a:cubicBezTo>
                <a:close/>
                <a:moveTo>
                  <a:pt x="2359119" y="159620"/>
                </a:moveTo>
                <a:lnTo>
                  <a:pt x="2359119" y="51903"/>
                </a:lnTo>
                <a:lnTo>
                  <a:pt x="2385178" y="51903"/>
                </a:lnTo>
                <a:lnTo>
                  <a:pt x="2387352" y="65586"/>
                </a:lnTo>
                <a:lnTo>
                  <a:pt x="2388221" y="65586"/>
                </a:lnTo>
                <a:cubicBezTo>
                  <a:pt x="2392853" y="61243"/>
                  <a:pt x="2397920" y="57443"/>
                  <a:pt x="2403421" y="54186"/>
                </a:cubicBezTo>
                <a:cubicBezTo>
                  <a:pt x="2408924" y="50928"/>
                  <a:pt x="2415367" y="49299"/>
                  <a:pt x="2422750" y="49299"/>
                </a:cubicBezTo>
                <a:cubicBezTo>
                  <a:pt x="2434476" y="49299"/>
                  <a:pt x="2442981" y="53136"/>
                  <a:pt x="2448266" y="60811"/>
                </a:cubicBezTo>
                <a:cubicBezTo>
                  <a:pt x="2453550" y="68483"/>
                  <a:pt x="2456192" y="79124"/>
                  <a:pt x="2456192" y="92732"/>
                </a:cubicBezTo>
                <a:lnTo>
                  <a:pt x="2456192" y="159620"/>
                </a:lnTo>
                <a:lnTo>
                  <a:pt x="2424271" y="159620"/>
                </a:lnTo>
                <a:lnTo>
                  <a:pt x="2424271" y="96858"/>
                </a:lnTo>
                <a:cubicBezTo>
                  <a:pt x="2424271" y="89039"/>
                  <a:pt x="2423220" y="83683"/>
                  <a:pt x="2421119" y="80789"/>
                </a:cubicBezTo>
                <a:cubicBezTo>
                  <a:pt x="2419021" y="77893"/>
                  <a:pt x="2415655" y="76445"/>
                  <a:pt x="2411022" y="76445"/>
                </a:cubicBezTo>
                <a:cubicBezTo>
                  <a:pt x="2406969" y="76445"/>
                  <a:pt x="2403494" y="77350"/>
                  <a:pt x="2400597" y="79159"/>
                </a:cubicBezTo>
                <a:cubicBezTo>
                  <a:pt x="2397701" y="80968"/>
                  <a:pt x="2394517" y="83537"/>
                  <a:pt x="2391044" y="86867"/>
                </a:cubicBezTo>
                <a:lnTo>
                  <a:pt x="2391044" y="159620"/>
                </a:lnTo>
                <a:lnTo>
                  <a:pt x="2359119" y="159620"/>
                </a:lnTo>
                <a:close/>
                <a:moveTo>
                  <a:pt x="2483992" y="159620"/>
                </a:moveTo>
                <a:lnTo>
                  <a:pt x="2483992" y="51903"/>
                </a:lnTo>
                <a:lnTo>
                  <a:pt x="2515917" y="51903"/>
                </a:lnTo>
                <a:lnTo>
                  <a:pt x="2515917" y="159620"/>
                </a:lnTo>
                <a:lnTo>
                  <a:pt x="2483992" y="159620"/>
                </a:lnTo>
                <a:moveTo>
                  <a:pt x="2499845" y="36050"/>
                </a:moveTo>
                <a:cubicBezTo>
                  <a:pt x="2494488" y="36050"/>
                  <a:pt x="2490072" y="34494"/>
                  <a:pt x="2486596" y="31381"/>
                </a:cubicBezTo>
                <a:cubicBezTo>
                  <a:pt x="2483121" y="28268"/>
                  <a:pt x="2481384" y="24251"/>
                  <a:pt x="2481384" y="19329"/>
                </a:cubicBezTo>
                <a:cubicBezTo>
                  <a:pt x="2481384" y="14407"/>
                  <a:pt x="2483121" y="10426"/>
                  <a:pt x="2486596" y="7386"/>
                </a:cubicBezTo>
                <a:cubicBezTo>
                  <a:pt x="2490072" y="4344"/>
                  <a:pt x="2494488" y="2823"/>
                  <a:pt x="2499845" y="2823"/>
                </a:cubicBezTo>
                <a:cubicBezTo>
                  <a:pt x="2505346" y="2823"/>
                  <a:pt x="2509797" y="4344"/>
                  <a:pt x="2513199" y="7386"/>
                </a:cubicBezTo>
                <a:cubicBezTo>
                  <a:pt x="2516604" y="10426"/>
                  <a:pt x="2518306" y="14407"/>
                  <a:pt x="2518306" y="19329"/>
                </a:cubicBezTo>
                <a:cubicBezTo>
                  <a:pt x="2518306" y="24251"/>
                  <a:pt x="2516604" y="28268"/>
                  <a:pt x="2513199" y="31381"/>
                </a:cubicBezTo>
                <a:cubicBezTo>
                  <a:pt x="2509797" y="34494"/>
                  <a:pt x="2505346" y="36050"/>
                  <a:pt x="2499845" y="36050"/>
                </a:cubicBezTo>
                <a:close/>
                <a:moveTo>
                  <a:pt x="2585193" y="162225"/>
                </a:moveTo>
                <a:cubicBezTo>
                  <a:pt x="2578534" y="162225"/>
                  <a:pt x="2572852" y="161212"/>
                  <a:pt x="2568147" y="159186"/>
                </a:cubicBezTo>
                <a:cubicBezTo>
                  <a:pt x="2563441" y="157158"/>
                  <a:pt x="2559604" y="154335"/>
                  <a:pt x="2556635" y="150716"/>
                </a:cubicBezTo>
                <a:cubicBezTo>
                  <a:pt x="2553668" y="147097"/>
                  <a:pt x="2551496" y="142719"/>
                  <a:pt x="2550120" y="137580"/>
                </a:cubicBezTo>
                <a:cubicBezTo>
                  <a:pt x="2548746" y="132440"/>
                  <a:pt x="2548059" y="126756"/>
                  <a:pt x="2548059" y="120531"/>
                </a:cubicBezTo>
                <a:lnTo>
                  <a:pt x="2548059" y="76879"/>
                </a:lnTo>
                <a:lnTo>
                  <a:pt x="2533289" y="76879"/>
                </a:lnTo>
                <a:lnTo>
                  <a:pt x="2533289" y="53206"/>
                </a:lnTo>
                <a:lnTo>
                  <a:pt x="2549795" y="51903"/>
                </a:lnTo>
                <a:lnTo>
                  <a:pt x="2553487" y="23236"/>
                </a:lnTo>
                <a:lnTo>
                  <a:pt x="2579980" y="23236"/>
                </a:lnTo>
                <a:lnTo>
                  <a:pt x="2579980" y="51903"/>
                </a:lnTo>
                <a:lnTo>
                  <a:pt x="2605824" y="51903"/>
                </a:lnTo>
                <a:lnTo>
                  <a:pt x="2605824" y="76879"/>
                </a:lnTo>
                <a:lnTo>
                  <a:pt x="2579980" y="76879"/>
                </a:lnTo>
                <a:lnTo>
                  <a:pt x="2579980" y="120094"/>
                </a:lnTo>
                <a:cubicBezTo>
                  <a:pt x="2579980" y="126175"/>
                  <a:pt x="2581247" y="130556"/>
                  <a:pt x="2583781" y="133236"/>
                </a:cubicBezTo>
                <a:cubicBezTo>
                  <a:pt x="2586315" y="135913"/>
                  <a:pt x="2589682" y="137252"/>
                  <a:pt x="2593881" y="137252"/>
                </a:cubicBezTo>
                <a:cubicBezTo>
                  <a:pt x="2595618" y="137252"/>
                  <a:pt x="2597391" y="137036"/>
                  <a:pt x="2599200" y="136603"/>
                </a:cubicBezTo>
                <a:cubicBezTo>
                  <a:pt x="2601009" y="136168"/>
                  <a:pt x="2602639" y="135659"/>
                  <a:pt x="2604088" y="135078"/>
                </a:cubicBezTo>
                <a:lnTo>
                  <a:pt x="2609082" y="158318"/>
                </a:lnTo>
                <a:cubicBezTo>
                  <a:pt x="2606185" y="159186"/>
                  <a:pt x="2602783" y="160054"/>
                  <a:pt x="2598875" y="160922"/>
                </a:cubicBezTo>
                <a:cubicBezTo>
                  <a:pt x="2594967" y="161791"/>
                  <a:pt x="2590406" y="162225"/>
                  <a:pt x="2585193" y="162225"/>
                </a:cubicBezTo>
                <a:close/>
                <a:moveTo>
                  <a:pt x="2627867" y="159620"/>
                </a:moveTo>
                <a:lnTo>
                  <a:pt x="2627867" y="51903"/>
                </a:lnTo>
                <a:lnTo>
                  <a:pt x="2659792" y="51903"/>
                </a:lnTo>
                <a:lnTo>
                  <a:pt x="2659792" y="159620"/>
                </a:lnTo>
                <a:lnTo>
                  <a:pt x="2627867" y="159620"/>
                </a:lnTo>
                <a:moveTo>
                  <a:pt x="2643720" y="36050"/>
                </a:moveTo>
                <a:cubicBezTo>
                  <a:pt x="2638363" y="36050"/>
                  <a:pt x="2633947" y="34494"/>
                  <a:pt x="2630472" y="31381"/>
                </a:cubicBezTo>
                <a:cubicBezTo>
                  <a:pt x="2626997" y="28268"/>
                  <a:pt x="2625259" y="24251"/>
                  <a:pt x="2625259" y="19329"/>
                </a:cubicBezTo>
                <a:cubicBezTo>
                  <a:pt x="2625259" y="14407"/>
                  <a:pt x="2626997" y="10426"/>
                  <a:pt x="2630472" y="7386"/>
                </a:cubicBezTo>
                <a:cubicBezTo>
                  <a:pt x="2633947" y="4344"/>
                  <a:pt x="2638363" y="2823"/>
                  <a:pt x="2643720" y="2823"/>
                </a:cubicBezTo>
                <a:cubicBezTo>
                  <a:pt x="2649221" y="2823"/>
                  <a:pt x="2653672" y="4344"/>
                  <a:pt x="2657074" y="7386"/>
                </a:cubicBezTo>
                <a:cubicBezTo>
                  <a:pt x="2660479" y="10426"/>
                  <a:pt x="2662181" y="14407"/>
                  <a:pt x="2662181" y="19329"/>
                </a:cubicBezTo>
                <a:cubicBezTo>
                  <a:pt x="2662181" y="24251"/>
                  <a:pt x="2660479" y="28268"/>
                  <a:pt x="2657074" y="31381"/>
                </a:cubicBezTo>
                <a:cubicBezTo>
                  <a:pt x="2653672" y="34494"/>
                  <a:pt x="2649221" y="36050"/>
                  <a:pt x="2643720" y="36050"/>
                </a:cubicBezTo>
                <a:close/>
                <a:moveTo>
                  <a:pt x="2681723" y="159620"/>
                </a:moveTo>
                <a:lnTo>
                  <a:pt x="2681723" y="142465"/>
                </a:lnTo>
                <a:lnTo>
                  <a:pt x="2726896" y="76879"/>
                </a:lnTo>
                <a:lnTo>
                  <a:pt x="2686721" y="76879"/>
                </a:lnTo>
                <a:lnTo>
                  <a:pt x="2686721" y="51903"/>
                </a:lnTo>
                <a:lnTo>
                  <a:pt x="2766638" y="51903"/>
                </a:lnTo>
                <a:lnTo>
                  <a:pt x="2766638" y="68843"/>
                </a:lnTo>
                <a:lnTo>
                  <a:pt x="2721465" y="134644"/>
                </a:lnTo>
                <a:lnTo>
                  <a:pt x="2768159" y="134644"/>
                </a:lnTo>
                <a:lnTo>
                  <a:pt x="2768159" y="159620"/>
                </a:lnTo>
                <a:lnTo>
                  <a:pt x="2681723" y="159620"/>
                </a:lnTo>
                <a:close/>
                <a:moveTo>
                  <a:pt x="2836242" y="162225"/>
                </a:moveTo>
                <a:cubicBezTo>
                  <a:pt x="2828567" y="162225"/>
                  <a:pt x="2821399" y="160959"/>
                  <a:pt x="2814739" y="158427"/>
                </a:cubicBezTo>
                <a:cubicBezTo>
                  <a:pt x="2808080" y="155893"/>
                  <a:pt x="2802290" y="152202"/>
                  <a:pt x="2797368" y="147353"/>
                </a:cubicBezTo>
                <a:cubicBezTo>
                  <a:pt x="2792446" y="142501"/>
                  <a:pt x="2788609" y="136601"/>
                  <a:pt x="2785856" y="129650"/>
                </a:cubicBezTo>
                <a:cubicBezTo>
                  <a:pt x="2783106" y="122700"/>
                  <a:pt x="2781730" y="114738"/>
                  <a:pt x="2781730" y="105762"/>
                </a:cubicBezTo>
                <a:cubicBezTo>
                  <a:pt x="2781730" y="97075"/>
                  <a:pt x="2783179" y="89222"/>
                  <a:pt x="2786075" y="82201"/>
                </a:cubicBezTo>
                <a:cubicBezTo>
                  <a:pt x="2788971" y="75178"/>
                  <a:pt x="2792772" y="69242"/>
                  <a:pt x="2797477" y="64393"/>
                </a:cubicBezTo>
                <a:cubicBezTo>
                  <a:pt x="2802183" y="59541"/>
                  <a:pt x="2807575" y="55813"/>
                  <a:pt x="2813655" y="53209"/>
                </a:cubicBezTo>
                <a:cubicBezTo>
                  <a:pt x="2819737" y="50602"/>
                  <a:pt x="2826035" y="49299"/>
                  <a:pt x="2832550" y="49299"/>
                </a:cubicBezTo>
                <a:cubicBezTo>
                  <a:pt x="2840223" y="49299"/>
                  <a:pt x="2846917" y="50602"/>
                  <a:pt x="2852635" y="53209"/>
                </a:cubicBezTo>
                <a:cubicBezTo>
                  <a:pt x="2858354" y="55813"/>
                  <a:pt x="2863133" y="59432"/>
                  <a:pt x="2866970" y="64065"/>
                </a:cubicBezTo>
                <a:cubicBezTo>
                  <a:pt x="2870807" y="68697"/>
                  <a:pt x="2873667" y="74163"/>
                  <a:pt x="2875549" y="80461"/>
                </a:cubicBezTo>
                <a:cubicBezTo>
                  <a:pt x="2877432" y="86760"/>
                  <a:pt x="2878373" y="93600"/>
                  <a:pt x="2878373" y="100983"/>
                </a:cubicBezTo>
                <a:cubicBezTo>
                  <a:pt x="2878373" y="103879"/>
                  <a:pt x="2878228" y="106631"/>
                  <a:pt x="2877939" y="109238"/>
                </a:cubicBezTo>
                <a:cubicBezTo>
                  <a:pt x="2877649" y="111842"/>
                  <a:pt x="2877360" y="113796"/>
                  <a:pt x="2877070" y="115100"/>
                </a:cubicBezTo>
                <a:lnTo>
                  <a:pt x="2812568" y="115100"/>
                </a:lnTo>
                <a:cubicBezTo>
                  <a:pt x="2814017" y="122918"/>
                  <a:pt x="2817240" y="128673"/>
                  <a:pt x="2822234" y="132364"/>
                </a:cubicBezTo>
                <a:cubicBezTo>
                  <a:pt x="2827229" y="136056"/>
                  <a:pt x="2833347" y="137902"/>
                  <a:pt x="2840586" y="137902"/>
                </a:cubicBezTo>
                <a:cubicBezTo>
                  <a:pt x="2848258" y="137902"/>
                  <a:pt x="2856004" y="135514"/>
                  <a:pt x="2863822" y="130737"/>
                </a:cubicBezTo>
                <a:lnTo>
                  <a:pt x="2874462" y="150063"/>
                </a:lnTo>
                <a:cubicBezTo>
                  <a:pt x="2868962" y="153828"/>
                  <a:pt x="2862844" y="156796"/>
                  <a:pt x="2856111" y="158967"/>
                </a:cubicBezTo>
                <a:cubicBezTo>
                  <a:pt x="2849380" y="161139"/>
                  <a:pt x="2842756" y="162225"/>
                  <a:pt x="2836242" y="162225"/>
                </a:cubicBezTo>
                <a:moveTo>
                  <a:pt x="2812353" y="94034"/>
                </a:moveTo>
                <a:lnTo>
                  <a:pt x="2851226" y="94034"/>
                </a:lnTo>
                <a:cubicBezTo>
                  <a:pt x="2851226" y="87955"/>
                  <a:pt x="2849850" y="83033"/>
                  <a:pt x="2847098" y="79268"/>
                </a:cubicBezTo>
                <a:cubicBezTo>
                  <a:pt x="2844347" y="75504"/>
                  <a:pt x="2839714" y="73622"/>
                  <a:pt x="2833200" y="73622"/>
                </a:cubicBezTo>
                <a:cubicBezTo>
                  <a:pt x="2828134" y="73622"/>
                  <a:pt x="2823683" y="75286"/>
                  <a:pt x="2819845" y="78615"/>
                </a:cubicBezTo>
                <a:cubicBezTo>
                  <a:pt x="2816008" y="81945"/>
                  <a:pt x="2813510" y="87084"/>
                  <a:pt x="2812353" y="94034"/>
                </a:cubicBezTo>
                <a:close/>
                <a:moveTo>
                  <a:pt x="2899330" y="159620"/>
                </a:moveTo>
                <a:lnTo>
                  <a:pt x="2899330" y="51903"/>
                </a:lnTo>
                <a:lnTo>
                  <a:pt x="2925389" y="51903"/>
                </a:lnTo>
                <a:lnTo>
                  <a:pt x="2927563" y="70798"/>
                </a:lnTo>
                <a:lnTo>
                  <a:pt x="2928431" y="70798"/>
                </a:lnTo>
                <a:cubicBezTo>
                  <a:pt x="2932339" y="63413"/>
                  <a:pt x="2937043" y="57984"/>
                  <a:pt x="2942544" y="54511"/>
                </a:cubicBezTo>
                <a:cubicBezTo>
                  <a:pt x="2948047" y="51036"/>
                  <a:pt x="2953549" y="49299"/>
                  <a:pt x="2959050" y="49299"/>
                </a:cubicBezTo>
                <a:cubicBezTo>
                  <a:pt x="2962090" y="49299"/>
                  <a:pt x="2964587" y="49480"/>
                  <a:pt x="2966542" y="49842"/>
                </a:cubicBezTo>
                <a:cubicBezTo>
                  <a:pt x="2968497" y="50202"/>
                  <a:pt x="2970271" y="50745"/>
                  <a:pt x="2971864" y="51469"/>
                </a:cubicBezTo>
                <a:lnTo>
                  <a:pt x="2966652" y="79050"/>
                </a:lnTo>
                <a:cubicBezTo>
                  <a:pt x="2964624" y="78471"/>
                  <a:pt x="2962741" y="78037"/>
                  <a:pt x="2961005" y="77747"/>
                </a:cubicBezTo>
                <a:cubicBezTo>
                  <a:pt x="2959269" y="77458"/>
                  <a:pt x="2957242" y="77313"/>
                  <a:pt x="2954924" y="77313"/>
                </a:cubicBezTo>
                <a:cubicBezTo>
                  <a:pt x="2950870" y="77313"/>
                  <a:pt x="2946636" y="78761"/>
                  <a:pt x="2942219" y="81657"/>
                </a:cubicBezTo>
                <a:cubicBezTo>
                  <a:pt x="2937803" y="84551"/>
                  <a:pt x="2934148" y="89691"/>
                  <a:pt x="2931254" y="97076"/>
                </a:cubicBezTo>
                <a:lnTo>
                  <a:pt x="2931254" y="159620"/>
                </a:lnTo>
                <a:lnTo>
                  <a:pt x="2899330" y="159620"/>
                </a:lnTo>
                <a:close/>
                <a:moveTo>
                  <a:pt x="3017903" y="162225"/>
                </a:moveTo>
                <a:cubicBezTo>
                  <a:pt x="3010810" y="162225"/>
                  <a:pt x="3003535" y="160849"/>
                  <a:pt x="2996079" y="158099"/>
                </a:cubicBezTo>
                <a:cubicBezTo>
                  <a:pt x="2988623" y="155349"/>
                  <a:pt x="2982144" y="151729"/>
                  <a:pt x="2976641" y="147240"/>
                </a:cubicBezTo>
                <a:lnTo>
                  <a:pt x="2990976" y="127261"/>
                </a:lnTo>
                <a:cubicBezTo>
                  <a:pt x="2995898" y="131026"/>
                  <a:pt x="3000602" y="133849"/>
                  <a:pt x="3005089" y="135731"/>
                </a:cubicBezTo>
                <a:cubicBezTo>
                  <a:pt x="3009578" y="137613"/>
                  <a:pt x="3014139" y="138555"/>
                  <a:pt x="3018772" y="138555"/>
                </a:cubicBezTo>
                <a:cubicBezTo>
                  <a:pt x="3023550" y="138555"/>
                  <a:pt x="3027025" y="137758"/>
                  <a:pt x="3029197" y="136165"/>
                </a:cubicBezTo>
                <a:cubicBezTo>
                  <a:pt x="3031368" y="134573"/>
                  <a:pt x="3032454" y="132328"/>
                  <a:pt x="3032454" y="129432"/>
                </a:cubicBezTo>
                <a:cubicBezTo>
                  <a:pt x="3032454" y="127695"/>
                  <a:pt x="3031839" y="126140"/>
                  <a:pt x="3030608" y="124766"/>
                </a:cubicBezTo>
                <a:cubicBezTo>
                  <a:pt x="3029378" y="123390"/>
                  <a:pt x="3027712" y="122123"/>
                  <a:pt x="3025611" y="120965"/>
                </a:cubicBezTo>
                <a:cubicBezTo>
                  <a:pt x="3023513" y="119805"/>
                  <a:pt x="3021160" y="118755"/>
                  <a:pt x="3018553" y="117814"/>
                </a:cubicBezTo>
                <a:cubicBezTo>
                  <a:pt x="3015948" y="116873"/>
                  <a:pt x="3013271" y="115823"/>
                  <a:pt x="3010520" y="114666"/>
                </a:cubicBezTo>
                <a:cubicBezTo>
                  <a:pt x="3007191" y="113362"/>
                  <a:pt x="3003861" y="111842"/>
                  <a:pt x="3000529" y="110106"/>
                </a:cubicBezTo>
                <a:cubicBezTo>
                  <a:pt x="2997200" y="108367"/>
                  <a:pt x="2994160" y="106232"/>
                  <a:pt x="2991410" y="103701"/>
                </a:cubicBezTo>
                <a:cubicBezTo>
                  <a:pt x="2988660" y="101167"/>
                  <a:pt x="2986415" y="98199"/>
                  <a:pt x="2984677" y="94796"/>
                </a:cubicBezTo>
                <a:cubicBezTo>
                  <a:pt x="2982940" y="91392"/>
                  <a:pt x="2982072" y="87447"/>
                  <a:pt x="2982072" y="82960"/>
                </a:cubicBezTo>
                <a:cubicBezTo>
                  <a:pt x="2982072" y="78038"/>
                  <a:pt x="2983048" y="73477"/>
                  <a:pt x="2985001" y="69277"/>
                </a:cubicBezTo>
                <a:cubicBezTo>
                  <a:pt x="2986956" y="65078"/>
                  <a:pt x="2989743" y="61531"/>
                  <a:pt x="2993362" y="58637"/>
                </a:cubicBezTo>
                <a:cubicBezTo>
                  <a:pt x="2996983" y="55741"/>
                  <a:pt x="3001326" y="53461"/>
                  <a:pt x="3006392" y="51797"/>
                </a:cubicBezTo>
                <a:cubicBezTo>
                  <a:pt x="3011459" y="50132"/>
                  <a:pt x="3017106" y="49299"/>
                  <a:pt x="3023331" y="49299"/>
                </a:cubicBezTo>
                <a:cubicBezTo>
                  <a:pt x="3031585" y="49299"/>
                  <a:pt x="3038824" y="50710"/>
                  <a:pt x="3045050" y="53534"/>
                </a:cubicBezTo>
                <a:cubicBezTo>
                  <a:pt x="3051275" y="56357"/>
                  <a:pt x="3056704" y="59505"/>
                  <a:pt x="3061337" y="62978"/>
                </a:cubicBezTo>
                <a:lnTo>
                  <a:pt x="3047005" y="82092"/>
                </a:lnTo>
                <a:cubicBezTo>
                  <a:pt x="3043095" y="79195"/>
                  <a:pt x="3039257" y="76951"/>
                  <a:pt x="3035493" y="75358"/>
                </a:cubicBezTo>
                <a:cubicBezTo>
                  <a:pt x="3031731" y="73765"/>
                  <a:pt x="3027967" y="72969"/>
                  <a:pt x="3024203" y="72969"/>
                </a:cubicBezTo>
                <a:cubicBezTo>
                  <a:pt x="3016095" y="72969"/>
                  <a:pt x="3012041" y="75792"/>
                  <a:pt x="3012041" y="81439"/>
                </a:cubicBezTo>
                <a:cubicBezTo>
                  <a:pt x="3012041" y="83175"/>
                  <a:pt x="3012620" y="84660"/>
                  <a:pt x="3013778" y="85892"/>
                </a:cubicBezTo>
                <a:cubicBezTo>
                  <a:pt x="3014935" y="87123"/>
                  <a:pt x="3016492" y="88245"/>
                  <a:pt x="3018447" y="89259"/>
                </a:cubicBezTo>
                <a:cubicBezTo>
                  <a:pt x="3020402" y="90271"/>
                  <a:pt x="3022645" y="91247"/>
                  <a:pt x="3025177" y="92189"/>
                </a:cubicBezTo>
                <a:cubicBezTo>
                  <a:pt x="3027711" y="93130"/>
                  <a:pt x="3030354" y="94107"/>
                  <a:pt x="3033107" y="95121"/>
                </a:cubicBezTo>
                <a:cubicBezTo>
                  <a:pt x="3036580" y="96425"/>
                  <a:pt x="3040017" y="97909"/>
                  <a:pt x="3043419" y="99575"/>
                </a:cubicBezTo>
                <a:cubicBezTo>
                  <a:pt x="3046824" y="101238"/>
                  <a:pt x="3049938" y="103301"/>
                  <a:pt x="3052761" y="105762"/>
                </a:cubicBezTo>
                <a:cubicBezTo>
                  <a:pt x="3055584" y="108223"/>
                  <a:pt x="3057864" y="111227"/>
                  <a:pt x="3059600" y="114775"/>
                </a:cubicBezTo>
                <a:cubicBezTo>
                  <a:pt x="3061337" y="118321"/>
                  <a:pt x="3062205" y="122556"/>
                  <a:pt x="3062205" y="127480"/>
                </a:cubicBezTo>
                <a:cubicBezTo>
                  <a:pt x="3062205" y="132402"/>
                  <a:pt x="3061264" y="136963"/>
                  <a:pt x="3059382" y="141162"/>
                </a:cubicBezTo>
                <a:cubicBezTo>
                  <a:pt x="3057502" y="145360"/>
                  <a:pt x="3054679" y="149015"/>
                  <a:pt x="3050915" y="152128"/>
                </a:cubicBezTo>
                <a:cubicBezTo>
                  <a:pt x="3047151" y="155240"/>
                  <a:pt x="3042517" y="157701"/>
                  <a:pt x="3037014" y="159511"/>
                </a:cubicBezTo>
                <a:cubicBezTo>
                  <a:pt x="3031513" y="161320"/>
                  <a:pt x="3025143" y="162225"/>
                  <a:pt x="3017903" y="162225"/>
                </a:cubicBezTo>
                <a:close/>
                <a:moveTo>
                  <a:pt x="3097497" y="198494"/>
                </a:moveTo>
                <a:lnTo>
                  <a:pt x="3077519" y="190242"/>
                </a:lnTo>
                <a:cubicBezTo>
                  <a:pt x="3085626" y="176053"/>
                  <a:pt x="3091490" y="161213"/>
                  <a:pt x="3095108" y="145722"/>
                </a:cubicBezTo>
                <a:cubicBezTo>
                  <a:pt x="3098729" y="130229"/>
                  <a:pt x="3100539" y="114738"/>
                  <a:pt x="3100539" y="99247"/>
                </a:cubicBezTo>
                <a:cubicBezTo>
                  <a:pt x="3100539" y="83756"/>
                  <a:pt x="3098729" y="68265"/>
                  <a:pt x="3095108" y="52775"/>
                </a:cubicBezTo>
                <a:cubicBezTo>
                  <a:pt x="3091490" y="37282"/>
                  <a:pt x="3085626" y="22441"/>
                  <a:pt x="3077519" y="8251"/>
                </a:cubicBezTo>
                <a:lnTo>
                  <a:pt x="3097497" y="0"/>
                </a:lnTo>
                <a:cubicBezTo>
                  <a:pt x="3106619" y="14912"/>
                  <a:pt x="3113677" y="30404"/>
                  <a:pt x="3118672" y="46475"/>
                </a:cubicBezTo>
                <a:cubicBezTo>
                  <a:pt x="3123667" y="62545"/>
                  <a:pt x="3126165" y="80135"/>
                  <a:pt x="3126165" y="99247"/>
                </a:cubicBezTo>
                <a:cubicBezTo>
                  <a:pt x="3126165" y="118358"/>
                  <a:pt x="3123667" y="135950"/>
                  <a:pt x="3118672" y="152022"/>
                </a:cubicBezTo>
                <a:cubicBezTo>
                  <a:pt x="3113677" y="168091"/>
                  <a:pt x="3106619" y="183582"/>
                  <a:pt x="3097497" y="1984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2C780-B1F7-4595-A5FC-7A9B24F1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0180" y="4896693"/>
            <a:ext cx="1460566" cy="375331"/>
          </a:xfrm>
          <a:custGeom xmlns:a="http://schemas.openxmlformats.org/drawingml/2006/main">
            <a:pathLst>
              <a:path w="1460566" h="375331">
                <a:moveTo>
                  <a:pt x="0" y="0"/>
                </a:moveTo>
                <a:lnTo>
                  <a:pt x="1348654" y="0"/>
                </a:lnTo>
                <a:lnTo>
                  <a:pt x="1460566" y="111912"/>
                </a:lnTo>
                <a:lnTo>
                  <a:pt x="1460566" y="375331"/>
                </a:lnTo>
                <a:lnTo>
                  <a:pt x="0" y="3753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5DCD3-C727-4B40-A13C-8D14BAB2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0181" y="4896693"/>
            <a:ext cx="1460567" cy="375331"/>
          </a:xfrm>
          <a:custGeom xmlns:a="http://schemas.openxmlformats.org/drawingml/2006/main">
            <a:pathLst>
              <a:path w="1460567" h="375331" fill="none">
                <a:moveTo>
                  <a:pt x="0" y="0"/>
                </a:moveTo>
                <a:lnTo>
                  <a:pt x="1348654" y="0"/>
                </a:lnTo>
                <a:lnTo>
                  <a:pt x="1460567" y="111913"/>
                </a:lnTo>
                <a:lnTo>
                  <a:pt x="1460567" y="375331"/>
                </a:lnTo>
                <a:lnTo>
                  <a:pt x="0" y="3753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A8215-0B9F-403C-BB95-C6A1757A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1710" y="4963599"/>
            <a:ext cx="1460564" cy="375333"/>
          </a:xfrm>
          <a:custGeom xmlns:a="http://schemas.openxmlformats.org/drawingml/2006/main">
            <a:pathLst>
              <a:path w="1460564" h="375333">
                <a:moveTo>
                  <a:pt x="0" y="0"/>
                </a:moveTo>
                <a:lnTo>
                  <a:pt x="1348652" y="0"/>
                </a:lnTo>
                <a:lnTo>
                  <a:pt x="1460564" y="111914"/>
                </a:lnTo>
                <a:lnTo>
                  <a:pt x="1460564" y="375333"/>
                </a:lnTo>
                <a:lnTo>
                  <a:pt x="0" y="3753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8125DE-39AE-4C8D-92CD-8B085752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1711" y="4963598"/>
            <a:ext cx="1460564" cy="375331"/>
          </a:xfrm>
          <a:custGeom xmlns:a="http://schemas.openxmlformats.org/drawingml/2006/main">
            <a:pathLst>
              <a:path w="1460564" h="375331" fill="none">
                <a:moveTo>
                  <a:pt x="0" y="0"/>
                </a:moveTo>
                <a:lnTo>
                  <a:pt x="1348651" y="0"/>
                </a:lnTo>
                <a:lnTo>
                  <a:pt x="1460564" y="111913"/>
                </a:lnTo>
                <a:lnTo>
                  <a:pt x="1460564" y="375331"/>
                </a:lnTo>
                <a:lnTo>
                  <a:pt x="0" y="3753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5FE808-0291-4B0C-AFE4-008352F8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8" y="5053498"/>
            <a:ext cx="1460564" cy="375333"/>
          </a:xfrm>
          <a:custGeom xmlns:a="http://schemas.openxmlformats.org/drawingml/2006/main">
            <a:pathLst>
              <a:path w="1460564" h="375333">
                <a:moveTo>
                  <a:pt x="0" y="0"/>
                </a:moveTo>
                <a:lnTo>
                  <a:pt x="1348652" y="0"/>
                </a:lnTo>
                <a:lnTo>
                  <a:pt x="1460564" y="111914"/>
                </a:lnTo>
                <a:lnTo>
                  <a:pt x="1460564" y="375333"/>
                </a:lnTo>
                <a:lnTo>
                  <a:pt x="0" y="3753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3D449E-E7ED-4275-A949-B15B3D53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7" y="5053498"/>
            <a:ext cx="1460564" cy="375331"/>
          </a:xfrm>
          <a:custGeom xmlns:a="http://schemas.openxmlformats.org/drawingml/2006/main">
            <a:pathLst>
              <a:path w="1460564" h="375331" fill="none">
                <a:moveTo>
                  <a:pt x="0" y="0"/>
                </a:moveTo>
                <a:lnTo>
                  <a:pt x="1348651" y="0"/>
                </a:lnTo>
                <a:lnTo>
                  <a:pt x="1460564" y="111913"/>
                </a:lnTo>
                <a:lnTo>
                  <a:pt x="1460564" y="375331"/>
                </a:lnTo>
                <a:lnTo>
                  <a:pt x="0" y="3753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E9D5B-FAAD-4CD9-B514-8220A19E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072" y="4887235"/>
            <a:ext cx="2371572" cy="547653"/>
          </a:xfrm>
          <a:custGeom xmlns:a="http://schemas.openxmlformats.org/drawingml/2006/main">
            <a:pathLst>
              <a:path w="2371572" h="547653">
                <a:moveTo>
                  <a:pt x="0" y="91277"/>
                </a:moveTo>
                <a:cubicBezTo>
                  <a:pt x="0" y="40865"/>
                  <a:pt x="40867" y="0"/>
                  <a:pt x="91279" y="0"/>
                </a:cubicBezTo>
                <a:lnTo>
                  <a:pt x="2280294" y="0"/>
                </a:lnTo>
                <a:cubicBezTo>
                  <a:pt x="2330705" y="0"/>
                  <a:pt x="2371572" y="40865"/>
                  <a:pt x="2371572" y="91277"/>
                </a:cubicBezTo>
                <a:lnTo>
                  <a:pt x="2371572" y="456374"/>
                </a:lnTo>
                <a:cubicBezTo>
                  <a:pt x="2371572" y="506786"/>
                  <a:pt x="2330705" y="547653"/>
                  <a:pt x="2280294" y="547653"/>
                </a:cubicBezTo>
                <a:lnTo>
                  <a:pt x="91279" y="547653"/>
                </a:lnTo>
                <a:cubicBezTo>
                  <a:pt x="40867" y="547653"/>
                  <a:pt x="0" y="506786"/>
                  <a:pt x="0" y="456374"/>
                </a:cubicBezTo>
                <a:lnTo>
                  <a:pt x="0" y="912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FD643-3EAE-47CC-82AF-68ABFE1D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072" y="4887235"/>
            <a:ext cx="2371572" cy="547653"/>
          </a:xfrm>
          <a:custGeom xmlns:a="http://schemas.openxmlformats.org/drawingml/2006/main">
            <a:pathLst>
              <a:path w="2371572" h="547653" fill="none">
                <a:moveTo>
                  <a:pt x="0" y="91279"/>
                </a:moveTo>
                <a:cubicBezTo>
                  <a:pt x="0" y="40867"/>
                  <a:pt x="40867" y="0"/>
                  <a:pt x="91279" y="0"/>
                </a:cubicBezTo>
                <a:lnTo>
                  <a:pt x="2280294" y="0"/>
                </a:lnTo>
                <a:cubicBezTo>
                  <a:pt x="2330704" y="0"/>
                  <a:pt x="2371572" y="40867"/>
                  <a:pt x="2371572" y="91279"/>
                </a:cubicBezTo>
                <a:lnTo>
                  <a:pt x="2371572" y="456375"/>
                </a:lnTo>
                <a:cubicBezTo>
                  <a:pt x="2371572" y="506786"/>
                  <a:pt x="2330704" y="547653"/>
                  <a:pt x="2280294" y="547653"/>
                </a:cubicBezTo>
                <a:lnTo>
                  <a:pt x="91279" y="547653"/>
                </a:lnTo>
                <a:cubicBezTo>
                  <a:pt x="40867" y="547653"/>
                  <a:pt x="0" y="506786"/>
                  <a:pt x="0" y="456375"/>
                </a:cubicBezTo>
                <a:lnTo>
                  <a:pt x="0" y="912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000000"/>
            </a:solidFill>
            <a:miter/>
          </a:ln>
        </p:spPr>
      </p:sp>
      <p:sp>
        <p:nvSpPr>
          <p:cNvPr id="204" name="Text Verifier/Reducer">
            <a:extLst xmlns:a="http://schemas.openxmlformats.org/drawingml/2006/main">
              <a:ext uri="{FF2B5EF4-FFF2-40B4-BE49-F238E27FC236}">
                <a16:creationId xmlns:a16="http://schemas.microsoft.com/office/drawing/2014/main" id="{EB20E10B-9D45-488A-AB8D-99F16D15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647" y="5068167"/>
            <a:ext cx="1659940" cy="191545"/>
          </a:xfrm>
          <a:custGeom xmlns:a="http://schemas.openxmlformats.org/drawingml/2006/main">
            <a:pathLst>
              <a:path w="1659940" h="191545">
                <a:moveTo>
                  <a:pt x="42784" y="156797"/>
                </a:moveTo>
                <a:lnTo>
                  <a:pt x="0" y="15203"/>
                </a:lnTo>
                <a:lnTo>
                  <a:pt x="33880" y="15203"/>
                </a:lnTo>
                <a:lnTo>
                  <a:pt x="50820" y="81220"/>
                </a:lnTo>
                <a:cubicBezTo>
                  <a:pt x="52991" y="89038"/>
                  <a:pt x="54909" y="96604"/>
                  <a:pt x="56572" y="103916"/>
                </a:cubicBezTo>
                <a:cubicBezTo>
                  <a:pt x="58238" y="111228"/>
                  <a:pt x="60157" y="118792"/>
                  <a:pt x="62328" y="126608"/>
                </a:cubicBezTo>
                <a:lnTo>
                  <a:pt x="63197" y="126608"/>
                </a:lnTo>
                <a:cubicBezTo>
                  <a:pt x="65225" y="118792"/>
                  <a:pt x="67107" y="111228"/>
                  <a:pt x="68843" y="103916"/>
                </a:cubicBezTo>
                <a:cubicBezTo>
                  <a:pt x="70582" y="96604"/>
                  <a:pt x="72464" y="89038"/>
                  <a:pt x="74490" y="81220"/>
                </a:cubicBezTo>
                <a:lnTo>
                  <a:pt x="91211" y="15203"/>
                </a:lnTo>
                <a:lnTo>
                  <a:pt x="123788" y="15203"/>
                </a:lnTo>
                <a:lnTo>
                  <a:pt x="81223" y="156797"/>
                </a:lnTo>
                <a:lnTo>
                  <a:pt x="42784" y="156797"/>
                </a:lnTo>
                <a:close/>
                <a:moveTo>
                  <a:pt x="183293" y="159401"/>
                </a:moveTo>
                <a:cubicBezTo>
                  <a:pt x="175618" y="159401"/>
                  <a:pt x="168451" y="158135"/>
                  <a:pt x="161790" y="155604"/>
                </a:cubicBezTo>
                <a:cubicBezTo>
                  <a:pt x="155131" y="153070"/>
                  <a:pt x="149341" y="149378"/>
                  <a:pt x="144419" y="144529"/>
                </a:cubicBezTo>
                <a:cubicBezTo>
                  <a:pt x="139497" y="139678"/>
                  <a:pt x="135660" y="133777"/>
                  <a:pt x="132907" y="126827"/>
                </a:cubicBezTo>
                <a:cubicBezTo>
                  <a:pt x="130157" y="119877"/>
                  <a:pt x="128782" y="111914"/>
                  <a:pt x="128782" y="102938"/>
                </a:cubicBezTo>
                <a:cubicBezTo>
                  <a:pt x="128782" y="94252"/>
                  <a:pt x="130230" y="86398"/>
                  <a:pt x="133126" y="79378"/>
                </a:cubicBezTo>
                <a:cubicBezTo>
                  <a:pt x="136022" y="72355"/>
                  <a:pt x="139823" y="66419"/>
                  <a:pt x="144529" y="61569"/>
                </a:cubicBezTo>
                <a:cubicBezTo>
                  <a:pt x="149234" y="56718"/>
                  <a:pt x="154627" y="52990"/>
                  <a:pt x="160706" y="50386"/>
                </a:cubicBezTo>
                <a:cubicBezTo>
                  <a:pt x="166788" y="47779"/>
                  <a:pt x="173086" y="46475"/>
                  <a:pt x="179601" y="46475"/>
                </a:cubicBezTo>
                <a:cubicBezTo>
                  <a:pt x="187274" y="46475"/>
                  <a:pt x="193969" y="47779"/>
                  <a:pt x="199686" y="50386"/>
                </a:cubicBezTo>
                <a:cubicBezTo>
                  <a:pt x="205406" y="52990"/>
                  <a:pt x="210184" y="56609"/>
                  <a:pt x="214021" y="61241"/>
                </a:cubicBezTo>
                <a:cubicBezTo>
                  <a:pt x="217859" y="65874"/>
                  <a:pt x="220718" y="71340"/>
                  <a:pt x="222601" y="77638"/>
                </a:cubicBezTo>
                <a:cubicBezTo>
                  <a:pt x="224483" y="83936"/>
                  <a:pt x="225424" y="90777"/>
                  <a:pt x="225424" y="98160"/>
                </a:cubicBezTo>
                <a:cubicBezTo>
                  <a:pt x="225424" y="101056"/>
                  <a:pt x="225279" y="103808"/>
                  <a:pt x="224990" y="106414"/>
                </a:cubicBezTo>
                <a:cubicBezTo>
                  <a:pt x="224700" y="109019"/>
                  <a:pt x="224411" y="110973"/>
                  <a:pt x="224122" y="112276"/>
                </a:cubicBezTo>
                <a:lnTo>
                  <a:pt x="159619" y="112276"/>
                </a:lnTo>
                <a:cubicBezTo>
                  <a:pt x="161069" y="120095"/>
                  <a:pt x="164291" y="125850"/>
                  <a:pt x="169286" y="129541"/>
                </a:cubicBezTo>
                <a:cubicBezTo>
                  <a:pt x="174281" y="133233"/>
                  <a:pt x="180398" y="135078"/>
                  <a:pt x="187637" y="135078"/>
                </a:cubicBezTo>
                <a:cubicBezTo>
                  <a:pt x="195310" y="135078"/>
                  <a:pt x="203055" y="132690"/>
                  <a:pt x="210873" y="127914"/>
                </a:cubicBezTo>
                <a:lnTo>
                  <a:pt x="221514" y="147240"/>
                </a:lnTo>
                <a:cubicBezTo>
                  <a:pt x="216013" y="151004"/>
                  <a:pt x="209896" y="153972"/>
                  <a:pt x="203162" y="156144"/>
                </a:cubicBezTo>
                <a:cubicBezTo>
                  <a:pt x="196431" y="158316"/>
                  <a:pt x="189808" y="159401"/>
                  <a:pt x="183293" y="159401"/>
                </a:cubicBezTo>
                <a:moveTo>
                  <a:pt x="159404" y="91211"/>
                </a:moveTo>
                <a:lnTo>
                  <a:pt x="198278" y="91211"/>
                </a:lnTo>
                <a:cubicBezTo>
                  <a:pt x="198278" y="85131"/>
                  <a:pt x="196901" y="80209"/>
                  <a:pt x="194149" y="76445"/>
                </a:cubicBezTo>
                <a:cubicBezTo>
                  <a:pt x="191398" y="72680"/>
                  <a:pt x="186766" y="70798"/>
                  <a:pt x="180251" y="70798"/>
                </a:cubicBezTo>
                <a:cubicBezTo>
                  <a:pt x="175185" y="70798"/>
                  <a:pt x="170734" y="72463"/>
                  <a:pt x="166896" y="75792"/>
                </a:cubicBezTo>
                <a:cubicBezTo>
                  <a:pt x="163059" y="79121"/>
                  <a:pt x="160562" y="84261"/>
                  <a:pt x="159404" y="91211"/>
                </a:cubicBezTo>
                <a:close/>
                <a:moveTo>
                  <a:pt x="246381" y="156797"/>
                </a:moveTo>
                <a:lnTo>
                  <a:pt x="246381" y="49080"/>
                </a:lnTo>
                <a:lnTo>
                  <a:pt x="272440" y="49080"/>
                </a:lnTo>
                <a:lnTo>
                  <a:pt x="274614" y="67975"/>
                </a:lnTo>
                <a:lnTo>
                  <a:pt x="275482" y="67975"/>
                </a:lnTo>
                <a:cubicBezTo>
                  <a:pt x="279390" y="60590"/>
                  <a:pt x="284095" y="55161"/>
                  <a:pt x="289596" y="51688"/>
                </a:cubicBezTo>
                <a:cubicBezTo>
                  <a:pt x="295099" y="48213"/>
                  <a:pt x="300601" y="46475"/>
                  <a:pt x="306101" y="46475"/>
                </a:cubicBezTo>
                <a:cubicBezTo>
                  <a:pt x="309141" y="46475"/>
                  <a:pt x="311639" y="46656"/>
                  <a:pt x="313594" y="47019"/>
                </a:cubicBezTo>
                <a:cubicBezTo>
                  <a:pt x="315549" y="47379"/>
                  <a:pt x="317323" y="47921"/>
                  <a:pt x="318916" y="48646"/>
                </a:cubicBezTo>
                <a:lnTo>
                  <a:pt x="313703" y="76226"/>
                </a:lnTo>
                <a:cubicBezTo>
                  <a:pt x="311675" y="75647"/>
                  <a:pt x="309793" y="75213"/>
                  <a:pt x="308057" y="74924"/>
                </a:cubicBezTo>
                <a:cubicBezTo>
                  <a:pt x="306320" y="74634"/>
                  <a:pt x="304293" y="74490"/>
                  <a:pt x="301976" y="74490"/>
                </a:cubicBezTo>
                <a:cubicBezTo>
                  <a:pt x="297922" y="74490"/>
                  <a:pt x="293687" y="75938"/>
                  <a:pt x="289271" y="78834"/>
                </a:cubicBezTo>
                <a:cubicBezTo>
                  <a:pt x="284855" y="81728"/>
                  <a:pt x="281200" y="86868"/>
                  <a:pt x="278306" y="94253"/>
                </a:cubicBezTo>
                <a:lnTo>
                  <a:pt x="278306" y="156797"/>
                </a:lnTo>
                <a:lnTo>
                  <a:pt x="246381" y="156797"/>
                </a:lnTo>
                <a:close/>
                <a:moveTo>
                  <a:pt x="333248" y="156797"/>
                </a:moveTo>
                <a:lnTo>
                  <a:pt x="333248" y="49080"/>
                </a:lnTo>
                <a:lnTo>
                  <a:pt x="365173" y="49080"/>
                </a:lnTo>
                <a:lnTo>
                  <a:pt x="365173" y="156797"/>
                </a:lnTo>
                <a:lnTo>
                  <a:pt x="333248" y="156797"/>
                </a:lnTo>
                <a:moveTo>
                  <a:pt x="349101" y="33227"/>
                </a:moveTo>
                <a:cubicBezTo>
                  <a:pt x="343744" y="33227"/>
                  <a:pt x="339328" y="31671"/>
                  <a:pt x="335853" y="28558"/>
                </a:cubicBezTo>
                <a:cubicBezTo>
                  <a:pt x="332378" y="25445"/>
                  <a:pt x="330641" y="21428"/>
                  <a:pt x="330641" y="16506"/>
                </a:cubicBezTo>
                <a:cubicBezTo>
                  <a:pt x="330641" y="11584"/>
                  <a:pt x="332378" y="7603"/>
                  <a:pt x="335853" y="4563"/>
                </a:cubicBezTo>
                <a:cubicBezTo>
                  <a:pt x="339328" y="1521"/>
                  <a:pt x="343744" y="0"/>
                  <a:pt x="349101" y="0"/>
                </a:cubicBezTo>
                <a:cubicBezTo>
                  <a:pt x="354602" y="0"/>
                  <a:pt x="359054" y="1521"/>
                  <a:pt x="362456" y="4563"/>
                </a:cubicBezTo>
                <a:cubicBezTo>
                  <a:pt x="365860" y="7603"/>
                  <a:pt x="367562" y="11584"/>
                  <a:pt x="367562" y="16506"/>
                </a:cubicBezTo>
                <a:cubicBezTo>
                  <a:pt x="367562" y="21428"/>
                  <a:pt x="365860" y="25445"/>
                  <a:pt x="362456" y="28558"/>
                </a:cubicBezTo>
                <a:cubicBezTo>
                  <a:pt x="359054" y="31671"/>
                  <a:pt x="354602" y="33227"/>
                  <a:pt x="349101" y="33227"/>
                </a:cubicBezTo>
                <a:close/>
                <a:moveTo>
                  <a:pt x="398398" y="156797"/>
                </a:moveTo>
                <a:lnTo>
                  <a:pt x="398398" y="74056"/>
                </a:lnTo>
                <a:lnTo>
                  <a:pt x="384066" y="74056"/>
                </a:lnTo>
                <a:lnTo>
                  <a:pt x="384066" y="50382"/>
                </a:lnTo>
                <a:lnTo>
                  <a:pt x="398398" y="49299"/>
                </a:lnTo>
                <a:lnTo>
                  <a:pt x="398398" y="43433"/>
                </a:lnTo>
                <a:cubicBezTo>
                  <a:pt x="398398" y="37787"/>
                  <a:pt x="399085" y="32431"/>
                  <a:pt x="400459" y="27365"/>
                </a:cubicBezTo>
                <a:cubicBezTo>
                  <a:pt x="401836" y="22297"/>
                  <a:pt x="404117" y="17881"/>
                  <a:pt x="407302" y="14117"/>
                </a:cubicBezTo>
                <a:cubicBezTo>
                  <a:pt x="410488" y="10352"/>
                  <a:pt x="414614" y="7384"/>
                  <a:pt x="419682" y="5213"/>
                </a:cubicBezTo>
                <a:cubicBezTo>
                  <a:pt x="424750" y="3041"/>
                  <a:pt x="430903" y="1955"/>
                  <a:pt x="438140" y="1955"/>
                </a:cubicBezTo>
                <a:cubicBezTo>
                  <a:pt x="442629" y="1955"/>
                  <a:pt x="446719" y="2389"/>
                  <a:pt x="450411" y="3257"/>
                </a:cubicBezTo>
                <a:cubicBezTo>
                  <a:pt x="454102" y="4126"/>
                  <a:pt x="457179" y="4994"/>
                  <a:pt x="459640" y="5862"/>
                </a:cubicBezTo>
                <a:lnTo>
                  <a:pt x="453778" y="29317"/>
                </a:lnTo>
                <a:cubicBezTo>
                  <a:pt x="449724" y="27870"/>
                  <a:pt x="446032" y="27146"/>
                  <a:pt x="442703" y="27146"/>
                </a:cubicBezTo>
                <a:cubicBezTo>
                  <a:pt x="438793" y="27146"/>
                  <a:pt x="435752" y="28341"/>
                  <a:pt x="433580" y="30732"/>
                </a:cubicBezTo>
                <a:cubicBezTo>
                  <a:pt x="431409" y="33120"/>
                  <a:pt x="430323" y="37064"/>
                  <a:pt x="430323" y="42565"/>
                </a:cubicBezTo>
                <a:lnTo>
                  <a:pt x="430323" y="49080"/>
                </a:lnTo>
                <a:lnTo>
                  <a:pt x="449652" y="49080"/>
                </a:lnTo>
                <a:lnTo>
                  <a:pt x="449652" y="74056"/>
                </a:lnTo>
                <a:lnTo>
                  <a:pt x="430323" y="74056"/>
                </a:lnTo>
                <a:lnTo>
                  <a:pt x="430323" y="156797"/>
                </a:lnTo>
                <a:lnTo>
                  <a:pt x="398398" y="156797"/>
                </a:lnTo>
                <a:close/>
                <a:moveTo>
                  <a:pt x="466265" y="156797"/>
                </a:moveTo>
                <a:lnTo>
                  <a:pt x="466265" y="49080"/>
                </a:lnTo>
                <a:lnTo>
                  <a:pt x="498190" y="49080"/>
                </a:lnTo>
                <a:lnTo>
                  <a:pt x="498190" y="156797"/>
                </a:lnTo>
                <a:lnTo>
                  <a:pt x="466265" y="156797"/>
                </a:lnTo>
                <a:moveTo>
                  <a:pt x="482118" y="33227"/>
                </a:moveTo>
                <a:cubicBezTo>
                  <a:pt x="476761" y="33227"/>
                  <a:pt x="472345" y="31671"/>
                  <a:pt x="468870" y="28558"/>
                </a:cubicBezTo>
                <a:cubicBezTo>
                  <a:pt x="465395" y="25445"/>
                  <a:pt x="463657" y="21428"/>
                  <a:pt x="463657" y="16506"/>
                </a:cubicBezTo>
                <a:cubicBezTo>
                  <a:pt x="463657" y="11584"/>
                  <a:pt x="465395" y="7603"/>
                  <a:pt x="468870" y="4563"/>
                </a:cubicBezTo>
                <a:cubicBezTo>
                  <a:pt x="472345" y="1521"/>
                  <a:pt x="476761" y="0"/>
                  <a:pt x="482118" y="0"/>
                </a:cubicBezTo>
                <a:cubicBezTo>
                  <a:pt x="487619" y="0"/>
                  <a:pt x="492070" y="1521"/>
                  <a:pt x="495472" y="4563"/>
                </a:cubicBezTo>
                <a:cubicBezTo>
                  <a:pt x="498877" y="7603"/>
                  <a:pt x="500579" y="11584"/>
                  <a:pt x="500579" y="16506"/>
                </a:cubicBezTo>
                <a:cubicBezTo>
                  <a:pt x="500579" y="21428"/>
                  <a:pt x="498877" y="25445"/>
                  <a:pt x="495472" y="28558"/>
                </a:cubicBezTo>
                <a:cubicBezTo>
                  <a:pt x="492070" y="31671"/>
                  <a:pt x="487619" y="33227"/>
                  <a:pt x="482118" y="33227"/>
                </a:cubicBezTo>
                <a:close/>
                <a:moveTo>
                  <a:pt x="574199" y="159401"/>
                </a:moveTo>
                <a:cubicBezTo>
                  <a:pt x="566524" y="159401"/>
                  <a:pt x="559356" y="158135"/>
                  <a:pt x="552696" y="155604"/>
                </a:cubicBezTo>
                <a:cubicBezTo>
                  <a:pt x="546037" y="153070"/>
                  <a:pt x="540247" y="149378"/>
                  <a:pt x="535325" y="144529"/>
                </a:cubicBezTo>
                <a:cubicBezTo>
                  <a:pt x="530403" y="139678"/>
                  <a:pt x="526566" y="133777"/>
                  <a:pt x="523813" y="126827"/>
                </a:cubicBezTo>
                <a:cubicBezTo>
                  <a:pt x="521063" y="119877"/>
                  <a:pt x="519687" y="111914"/>
                  <a:pt x="519687" y="102938"/>
                </a:cubicBezTo>
                <a:cubicBezTo>
                  <a:pt x="519687" y="94252"/>
                  <a:pt x="521135" y="86398"/>
                  <a:pt x="524032" y="79378"/>
                </a:cubicBezTo>
                <a:cubicBezTo>
                  <a:pt x="526928" y="72355"/>
                  <a:pt x="530729" y="66419"/>
                  <a:pt x="535434" y="61569"/>
                </a:cubicBezTo>
                <a:cubicBezTo>
                  <a:pt x="540140" y="56718"/>
                  <a:pt x="545532" y="52990"/>
                  <a:pt x="551612" y="50386"/>
                </a:cubicBezTo>
                <a:cubicBezTo>
                  <a:pt x="557694" y="47779"/>
                  <a:pt x="563992" y="46475"/>
                  <a:pt x="570507" y="46475"/>
                </a:cubicBezTo>
                <a:cubicBezTo>
                  <a:pt x="578179" y="46475"/>
                  <a:pt x="584874" y="47779"/>
                  <a:pt x="590592" y="50386"/>
                </a:cubicBezTo>
                <a:cubicBezTo>
                  <a:pt x="596311" y="52990"/>
                  <a:pt x="601090" y="56609"/>
                  <a:pt x="604927" y="61241"/>
                </a:cubicBezTo>
                <a:cubicBezTo>
                  <a:pt x="608764" y="65874"/>
                  <a:pt x="611624" y="71340"/>
                  <a:pt x="613506" y="77638"/>
                </a:cubicBezTo>
                <a:cubicBezTo>
                  <a:pt x="615388" y="83936"/>
                  <a:pt x="616330" y="90777"/>
                  <a:pt x="616330" y="98160"/>
                </a:cubicBezTo>
                <a:cubicBezTo>
                  <a:pt x="616330" y="101056"/>
                  <a:pt x="616185" y="103808"/>
                  <a:pt x="615895" y="106414"/>
                </a:cubicBezTo>
                <a:cubicBezTo>
                  <a:pt x="615606" y="109019"/>
                  <a:pt x="615317" y="110973"/>
                  <a:pt x="615027" y="112276"/>
                </a:cubicBezTo>
                <a:lnTo>
                  <a:pt x="550525" y="112276"/>
                </a:lnTo>
                <a:cubicBezTo>
                  <a:pt x="551974" y="120095"/>
                  <a:pt x="555196" y="125850"/>
                  <a:pt x="560191" y="129541"/>
                </a:cubicBezTo>
                <a:cubicBezTo>
                  <a:pt x="565186" y="133233"/>
                  <a:pt x="571303" y="135078"/>
                  <a:pt x="578543" y="135078"/>
                </a:cubicBezTo>
                <a:cubicBezTo>
                  <a:pt x="586215" y="135078"/>
                  <a:pt x="593961" y="132690"/>
                  <a:pt x="601779" y="127914"/>
                </a:cubicBezTo>
                <a:lnTo>
                  <a:pt x="612419" y="147240"/>
                </a:lnTo>
                <a:cubicBezTo>
                  <a:pt x="606919" y="151004"/>
                  <a:pt x="600801" y="153972"/>
                  <a:pt x="594068" y="156144"/>
                </a:cubicBezTo>
                <a:cubicBezTo>
                  <a:pt x="587336" y="158316"/>
                  <a:pt x="580713" y="159401"/>
                  <a:pt x="574199" y="159401"/>
                </a:cubicBezTo>
                <a:moveTo>
                  <a:pt x="550310" y="91211"/>
                </a:moveTo>
                <a:lnTo>
                  <a:pt x="589183" y="91211"/>
                </a:lnTo>
                <a:cubicBezTo>
                  <a:pt x="589183" y="85131"/>
                  <a:pt x="587807" y="80209"/>
                  <a:pt x="585054" y="76445"/>
                </a:cubicBezTo>
                <a:cubicBezTo>
                  <a:pt x="582304" y="72680"/>
                  <a:pt x="577671" y="70798"/>
                  <a:pt x="571157" y="70798"/>
                </a:cubicBezTo>
                <a:cubicBezTo>
                  <a:pt x="566091" y="70798"/>
                  <a:pt x="561639" y="72463"/>
                  <a:pt x="557802" y="75792"/>
                </a:cubicBezTo>
                <a:cubicBezTo>
                  <a:pt x="553965" y="79121"/>
                  <a:pt x="551467" y="84261"/>
                  <a:pt x="550310" y="91211"/>
                </a:cubicBezTo>
                <a:close/>
                <a:moveTo>
                  <a:pt x="637287" y="156797"/>
                </a:moveTo>
                <a:lnTo>
                  <a:pt x="637287" y="49080"/>
                </a:lnTo>
                <a:lnTo>
                  <a:pt x="663346" y="49080"/>
                </a:lnTo>
                <a:lnTo>
                  <a:pt x="665520" y="67975"/>
                </a:lnTo>
                <a:lnTo>
                  <a:pt x="666388" y="67975"/>
                </a:lnTo>
                <a:cubicBezTo>
                  <a:pt x="670296" y="60590"/>
                  <a:pt x="675001" y="55161"/>
                  <a:pt x="680502" y="51688"/>
                </a:cubicBezTo>
                <a:cubicBezTo>
                  <a:pt x="686005" y="48213"/>
                  <a:pt x="691507" y="46475"/>
                  <a:pt x="697007" y="46475"/>
                </a:cubicBezTo>
                <a:cubicBezTo>
                  <a:pt x="700047" y="46475"/>
                  <a:pt x="702545" y="46656"/>
                  <a:pt x="704500" y="47019"/>
                </a:cubicBezTo>
                <a:cubicBezTo>
                  <a:pt x="706455" y="47379"/>
                  <a:pt x="708229" y="47921"/>
                  <a:pt x="709822" y="48646"/>
                </a:cubicBezTo>
                <a:lnTo>
                  <a:pt x="704609" y="76226"/>
                </a:lnTo>
                <a:cubicBezTo>
                  <a:pt x="702581" y="75647"/>
                  <a:pt x="700699" y="75213"/>
                  <a:pt x="698963" y="74924"/>
                </a:cubicBezTo>
                <a:cubicBezTo>
                  <a:pt x="697226" y="74634"/>
                  <a:pt x="695199" y="74490"/>
                  <a:pt x="692882" y="74490"/>
                </a:cubicBezTo>
                <a:cubicBezTo>
                  <a:pt x="688828" y="74490"/>
                  <a:pt x="684593" y="75938"/>
                  <a:pt x="680177" y="78834"/>
                </a:cubicBezTo>
                <a:cubicBezTo>
                  <a:pt x="675761" y="81728"/>
                  <a:pt x="672106" y="86868"/>
                  <a:pt x="669212" y="94253"/>
                </a:cubicBezTo>
                <a:lnTo>
                  <a:pt x="669212" y="156797"/>
                </a:lnTo>
                <a:lnTo>
                  <a:pt x="637287" y="156797"/>
                </a:lnTo>
                <a:close/>
                <a:moveTo>
                  <a:pt x="756296" y="191545"/>
                </a:moveTo>
                <a:lnTo>
                  <a:pt x="799948" y="2605"/>
                </a:lnTo>
                <a:lnTo>
                  <a:pt x="820795" y="2605"/>
                </a:lnTo>
                <a:lnTo>
                  <a:pt x="777143" y="191545"/>
                </a:lnTo>
                <a:lnTo>
                  <a:pt x="756296" y="191545"/>
                </a:lnTo>
                <a:close/>
                <a:moveTo>
                  <a:pt x="886922" y="156797"/>
                </a:moveTo>
                <a:lnTo>
                  <a:pt x="886922" y="15203"/>
                </a:lnTo>
                <a:lnTo>
                  <a:pt x="937957" y="15203"/>
                </a:lnTo>
                <a:cubicBezTo>
                  <a:pt x="945486" y="15203"/>
                  <a:pt x="952544" y="15927"/>
                  <a:pt x="959132" y="17374"/>
                </a:cubicBezTo>
                <a:cubicBezTo>
                  <a:pt x="965720" y="18821"/>
                  <a:pt x="971475" y="21246"/>
                  <a:pt x="976397" y="24648"/>
                </a:cubicBezTo>
                <a:cubicBezTo>
                  <a:pt x="981319" y="28050"/>
                  <a:pt x="985228" y="32574"/>
                  <a:pt x="988124" y="38221"/>
                </a:cubicBezTo>
                <a:cubicBezTo>
                  <a:pt x="991020" y="43867"/>
                  <a:pt x="992468" y="50889"/>
                  <a:pt x="992468" y="59286"/>
                </a:cubicBezTo>
                <a:cubicBezTo>
                  <a:pt x="992468" y="69711"/>
                  <a:pt x="990188" y="78291"/>
                  <a:pt x="985626" y="85024"/>
                </a:cubicBezTo>
                <a:cubicBezTo>
                  <a:pt x="981066" y="91756"/>
                  <a:pt x="974950" y="96786"/>
                  <a:pt x="967277" y="100115"/>
                </a:cubicBezTo>
                <a:lnTo>
                  <a:pt x="999417" y="156797"/>
                </a:lnTo>
                <a:lnTo>
                  <a:pt x="963583" y="156797"/>
                </a:lnTo>
                <a:lnTo>
                  <a:pt x="936436" y="105762"/>
                </a:lnTo>
                <a:lnTo>
                  <a:pt x="918847" y="105762"/>
                </a:lnTo>
                <a:lnTo>
                  <a:pt x="918847" y="156797"/>
                </a:lnTo>
                <a:lnTo>
                  <a:pt x="886922" y="156797"/>
                </a:lnTo>
                <a:moveTo>
                  <a:pt x="918847" y="80352"/>
                </a:moveTo>
                <a:lnTo>
                  <a:pt x="935353" y="80352"/>
                </a:lnTo>
                <a:cubicBezTo>
                  <a:pt x="943750" y="80352"/>
                  <a:pt x="950156" y="78579"/>
                  <a:pt x="954572" y="75033"/>
                </a:cubicBezTo>
                <a:cubicBezTo>
                  <a:pt x="958989" y="71485"/>
                  <a:pt x="961197" y="66236"/>
                  <a:pt x="961197" y="59286"/>
                </a:cubicBezTo>
                <a:cubicBezTo>
                  <a:pt x="961197" y="52338"/>
                  <a:pt x="958989" y="47489"/>
                  <a:pt x="954572" y="44739"/>
                </a:cubicBezTo>
                <a:cubicBezTo>
                  <a:pt x="950156" y="41986"/>
                  <a:pt x="943750" y="40610"/>
                  <a:pt x="935353" y="40610"/>
                </a:cubicBezTo>
                <a:lnTo>
                  <a:pt x="918847" y="40610"/>
                </a:lnTo>
                <a:lnTo>
                  <a:pt x="918847" y="80352"/>
                </a:lnTo>
                <a:close/>
                <a:moveTo>
                  <a:pt x="1065546" y="159401"/>
                </a:moveTo>
                <a:cubicBezTo>
                  <a:pt x="1057871" y="159401"/>
                  <a:pt x="1050704" y="158135"/>
                  <a:pt x="1044043" y="155604"/>
                </a:cubicBezTo>
                <a:cubicBezTo>
                  <a:pt x="1037385" y="153070"/>
                  <a:pt x="1031594" y="149378"/>
                  <a:pt x="1026672" y="144529"/>
                </a:cubicBezTo>
                <a:cubicBezTo>
                  <a:pt x="1021750" y="139678"/>
                  <a:pt x="1017913" y="133777"/>
                  <a:pt x="1015160" y="126827"/>
                </a:cubicBezTo>
                <a:cubicBezTo>
                  <a:pt x="1012410" y="119877"/>
                  <a:pt x="1011035" y="111914"/>
                  <a:pt x="1011035" y="102938"/>
                </a:cubicBezTo>
                <a:cubicBezTo>
                  <a:pt x="1011035" y="94252"/>
                  <a:pt x="1012483" y="86398"/>
                  <a:pt x="1015379" y="79378"/>
                </a:cubicBezTo>
                <a:cubicBezTo>
                  <a:pt x="1018275" y="72355"/>
                  <a:pt x="1022076" y="66419"/>
                  <a:pt x="1026782" y="61569"/>
                </a:cubicBezTo>
                <a:cubicBezTo>
                  <a:pt x="1031487" y="56718"/>
                  <a:pt x="1036880" y="52990"/>
                  <a:pt x="1042959" y="50386"/>
                </a:cubicBezTo>
                <a:cubicBezTo>
                  <a:pt x="1049041" y="47779"/>
                  <a:pt x="1055340" y="46475"/>
                  <a:pt x="1061854" y="46475"/>
                </a:cubicBezTo>
                <a:cubicBezTo>
                  <a:pt x="1069527" y="46475"/>
                  <a:pt x="1076222" y="47779"/>
                  <a:pt x="1081939" y="50386"/>
                </a:cubicBezTo>
                <a:cubicBezTo>
                  <a:pt x="1087659" y="52990"/>
                  <a:pt x="1092437" y="56609"/>
                  <a:pt x="1096274" y="61241"/>
                </a:cubicBezTo>
                <a:cubicBezTo>
                  <a:pt x="1100112" y="65874"/>
                  <a:pt x="1102971" y="71340"/>
                  <a:pt x="1104854" y="77638"/>
                </a:cubicBezTo>
                <a:cubicBezTo>
                  <a:pt x="1106736" y="83936"/>
                  <a:pt x="1107677" y="90777"/>
                  <a:pt x="1107677" y="98160"/>
                </a:cubicBezTo>
                <a:cubicBezTo>
                  <a:pt x="1107677" y="101056"/>
                  <a:pt x="1107532" y="103808"/>
                  <a:pt x="1107243" y="106414"/>
                </a:cubicBezTo>
                <a:cubicBezTo>
                  <a:pt x="1106953" y="109019"/>
                  <a:pt x="1106664" y="110973"/>
                  <a:pt x="1106375" y="112276"/>
                </a:cubicBezTo>
                <a:lnTo>
                  <a:pt x="1041873" y="112276"/>
                </a:lnTo>
                <a:cubicBezTo>
                  <a:pt x="1043322" y="120095"/>
                  <a:pt x="1046544" y="125850"/>
                  <a:pt x="1051539" y="129541"/>
                </a:cubicBezTo>
                <a:cubicBezTo>
                  <a:pt x="1056534" y="133233"/>
                  <a:pt x="1062651" y="135078"/>
                  <a:pt x="1069890" y="135078"/>
                </a:cubicBezTo>
                <a:cubicBezTo>
                  <a:pt x="1077563" y="135078"/>
                  <a:pt x="1085308" y="132690"/>
                  <a:pt x="1093126" y="127914"/>
                </a:cubicBezTo>
                <a:lnTo>
                  <a:pt x="1103767" y="147240"/>
                </a:lnTo>
                <a:cubicBezTo>
                  <a:pt x="1098266" y="151004"/>
                  <a:pt x="1092149" y="153972"/>
                  <a:pt x="1085415" y="156144"/>
                </a:cubicBezTo>
                <a:cubicBezTo>
                  <a:pt x="1078684" y="158316"/>
                  <a:pt x="1072061" y="159401"/>
                  <a:pt x="1065546" y="159401"/>
                </a:cubicBezTo>
                <a:moveTo>
                  <a:pt x="1041657" y="91211"/>
                </a:moveTo>
                <a:lnTo>
                  <a:pt x="1080531" y="91211"/>
                </a:lnTo>
                <a:cubicBezTo>
                  <a:pt x="1080531" y="85131"/>
                  <a:pt x="1079154" y="80209"/>
                  <a:pt x="1076402" y="76445"/>
                </a:cubicBezTo>
                <a:cubicBezTo>
                  <a:pt x="1073651" y="72680"/>
                  <a:pt x="1069019" y="70798"/>
                  <a:pt x="1062504" y="70798"/>
                </a:cubicBezTo>
                <a:cubicBezTo>
                  <a:pt x="1057438" y="70798"/>
                  <a:pt x="1052987" y="72463"/>
                  <a:pt x="1049150" y="75792"/>
                </a:cubicBezTo>
                <a:cubicBezTo>
                  <a:pt x="1045312" y="79121"/>
                  <a:pt x="1042815" y="84261"/>
                  <a:pt x="1041657" y="91211"/>
                </a:cubicBezTo>
                <a:close/>
                <a:moveTo>
                  <a:pt x="1167073" y="159401"/>
                </a:moveTo>
                <a:cubicBezTo>
                  <a:pt x="1160412" y="159401"/>
                  <a:pt x="1154367" y="158099"/>
                  <a:pt x="1148937" y="155494"/>
                </a:cubicBezTo>
                <a:cubicBezTo>
                  <a:pt x="1143509" y="152888"/>
                  <a:pt x="1138876" y="149160"/>
                  <a:pt x="1135039" y="144311"/>
                </a:cubicBezTo>
                <a:cubicBezTo>
                  <a:pt x="1131201" y="139459"/>
                  <a:pt x="1128233" y="133560"/>
                  <a:pt x="1126135" y="126612"/>
                </a:cubicBezTo>
                <a:cubicBezTo>
                  <a:pt x="1124036" y="119662"/>
                  <a:pt x="1122987" y="111771"/>
                  <a:pt x="1122987" y="102938"/>
                </a:cubicBezTo>
                <a:cubicBezTo>
                  <a:pt x="1122987" y="94106"/>
                  <a:pt x="1124254" y="86216"/>
                  <a:pt x="1126788" y="79268"/>
                </a:cubicBezTo>
                <a:cubicBezTo>
                  <a:pt x="1129321" y="72318"/>
                  <a:pt x="1132651" y="66419"/>
                  <a:pt x="1136775" y="61569"/>
                </a:cubicBezTo>
                <a:cubicBezTo>
                  <a:pt x="1140902" y="56718"/>
                  <a:pt x="1145679" y="52990"/>
                  <a:pt x="1151107" y="50386"/>
                </a:cubicBezTo>
                <a:cubicBezTo>
                  <a:pt x="1156537" y="47779"/>
                  <a:pt x="1162076" y="46475"/>
                  <a:pt x="1167722" y="46475"/>
                </a:cubicBezTo>
                <a:cubicBezTo>
                  <a:pt x="1173804" y="46475"/>
                  <a:pt x="1178799" y="47489"/>
                  <a:pt x="1182707" y="49517"/>
                </a:cubicBezTo>
                <a:cubicBezTo>
                  <a:pt x="1186617" y="51543"/>
                  <a:pt x="1190455" y="54294"/>
                  <a:pt x="1194219" y="57769"/>
                </a:cubicBezTo>
                <a:lnTo>
                  <a:pt x="1192913" y="41263"/>
                </a:lnTo>
                <a:lnTo>
                  <a:pt x="1192913" y="4560"/>
                </a:lnTo>
                <a:lnTo>
                  <a:pt x="1224838" y="4560"/>
                </a:lnTo>
                <a:lnTo>
                  <a:pt x="1224838" y="156797"/>
                </a:lnTo>
                <a:lnTo>
                  <a:pt x="1198779" y="156797"/>
                </a:lnTo>
                <a:lnTo>
                  <a:pt x="1196608" y="146156"/>
                </a:lnTo>
                <a:lnTo>
                  <a:pt x="1195737" y="146156"/>
                </a:lnTo>
                <a:cubicBezTo>
                  <a:pt x="1191975" y="149921"/>
                  <a:pt x="1187559" y="153070"/>
                  <a:pt x="1182492" y="155604"/>
                </a:cubicBezTo>
                <a:cubicBezTo>
                  <a:pt x="1177424" y="158135"/>
                  <a:pt x="1172284" y="159401"/>
                  <a:pt x="1167073" y="159401"/>
                </a:cubicBezTo>
                <a:moveTo>
                  <a:pt x="1175324" y="133342"/>
                </a:moveTo>
                <a:cubicBezTo>
                  <a:pt x="1178799" y="133342"/>
                  <a:pt x="1181948" y="132619"/>
                  <a:pt x="1184772" y="131172"/>
                </a:cubicBezTo>
                <a:cubicBezTo>
                  <a:pt x="1187595" y="129722"/>
                  <a:pt x="1190309" y="127188"/>
                  <a:pt x="1192913" y="123570"/>
                </a:cubicBezTo>
                <a:lnTo>
                  <a:pt x="1192913" y="79484"/>
                </a:lnTo>
                <a:cubicBezTo>
                  <a:pt x="1190019" y="76879"/>
                  <a:pt x="1187051" y="75070"/>
                  <a:pt x="1184009" y="74056"/>
                </a:cubicBezTo>
                <a:cubicBezTo>
                  <a:pt x="1180970" y="73042"/>
                  <a:pt x="1178003" y="72535"/>
                  <a:pt x="1175109" y="72535"/>
                </a:cubicBezTo>
                <a:cubicBezTo>
                  <a:pt x="1170041" y="72535"/>
                  <a:pt x="1165552" y="74960"/>
                  <a:pt x="1161642" y="79812"/>
                </a:cubicBezTo>
                <a:cubicBezTo>
                  <a:pt x="1157734" y="84661"/>
                  <a:pt x="1155780" y="92225"/>
                  <a:pt x="1155780" y="102504"/>
                </a:cubicBezTo>
                <a:cubicBezTo>
                  <a:pt x="1155780" y="113219"/>
                  <a:pt x="1157481" y="121037"/>
                  <a:pt x="1160883" y="125959"/>
                </a:cubicBezTo>
                <a:cubicBezTo>
                  <a:pt x="1164285" y="130881"/>
                  <a:pt x="1169099" y="133342"/>
                  <a:pt x="1175324" y="133342"/>
                </a:cubicBezTo>
                <a:close/>
                <a:moveTo>
                  <a:pt x="1285866" y="159401"/>
                </a:moveTo>
                <a:cubicBezTo>
                  <a:pt x="1274137" y="159401"/>
                  <a:pt x="1265631" y="155565"/>
                  <a:pt x="1260346" y="147893"/>
                </a:cubicBezTo>
                <a:cubicBezTo>
                  <a:pt x="1255062" y="140220"/>
                  <a:pt x="1252420" y="129579"/>
                  <a:pt x="1252420" y="115968"/>
                </a:cubicBezTo>
                <a:lnTo>
                  <a:pt x="1252420" y="49080"/>
                </a:lnTo>
                <a:lnTo>
                  <a:pt x="1284345" y="49080"/>
                </a:lnTo>
                <a:lnTo>
                  <a:pt x="1284345" y="111842"/>
                </a:lnTo>
                <a:cubicBezTo>
                  <a:pt x="1284345" y="119661"/>
                  <a:pt x="1285430" y="125018"/>
                  <a:pt x="1287602" y="127914"/>
                </a:cubicBezTo>
                <a:cubicBezTo>
                  <a:pt x="1289774" y="130808"/>
                  <a:pt x="1293176" y="132255"/>
                  <a:pt x="1297808" y="132255"/>
                </a:cubicBezTo>
                <a:cubicBezTo>
                  <a:pt x="1301862" y="132255"/>
                  <a:pt x="1305264" y="131314"/>
                  <a:pt x="1308015" y="129432"/>
                </a:cubicBezTo>
                <a:cubicBezTo>
                  <a:pt x="1310767" y="127550"/>
                  <a:pt x="1313735" y="124510"/>
                  <a:pt x="1316919" y="120312"/>
                </a:cubicBezTo>
                <a:lnTo>
                  <a:pt x="1316919" y="49080"/>
                </a:lnTo>
                <a:lnTo>
                  <a:pt x="1348843" y="49080"/>
                </a:lnTo>
                <a:lnTo>
                  <a:pt x="1348843" y="156797"/>
                </a:lnTo>
                <a:lnTo>
                  <a:pt x="1322784" y="156797"/>
                </a:lnTo>
                <a:lnTo>
                  <a:pt x="1320395" y="141812"/>
                </a:lnTo>
                <a:lnTo>
                  <a:pt x="1319742" y="141812"/>
                </a:lnTo>
                <a:cubicBezTo>
                  <a:pt x="1315110" y="147313"/>
                  <a:pt x="1310151" y="151620"/>
                  <a:pt x="1304867" y="154732"/>
                </a:cubicBezTo>
                <a:cubicBezTo>
                  <a:pt x="1299582" y="157845"/>
                  <a:pt x="1293249" y="159401"/>
                  <a:pt x="1285866" y="159401"/>
                </a:cubicBezTo>
                <a:close/>
                <a:moveTo>
                  <a:pt x="1422574" y="159401"/>
                </a:moveTo>
                <a:cubicBezTo>
                  <a:pt x="1415045" y="159401"/>
                  <a:pt x="1408059" y="158135"/>
                  <a:pt x="1401615" y="155604"/>
                </a:cubicBezTo>
                <a:cubicBezTo>
                  <a:pt x="1395173" y="153070"/>
                  <a:pt x="1389563" y="149414"/>
                  <a:pt x="1384784" y="144635"/>
                </a:cubicBezTo>
                <a:cubicBezTo>
                  <a:pt x="1380008" y="139857"/>
                  <a:pt x="1376244" y="133957"/>
                  <a:pt x="1373491" y="126937"/>
                </a:cubicBezTo>
                <a:cubicBezTo>
                  <a:pt x="1370740" y="119914"/>
                  <a:pt x="1369365" y="111914"/>
                  <a:pt x="1369365" y="102938"/>
                </a:cubicBezTo>
                <a:cubicBezTo>
                  <a:pt x="1369365" y="93963"/>
                  <a:pt x="1370885" y="85964"/>
                  <a:pt x="1373925" y="78943"/>
                </a:cubicBezTo>
                <a:cubicBezTo>
                  <a:pt x="1376967" y="71921"/>
                  <a:pt x="1381057" y="66020"/>
                  <a:pt x="1386196" y="61241"/>
                </a:cubicBezTo>
                <a:cubicBezTo>
                  <a:pt x="1391337" y="56463"/>
                  <a:pt x="1397309" y="52808"/>
                  <a:pt x="1404113" y="50276"/>
                </a:cubicBezTo>
                <a:cubicBezTo>
                  <a:pt x="1410917" y="47742"/>
                  <a:pt x="1418012" y="46475"/>
                  <a:pt x="1425397" y="46475"/>
                </a:cubicBezTo>
                <a:cubicBezTo>
                  <a:pt x="1432056" y="46475"/>
                  <a:pt x="1437954" y="47561"/>
                  <a:pt x="1443093" y="49733"/>
                </a:cubicBezTo>
                <a:cubicBezTo>
                  <a:pt x="1448234" y="51904"/>
                  <a:pt x="1452831" y="54655"/>
                  <a:pt x="1456885" y="57984"/>
                </a:cubicBezTo>
                <a:lnTo>
                  <a:pt x="1441900" y="78615"/>
                </a:lnTo>
                <a:cubicBezTo>
                  <a:pt x="1436834" y="74416"/>
                  <a:pt x="1431984" y="72316"/>
                  <a:pt x="1427349" y="72316"/>
                </a:cubicBezTo>
                <a:cubicBezTo>
                  <a:pt x="1419531" y="72316"/>
                  <a:pt x="1413377" y="75067"/>
                  <a:pt x="1408888" y="80571"/>
                </a:cubicBezTo>
                <a:cubicBezTo>
                  <a:pt x="1404402" y="86071"/>
                  <a:pt x="1402158" y="93527"/>
                  <a:pt x="1402158" y="102938"/>
                </a:cubicBezTo>
                <a:cubicBezTo>
                  <a:pt x="1402158" y="112349"/>
                  <a:pt x="1404438" y="119806"/>
                  <a:pt x="1408998" y="125309"/>
                </a:cubicBezTo>
                <a:cubicBezTo>
                  <a:pt x="1413560" y="130810"/>
                  <a:pt x="1419316" y="133561"/>
                  <a:pt x="1426266" y="133561"/>
                </a:cubicBezTo>
                <a:cubicBezTo>
                  <a:pt x="1429741" y="133561"/>
                  <a:pt x="1433106" y="132801"/>
                  <a:pt x="1436363" y="131281"/>
                </a:cubicBezTo>
                <a:cubicBezTo>
                  <a:pt x="1439621" y="129759"/>
                  <a:pt x="1442697" y="127912"/>
                  <a:pt x="1445591" y="125740"/>
                </a:cubicBezTo>
                <a:lnTo>
                  <a:pt x="1458190" y="146590"/>
                </a:lnTo>
                <a:cubicBezTo>
                  <a:pt x="1452833" y="151223"/>
                  <a:pt x="1447042" y="154517"/>
                  <a:pt x="1440816" y="156472"/>
                </a:cubicBezTo>
                <a:cubicBezTo>
                  <a:pt x="1434591" y="158425"/>
                  <a:pt x="1428510" y="159401"/>
                  <a:pt x="1422574" y="159401"/>
                </a:cubicBezTo>
                <a:close/>
                <a:moveTo>
                  <a:pt x="1524317" y="159401"/>
                </a:moveTo>
                <a:cubicBezTo>
                  <a:pt x="1516643" y="159401"/>
                  <a:pt x="1509475" y="158135"/>
                  <a:pt x="1502814" y="155604"/>
                </a:cubicBezTo>
                <a:cubicBezTo>
                  <a:pt x="1496156" y="153070"/>
                  <a:pt x="1490366" y="149378"/>
                  <a:pt x="1485444" y="144529"/>
                </a:cubicBezTo>
                <a:cubicBezTo>
                  <a:pt x="1480522" y="139678"/>
                  <a:pt x="1476684" y="133777"/>
                  <a:pt x="1473932" y="126827"/>
                </a:cubicBezTo>
                <a:cubicBezTo>
                  <a:pt x="1471181" y="119877"/>
                  <a:pt x="1469806" y="111914"/>
                  <a:pt x="1469806" y="102938"/>
                </a:cubicBezTo>
                <a:cubicBezTo>
                  <a:pt x="1469806" y="94252"/>
                  <a:pt x="1471254" y="86398"/>
                  <a:pt x="1474150" y="79378"/>
                </a:cubicBezTo>
                <a:cubicBezTo>
                  <a:pt x="1477047" y="72355"/>
                  <a:pt x="1480848" y="66419"/>
                  <a:pt x="1485553" y="61569"/>
                </a:cubicBezTo>
                <a:cubicBezTo>
                  <a:pt x="1490259" y="56718"/>
                  <a:pt x="1495651" y="52990"/>
                  <a:pt x="1501731" y="50386"/>
                </a:cubicBezTo>
                <a:cubicBezTo>
                  <a:pt x="1507813" y="47779"/>
                  <a:pt x="1514111" y="46475"/>
                  <a:pt x="1520626" y="46475"/>
                </a:cubicBezTo>
                <a:cubicBezTo>
                  <a:pt x="1528298" y="46475"/>
                  <a:pt x="1534993" y="47779"/>
                  <a:pt x="1540710" y="50386"/>
                </a:cubicBezTo>
                <a:cubicBezTo>
                  <a:pt x="1546430" y="52990"/>
                  <a:pt x="1551208" y="56609"/>
                  <a:pt x="1555046" y="61241"/>
                </a:cubicBezTo>
                <a:cubicBezTo>
                  <a:pt x="1558883" y="65874"/>
                  <a:pt x="1561743" y="71340"/>
                  <a:pt x="1563625" y="77638"/>
                </a:cubicBezTo>
                <a:cubicBezTo>
                  <a:pt x="1565507" y="83936"/>
                  <a:pt x="1566448" y="90777"/>
                  <a:pt x="1566448" y="98160"/>
                </a:cubicBezTo>
                <a:cubicBezTo>
                  <a:pt x="1566448" y="101056"/>
                  <a:pt x="1566304" y="103808"/>
                  <a:pt x="1566014" y="106414"/>
                </a:cubicBezTo>
                <a:cubicBezTo>
                  <a:pt x="1565725" y="109019"/>
                  <a:pt x="1565435" y="110973"/>
                  <a:pt x="1565146" y="112276"/>
                </a:cubicBezTo>
                <a:lnTo>
                  <a:pt x="1500644" y="112276"/>
                </a:lnTo>
                <a:cubicBezTo>
                  <a:pt x="1502093" y="120095"/>
                  <a:pt x="1505315" y="125850"/>
                  <a:pt x="1510310" y="129541"/>
                </a:cubicBezTo>
                <a:cubicBezTo>
                  <a:pt x="1515305" y="133233"/>
                  <a:pt x="1521422" y="135078"/>
                  <a:pt x="1528662" y="135078"/>
                </a:cubicBezTo>
                <a:cubicBezTo>
                  <a:pt x="1536334" y="135078"/>
                  <a:pt x="1544079" y="132690"/>
                  <a:pt x="1551898" y="127914"/>
                </a:cubicBezTo>
                <a:lnTo>
                  <a:pt x="1562538" y="147240"/>
                </a:lnTo>
                <a:cubicBezTo>
                  <a:pt x="1557037" y="151004"/>
                  <a:pt x="1550920" y="153972"/>
                  <a:pt x="1544187" y="156144"/>
                </a:cubicBezTo>
                <a:cubicBezTo>
                  <a:pt x="1537455" y="158316"/>
                  <a:pt x="1530832" y="159401"/>
                  <a:pt x="1524317" y="159401"/>
                </a:cubicBezTo>
                <a:moveTo>
                  <a:pt x="1500428" y="91211"/>
                </a:moveTo>
                <a:lnTo>
                  <a:pt x="1539302" y="91211"/>
                </a:lnTo>
                <a:cubicBezTo>
                  <a:pt x="1539302" y="85131"/>
                  <a:pt x="1537926" y="80209"/>
                  <a:pt x="1535173" y="76445"/>
                </a:cubicBezTo>
                <a:cubicBezTo>
                  <a:pt x="1532423" y="72680"/>
                  <a:pt x="1527790" y="70798"/>
                  <a:pt x="1521275" y="70798"/>
                </a:cubicBezTo>
                <a:cubicBezTo>
                  <a:pt x="1516210" y="70798"/>
                  <a:pt x="1511758" y="72463"/>
                  <a:pt x="1507921" y="75792"/>
                </a:cubicBezTo>
                <a:cubicBezTo>
                  <a:pt x="1504084" y="79121"/>
                  <a:pt x="1501586" y="84261"/>
                  <a:pt x="1500428" y="91211"/>
                </a:cubicBezTo>
                <a:close/>
                <a:moveTo>
                  <a:pt x="1587406" y="156797"/>
                </a:moveTo>
                <a:lnTo>
                  <a:pt x="1587406" y="49080"/>
                </a:lnTo>
                <a:lnTo>
                  <a:pt x="1613465" y="49080"/>
                </a:lnTo>
                <a:lnTo>
                  <a:pt x="1615639" y="67975"/>
                </a:lnTo>
                <a:lnTo>
                  <a:pt x="1616507" y="67975"/>
                </a:lnTo>
                <a:cubicBezTo>
                  <a:pt x="1620415" y="60590"/>
                  <a:pt x="1625120" y="55161"/>
                  <a:pt x="1630620" y="51688"/>
                </a:cubicBezTo>
                <a:cubicBezTo>
                  <a:pt x="1636123" y="48213"/>
                  <a:pt x="1641625" y="46475"/>
                  <a:pt x="1647126" y="46475"/>
                </a:cubicBezTo>
                <a:cubicBezTo>
                  <a:pt x="1650166" y="46475"/>
                  <a:pt x="1652663" y="46656"/>
                  <a:pt x="1654619" y="47019"/>
                </a:cubicBezTo>
                <a:cubicBezTo>
                  <a:pt x="1656574" y="47379"/>
                  <a:pt x="1658348" y="47921"/>
                  <a:pt x="1659940" y="48646"/>
                </a:cubicBezTo>
                <a:lnTo>
                  <a:pt x="1654728" y="76226"/>
                </a:lnTo>
                <a:cubicBezTo>
                  <a:pt x="1652700" y="75647"/>
                  <a:pt x="1650818" y="75213"/>
                  <a:pt x="1649081" y="74924"/>
                </a:cubicBezTo>
                <a:cubicBezTo>
                  <a:pt x="1647345" y="74634"/>
                  <a:pt x="1645318" y="74490"/>
                  <a:pt x="1643001" y="74490"/>
                </a:cubicBezTo>
                <a:cubicBezTo>
                  <a:pt x="1638947" y="74490"/>
                  <a:pt x="1634712" y="75938"/>
                  <a:pt x="1630296" y="78834"/>
                </a:cubicBezTo>
                <a:cubicBezTo>
                  <a:pt x="1625880" y="81728"/>
                  <a:pt x="1622224" y="86868"/>
                  <a:pt x="1619330" y="94253"/>
                </a:cubicBezTo>
                <a:lnTo>
                  <a:pt x="1619330" y="156797"/>
                </a:lnTo>
                <a:lnTo>
                  <a:pt x="1587406" y="156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BA59F7-B868-4D42-9E36-D6496C33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59" y="4059900"/>
            <a:ext cx="1502723" cy="184088"/>
          </a:xfrm>
          <a:custGeom xmlns:a="http://schemas.openxmlformats.org/drawingml/2006/main">
            <a:pathLst>
              <a:path w="1502723" h="184088">
                <a:moveTo>
                  <a:pt x="0" y="92045"/>
                </a:moveTo>
                <a:cubicBezTo>
                  <a:pt x="0" y="41210"/>
                  <a:pt x="41209" y="0"/>
                  <a:pt x="92044" y="0"/>
                </a:cubicBezTo>
                <a:lnTo>
                  <a:pt x="1410678" y="0"/>
                </a:lnTo>
                <a:cubicBezTo>
                  <a:pt x="1461513" y="0"/>
                  <a:pt x="1502723" y="41210"/>
                  <a:pt x="1502723" y="92045"/>
                </a:cubicBezTo>
                <a:cubicBezTo>
                  <a:pt x="1502723" y="142878"/>
                  <a:pt x="1461513" y="184088"/>
                  <a:pt x="1410678" y="184088"/>
                </a:cubicBezTo>
                <a:lnTo>
                  <a:pt x="92044" y="184088"/>
                </a:lnTo>
                <a:cubicBezTo>
                  <a:pt x="41209" y="184088"/>
                  <a:pt x="0" y="142878"/>
                  <a:pt x="0" y="9204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835FE-6FFE-4267-B274-FF4BA4B8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59" y="4059900"/>
            <a:ext cx="1502722" cy="184088"/>
          </a:xfrm>
          <a:custGeom xmlns:a="http://schemas.openxmlformats.org/drawingml/2006/main">
            <a:pathLst>
              <a:path w="1502722" h="184088" fill="none">
                <a:moveTo>
                  <a:pt x="0" y="92044"/>
                </a:moveTo>
                <a:cubicBezTo>
                  <a:pt x="0" y="41210"/>
                  <a:pt x="41209" y="0"/>
                  <a:pt x="92043" y="0"/>
                </a:cubicBezTo>
                <a:lnTo>
                  <a:pt x="1410679" y="0"/>
                </a:lnTo>
                <a:cubicBezTo>
                  <a:pt x="1461513" y="0"/>
                  <a:pt x="1502722" y="41210"/>
                  <a:pt x="1502722" y="92044"/>
                </a:cubicBezTo>
                <a:cubicBezTo>
                  <a:pt x="1502722" y="142879"/>
                  <a:pt x="1461513" y="184088"/>
                  <a:pt x="1410679" y="184088"/>
                </a:cubicBezTo>
                <a:lnTo>
                  <a:pt x="92043" y="184088"/>
                </a:lnTo>
                <a:cubicBezTo>
                  <a:pt x="41209" y="184088"/>
                  <a:pt x="0" y="142879"/>
                  <a:pt x="0" y="920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859" cap="flat">
            <a:solidFill>
              <a:srgbClr val="262626"/>
            </a:solidFill>
            <a:miter/>
          </a:ln>
        </p:spPr>
      </p:sp>
      <p:sp>
        <p:nvSpPr>
          <p:cNvPr id="207" name="Text *MutatedVariable">
            <a:extLst xmlns:a="http://schemas.openxmlformats.org/drawingml/2006/main">
              <a:ext uri="{FF2B5EF4-FFF2-40B4-BE49-F238E27FC236}">
                <a16:creationId xmlns:a16="http://schemas.microsoft.com/office/drawing/2014/main" id="{FADB4D63-BC0F-41FE-A614-E31A072E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07" y="4094985"/>
            <a:ext cx="891004" cy="94339"/>
          </a:xfrm>
          <a:custGeom xmlns:a="http://schemas.openxmlformats.org/drawingml/2006/main">
            <a:pathLst>
              <a:path w="891004" h="94339">
                <a:moveTo>
                  <a:pt x="10424" y="38049"/>
                </a:moveTo>
                <a:lnTo>
                  <a:pt x="5213" y="34269"/>
                </a:lnTo>
                <a:lnTo>
                  <a:pt x="12639" y="22022"/>
                </a:lnTo>
                <a:lnTo>
                  <a:pt x="0" y="16811"/>
                </a:lnTo>
                <a:lnTo>
                  <a:pt x="1954" y="10816"/>
                </a:lnTo>
                <a:lnTo>
                  <a:pt x="15246" y="14073"/>
                </a:lnTo>
                <a:lnTo>
                  <a:pt x="16419" y="0"/>
                </a:lnTo>
                <a:lnTo>
                  <a:pt x="22803" y="0"/>
                </a:lnTo>
                <a:lnTo>
                  <a:pt x="23976" y="13944"/>
                </a:lnTo>
                <a:lnTo>
                  <a:pt x="37397" y="10816"/>
                </a:lnTo>
                <a:lnTo>
                  <a:pt x="39351" y="16811"/>
                </a:lnTo>
                <a:lnTo>
                  <a:pt x="26712" y="22022"/>
                </a:lnTo>
                <a:lnTo>
                  <a:pt x="34009" y="34269"/>
                </a:lnTo>
                <a:lnTo>
                  <a:pt x="28927" y="38049"/>
                </a:lnTo>
                <a:lnTo>
                  <a:pt x="19676" y="26843"/>
                </a:lnTo>
                <a:lnTo>
                  <a:pt x="10424" y="38049"/>
                </a:lnTo>
                <a:close/>
                <a:moveTo>
                  <a:pt x="53033" y="92776"/>
                </a:moveTo>
                <a:lnTo>
                  <a:pt x="53033" y="7297"/>
                </a:lnTo>
                <a:lnTo>
                  <a:pt x="66064" y="7297"/>
                </a:lnTo>
                <a:lnTo>
                  <a:pt x="82481" y="52903"/>
                </a:lnTo>
                <a:cubicBezTo>
                  <a:pt x="83524" y="55857"/>
                  <a:pt x="84544" y="58832"/>
                  <a:pt x="85542" y="61829"/>
                </a:cubicBezTo>
                <a:cubicBezTo>
                  <a:pt x="86542" y="64826"/>
                  <a:pt x="87563" y="67801"/>
                  <a:pt x="88606" y="70754"/>
                </a:cubicBezTo>
                <a:lnTo>
                  <a:pt x="89127" y="70754"/>
                </a:lnTo>
                <a:cubicBezTo>
                  <a:pt x="90169" y="67801"/>
                  <a:pt x="91146" y="64826"/>
                  <a:pt x="92058" y="61829"/>
                </a:cubicBezTo>
                <a:cubicBezTo>
                  <a:pt x="92970" y="58832"/>
                  <a:pt x="93947" y="55857"/>
                  <a:pt x="94991" y="52903"/>
                </a:cubicBezTo>
                <a:lnTo>
                  <a:pt x="111147" y="7297"/>
                </a:lnTo>
                <a:lnTo>
                  <a:pt x="124307" y="7297"/>
                </a:lnTo>
                <a:lnTo>
                  <a:pt x="124307" y="92776"/>
                </a:lnTo>
                <a:lnTo>
                  <a:pt x="114145" y="92776"/>
                </a:lnTo>
                <a:lnTo>
                  <a:pt x="114145" y="45738"/>
                </a:lnTo>
                <a:cubicBezTo>
                  <a:pt x="114145" y="41915"/>
                  <a:pt x="114319" y="37702"/>
                  <a:pt x="114666" y="33098"/>
                </a:cubicBezTo>
                <a:cubicBezTo>
                  <a:pt x="115014" y="28494"/>
                  <a:pt x="115318" y="24281"/>
                  <a:pt x="115579" y="20459"/>
                </a:cubicBezTo>
                <a:lnTo>
                  <a:pt x="115056" y="20459"/>
                </a:lnTo>
                <a:lnTo>
                  <a:pt x="108282" y="39872"/>
                </a:lnTo>
                <a:lnTo>
                  <a:pt x="92124" y="84177"/>
                </a:lnTo>
                <a:lnTo>
                  <a:pt x="84958" y="84177"/>
                </a:lnTo>
                <a:lnTo>
                  <a:pt x="68799" y="39872"/>
                </a:lnTo>
                <a:lnTo>
                  <a:pt x="62023" y="20459"/>
                </a:lnTo>
                <a:lnTo>
                  <a:pt x="61503" y="20459"/>
                </a:lnTo>
                <a:cubicBezTo>
                  <a:pt x="61764" y="24281"/>
                  <a:pt x="62046" y="28494"/>
                  <a:pt x="62350" y="33098"/>
                </a:cubicBezTo>
                <a:cubicBezTo>
                  <a:pt x="62653" y="37702"/>
                  <a:pt x="62805" y="41915"/>
                  <a:pt x="62805" y="45738"/>
                </a:cubicBezTo>
                <a:lnTo>
                  <a:pt x="62805" y="92776"/>
                </a:lnTo>
                <a:lnTo>
                  <a:pt x="53033" y="92776"/>
                </a:lnTo>
                <a:close/>
                <a:moveTo>
                  <a:pt x="157405" y="94339"/>
                </a:moveTo>
                <a:cubicBezTo>
                  <a:pt x="150629" y="94339"/>
                  <a:pt x="145699" y="92254"/>
                  <a:pt x="142614" y="88085"/>
                </a:cubicBezTo>
                <a:cubicBezTo>
                  <a:pt x="139531" y="83915"/>
                  <a:pt x="137990" y="77748"/>
                  <a:pt x="137990" y="69583"/>
                </a:cubicBezTo>
                <a:lnTo>
                  <a:pt x="137990" y="29450"/>
                </a:lnTo>
                <a:lnTo>
                  <a:pt x="148806" y="29450"/>
                </a:lnTo>
                <a:lnTo>
                  <a:pt x="148806" y="68149"/>
                </a:lnTo>
                <a:cubicBezTo>
                  <a:pt x="148806" y="74143"/>
                  <a:pt x="149740" y="78465"/>
                  <a:pt x="151607" y="81115"/>
                </a:cubicBezTo>
                <a:cubicBezTo>
                  <a:pt x="153475" y="83763"/>
                  <a:pt x="156493" y="85087"/>
                  <a:pt x="160662" y="85087"/>
                </a:cubicBezTo>
                <a:cubicBezTo>
                  <a:pt x="163963" y="85087"/>
                  <a:pt x="166874" y="84240"/>
                  <a:pt x="169392" y="82546"/>
                </a:cubicBezTo>
                <a:cubicBezTo>
                  <a:pt x="171912" y="80852"/>
                  <a:pt x="174692" y="78138"/>
                  <a:pt x="177733" y="74402"/>
                </a:cubicBezTo>
                <a:lnTo>
                  <a:pt x="177733" y="29450"/>
                </a:lnTo>
                <a:lnTo>
                  <a:pt x="188418" y="29450"/>
                </a:lnTo>
                <a:lnTo>
                  <a:pt x="188418" y="92776"/>
                </a:lnTo>
                <a:lnTo>
                  <a:pt x="179556" y="92776"/>
                </a:lnTo>
                <a:lnTo>
                  <a:pt x="178643" y="82872"/>
                </a:lnTo>
                <a:lnTo>
                  <a:pt x="178254" y="82872"/>
                </a:lnTo>
                <a:cubicBezTo>
                  <a:pt x="175301" y="86348"/>
                  <a:pt x="172195" y="89128"/>
                  <a:pt x="168937" y="91213"/>
                </a:cubicBezTo>
                <a:cubicBezTo>
                  <a:pt x="165679" y="93297"/>
                  <a:pt x="161835" y="94339"/>
                  <a:pt x="157405" y="94339"/>
                </a:cubicBezTo>
                <a:close/>
                <a:moveTo>
                  <a:pt x="223989" y="94339"/>
                </a:moveTo>
                <a:cubicBezTo>
                  <a:pt x="220601" y="94339"/>
                  <a:pt x="217756" y="93818"/>
                  <a:pt x="215454" y="92776"/>
                </a:cubicBezTo>
                <a:cubicBezTo>
                  <a:pt x="213153" y="91734"/>
                  <a:pt x="211285" y="90301"/>
                  <a:pt x="209851" y="88477"/>
                </a:cubicBezTo>
                <a:cubicBezTo>
                  <a:pt x="208418" y="86652"/>
                  <a:pt x="207397" y="84436"/>
                  <a:pt x="206789" y="81830"/>
                </a:cubicBezTo>
                <a:cubicBezTo>
                  <a:pt x="206181" y="79224"/>
                  <a:pt x="205876" y="76358"/>
                  <a:pt x="205876" y="73231"/>
                </a:cubicBezTo>
                <a:lnTo>
                  <a:pt x="205876" y="38178"/>
                </a:lnTo>
                <a:lnTo>
                  <a:pt x="196496" y="38178"/>
                </a:lnTo>
                <a:lnTo>
                  <a:pt x="196496" y="30100"/>
                </a:lnTo>
                <a:lnTo>
                  <a:pt x="206399" y="29450"/>
                </a:lnTo>
                <a:lnTo>
                  <a:pt x="207702" y="11729"/>
                </a:lnTo>
                <a:lnTo>
                  <a:pt x="216693" y="11729"/>
                </a:lnTo>
                <a:lnTo>
                  <a:pt x="216693" y="29450"/>
                </a:lnTo>
                <a:lnTo>
                  <a:pt x="233762" y="29450"/>
                </a:lnTo>
                <a:lnTo>
                  <a:pt x="233762" y="38178"/>
                </a:lnTo>
                <a:lnTo>
                  <a:pt x="216693" y="38178"/>
                </a:lnTo>
                <a:lnTo>
                  <a:pt x="216693" y="73360"/>
                </a:lnTo>
                <a:cubicBezTo>
                  <a:pt x="216693" y="77269"/>
                  <a:pt x="217409" y="80288"/>
                  <a:pt x="218842" y="82417"/>
                </a:cubicBezTo>
                <a:cubicBezTo>
                  <a:pt x="220276" y="84546"/>
                  <a:pt x="222817" y="85610"/>
                  <a:pt x="226465" y="85610"/>
                </a:cubicBezTo>
                <a:cubicBezTo>
                  <a:pt x="227594" y="85610"/>
                  <a:pt x="228810" y="85436"/>
                  <a:pt x="230113" y="85089"/>
                </a:cubicBezTo>
                <a:cubicBezTo>
                  <a:pt x="231416" y="84741"/>
                  <a:pt x="232589" y="84350"/>
                  <a:pt x="233632" y="83916"/>
                </a:cubicBezTo>
                <a:lnTo>
                  <a:pt x="235716" y="91994"/>
                </a:lnTo>
                <a:cubicBezTo>
                  <a:pt x="233978" y="92603"/>
                  <a:pt x="232089" y="93146"/>
                  <a:pt x="230048" y="93623"/>
                </a:cubicBezTo>
                <a:cubicBezTo>
                  <a:pt x="228006" y="94100"/>
                  <a:pt x="225987" y="94339"/>
                  <a:pt x="223989" y="94339"/>
                </a:cubicBezTo>
                <a:close/>
                <a:moveTo>
                  <a:pt x="259432" y="94339"/>
                </a:moveTo>
                <a:cubicBezTo>
                  <a:pt x="254132" y="94339"/>
                  <a:pt x="249724" y="92775"/>
                  <a:pt x="246206" y="89648"/>
                </a:cubicBezTo>
                <a:cubicBezTo>
                  <a:pt x="242688" y="86521"/>
                  <a:pt x="240929" y="82091"/>
                  <a:pt x="240929" y="76357"/>
                </a:cubicBezTo>
                <a:cubicBezTo>
                  <a:pt x="240929" y="69408"/>
                  <a:pt x="244013" y="64089"/>
                  <a:pt x="250180" y="60397"/>
                </a:cubicBezTo>
                <a:cubicBezTo>
                  <a:pt x="256348" y="56704"/>
                  <a:pt x="266207" y="54120"/>
                  <a:pt x="279759" y="52643"/>
                </a:cubicBezTo>
                <a:cubicBezTo>
                  <a:pt x="279759" y="50645"/>
                  <a:pt x="279564" y="48691"/>
                  <a:pt x="279173" y="46780"/>
                </a:cubicBezTo>
                <a:cubicBezTo>
                  <a:pt x="278782" y="44868"/>
                  <a:pt x="278108" y="43174"/>
                  <a:pt x="277153" y="41698"/>
                </a:cubicBezTo>
                <a:cubicBezTo>
                  <a:pt x="276197" y="40221"/>
                  <a:pt x="274872" y="39027"/>
                  <a:pt x="273178" y="38115"/>
                </a:cubicBezTo>
                <a:cubicBezTo>
                  <a:pt x="271484" y="37203"/>
                  <a:pt x="269334" y="36747"/>
                  <a:pt x="266728" y="36747"/>
                </a:cubicBezTo>
                <a:cubicBezTo>
                  <a:pt x="263079" y="36747"/>
                  <a:pt x="259648" y="37442"/>
                  <a:pt x="256433" y="38833"/>
                </a:cubicBezTo>
                <a:cubicBezTo>
                  <a:pt x="253220" y="40222"/>
                  <a:pt x="250354" y="41784"/>
                  <a:pt x="247834" y="43521"/>
                </a:cubicBezTo>
                <a:lnTo>
                  <a:pt x="243665" y="36095"/>
                </a:lnTo>
                <a:cubicBezTo>
                  <a:pt x="246618" y="34183"/>
                  <a:pt x="250223" y="32338"/>
                  <a:pt x="254479" y="30557"/>
                </a:cubicBezTo>
                <a:cubicBezTo>
                  <a:pt x="258736" y="28776"/>
                  <a:pt x="263428" y="27885"/>
                  <a:pt x="268554" y="27885"/>
                </a:cubicBezTo>
                <a:cubicBezTo>
                  <a:pt x="276284" y="27885"/>
                  <a:pt x="281886" y="30253"/>
                  <a:pt x="285360" y="34987"/>
                </a:cubicBezTo>
                <a:cubicBezTo>
                  <a:pt x="288836" y="39721"/>
                  <a:pt x="290573" y="46040"/>
                  <a:pt x="290573" y="53945"/>
                </a:cubicBezTo>
                <a:lnTo>
                  <a:pt x="290573" y="92776"/>
                </a:lnTo>
                <a:lnTo>
                  <a:pt x="281714" y="92776"/>
                </a:lnTo>
                <a:lnTo>
                  <a:pt x="280801" y="85218"/>
                </a:lnTo>
                <a:lnTo>
                  <a:pt x="280410" y="85218"/>
                </a:lnTo>
                <a:cubicBezTo>
                  <a:pt x="277370" y="87737"/>
                  <a:pt x="274113" y="89887"/>
                  <a:pt x="270637" y="91668"/>
                </a:cubicBezTo>
                <a:cubicBezTo>
                  <a:pt x="267163" y="93448"/>
                  <a:pt x="263428" y="94339"/>
                  <a:pt x="259432" y="94339"/>
                </a:cubicBezTo>
                <a:moveTo>
                  <a:pt x="262559" y="85739"/>
                </a:moveTo>
                <a:cubicBezTo>
                  <a:pt x="265600" y="85739"/>
                  <a:pt x="268466" y="85023"/>
                  <a:pt x="271158" y="83590"/>
                </a:cubicBezTo>
                <a:cubicBezTo>
                  <a:pt x="273852" y="82156"/>
                  <a:pt x="276719" y="80049"/>
                  <a:pt x="279759" y="77269"/>
                </a:cubicBezTo>
                <a:lnTo>
                  <a:pt x="279759" y="59679"/>
                </a:lnTo>
                <a:cubicBezTo>
                  <a:pt x="274460" y="60374"/>
                  <a:pt x="270008" y="61199"/>
                  <a:pt x="266402" y="62155"/>
                </a:cubicBezTo>
                <a:cubicBezTo>
                  <a:pt x="262797" y="63110"/>
                  <a:pt x="259887" y="64240"/>
                  <a:pt x="257672" y="65543"/>
                </a:cubicBezTo>
                <a:cubicBezTo>
                  <a:pt x="255457" y="66846"/>
                  <a:pt x="253850" y="68344"/>
                  <a:pt x="252850" y="70038"/>
                </a:cubicBezTo>
                <a:cubicBezTo>
                  <a:pt x="251852" y="71732"/>
                  <a:pt x="251353" y="73578"/>
                  <a:pt x="251353" y="75575"/>
                </a:cubicBezTo>
                <a:cubicBezTo>
                  <a:pt x="251353" y="79224"/>
                  <a:pt x="252439" y="81831"/>
                  <a:pt x="254610" y="83395"/>
                </a:cubicBezTo>
                <a:cubicBezTo>
                  <a:pt x="256783" y="84958"/>
                  <a:pt x="259432" y="85739"/>
                  <a:pt x="262559" y="85739"/>
                </a:cubicBezTo>
                <a:close/>
                <a:moveTo>
                  <a:pt x="324452" y="94339"/>
                </a:moveTo>
                <a:cubicBezTo>
                  <a:pt x="321064" y="94339"/>
                  <a:pt x="318219" y="93818"/>
                  <a:pt x="315917" y="92776"/>
                </a:cubicBezTo>
                <a:cubicBezTo>
                  <a:pt x="313616" y="91734"/>
                  <a:pt x="311748" y="90301"/>
                  <a:pt x="310314" y="88477"/>
                </a:cubicBezTo>
                <a:cubicBezTo>
                  <a:pt x="308881" y="86652"/>
                  <a:pt x="307860" y="84436"/>
                  <a:pt x="307252" y="81830"/>
                </a:cubicBezTo>
                <a:cubicBezTo>
                  <a:pt x="306643" y="79224"/>
                  <a:pt x="306339" y="76358"/>
                  <a:pt x="306339" y="73231"/>
                </a:cubicBezTo>
                <a:lnTo>
                  <a:pt x="306339" y="38178"/>
                </a:lnTo>
                <a:lnTo>
                  <a:pt x="296959" y="38178"/>
                </a:lnTo>
                <a:lnTo>
                  <a:pt x="296959" y="30100"/>
                </a:lnTo>
                <a:lnTo>
                  <a:pt x="306862" y="29450"/>
                </a:lnTo>
                <a:lnTo>
                  <a:pt x="308164" y="11729"/>
                </a:lnTo>
                <a:lnTo>
                  <a:pt x="317155" y="11729"/>
                </a:lnTo>
                <a:lnTo>
                  <a:pt x="317155" y="29450"/>
                </a:lnTo>
                <a:lnTo>
                  <a:pt x="334224" y="29450"/>
                </a:lnTo>
                <a:lnTo>
                  <a:pt x="334224" y="38178"/>
                </a:lnTo>
                <a:lnTo>
                  <a:pt x="317155" y="38178"/>
                </a:lnTo>
                <a:lnTo>
                  <a:pt x="317155" y="73360"/>
                </a:lnTo>
                <a:cubicBezTo>
                  <a:pt x="317155" y="77269"/>
                  <a:pt x="317872" y="80288"/>
                  <a:pt x="319305" y="82417"/>
                </a:cubicBezTo>
                <a:cubicBezTo>
                  <a:pt x="320739" y="84546"/>
                  <a:pt x="323280" y="85610"/>
                  <a:pt x="326928" y="85610"/>
                </a:cubicBezTo>
                <a:cubicBezTo>
                  <a:pt x="328057" y="85610"/>
                  <a:pt x="329273" y="85436"/>
                  <a:pt x="330576" y="85089"/>
                </a:cubicBezTo>
                <a:cubicBezTo>
                  <a:pt x="331879" y="84741"/>
                  <a:pt x="333052" y="84350"/>
                  <a:pt x="334095" y="83916"/>
                </a:cubicBezTo>
                <a:lnTo>
                  <a:pt x="336179" y="91994"/>
                </a:lnTo>
                <a:cubicBezTo>
                  <a:pt x="334441" y="92603"/>
                  <a:pt x="332552" y="93146"/>
                  <a:pt x="330510" y="93623"/>
                </a:cubicBezTo>
                <a:cubicBezTo>
                  <a:pt x="328469" y="94100"/>
                  <a:pt x="326450" y="94339"/>
                  <a:pt x="324452" y="94339"/>
                </a:cubicBezTo>
                <a:close/>
                <a:moveTo>
                  <a:pt x="370971" y="94339"/>
                </a:moveTo>
                <a:cubicBezTo>
                  <a:pt x="366713" y="94339"/>
                  <a:pt x="362739" y="93579"/>
                  <a:pt x="359047" y="92060"/>
                </a:cubicBezTo>
                <a:cubicBezTo>
                  <a:pt x="355356" y="90540"/>
                  <a:pt x="352141" y="88368"/>
                  <a:pt x="349404" y="85544"/>
                </a:cubicBezTo>
                <a:cubicBezTo>
                  <a:pt x="346668" y="82721"/>
                  <a:pt x="344519" y="79268"/>
                  <a:pt x="342954" y="75186"/>
                </a:cubicBezTo>
                <a:cubicBezTo>
                  <a:pt x="341392" y="71102"/>
                  <a:pt x="340610" y="66454"/>
                  <a:pt x="340610" y="61242"/>
                </a:cubicBezTo>
                <a:cubicBezTo>
                  <a:pt x="340610" y="56030"/>
                  <a:pt x="341414" y="51361"/>
                  <a:pt x="343020" y="47235"/>
                </a:cubicBezTo>
                <a:cubicBezTo>
                  <a:pt x="344627" y="43109"/>
                  <a:pt x="346755" y="39613"/>
                  <a:pt x="349404" y="36747"/>
                </a:cubicBezTo>
                <a:cubicBezTo>
                  <a:pt x="352054" y="33880"/>
                  <a:pt x="355073" y="31686"/>
                  <a:pt x="358461" y="30166"/>
                </a:cubicBezTo>
                <a:cubicBezTo>
                  <a:pt x="361849" y="28645"/>
                  <a:pt x="365367" y="27885"/>
                  <a:pt x="369016" y="27885"/>
                </a:cubicBezTo>
                <a:cubicBezTo>
                  <a:pt x="373011" y="27885"/>
                  <a:pt x="376594" y="28580"/>
                  <a:pt x="379765" y="29971"/>
                </a:cubicBezTo>
                <a:cubicBezTo>
                  <a:pt x="382936" y="31360"/>
                  <a:pt x="385585" y="33358"/>
                  <a:pt x="387714" y="35963"/>
                </a:cubicBezTo>
                <a:cubicBezTo>
                  <a:pt x="389843" y="38569"/>
                  <a:pt x="391471" y="41697"/>
                  <a:pt x="392599" y="45346"/>
                </a:cubicBezTo>
                <a:cubicBezTo>
                  <a:pt x="393728" y="48994"/>
                  <a:pt x="394293" y="53076"/>
                  <a:pt x="394293" y="57594"/>
                </a:cubicBezTo>
                <a:cubicBezTo>
                  <a:pt x="394293" y="58723"/>
                  <a:pt x="394271" y="59831"/>
                  <a:pt x="394227" y="60918"/>
                </a:cubicBezTo>
                <a:cubicBezTo>
                  <a:pt x="394185" y="62004"/>
                  <a:pt x="394077" y="62937"/>
                  <a:pt x="393903" y="63717"/>
                </a:cubicBezTo>
                <a:lnTo>
                  <a:pt x="351164" y="63717"/>
                </a:lnTo>
                <a:cubicBezTo>
                  <a:pt x="351599" y="70493"/>
                  <a:pt x="353705" y="75858"/>
                  <a:pt x="357483" y="79810"/>
                </a:cubicBezTo>
                <a:cubicBezTo>
                  <a:pt x="361262" y="83763"/>
                  <a:pt x="366192" y="85739"/>
                  <a:pt x="372273" y="85739"/>
                </a:cubicBezTo>
                <a:cubicBezTo>
                  <a:pt x="375314" y="85739"/>
                  <a:pt x="378115" y="85283"/>
                  <a:pt x="380678" y="84371"/>
                </a:cubicBezTo>
                <a:cubicBezTo>
                  <a:pt x="383240" y="83459"/>
                  <a:pt x="385694" y="82265"/>
                  <a:pt x="388040" y="80789"/>
                </a:cubicBezTo>
                <a:lnTo>
                  <a:pt x="391818" y="87825"/>
                </a:lnTo>
                <a:cubicBezTo>
                  <a:pt x="389038" y="89561"/>
                  <a:pt x="385954" y="91081"/>
                  <a:pt x="382566" y="92384"/>
                </a:cubicBezTo>
                <a:cubicBezTo>
                  <a:pt x="379178" y="93687"/>
                  <a:pt x="375313" y="94339"/>
                  <a:pt x="370971" y="94339"/>
                </a:cubicBezTo>
                <a:moveTo>
                  <a:pt x="351035" y="56031"/>
                </a:moveTo>
                <a:lnTo>
                  <a:pt x="384912" y="56031"/>
                </a:lnTo>
                <a:cubicBezTo>
                  <a:pt x="384912" y="49602"/>
                  <a:pt x="383544" y="44716"/>
                  <a:pt x="380807" y="41372"/>
                </a:cubicBezTo>
                <a:cubicBezTo>
                  <a:pt x="378071" y="38027"/>
                  <a:pt x="374228" y="36355"/>
                  <a:pt x="369277" y="36355"/>
                </a:cubicBezTo>
                <a:cubicBezTo>
                  <a:pt x="367018" y="36355"/>
                  <a:pt x="364868" y="36790"/>
                  <a:pt x="362825" y="37659"/>
                </a:cubicBezTo>
                <a:cubicBezTo>
                  <a:pt x="360784" y="38528"/>
                  <a:pt x="358938" y="39809"/>
                  <a:pt x="357288" y="41503"/>
                </a:cubicBezTo>
                <a:cubicBezTo>
                  <a:pt x="355637" y="43197"/>
                  <a:pt x="354270" y="45260"/>
                  <a:pt x="353184" y="47692"/>
                </a:cubicBezTo>
                <a:cubicBezTo>
                  <a:pt x="352098" y="50124"/>
                  <a:pt x="351382" y="52904"/>
                  <a:pt x="351035" y="56031"/>
                </a:cubicBezTo>
                <a:close/>
                <a:moveTo>
                  <a:pt x="426609" y="94339"/>
                </a:moveTo>
                <a:cubicBezTo>
                  <a:pt x="418618" y="94339"/>
                  <a:pt x="412255" y="91472"/>
                  <a:pt x="407520" y="85739"/>
                </a:cubicBezTo>
                <a:cubicBezTo>
                  <a:pt x="402785" y="80007"/>
                  <a:pt x="400418" y="71841"/>
                  <a:pt x="400418" y="61242"/>
                </a:cubicBezTo>
                <a:cubicBezTo>
                  <a:pt x="400418" y="56118"/>
                  <a:pt x="401178" y="51492"/>
                  <a:pt x="402698" y="47366"/>
                </a:cubicBezTo>
                <a:cubicBezTo>
                  <a:pt x="404219" y="43240"/>
                  <a:pt x="406238" y="39743"/>
                  <a:pt x="408757" y="36876"/>
                </a:cubicBezTo>
                <a:cubicBezTo>
                  <a:pt x="411276" y="34009"/>
                  <a:pt x="414186" y="31794"/>
                  <a:pt x="417487" y="30231"/>
                </a:cubicBezTo>
                <a:cubicBezTo>
                  <a:pt x="420789" y="28667"/>
                  <a:pt x="424264" y="27885"/>
                  <a:pt x="427911" y="27885"/>
                </a:cubicBezTo>
                <a:cubicBezTo>
                  <a:pt x="431560" y="27885"/>
                  <a:pt x="434731" y="28537"/>
                  <a:pt x="437423" y="29840"/>
                </a:cubicBezTo>
                <a:cubicBezTo>
                  <a:pt x="440117" y="31143"/>
                  <a:pt x="442853" y="32923"/>
                  <a:pt x="445633" y="35182"/>
                </a:cubicBezTo>
                <a:lnTo>
                  <a:pt x="445112" y="24368"/>
                </a:lnTo>
                <a:lnTo>
                  <a:pt x="445112" y="0"/>
                </a:lnTo>
                <a:lnTo>
                  <a:pt x="455928" y="0"/>
                </a:lnTo>
                <a:lnTo>
                  <a:pt x="455928" y="92776"/>
                </a:lnTo>
                <a:lnTo>
                  <a:pt x="447066" y="92776"/>
                </a:lnTo>
                <a:lnTo>
                  <a:pt x="446154" y="85348"/>
                </a:lnTo>
                <a:lnTo>
                  <a:pt x="445764" y="85348"/>
                </a:lnTo>
                <a:cubicBezTo>
                  <a:pt x="443244" y="87780"/>
                  <a:pt x="440355" y="89887"/>
                  <a:pt x="437097" y="91668"/>
                </a:cubicBezTo>
                <a:cubicBezTo>
                  <a:pt x="433840" y="93448"/>
                  <a:pt x="430344" y="94339"/>
                  <a:pt x="426609" y="94339"/>
                </a:cubicBezTo>
                <a:moveTo>
                  <a:pt x="428955" y="85348"/>
                </a:moveTo>
                <a:cubicBezTo>
                  <a:pt x="431908" y="85348"/>
                  <a:pt x="434688" y="84631"/>
                  <a:pt x="437294" y="83198"/>
                </a:cubicBezTo>
                <a:cubicBezTo>
                  <a:pt x="439900" y="81765"/>
                  <a:pt x="442506" y="79572"/>
                  <a:pt x="445112" y="76619"/>
                </a:cubicBezTo>
                <a:lnTo>
                  <a:pt x="445112" y="43521"/>
                </a:lnTo>
                <a:cubicBezTo>
                  <a:pt x="442418" y="41089"/>
                  <a:pt x="439834" y="39373"/>
                  <a:pt x="437357" y="38375"/>
                </a:cubicBezTo>
                <a:cubicBezTo>
                  <a:pt x="434883" y="37376"/>
                  <a:pt x="432342" y="36876"/>
                  <a:pt x="429737" y="36876"/>
                </a:cubicBezTo>
                <a:cubicBezTo>
                  <a:pt x="427217" y="36876"/>
                  <a:pt x="424849" y="37463"/>
                  <a:pt x="422634" y="38636"/>
                </a:cubicBezTo>
                <a:cubicBezTo>
                  <a:pt x="420420" y="39809"/>
                  <a:pt x="418487" y="41460"/>
                  <a:pt x="416837" y="43588"/>
                </a:cubicBezTo>
                <a:cubicBezTo>
                  <a:pt x="415187" y="45716"/>
                  <a:pt x="413884" y="48256"/>
                  <a:pt x="412928" y="51209"/>
                </a:cubicBezTo>
                <a:cubicBezTo>
                  <a:pt x="411972" y="54163"/>
                  <a:pt x="411494" y="57464"/>
                  <a:pt x="411494" y="61113"/>
                </a:cubicBezTo>
                <a:cubicBezTo>
                  <a:pt x="411494" y="68757"/>
                  <a:pt x="413014" y="74707"/>
                  <a:pt x="416053" y="78963"/>
                </a:cubicBezTo>
                <a:cubicBezTo>
                  <a:pt x="419094" y="83220"/>
                  <a:pt x="423395" y="85348"/>
                  <a:pt x="428955" y="85348"/>
                </a:cubicBezTo>
                <a:close/>
                <a:moveTo>
                  <a:pt x="511306" y="92776"/>
                </a:moveTo>
                <a:lnTo>
                  <a:pt x="483942" y="7297"/>
                </a:lnTo>
                <a:lnTo>
                  <a:pt x="495539" y="7297"/>
                </a:lnTo>
                <a:lnTo>
                  <a:pt x="509221" y="53424"/>
                </a:lnTo>
                <a:cubicBezTo>
                  <a:pt x="510785" y="58550"/>
                  <a:pt x="512153" y="63285"/>
                  <a:pt x="513324" y="67628"/>
                </a:cubicBezTo>
                <a:cubicBezTo>
                  <a:pt x="514497" y="71971"/>
                  <a:pt x="515909" y="76661"/>
                  <a:pt x="517559" y="81699"/>
                </a:cubicBezTo>
                <a:lnTo>
                  <a:pt x="518080" y="81699"/>
                </a:lnTo>
                <a:cubicBezTo>
                  <a:pt x="519644" y="76661"/>
                  <a:pt x="521034" y="71971"/>
                  <a:pt x="522250" y="67628"/>
                </a:cubicBezTo>
                <a:cubicBezTo>
                  <a:pt x="523466" y="63285"/>
                  <a:pt x="524813" y="58550"/>
                  <a:pt x="526290" y="53424"/>
                </a:cubicBezTo>
                <a:lnTo>
                  <a:pt x="539971" y="7297"/>
                </a:lnTo>
                <a:lnTo>
                  <a:pt x="551047" y="7297"/>
                </a:lnTo>
                <a:lnTo>
                  <a:pt x="523945" y="92776"/>
                </a:lnTo>
                <a:lnTo>
                  <a:pt x="511306" y="92776"/>
                </a:lnTo>
                <a:close/>
                <a:moveTo>
                  <a:pt x="571635" y="94339"/>
                </a:moveTo>
                <a:cubicBezTo>
                  <a:pt x="566336" y="94339"/>
                  <a:pt x="561927" y="92775"/>
                  <a:pt x="558409" y="89648"/>
                </a:cubicBezTo>
                <a:cubicBezTo>
                  <a:pt x="554891" y="86521"/>
                  <a:pt x="553132" y="82091"/>
                  <a:pt x="553132" y="76357"/>
                </a:cubicBezTo>
                <a:cubicBezTo>
                  <a:pt x="553132" y="69408"/>
                  <a:pt x="556216" y="64089"/>
                  <a:pt x="562384" y="60397"/>
                </a:cubicBezTo>
                <a:cubicBezTo>
                  <a:pt x="568551" y="56704"/>
                  <a:pt x="578411" y="54120"/>
                  <a:pt x="591963" y="52643"/>
                </a:cubicBezTo>
                <a:cubicBezTo>
                  <a:pt x="591963" y="50645"/>
                  <a:pt x="591767" y="48691"/>
                  <a:pt x="591376" y="46780"/>
                </a:cubicBezTo>
                <a:cubicBezTo>
                  <a:pt x="590985" y="44868"/>
                  <a:pt x="590312" y="43174"/>
                  <a:pt x="589356" y="41698"/>
                </a:cubicBezTo>
                <a:cubicBezTo>
                  <a:pt x="588401" y="40221"/>
                  <a:pt x="587076" y="39027"/>
                  <a:pt x="585382" y="38115"/>
                </a:cubicBezTo>
                <a:cubicBezTo>
                  <a:pt x="583688" y="37203"/>
                  <a:pt x="581538" y="36747"/>
                  <a:pt x="578932" y="36747"/>
                </a:cubicBezTo>
                <a:cubicBezTo>
                  <a:pt x="575283" y="36747"/>
                  <a:pt x="571851" y="37442"/>
                  <a:pt x="568637" y="38833"/>
                </a:cubicBezTo>
                <a:cubicBezTo>
                  <a:pt x="565424" y="40222"/>
                  <a:pt x="562557" y="41784"/>
                  <a:pt x="560037" y="43521"/>
                </a:cubicBezTo>
                <a:lnTo>
                  <a:pt x="555868" y="36095"/>
                </a:lnTo>
                <a:cubicBezTo>
                  <a:pt x="558821" y="34183"/>
                  <a:pt x="562426" y="32338"/>
                  <a:pt x="566682" y="30557"/>
                </a:cubicBezTo>
                <a:cubicBezTo>
                  <a:pt x="570940" y="28776"/>
                  <a:pt x="575631" y="27885"/>
                  <a:pt x="580757" y="27885"/>
                </a:cubicBezTo>
                <a:cubicBezTo>
                  <a:pt x="588487" y="27885"/>
                  <a:pt x="594090" y="30253"/>
                  <a:pt x="597564" y="34987"/>
                </a:cubicBezTo>
                <a:cubicBezTo>
                  <a:pt x="601039" y="39721"/>
                  <a:pt x="602777" y="46040"/>
                  <a:pt x="602777" y="53945"/>
                </a:cubicBezTo>
                <a:lnTo>
                  <a:pt x="602777" y="92776"/>
                </a:lnTo>
                <a:lnTo>
                  <a:pt x="593917" y="92776"/>
                </a:lnTo>
                <a:lnTo>
                  <a:pt x="593005" y="85218"/>
                </a:lnTo>
                <a:lnTo>
                  <a:pt x="592613" y="85218"/>
                </a:lnTo>
                <a:cubicBezTo>
                  <a:pt x="589574" y="87737"/>
                  <a:pt x="586316" y="89887"/>
                  <a:pt x="582841" y="91668"/>
                </a:cubicBezTo>
                <a:cubicBezTo>
                  <a:pt x="579367" y="93448"/>
                  <a:pt x="575631" y="94339"/>
                  <a:pt x="571635" y="94339"/>
                </a:cubicBezTo>
                <a:moveTo>
                  <a:pt x="574762" y="85739"/>
                </a:moveTo>
                <a:cubicBezTo>
                  <a:pt x="577803" y="85739"/>
                  <a:pt x="580670" y="85023"/>
                  <a:pt x="583362" y="83590"/>
                </a:cubicBezTo>
                <a:cubicBezTo>
                  <a:pt x="586055" y="82156"/>
                  <a:pt x="588922" y="80049"/>
                  <a:pt x="591963" y="77269"/>
                </a:cubicBezTo>
                <a:lnTo>
                  <a:pt x="591963" y="59679"/>
                </a:lnTo>
                <a:cubicBezTo>
                  <a:pt x="586663" y="60374"/>
                  <a:pt x="582211" y="61199"/>
                  <a:pt x="578606" y="62155"/>
                </a:cubicBezTo>
                <a:cubicBezTo>
                  <a:pt x="575000" y="63110"/>
                  <a:pt x="572090" y="64240"/>
                  <a:pt x="569875" y="65543"/>
                </a:cubicBezTo>
                <a:cubicBezTo>
                  <a:pt x="567660" y="66846"/>
                  <a:pt x="566053" y="68344"/>
                  <a:pt x="565054" y="70038"/>
                </a:cubicBezTo>
                <a:cubicBezTo>
                  <a:pt x="564056" y="71732"/>
                  <a:pt x="563557" y="73578"/>
                  <a:pt x="563557" y="75575"/>
                </a:cubicBezTo>
                <a:cubicBezTo>
                  <a:pt x="563557" y="79224"/>
                  <a:pt x="564642" y="81831"/>
                  <a:pt x="566813" y="83395"/>
                </a:cubicBezTo>
                <a:cubicBezTo>
                  <a:pt x="568986" y="84958"/>
                  <a:pt x="571636" y="85739"/>
                  <a:pt x="574762" y="85739"/>
                </a:cubicBezTo>
                <a:close/>
                <a:moveTo>
                  <a:pt x="616720" y="92776"/>
                </a:moveTo>
                <a:lnTo>
                  <a:pt x="616720" y="29450"/>
                </a:lnTo>
                <a:lnTo>
                  <a:pt x="625579" y="29450"/>
                </a:lnTo>
                <a:lnTo>
                  <a:pt x="626492" y="40916"/>
                </a:lnTo>
                <a:lnTo>
                  <a:pt x="626884" y="40916"/>
                </a:lnTo>
                <a:cubicBezTo>
                  <a:pt x="629055" y="36920"/>
                  <a:pt x="631682" y="33749"/>
                  <a:pt x="634765" y="31404"/>
                </a:cubicBezTo>
                <a:cubicBezTo>
                  <a:pt x="637850" y="29058"/>
                  <a:pt x="641216" y="27885"/>
                  <a:pt x="644865" y="27885"/>
                </a:cubicBezTo>
                <a:cubicBezTo>
                  <a:pt x="647384" y="27885"/>
                  <a:pt x="649643" y="28319"/>
                  <a:pt x="651641" y="29188"/>
                </a:cubicBezTo>
                <a:lnTo>
                  <a:pt x="649556" y="38570"/>
                </a:lnTo>
                <a:cubicBezTo>
                  <a:pt x="648514" y="38223"/>
                  <a:pt x="647558" y="37962"/>
                  <a:pt x="646689" y="37789"/>
                </a:cubicBezTo>
                <a:cubicBezTo>
                  <a:pt x="645820" y="37615"/>
                  <a:pt x="644735" y="37528"/>
                  <a:pt x="643432" y="37528"/>
                </a:cubicBezTo>
                <a:cubicBezTo>
                  <a:pt x="640738" y="37528"/>
                  <a:pt x="637936" y="38614"/>
                  <a:pt x="635026" y="40787"/>
                </a:cubicBezTo>
                <a:cubicBezTo>
                  <a:pt x="632116" y="42958"/>
                  <a:pt x="629576" y="46736"/>
                  <a:pt x="627405" y="52122"/>
                </a:cubicBezTo>
                <a:lnTo>
                  <a:pt x="627405" y="92776"/>
                </a:lnTo>
                <a:lnTo>
                  <a:pt x="616720" y="92776"/>
                </a:lnTo>
                <a:close/>
                <a:moveTo>
                  <a:pt x="657504" y="92776"/>
                </a:moveTo>
                <a:lnTo>
                  <a:pt x="657504" y="29450"/>
                </a:lnTo>
                <a:lnTo>
                  <a:pt x="668189" y="29450"/>
                </a:lnTo>
                <a:lnTo>
                  <a:pt x="668189" y="92776"/>
                </a:lnTo>
                <a:lnTo>
                  <a:pt x="657504" y="92776"/>
                </a:lnTo>
                <a:moveTo>
                  <a:pt x="662976" y="16419"/>
                </a:moveTo>
                <a:cubicBezTo>
                  <a:pt x="660892" y="16419"/>
                  <a:pt x="659133" y="15767"/>
                  <a:pt x="657699" y="14465"/>
                </a:cubicBezTo>
                <a:cubicBezTo>
                  <a:pt x="656266" y="13162"/>
                  <a:pt x="655550" y="11511"/>
                  <a:pt x="655550" y="9512"/>
                </a:cubicBezTo>
                <a:cubicBezTo>
                  <a:pt x="655550" y="7428"/>
                  <a:pt x="656266" y="5757"/>
                  <a:pt x="657699" y="4497"/>
                </a:cubicBezTo>
                <a:cubicBezTo>
                  <a:pt x="659133" y="3237"/>
                  <a:pt x="660892" y="2607"/>
                  <a:pt x="662976" y="2607"/>
                </a:cubicBezTo>
                <a:cubicBezTo>
                  <a:pt x="665061" y="2607"/>
                  <a:pt x="666820" y="3237"/>
                  <a:pt x="668252" y="4497"/>
                </a:cubicBezTo>
                <a:cubicBezTo>
                  <a:pt x="669687" y="5757"/>
                  <a:pt x="670404" y="7428"/>
                  <a:pt x="670404" y="9512"/>
                </a:cubicBezTo>
                <a:cubicBezTo>
                  <a:pt x="670404" y="11511"/>
                  <a:pt x="669687" y="13162"/>
                  <a:pt x="668252" y="14465"/>
                </a:cubicBezTo>
                <a:cubicBezTo>
                  <a:pt x="666820" y="15767"/>
                  <a:pt x="665061" y="16419"/>
                  <a:pt x="662976" y="16419"/>
                </a:cubicBezTo>
                <a:close/>
                <a:moveTo>
                  <a:pt x="701937" y="94339"/>
                </a:moveTo>
                <a:cubicBezTo>
                  <a:pt x="696638" y="94339"/>
                  <a:pt x="692229" y="92775"/>
                  <a:pt x="688711" y="89648"/>
                </a:cubicBezTo>
                <a:cubicBezTo>
                  <a:pt x="685193" y="86521"/>
                  <a:pt x="683435" y="82091"/>
                  <a:pt x="683435" y="76357"/>
                </a:cubicBezTo>
                <a:cubicBezTo>
                  <a:pt x="683435" y="69408"/>
                  <a:pt x="686518" y="64089"/>
                  <a:pt x="692686" y="60397"/>
                </a:cubicBezTo>
                <a:cubicBezTo>
                  <a:pt x="698853" y="56704"/>
                  <a:pt x="708713" y="54120"/>
                  <a:pt x="722265" y="52643"/>
                </a:cubicBezTo>
                <a:cubicBezTo>
                  <a:pt x="722265" y="50645"/>
                  <a:pt x="722070" y="48691"/>
                  <a:pt x="721679" y="46780"/>
                </a:cubicBezTo>
                <a:cubicBezTo>
                  <a:pt x="721287" y="44868"/>
                  <a:pt x="720614" y="43174"/>
                  <a:pt x="719658" y="41698"/>
                </a:cubicBezTo>
                <a:cubicBezTo>
                  <a:pt x="718703" y="40221"/>
                  <a:pt x="717378" y="39027"/>
                  <a:pt x="715684" y="38115"/>
                </a:cubicBezTo>
                <a:cubicBezTo>
                  <a:pt x="713990" y="37203"/>
                  <a:pt x="711840" y="36747"/>
                  <a:pt x="709234" y="36747"/>
                </a:cubicBezTo>
                <a:cubicBezTo>
                  <a:pt x="705585" y="36747"/>
                  <a:pt x="702153" y="37442"/>
                  <a:pt x="698939" y="38833"/>
                </a:cubicBezTo>
                <a:cubicBezTo>
                  <a:pt x="695726" y="40222"/>
                  <a:pt x="692859" y="41784"/>
                  <a:pt x="690340" y="43521"/>
                </a:cubicBezTo>
                <a:lnTo>
                  <a:pt x="686170" y="36095"/>
                </a:lnTo>
                <a:cubicBezTo>
                  <a:pt x="689124" y="34183"/>
                  <a:pt x="692728" y="32338"/>
                  <a:pt x="696984" y="30557"/>
                </a:cubicBezTo>
                <a:cubicBezTo>
                  <a:pt x="701242" y="28776"/>
                  <a:pt x="705934" y="27885"/>
                  <a:pt x="711059" y="27885"/>
                </a:cubicBezTo>
                <a:cubicBezTo>
                  <a:pt x="718790" y="27885"/>
                  <a:pt x="724392" y="30253"/>
                  <a:pt x="727866" y="34987"/>
                </a:cubicBezTo>
                <a:cubicBezTo>
                  <a:pt x="731341" y="39721"/>
                  <a:pt x="733079" y="46040"/>
                  <a:pt x="733079" y="53945"/>
                </a:cubicBezTo>
                <a:lnTo>
                  <a:pt x="733079" y="92776"/>
                </a:lnTo>
                <a:lnTo>
                  <a:pt x="724219" y="92776"/>
                </a:lnTo>
                <a:lnTo>
                  <a:pt x="723307" y="85218"/>
                </a:lnTo>
                <a:lnTo>
                  <a:pt x="722915" y="85218"/>
                </a:lnTo>
                <a:cubicBezTo>
                  <a:pt x="719876" y="87737"/>
                  <a:pt x="716618" y="89887"/>
                  <a:pt x="713143" y="91668"/>
                </a:cubicBezTo>
                <a:cubicBezTo>
                  <a:pt x="709669" y="93448"/>
                  <a:pt x="705934" y="94339"/>
                  <a:pt x="701937" y="94339"/>
                </a:cubicBezTo>
                <a:moveTo>
                  <a:pt x="705065" y="85739"/>
                </a:moveTo>
                <a:cubicBezTo>
                  <a:pt x="708105" y="85739"/>
                  <a:pt x="710972" y="85023"/>
                  <a:pt x="713664" y="83590"/>
                </a:cubicBezTo>
                <a:cubicBezTo>
                  <a:pt x="716357" y="82156"/>
                  <a:pt x="719224" y="80049"/>
                  <a:pt x="722265" y="77269"/>
                </a:cubicBezTo>
                <a:lnTo>
                  <a:pt x="722265" y="59679"/>
                </a:lnTo>
                <a:cubicBezTo>
                  <a:pt x="716966" y="60374"/>
                  <a:pt x="712513" y="61199"/>
                  <a:pt x="708908" y="62155"/>
                </a:cubicBezTo>
                <a:cubicBezTo>
                  <a:pt x="705303" y="63110"/>
                  <a:pt x="702392" y="64240"/>
                  <a:pt x="700178" y="65543"/>
                </a:cubicBezTo>
                <a:cubicBezTo>
                  <a:pt x="697963" y="66846"/>
                  <a:pt x="696355" y="68344"/>
                  <a:pt x="695356" y="70038"/>
                </a:cubicBezTo>
                <a:cubicBezTo>
                  <a:pt x="694358" y="71732"/>
                  <a:pt x="693859" y="73578"/>
                  <a:pt x="693859" y="75575"/>
                </a:cubicBezTo>
                <a:cubicBezTo>
                  <a:pt x="693859" y="79224"/>
                  <a:pt x="694944" y="81831"/>
                  <a:pt x="697116" y="83395"/>
                </a:cubicBezTo>
                <a:cubicBezTo>
                  <a:pt x="699288" y="84958"/>
                  <a:pt x="701938" y="85739"/>
                  <a:pt x="705065" y="85739"/>
                </a:cubicBezTo>
                <a:close/>
                <a:moveTo>
                  <a:pt x="775036" y="94339"/>
                </a:moveTo>
                <a:cubicBezTo>
                  <a:pt x="772083" y="94339"/>
                  <a:pt x="769021" y="93622"/>
                  <a:pt x="765850" y="92189"/>
                </a:cubicBezTo>
                <a:cubicBezTo>
                  <a:pt x="762680" y="90756"/>
                  <a:pt x="759705" y="88780"/>
                  <a:pt x="756925" y="86260"/>
                </a:cubicBezTo>
                <a:lnTo>
                  <a:pt x="756533" y="86260"/>
                </a:lnTo>
                <a:lnTo>
                  <a:pt x="755621" y="92776"/>
                </a:lnTo>
                <a:lnTo>
                  <a:pt x="747021" y="92776"/>
                </a:lnTo>
                <a:lnTo>
                  <a:pt x="747021" y="0"/>
                </a:lnTo>
                <a:lnTo>
                  <a:pt x="757706" y="0"/>
                </a:lnTo>
                <a:lnTo>
                  <a:pt x="757706" y="25279"/>
                </a:lnTo>
                <a:lnTo>
                  <a:pt x="757446" y="36747"/>
                </a:lnTo>
                <a:cubicBezTo>
                  <a:pt x="760313" y="34227"/>
                  <a:pt x="763440" y="32120"/>
                  <a:pt x="766826" y="30426"/>
                </a:cubicBezTo>
                <a:cubicBezTo>
                  <a:pt x="770214" y="28732"/>
                  <a:pt x="773689" y="27885"/>
                  <a:pt x="777251" y="27885"/>
                </a:cubicBezTo>
                <a:cubicBezTo>
                  <a:pt x="781333" y="27885"/>
                  <a:pt x="784938" y="28645"/>
                  <a:pt x="788065" y="30166"/>
                </a:cubicBezTo>
                <a:cubicBezTo>
                  <a:pt x="791193" y="31686"/>
                  <a:pt x="793821" y="33858"/>
                  <a:pt x="795948" y="36681"/>
                </a:cubicBezTo>
                <a:cubicBezTo>
                  <a:pt x="798077" y="39505"/>
                  <a:pt x="799684" y="42893"/>
                  <a:pt x="800770" y="46845"/>
                </a:cubicBezTo>
                <a:cubicBezTo>
                  <a:pt x="801857" y="50796"/>
                  <a:pt x="802400" y="55204"/>
                  <a:pt x="802400" y="60069"/>
                </a:cubicBezTo>
                <a:cubicBezTo>
                  <a:pt x="802400" y="65456"/>
                  <a:pt x="801662" y="70277"/>
                  <a:pt x="800185" y="74534"/>
                </a:cubicBezTo>
                <a:cubicBezTo>
                  <a:pt x="798709" y="78790"/>
                  <a:pt x="796711" y="82395"/>
                  <a:pt x="794191" y="85350"/>
                </a:cubicBezTo>
                <a:cubicBezTo>
                  <a:pt x="791671" y="88303"/>
                  <a:pt x="788761" y="90540"/>
                  <a:pt x="785460" y="92060"/>
                </a:cubicBezTo>
                <a:cubicBezTo>
                  <a:pt x="782160" y="93579"/>
                  <a:pt x="778685" y="94339"/>
                  <a:pt x="775036" y="94339"/>
                </a:cubicBezTo>
                <a:moveTo>
                  <a:pt x="773213" y="85348"/>
                </a:moveTo>
                <a:cubicBezTo>
                  <a:pt x="775819" y="85348"/>
                  <a:pt x="778229" y="84762"/>
                  <a:pt x="780444" y="83590"/>
                </a:cubicBezTo>
                <a:cubicBezTo>
                  <a:pt x="782659" y="82417"/>
                  <a:pt x="784570" y="80767"/>
                  <a:pt x="786176" y="78639"/>
                </a:cubicBezTo>
                <a:cubicBezTo>
                  <a:pt x="787784" y="76511"/>
                  <a:pt x="789044" y="73883"/>
                  <a:pt x="789956" y="70756"/>
                </a:cubicBezTo>
                <a:cubicBezTo>
                  <a:pt x="790868" y="67628"/>
                  <a:pt x="791324" y="64109"/>
                  <a:pt x="791324" y="60200"/>
                </a:cubicBezTo>
                <a:cubicBezTo>
                  <a:pt x="791324" y="56726"/>
                  <a:pt x="791019" y="53556"/>
                  <a:pt x="790411" y="50688"/>
                </a:cubicBezTo>
                <a:cubicBezTo>
                  <a:pt x="789804" y="47821"/>
                  <a:pt x="788827" y="45367"/>
                  <a:pt x="787480" y="43326"/>
                </a:cubicBezTo>
                <a:cubicBezTo>
                  <a:pt x="786134" y="41285"/>
                  <a:pt x="784396" y="39699"/>
                  <a:pt x="782267" y="38570"/>
                </a:cubicBezTo>
                <a:cubicBezTo>
                  <a:pt x="780140" y="37441"/>
                  <a:pt x="777599" y="36876"/>
                  <a:pt x="774646" y="36876"/>
                </a:cubicBezTo>
                <a:cubicBezTo>
                  <a:pt x="769521" y="36876"/>
                  <a:pt x="763874" y="39742"/>
                  <a:pt x="757706" y="45475"/>
                </a:cubicBezTo>
                <a:lnTo>
                  <a:pt x="757706" y="78703"/>
                </a:lnTo>
                <a:cubicBezTo>
                  <a:pt x="760486" y="81135"/>
                  <a:pt x="763244" y="82851"/>
                  <a:pt x="765979" y="83850"/>
                </a:cubicBezTo>
                <a:cubicBezTo>
                  <a:pt x="768717" y="84849"/>
                  <a:pt x="771128" y="85348"/>
                  <a:pt x="773213" y="85348"/>
                </a:cubicBezTo>
                <a:close/>
                <a:moveTo>
                  <a:pt x="823509" y="94339"/>
                </a:moveTo>
                <a:cubicBezTo>
                  <a:pt x="819426" y="94339"/>
                  <a:pt x="816515" y="93122"/>
                  <a:pt x="814777" y="90690"/>
                </a:cubicBezTo>
                <a:cubicBezTo>
                  <a:pt x="813041" y="88258"/>
                  <a:pt x="812172" y="84696"/>
                  <a:pt x="812172" y="80005"/>
                </a:cubicBezTo>
                <a:lnTo>
                  <a:pt x="812172" y="0"/>
                </a:lnTo>
                <a:lnTo>
                  <a:pt x="822857" y="0"/>
                </a:lnTo>
                <a:lnTo>
                  <a:pt x="822857" y="80789"/>
                </a:lnTo>
                <a:cubicBezTo>
                  <a:pt x="822857" y="82525"/>
                  <a:pt x="823161" y="83741"/>
                  <a:pt x="823768" y="84437"/>
                </a:cubicBezTo>
                <a:cubicBezTo>
                  <a:pt x="824376" y="85132"/>
                  <a:pt x="825072" y="85479"/>
                  <a:pt x="825854" y="85479"/>
                </a:cubicBezTo>
                <a:cubicBezTo>
                  <a:pt x="826201" y="85479"/>
                  <a:pt x="826526" y="85479"/>
                  <a:pt x="826830" y="85479"/>
                </a:cubicBezTo>
                <a:cubicBezTo>
                  <a:pt x="827135" y="85479"/>
                  <a:pt x="827591" y="85392"/>
                  <a:pt x="828200" y="85218"/>
                </a:cubicBezTo>
                <a:lnTo>
                  <a:pt x="829633" y="93297"/>
                </a:lnTo>
                <a:cubicBezTo>
                  <a:pt x="828937" y="93644"/>
                  <a:pt x="828112" y="93904"/>
                  <a:pt x="827156" y="94078"/>
                </a:cubicBezTo>
                <a:cubicBezTo>
                  <a:pt x="826202" y="94252"/>
                  <a:pt x="824986" y="94339"/>
                  <a:pt x="823509" y="94339"/>
                </a:cubicBezTo>
                <a:close/>
                <a:moveTo>
                  <a:pt x="867682" y="94339"/>
                </a:moveTo>
                <a:cubicBezTo>
                  <a:pt x="863425" y="94339"/>
                  <a:pt x="859450" y="93579"/>
                  <a:pt x="855759" y="92060"/>
                </a:cubicBezTo>
                <a:cubicBezTo>
                  <a:pt x="852067" y="90540"/>
                  <a:pt x="848853" y="88368"/>
                  <a:pt x="846116" y="85544"/>
                </a:cubicBezTo>
                <a:cubicBezTo>
                  <a:pt x="843380" y="82721"/>
                  <a:pt x="841230" y="79268"/>
                  <a:pt x="839666" y="75186"/>
                </a:cubicBezTo>
                <a:cubicBezTo>
                  <a:pt x="838103" y="71102"/>
                  <a:pt x="837322" y="66454"/>
                  <a:pt x="837322" y="61242"/>
                </a:cubicBezTo>
                <a:cubicBezTo>
                  <a:pt x="837322" y="56030"/>
                  <a:pt x="838125" y="51361"/>
                  <a:pt x="839731" y="47235"/>
                </a:cubicBezTo>
                <a:cubicBezTo>
                  <a:pt x="841338" y="43109"/>
                  <a:pt x="843466" y="39613"/>
                  <a:pt x="846116" y="36747"/>
                </a:cubicBezTo>
                <a:cubicBezTo>
                  <a:pt x="848765" y="33880"/>
                  <a:pt x="851784" y="31686"/>
                  <a:pt x="855172" y="30166"/>
                </a:cubicBezTo>
                <a:cubicBezTo>
                  <a:pt x="858560" y="28645"/>
                  <a:pt x="862079" y="27885"/>
                  <a:pt x="865728" y="27885"/>
                </a:cubicBezTo>
                <a:cubicBezTo>
                  <a:pt x="869723" y="27885"/>
                  <a:pt x="873306" y="28580"/>
                  <a:pt x="876476" y="29971"/>
                </a:cubicBezTo>
                <a:cubicBezTo>
                  <a:pt x="879647" y="31360"/>
                  <a:pt x="882296" y="33358"/>
                  <a:pt x="884425" y="35963"/>
                </a:cubicBezTo>
                <a:cubicBezTo>
                  <a:pt x="886554" y="38569"/>
                  <a:pt x="888182" y="41697"/>
                  <a:pt x="889310" y="45346"/>
                </a:cubicBezTo>
                <a:cubicBezTo>
                  <a:pt x="890440" y="48994"/>
                  <a:pt x="891004" y="53076"/>
                  <a:pt x="891004" y="57594"/>
                </a:cubicBezTo>
                <a:cubicBezTo>
                  <a:pt x="891004" y="58723"/>
                  <a:pt x="890982" y="59831"/>
                  <a:pt x="890939" y="60918"/>
                </a:cubicBezTo>
                <a:cubicBezTo>
                  <a:pt x="890896" y="62004"/>
                  <a:pt x="890788" y="62937"/>
                  <a:pt x="890615" y="63717"/>
                </a:cubicBezTo>
                <a:lnTo>
                  <a:pt x="847875" y="63717"/>
                </a:lnTo>
                <a:cubicBezTo>
                  <a:pt x="848310" y="70493"/>
                  <a:pt x="850416" y="75858"/>
                  <a:pt x="854194" y="79810"/>
                </a:cubicBezTo>
                <a:cubicBezTo>
                  <a:pt x="857973" y="83763"/>
                  <a:pt x="862903" y="85739"/>
                  <a:pt x="868984" y="85739"/>
                </a:cubicBezTo>
                <a:cubicBezTo>
                  <a:pt x="872025" y="85739"/>
                  <a:pt x="874827" y="85283"/>
                  <a:pt x="877389" y="84371"/>
                </a:cubicBezTo>
                <a:cubicBezTo>
                  <a:pt x="879951" y="83459"/>
                  <a:pt x="882405" y="82265"/>
                  <a:pt x="884751" y="80789"/>
                </a:cubicBezTo>
                <a:lnTo>
                  <a:pt x="888529" y="87825"/>
                </a:lnTo>
                <a:cubicBezTo>
                  <a:pt x="885749" y="89561"/>
                  <a:pt x="882666" y="91081"/>
                  <a:pt x="879278" y="92384"/>
                </a:cubicBezTo>
                <a:cubicBezTo>
                  <a:pt x="875890" y="93687"/>
                  <a:pt x="872025" y="94339"/>
                  <a:pt x="867682" y="94339"/>
                </a:cubicBezTo>
                <a:moveTo>
                  <a:pt x="847746" y="56031"/>
                </a:moveTo>
                <a:lnTo>
                  <a:pt x="881624" y="56031"/>
                </a:lnTo>
                <a:cubicBezTo>
                  <a:pt x="881624" y="49602"/>
                  <a:pt x="880255" y="44716"/>
                  <a:pt x="877518" y="41372"/>
                </a:cubicBezTo>
                <a:cubicBezTo>
                  <a:pt x="874782" y="38027"/>
                  <a:pt x="870939" y="36355"/>
                  <a:pt x="865988" y="36355"/>
                </a:cubicBezTo>
                <a:cubicBezTo>
                  <a:pt x="863730" y="36355"/>
                  <a:pt x="861579" y="36790"/>
                  <a:pt x="859536" y="37659"/>
                </a:cubicBezTo>
                <a:cubicBezTo>
                  <a:pt x="857495" y="38528"/>
                  <a:pt x="855649" y="39809"/>
                  <a:pt x="853999" y="41503"/>
                </a:cubicBezTo>
                <a:cubicBezTo>
                  <a:pt x="852349" y="43197"/>
                  <a:pt x="850981" y="45260"/>
                  <a:pt x="849895" y="47692"/>
                </a:cubicBezTo>
                <a:cubicBezTo>
                  <a:pt x="848810" y="50124"/>
                  <a:pt x="848093" y="52904"/>
                  <a:pt x="847746" y="56031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D4611C-5BD1-488D-AA02-365359AC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09" y="3439821"/>
            <a:ext cx="1521884" cy="184088"/>
          </a:xfrm>
          <a:custGeom xmlns:a="http://schemas.openxmlformats.org/drawingml/2006/main">
            <a:pathLst>
              <a:path w="1521884" h="184088">
                <a:moveTo>
                  <a:pt x="0" y="92045"/>
                </a:moveTo>
                <a:cubicBezTo>
                  <a:pt x="0" y="41210"/>
                  <a:pt x="41209" y="0"/>
                  <a:pt x="92044" y="0"/>
                </a:cubicBezTo>
                <a:lnTo>
                  <a:pt x="1429841" y="0"/>
                </a:lnTo>
                <a:cubicBezTo>
                  <a:pt x="1480676" y="0"/>
                  <a:pt x="1521884" y="41210"/>
                  <a:pt x="1521884" y="92045"/>
                </a:cubicBezTo>
                <a:cubicBezTo>
                  <a:pt x="1521884" y="142880"/>
                  <a:pt x="1480676" y="184088"/>
                  <a:pt x="1429841" y="184088"/>
                </a:cubicBezTo>
                <a:lnTo>
                  <a:pt x="92044" y="184088"/>
                </a:lnTo>
                <a:cubicBezTo>
                  <a:pt x="41209" y="184088"/>
                  <a:pt x="0" y="142880"/>
                  <a:pt x="0" y="9204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76D7F-AE5B-4A9E-B326-76EAC1FE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809" y="3439821"/>
            <a:ext cx="1521885" cy="184088"/>
          </a:xfrm>
          <a:custGeom xmlns:a="http://schemas.openxmlformats.org/drawingml/2006/main">
            <a:pathLst>
              <a:path w="1521885" h="184088" fill="none">
                <a:moveTo>
                  <a:pt x="0" y="92044"/>
                </a:moveTo>
                <a:cubicBezTo>
                  <a:pt x="0" y="41210"/>
                  <a:pt x="41209" y="0"/>
                  <a:pt x="92044" y="0"/>
                </a:cubicBezTo>
                <a:lnTo>
                  <a:pt x="1429841" y="0"/>
                </a:lnTo>
                <a:cubicBezTo>
                  <a:pt x="1480675" y="0"/>
                  <a:pt x="1521885" y="41210"/>
                  <a:pt x="1521885" y="92044"/>
                </a:cubicBezTo>
                <a:cubicBezTo>
                  <a:pt x="1521885" y="142879"/>
                  <a:pt x="1480675" y="184088"/>
                  <a:pt x="1429841" y="184088"/>
                </a:cubicBezTo>
                <a:lnTo>
                  <a:pt x="92044" y="184088"/>
                </a:lnTo>
                <a:cubicBezTo>
                  <a:pt x="41209" y="184088"/>
                  <a:pt x="0" y="142879"/>
                  <a:pt x="0" y="920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859" cap="flat">
            <a:solidFill>
              <a:srgbClr val="262626"/>
            </a:solidFill>
            <a:miter/>
          </a:ln>
        </p:spPr>
      </p:sp>
      <p:sp>
        <p:nvSpPr>
          <p:cNvPr id="210" name="Text *MutatedOperator">
            <a:extLst xmlns:a="http://schemas.openxmlformats.org/drawingml/2006/main">
              <a:ext uri="{FF2B5EF4-FFF2-40B4-BE49-F238E27FC236}">
                <a16:creationId xmlns:a16="http://schemas.microsoft.com/office/drawing/2014/main" id="{60727F7F-FB68-44D5-A889-31747C85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21" y="3474746"/>
            <a:ext cx="939478" cy="119488"/>
          </a:xfrm>
          <a:custGeom xmlns:a="http://schemas.openxmlformats.org/drawingml/2006/main">
            <a:pathLst>
              <a:path w="939478" h="119488">
                <a:moveTo>
                  <a:pt x="10424" y="38049"/>
                </a:moveTo>
                <a:lnTo>
                  <a:pt x="5213" y="34269"/>
                </a:lnTo>
                <a:lnTo>
                  <a:pt x="12639" y="22022"/>
                </a:lnTo>
                <a:lnTo>
                  <a:pt x="0" y="16811"/>
                </a:lnTo>
                <a:lnTo>
                  <a:pt x="1954" y="10816"/>
                </a:lnTo>
                <a:lnTo>
                  <a:pt x="15246" y="14073"/>
                </a:lnTo>
                <a:lnTo>
                  <a:pt x="16419" y="0"/>
                </a:lnTo>
                <a:lnTo>
                  <a:pt x="22803" y="0"/>
                </a:lnTo>
                <a:lnTo>
                  <a:pt x="23976" y="13944"/>
                </a:lnTo>
                <a:lnTo>
                  <a:pt x="37397" y="10816"/>
                </a:lnTo>
                <a:lnTo>
                  <a:pt x="39351" y="16811"/>
                </a:lnTo>
                <a:lnTo>
                  <a:pt x="26712" y="22022"/>
                </a:lnTo>
                <a:lnTo>
                  <a:pt x="34009" y="34269"/>
                </a:lnTo>
                <a:lnTo>
                  <a:pt x="28927" y="38049"/>
                </a:lnTo>
                <a:lnTo>
                  <a:pt x="19676" y="26843"/>
                </a:lnTo>
                <a:lnTo>
                  <a:pt x="10424" y="38049"/>
                </a:lnTo>
                <a:close/>
                <a:moveTo>
                  <a:pt x="53033" y="92776"/>
                </a:moveTo>
                <a:lnTo>
                  <a:pt x="53033" y="7297"/>
                </a:lnTo>
                <a:lnTo>
                  <a:pt x="66064" y="7297"/>
                </a:lnTo>
                <a:lnTo>
                  <a:pt x="82481" y="52903"/>
                </a:lnTo>
                <a:cubicBezTo>
                  <a:pt x="83524" y="55857"/>
                  <a:pt x="84544" y="58832"/>
                  <a:pt x="85542" y="61829"/>
                </a:cubicBezTo>
                <a:cubicBezTo>
                  <a:pt x="86542" y="64826"/>
                  <a:pt x="87563" y="67801"/>
                  <a:pt x="88606" y="70754"/>
                </a:cubicBezTo>
                <a:lnTo>
                  <a:pt x="89127" y="70754"/>
                </a:lnTo>
                <a:cubicBezTo>
                  <a:pt x="90169" y="67801"/>
                  <a:pt x="91146" y="64826"/>
                  <a:pt x="92058" y="61829"/>
                </a:cubicBezTo>
                <a:cubicBezTo>
                  <a:pt x="92970" y="58832"/>
                  <a:pt x="93947" y="55857"/>
                  <a:pt x="94991" y="52903"/>
                </a:cubicBezTo>
                <a:lnTo>
                  <a:pt x="111147" y="7297"/>
                </a:lnTo>
                <a:lnTo>
                  <a:pt x="124307" y="7297"/>
                </a:lnTo>
                <a:lnTo>
                  <a:pt x="124307" y="92776"/>
                </a:lnTo>
                <a:lnTo>
                  <a:pt x="114145" y="92776"/>
                </a:lnTo>
                <a:lnTo>
                  <a:pt x="114145" y="45738"/>
                </a:lnTo>
                <a:cubicBezTo>
                  <a:pt x="114145" y="41915"/>
                  <a:pt x="114319" y="37702"/>
                  <a:pt x="114666" y="33098"/>
                </a:cubicBezTo>
                <a:cubicBezTo>
                  <a:pt x="115014" y="28494"/>
                  <a:pt x="115318" y="24281"/>
                  <a:pt x="115579" y="20459"/>
                </a:cubicBezTo>
                <a:lnTo>
                  <a:pt x="115056" y="20459"/>
                </a:lnTo>
                <a:lnTo>
                  <a:pt x="108282" y="39872"/>
                </a:lnTo>
                <a:lnTo>
                  <a:pt x="92124" y="84177"/>
                </a:lnTo>
                <a:lnTo>
                  <a:pt x="84958" y="84177"/>
                </a:lnTo>
                <a:lnTo>
                  <a:pt x="68799" y="39872"/>
                </a:lnTo>
                <a:lnTo>
                  <a:pt x="62023" y="20459"/>
                </a:lnTo>
                <a:lnTo>
                  <a:pt x="61503" y="20459"/>
                </a:lnTo>
                <a:cubicBezTo>
                  <a:pt x="61764" y="24281"/>
                  <a:pt x="62046" y="28494"/>
                  <a:pt x="62350" y="33098"/>
                </a:cubicBezTo>
                <a:cubicBezTo>
                  <a:pt x="62653" y="37702"/>
                  <a:pt x="62805" y="41915"/>
                  <a:pt x="62805" y="45738"/>
                </a:cubicBezTo>
                <a:lnTo>
                  <a:pt x="62805" y="92776"/>
                </a:lnTo>
                <a:lnTo>
                  <a:pt x="53033" y="92776"/>
                </a:lnTo>
                <a:close/>
                <a:moveTo>
                  <a:pt x="157405" y="94339"/>
                </a:moveTo>
                <a:cubicBezTo>
                  <a:pt x="150629" y="94339"/>
                  <a:pt x="145699" y="92254"/>
                  <a:pt x="142614" y="88085"/>
                </a:cubicBezTo>
                <a:cubicBezTo>
                  <a:pt x="139531" y="83915"/>
                  <a:pt x="137990" y="77748"/>
                  <a:pt x="137990" y="69583"/>
                </a:cubicBezTo>
                <a:lnTo>
                  <a:pt x="137990" y="29450"/>
                </a:lnTo>
                <a:lnTo>
                  <a:pt x="148806" y="29450"/>
                </a:lnTo>
                <a:lnTo>
                  <a:pt x="148806" y="68149"/>
                </a:lnTo>
                <a:cubicBezTo>
                  <a:pt x="148806" y="74143"/>
                  <a:pt x="149740" y="78465"/>
                  <a:pt x="151607" y="81115"/>
                </a:cubicBezTo>
                <a:cubicBezTo>
                  <a:pt x="153475" y="83763"/>
                  <a:pt x="156493" y="85087"/>
                  <a:pt x="160662" y="85087"/>
                </a:cubicBezTo>
                <a:cubicBezTo>
                  <a:pt x="163964" y="85087"/>
                  <a:pt x="166874" y="84240"/>
                  <a:pt x="169392" y="82546"/>
                </a:cubicBezTo>
                <a:cubicBezTo>
                  <a:pt x="171912" y="80852"/>
                  <a:pt x="174692" y="78138"/>
                  <a:pt x="177733" y="74402"/>
                </a:cubicBezTo>
                <a:lnTo>
                  <a:pt x="177733" y="29450"/>
                </a:lnTo>
                <a:lnTo>
                  <a:pt x="188418" y="29450"/>
                </a:lnTo>
                <a:lnTo>
                  <a:pt x="188418" y="92776"/>
                </a:lnTo>
                <a:lnTo>
                  <a:pt x="179556" y="92776"/>
                </a:lnTo>
                <a:lnTo>
                  <a:pt x="178643" y="82872"/>
                </a:lnTo>
                <a:lnTo>
                  <a:pt x="178254" y="82872"/>
                </a:lnTo>
                <a:cubicBezTo>
                  <a:pt x="175301" y="86348"/>
                  <a:pt x="172195" y="89128"/>
                  <a:pt x="168937" y="91213"/>
                </a:cubicBezTo>
                <a:cubicBezTo>
                  <a:pt x="165679" y="93297"/>
                  <a:pt x="161835" y="94339"/>
                  <a:pt x="157405" y="94339"/>
                </a:cubicBezTo>
                <a:close/>
                <a:moveTo>
                  <a:pt x="223989" y="94339"/>
                </a:moveTo>
                <a:cubicBezTo>
                  <a:pt x="220601" y="94339"/>
                  <a:pt x="217756" y="93818"/>
                  <a:pt x="215454" y="92776"/>
                </a:cubicBezTo>
                <a:cubicBezTo>
                  <a:pt x="213153" y="91734"/>
                  <a:pt x="211285" y="90301"/>
                  <a:pt x="209851" y="88477"/>
                </a:cubicBezTo>
                <a:cubicBezTo>
                  <a:pt x="208418" y="86652"/>
                  <a:pt x="207397" y="84436"/>
                  <a:pt x="206789" y="81830"/>
                </a:cubicBezTo>
                <a:cubicBezTo>
                  <a:pt x="206181" y="79224"/>
                  <a:pt x="205876" y="76358"/>
                  <a:pt x="205876" y="73231"/>
                </a:cubicBezTo>
                <a:lnTo>
                  <a:pt x="205876" y="38178"/>
                </a:lnTo>
                <a:lnTo>
                  <a:pt x="196496" y="38178"/>
                </a:lnTo>
                <a:lnTo>
                  <a:pt x="196496" y="30100"/>
                </a:lnTo>
                <a:lnTo>
                  <a:pt x="206399" y="29450"/>
                </a:lnTo>
                <a:lnTo>
                  <a:pt x="207702" y="11729"/>
                </a:lnTo>
                <a:lnTo>
                  <a:pt x="216693" y="11729"/>
                </a:lnTo>
                <a:lnTo>
                  <a:pt x="216693" y="29450"/>
                </a:lnTo>
                <a:lnTo>
                  <a:pt x="233762" y="29450"/>
                </a:lnTo>
                <a:lnTo>
                  <a:pt x="233762" y="38178"/>
                </a:lnTo>
                <a:lnTo>
                  <a:pt x="216693" y="38178"/>
                </a:lnTo>
                <a:lnTo>
                  <a:pt x="216693" y="73360"/>
                </a:lnTo>
                <a:cubicBezTo>
                  <a:pt x="216693" y="77269"/>
                  <a:pt x="217409" y="80288"/>
                  <a:pt x="218842" y="82417"/>
                </a:cubicBezTo>
                <a:cubicBezTo>
                  <a:pt x="220276" y="84546"/>
                  <a:pt x="222817" y="85610"/>
                  <a:pt x="226465" y="85610"/>
                </a:cubicBezTo>
                <a:cubicBezTo>
                  <a:pt x="227594" y="85610"/>
                  <a:pt x="228810" y="85436"/>
                  <a:pt x="230113" y="85089"/>
                </a:cubicBezTo>
                <a:cubicBezTo>
                  <a:pt x="231416" y="84741"/>
                  <a:pt x="232589" y="84350"/>
                  <a:pt x="233632" y="83916"/>
                </a:cubicBezTo>
                <a:lnTo>
                  <a:pt x="235716" y="91994"/>
                </a:lnTo>
                <a:cubicBezTo>
                  <a:pt x="233978" y="92603"/>
                  <a:pt x="232089" y="93146"/>
                  <a:pt x="230048" y="93623"/>
                </a:cubicBezTo>
                <a:cubicBezTo>
                  <a:pt x="228006" y="94100"/>
                  <a:pt x="225987" y="94339"/>
                  <a:pt x="223989" y="94339"/>
                </a:cubicBezTo>
                <a:close/>
                <a:moveTo>
                  <a:pt x="259432" y="94339"/>
                </a:moveTo>
                <a:cubicBezTo>
                  <a:pt x="254132" y="94339"/>
                  <a:pt x="249724" y="92775"/>
                  <a:pt x="246206" y="89648"/>
                </a:cubicBezTo>
                <a:cubicBezTo>
                  <a:pt x="242688" y="86521"/>
                  <a:pt x="240929" y="82091"/>
                  <a:pt x="240929" y="76357"/>
                </a:cubicBezTo>
                <a:cubicBezTo>
                  <a:pt x="240929" y="69408"/>
                  <a:pt x="244013" y="64089"/>
                  <a:pt x="250180" y="60397"/>
                </a:cubicBezTo>
                <a:cubicBezTo>
                  <a:pt x="256348" y="56704"/>
                  <a:pt x="266208" y="54120"/>
                  <a:pt x="279759" y="52643"/>
                </a:cubicBezTo>
                <a:cubicBezTo>
                  <a:pt x="279759" y="50645"/>
                  <a:pt x="279564" y="48691"/>
                  <a:pt x="279173" y="46780"/>
                </a:cubicBezTo>
                <a:cubicBezTo>
                  <a:pt x="278782" y="44868"/>
                  <a:pt x="278109" y="43174"/>
                  <a:pt x="277153" y="41698"/>
                </a:cubicBezTo>
                <a:cubicBezTo>
                  <a:pt x="276197" y="40221"/>
                  <a:pt x="274872" y="39027"/>
                  <a:pt x="273178" y="38115"/>
                </a:cubicBezTo>
                <a:cubicBezTo>
                  <a:pt x="271484" y="37203"/>
                  <a:pt x="269334" y="36747"/>
                  <a:pt x="266728" y="36747"/>
                </a:cubicBezTo>
                <a:cubicBezTo>
                  <a:pt x="263079" y="36747"/>
                  <a:pt x="259648" y="37442"/>
                  <a:pt x="256433" y="38833"/>
                </a:cubicBezTo>
                <a:cubicBezTo>
                  <a:pt x="253220" y="40222"/>
                  <a:pt x="250354" y="41784"/>
                  <a:pt x="247834" y="43521"/>
                </a:cubicBezTo>
                <a:lnTo>
                  <a:pt x="243665" y="36095"/>
                </a:lnTo>
                <a:cubicBezTo>
                  <a:pt x="246618" y="34183"/>
                  <a:pt x="250223" y="32338"/>
                  <a:pt x="254479" y="30557"/>
                </a:cubicBezTo>
                <a:cubicBezTo>
                  <a:pt x="258736" y="28776"/>
                  <a:pt x="263428" y="27885"/>
                  <a:pt x="268554" y="27885"/>
                </a:cubicBezTo>
                <a:cubicBezTo>
                  <a:pt x="276284" y="27885"/>
                  <a:pt x="281886" y="30253"/>
                  <a:pt x="285360" y="34987"/>
                </a:cubicBezTo>
                <a:cubicBezTo>
                  <a:pt x="288836" y="39721"/>
                  <a:pt x="290574" y="46040"/>
                  <a:pt x="290574" y="53945"/>
                </a:cubicBezTo>
                <a:lnTo>
                  <a:pt x="290574" y="92776"/>
                </a:lnTo>
                <a:lnTo>
                  <a:pt x="281714" y="92776"/>
                </a:lnTo>
                <a:lnTo>
                  <a:pt x="280801" y="85218"/>
                </a:lnTo>
                <a:lnTo>
                  <a:pt x="280410" y="85218"/>
                </a:lnTo>
                <a:cubicBezTo>
                  <a:pt x="277370" y="87737"/>
                  <a:pt x="274113" y="89887"/>
                  <a:pt x="270637" y="91668"/>
                </a:cubicBezTo>
                <a:cubicBezTo>
                  <a:pt x="267163" y="93448"/>
                  <a:pt x="263428" y="94339"/>
                  <a:pt x="259432" y="94339"/>
                </a:cubicBezTo>
                <a:moveTo>
                  <a:pt x="262559" y="85739"/>
                </a:moveTo>
                <a:cubicBezTo>
                  <a:pt x="265600" y="85739"/>
                  <a:pt x="268466" y="85023"/>
                  <a:pt x="271158" y="83590"/>
                </a:cubicBezTo>
                <a:cubicBezTo>
                  <a:pt x="273852" y="82156"/>
                  <a:pt x="276719" y="80049"/>
                  <a:pt x="279759" y="77269"/>
                </a:cubicBezTo>
                <a:lnTo>
                  <a:pt x="279759" y="59679"/>
                </a:lnTo>
                <a:cubicBezTo>
                  <a:pt x="274460" y="60374"/>
                  <a:pt x="270008" y="61199"/>
                  <a:pt x="266402" y="62155"/>
                </a:cubicBezTo>
                <a:cubicBezTo>
                  <a:pt x="262797" y="63110"/>
                  <a:pt x="259887" y="64240"/>
                  <a:pt x="257672" y="65543"/>
                </a:cubicBezTo>
                <a:cubicBezTo>
                  <a:pt x="255457" y="66846"/>
                  <a:pt x="253850" y="68344"/>
                  <a:pt x="252850" y="70038"/>
                </a:cubicBezTo>
                <a:cubicBezTo>
                  <a:pt x="251852" y="71732"/>
                  <a:pt x="251353" y="73578"/>
                  <a:pt x="251353" y="75575"/>
                </a:cubicBezTo>
                <a:cubicBezTo>
                  <a:pt x="251353" y="79224"/>
                  <a:pt x="252439" y="81831"/>
                  <a:pt x="254610" y="83395"/>
                </a:cubicBezTo>
                <a:cubicBezTo>
                  <a:pt x="256783" y="84958"/>
                  <a:pt x="259432" y="85739"/>
                  <a:pt x="262559" y="85739"/>
                </a:cubicBezTo>
                <a:close/>
                <a:moveTo>
                  <a:pt x="324452" y="94339"/>
                </a:moveTo>
                <a:cubicBezTo>
                  <a:pt x="321064" y="94339"/>
                  <a:pt x="318219" y="93818"/>
                  <a:pt x="315917" y="92776"/>
                </a:cubicBezTo>
                <a:cubicBezTo>
                  <a:pt x="313616" y="91734"/>
                  <a:pt x="311748" y="90301"/>
                  <a:pt x="310314" y="88477"/>
                </a:cubicBezTo>
                <a:cubicBezTo>
                  <a:pt x="308881" y="86652"/>
                  <a:pt x="307860" y="84436"/>
                  <a:pt x="307252" y="81830"/>
                </a:cubicBezTo>
                <a:cubicBezTo>
                  <a:pt x="306643" y="79224"/>
                  <a:pt x="306339" y="76358"/>
                  <a:pt x="306339" y="73231"/>
                </a:cubicBezTo>
                <a:lnTo>
                  <a:pt x="306339" y="38178"/>
                </a:lnTo>
                <a:lnTo>
                  <a:pt x="296959" y="38178"/>
                </a:lnTo>
                <a:lnTo>
                  <a:pt x="296959" y="30100"/>
                </a:lnTo>
                <a:lnTo>
                  <a:pt x="306862" y="29450"/>
                </a:lnTo>
                <a:lnTo>
                  <a:pt x="308164" y="11729"/>
                </a:lnTo>
                <a:lnTo>
                  <a:pt x="317155" y="11729"/>
                </a:lnTo>
                <a:lnTo>
                  <a:pt x="317155" y="29450"/>
                </a:lnTo>
                <a:lnTo>
                  <a:pt x="334224" y="29450"/>
                </a:lnTo>
                <a:lnTo>
                  <a:pt x="334224" y="38178"/>
                </a:lnTo>
                <a:lnTo>
                  <a:pt x="317155" y="38178"/>
                </a:lnTo>
                <a:lnTo>
                  <a:pt x="317155" y="73360"/>
                </a:lnTo>
                <a:cubicBezTo>
                  <a:pt x="317155" y="77269"/>
                  <a:pt x="317872" y="80288"/>
                  <a:pt x="319305" y="82417"/>
                </a:cubicBezTo>
                <a:cubicBezTo>
                  <a:pt x="320739" y="84546"/>
                  <a:pt x="323280" y="85610"/>
                  <a:pt x="326928" y="85610"/>
                </a:cubicBezTo>
                <a:cubicBezTo>
                  <a:pt x="328057" y="85610"/>
                  <a:pt x="329273" y="85436"/>
                  <a:pt x="330576" y="85089"/>
                </a:cubicBezTo>
                <a:cubicBezTo>
                  <a:pt x="331879" y="84741"/>
                  <a:pt x="333052" y="84350"/>
                  <a:pt x="334095" y="83916"/>
                </a:cubicBezTo>
                <a:lnTo>
                  <a:pt x="336179" y="91994"/>
                </a:lnTo>
                <a:cubicBezTo>
                  <a:pt x="334441" y="92603"/>
                  <a:pt x="332552" y="93146"/>
                  <a:pt x="330510" y="93623"/>
                </a:cubicBezTo>
                <a:cubicBezTo>
                  <a:pt x="328469" y="94100"/>
                  <a:pt x="326450" y="94339"/>
                  <a:pt x="324452" y="94339"/>
                </a:cubicBezTo>
                <a:close/>
                <a:moveTo>
                  <a:pt x="370971" y="94339"/>
                </a:moveTo>
                <a:cubicBezTo>
                  <a:pt x="366713" y="94339"/>
                  <a:pt x="362739" y="93579"/>
                  <a:pt x="359047" y="92060"/>
                </a:cubicBezTo>
                <a:cubicBezTo>
                  <a:pt x="355356" y="90540"/>
                  <a:pt x="352141" y="88368"/>
                  <a:pt x="349404" y="85544"/>
                </a:cubicBezTo>
                <a:cubicBezTo>
                  <a:pt x="346668" y="82721"/>
                  <a:pt x="344519" y="79268"/>
                  <a:pt x="342954" y="75186"/>
                </a:cubicBezTo>
                <a:cubicBezTo>
                  <a:pt x="341392" y="71102"/>
                  <a:pt x="340610" y="66454"/>
                  <a:pt x="340610" y="61242"/>
                </a:cubicBezTo>
                <a:cubicBezTo>
                  <a:pt x="340610" y="56030"/>
                  <a:pt x="341414" y="51361"/>
                  <a:pt x="343020" y="47235"/>
                </a:cubicBezTo>
                <a:cubicBezTo>
                  <a:pt x="344627" y="43109"/>
                  <a:pt x="346755" y="39613"/>
                  <a:pt x="349404" y="36747"/>
                </a:cubicBezTo>
                <a:cubicBezTo>
                  <a:pt x="352054" y="33880"/>
                  <a:pt x="355073" y="31686"/>
                  <a:pt x="358461" y="30166"/>
                </a:cubicBezTo>
                <a:cubicBezTo>
                  <a:pt x="361849" y="28645"/>
                  <a:pt x="365367" y="27885"/>
                  <a:pt x="369016" y="27885"/>
                </a:cubicBezTo>
                <a:cubicBezTo>
                  <a:pt x="373011" y="27885"/>
                  <a:pt x="376594" y="28580"/>
                  <a:pt x="379765" y="29971"/>
                </a:cubicBezTo>
                <a:cubicBezTo>
                  <a:pt x="382936" y="31360"/>
                  <a:pt x="385585" y="33358"/>
                  <a:pt x="387714" y="35963"/>
                </a:cubicBezTo>
                <a:cubicBezTo>
                  <a:pt x="389843" y="38569"/>
                  <a:pt x="391471" y="41697"/>
                  <a:pt x="392599" y="45346"/>
                </a:cubicBezTo>
                <a:cubicBezTo>
                  <a:pt x="393728" y="48994"/>
                  <a:pt x="394293" y="53076"/>
                  <a:pt x="394293" y="57594"/>
                </a:cubicBezTo>
                <a:cubicBezTo>
                  <a:pt x="394293" y="58723"/>
                  <a:pt x="394271" y="59831"/>
                  <a:pt x="394227" y="60918"/>
                </a:cubicBezTo>
                <a:cubicBezTo>
                  <a:pt x="394185" y="62004"/>
                  <a:pt x="394077" y="62937"/>
                  <a:pt x="393903" y="63717"/>
                </a:cubicBezTo>
                <a:lnTo>
                  <a:pt x="351164" y="63717"/>
                </a:lnTo>
                <a:cubicBezTo>
                  <a:pt x="351599" y="70493"/>
                  <a:pt x="353705" y="75858"/>
                  <a:pt x="357483" y="79810"/>
                </a:cubicBezTo>
                <a:cubicBezTo>
                  <a:pt x="361262" y="83763"/>
                  <a:pt x="366192" y="85739"/>
                  <a:pt x="372273" y="85739"/>
                </a:cubicBezTo>
                <a:cubicBezTo>
                  <a:pt x="375314" y="85739"/>
                  <a:pt x="378115" y="85283"/>
                  <a:pt x="380678" y="84371"/>
                </a:cubicBezTo>
                <a:cubicBezTo>
                  <a:pt x="383240" y="83459"/>
                  <a:pt x="385694" y="82265"/>
                  <a:pt x="388040" y="80789"/>
                </a:cubicBezTo>
                <a:lnTo>
                  <a:pt x="391818" y="87825"/>
                </a:lnTo>
                <a:cubicBezTo>
                  <a:pt x="389038" y="89561"/>
                  <a:pt x="385954" y="91081"/>
                  <a:pt x="382566" y="92384"/>
                </a:cubicBezTo>
                <a:cubicBezTo>
                  <a:pt x="379178" y="93687"/>
                  <a:pt x="375313" y="94339"/>
                  <a:pt x="370971" y="94339"/>
                </a:cubicBezTo>
                <a:moveTo>
                  <a:pt x="351035" y="56031"/>
                </a:moveTo>
                <a:lnTo>
                  <a:pt x="384912" y="56031"/>
                </a:lnTo>
                <a:cubicBezTo>
                  <a:pt x="384912" y="49602"/>
                  <a:pt x="383544" y="44716"/>
                  <a:pt x="380807" y="41372"/>
                </a:cubicBezTo>
                <a:cubicBezTo>
                  <a:pt x="378071" y="38027"/>
                  <a:pt x="374228" y="36355"/>
                  <a:pt x="369277" y="36355"/>
                </a:cubicBezTo>
                <a:cubicBezTo>
                  <a:pt x="367018" y="36355"/>
                  <a:pt x="364868" y="36790"/>
                  <a:pt x="362825" y="37659"/>
                </a:cubicBezTo>
                <a:cubicBezTo>
                  <a:pt x="360784" y="38528"/>
                  <a:pt x="358938" y="39809"/>
                  <a:pt x="357288" y="41503"/>
                </a:cubicBezTo>
                <a:cubicBezTo>
                  <a:pt x="355637" y="43197"/>
                  <a:pt x="354270" y="45260"/>
                  <a:pt x="353184" y="47692"/>
                </a:cubicBezTo>
                <a:cubicBezTo>
                  <a:pt x="352098" y="50124"/>
                  <a:pt x="351382" y="52904"/>
                  <a:pt x="351035" y="56031"/>
                </a:cubicBezTo>
                <a:close/>
                <a:moveTo>
                  <a:pt x="426609" y="94339"/>
                </a:moveTo>
                <a:cubicBezTo>
                  <a:pt x="418618" y="94339"/>
                  <a:pt x="412254" y="91472"/>
                  <a:pt x="407520" y="85739"/>
                </a:cubicBezTo>
                <a:cubicBezTo>
                  <a:pt x="402785" y="80007"/>
                  <a:pt x="400418" y="71841"/>
                  <a:pt x="400418" y="61242"/>
                </a:cubicBezTo>
                <a:cubicBezTo>
                  <a:pt x="400418" y="56118"/>
                  <a:pt x="401178" y="51492"/>
                  <a:pt x="402698" y="47366"/>
                </a:cubicBezTo>
                <a:cubicBezTo>
                  <a:pt x="404219" y="43240"/>
                  <a:pt x="406238" y="39743"/>
                  <a:pt x="408756" y="36876"/>
                </a:cubicBezTo>
                <a:cubicBezTo>
                  <a:pt x="411276" y="34009"/>
                  <a:pt x="414186" y="31794"/>
                  <a:pt x="417487" y="30231"/>
                </a:cubicBezTo>
                <a:cubicBezTo>
                  <a:pt x="420789" y="28667"/>
                  <a:pt x="424263" y="27885"/>
                  <a:pt x="427911" y="27885"/>
                </a:cubicBezTo>
                <a:cubicBezTo>
                  <a:pt x="431560" y="27885"/>
                  <a:pt x="434731" y="28537"/>
                  <a:pt x="437423" y="29840"/>
                </a:cubicBezTo>
                <a:cubicBezTo>
                  <a:pt x="440116" y="31143"/>
                  <a:pt x="442853" y="32923"/>
                  <a:pt x="445633" y="35182"/>
                </a:cubicBezTo>
                <a:lnTo>
                  <a:pt x="445112" y="24368"/>
                </a:lnTo>
                <a:lnTo>
                  <a:pt x="445112" y="0"/>
                </a:lnTo>
                <a:lnTo>
                  <a:pt x="455928" y="0"/>
                </a:lnTo>
                <a:lnTo>
                  <a:pt x="455928" y="92776"/>
                </a:lnTo>
                <a:lnTo>
                  <a:pt x="447066" y="92776"/>
                </a:lnTo>
                <a:lnTo>
                  <a:pt x="446153" y="85348"/>
                </a:lnTo>
                <a:lnTo>
                  <a:pt x="445764" y="85348"/>
                </a:lnTo>
                <a:cubicBezTo>
                  <a:pt x="443244" y="87780"/>
                  <a:pt x="440355" y="89887"/>
                  <a:pt x="437097" y="91668"/>
                </a:cubicBezTo>
                <a:cubicBezTo>
                  <a:pt x="433840" y="93448"/>
                  <a:pt x="430344" y="94339"/>
                  <a:pt x="426609" y="94339"/>
                </a:cubicBezTo>
                <a:moveTo>
                  <a:pt x="428955" y="85348"/>
                </a:moveTo>
                <a:cubicBezTo>
                  <a:pt x="431908" y="85348"/>
                  <a:pt x="434688" y="84631"/>
                  <a:pt x="437294" y="83198"/>
                </a:cubicBezTo>
                <a:cubicBezTo>
                  <a:pt x="439900" y="81765"/>
                  <a:pt x="442506" y="79572"/>
                  <a:pt x="445112" y="76619"/>
                </a:cubicBezTo>
                <a:lnTo>
                  <a:pt x="445112" y="43521"/>
                </a:lnTo>
                <a:cubicBezTo>
                  <a:pt x="442418" y="41089"/>
                  <a:pt x="439833" y="39373"/>
                  <a:pt x="437357" y="38375"/>
                </a:cubicBezTo>
                <a:cubicBezTo>
                  <a:pt x="434883" y="37376"/>
                  <a:pt x="432342" y="36876"/>
                  <a:pt x="429736" y="36876"/>
                </a:cubicBezTo>
                <a:cubicBezTo>
                  <a:pt x="427217" y="36876"/>
                  <a:pt x="424849" y="37463"/>
                  <a:pt x="422634" y="38636"/>
                </a:cubicBezTo>
                <a:cubicBezTo>
                  <a:pt x="420420" y="39809"/>
                  <a:pt x="418487" y="41460"/>
                  <a:pt x="416837" y="43588"/>
                </a:cubicBezTo>
                <a:cubicBezTo>
                  <a:pt x="415186" y="45716"/>
                  <a:pt x="413883" y="48256"/>
                  <a:pt x="412928" y="51209"/>
                </a:cubicBezTo>
                <a:cubicBezTo>
                  <a:pt x="411972" y="54163"/>
                  <a:pt x="411494" y="57464"/>
                  <a:pt x="411494" y="61113"/>
                </a:cubicBezTo>
                <a:cubicBezTo>
                  <a:pt x="411494" y="68757"/>
                  <a:pt x="413014" y="74707"/>
                  <a:pt x="416053" y="78963"/>
                </a:cubicBezTo>
                <a:cubicBezTo>
                  <a:pt x="419094" y="83220"/>
                  <a:pt x="423395" y="85348"/>
                  <a:pt x="428955" y="85348"/>
                </a:cubicBezTo>
                <a:close/>
                <a:moveTo>
                  <a:pt x="527202" y="94339"/>
                </a:moveTo>
                <a:cubicBezTo>
                  <a:pt x="521817" y="94339"/>
                  <a:pt x="516887" y="93297"/>
                  <a:pt x="512414" y="91213"/>
                </a:cubicBezTo>
                <a:cubicBezTo>
                  <a:pt x="507940" y="89128"/>
                  <a:pt x="504096" y="86153"/>
                  <a:pt x="500882" y="82288"/>
                </a:cubicBezTo>
                <a:cubicBezTo>
                  <a:pt x="497667" y="78421"/>
                  <a:pt x="495170" y="73730"/>
                  <a:pt x="493388" y="68215"/>
                </a:cubicBezTo>
                <a:cubicBezTo>
                  <a:pt x="491608" y="62698"/>
                  <a:pt x="490718" y="56509"/>
                  <a:pt x="490718" y="49647"/>
                </a:cubicBezTo>
                <a:cubicBezTo>
                  <a:pt x="490718" y="42783"/>
                  <a:pt x="491608" y="36637"/>
                  <a:pt x="493388" y="31208"/>
                </a:cubicBezTo>
                <a:cubicBezTo>
                  <a:pt x="495170" y="25778"/>
                  <a:pt x="497667" y="21175"/>
                  <a:pt x="500882" y="17397"/>
                </a:cubicBezTo>
                <a:cubicBezTo>
                  <a:pt x="504096" y="13618"/>
                  <a:pt x="507940" y="10730"/>
                  <a:pt x="512414" y="8732"/>
                </a:cubicBezTo>
                <a:cubicBezTo>
                  <a:pt x="516887" y="6734"/>
                  <a:pt x="521817" y="5734"/>
                  <a:pt x="527202" y="5734"/>
                </a:cubicBezTo>
                <a:cubicBezTo>
                  <a:pt x="532588" y="5734"/>
                  <a:pt x="537517" y="6755"/>
                  <a:pt x="541991" y="8796"/>
                </a:cubicBezTo>
                <a:cubicBezTo>
                  <a:pt x="546464" y="10837"/>
                  <a:pt x="550330" y="13747"/>
                  <a:pt x="553588" y="17526"/>
                </a:cubicBezTo>
                <a:cubicBezTo>
                  <a:pt x="556846" y="21305"/>
                  <a:pt x="559365" y="25910"/>
                  <a:pt x="561146" y="31339"/>
                </a:cubicBezTo>
                <a:cubicBezTo>
                  <a:pt x="562927" y="36768"/>
                  <a:pt x="563818" y="42871"/>
                  <a:pt x="563818" y="49647"/>
                </a:cubicBezTo>
                <a:cubicBezTo>
                  <a:pt x="563818" y="56509"/>
                  <a:pt x="562927" y="62698"/>
                  <a:pt x="561146" y="68215"/>
                </a:cubicBezTo>
                <a:cubicBezTo>
                  <a:pt x="559365" y="73730"/>
                  <a:pt x="556846" y="78421"/>
                  <a:pt x="553588" y="82288"/>
                </a:cubicBezTo>
                <a:cubicBezTo>
                  <a:pt x="550330" y="86153"/>
                  <a:pt x="546464" y="89128"/>
                  <a:pt x="541991" y="91213"/>
                </a:cubicBezTo>
                <a:cubicBezTo>
                  <a:pt x="537517" y="93297"/>
                  <a:pt x="532588" y="94339"/>
                  <a:pt x="527202" y="94339"/>
                </a:cubicBezTo>
                <a:moveTo>
                  <a:pt x="527202" y="84827"/>
                </a:moveTo>
                <a:cubicBezTo>
                  <a:pt x="531025" y="84827"/>
                  <a:pt x="534478" y="84002"/>
                  <a:pt x="537561" y="82351"/>
                </a:cubicBezTo>
                <a:cubicBezTo>
                  <a:pt x="540645" y="80701"/>
                  <a:pt x="543295" y="78334"/>
                  <a:pt x="545510" y="75251"/>
                </a:cubicBezTo>
                <a:cubicBezTo>
                  <a:pt x="547725" y="72167"/>
                  <a:pt x="549440" y="68475"/>
                  <a:pt x="550656" y="64175"/>
                </a:cubicBezTo>
                <a:cubicBezTo>
                  <a:pt x="551872" y="59875"/>
                  <a:pt x="552481" y="55032"/>
                  <a:pt x="552481" y="49647"/>
                </a:cubicBezTo>
                <a:cubicBezTo>
                  <a:pt x="552481" y="44347"/>
                  <a:pt x="551872" y="39569"/>
                  <a:pt x="550656" y="35313"/>
                </a:cubicBezTo>
                <a:cubicBezTo>
                  <a:pt x="549440" y="31056"/>
                  <a:pt x="547725" y="27450"/>
                  <a:pt x="545510" y="24497"/>
                </a:cubicBezTo>
                <a:cubicBezTo>
                  <a:pt x="543295" y="21544"/>
                  <a:pt x="540645" y="19264"/>
                  <a:pt x="537561" y="17658"/>
                </a:cubicBezTo>
                <a:cubicBezTo>
                  <a:pt x="534478" y="16050"/>
                  <a:pt x="531025" y="15246"/>
                  <a:pt x="527202" y="15246"/>
                </a:cubicBezTo>
                <a:cubicBezTo>
                  <a:pt x="523379" y="15246"/>
                  <a:pt x="519926" y="16050"/>
                  <a:pt x="516841" y="17658"/>
                </a:cubicBezTo>
                <a:cubicBezTo>
                  <a:pt x="513758" y="19264"/>
                  <a:pt x="511109" y="21544"/>
                  <a:pt x="508894" y="24497"/>
                </a:cubicBezTo>
                <a:cubicBezTo>
                  <a:pt x="506679" y="27450"/>
                  <a:pt x="504964" y="31056"/>
                  <a:pt x="503747" y="35313"/>
                </a:cubicBezTo>
                <a:cubicBezTo>
                  <a:pt x="502531" y="39569"/>
                  <a:pt x="501924" y="44347"/>
                  <a:pt x="501924" y="49647"/>
                </a:cubicBezTo>
                <a:cubicBezTo>
                  <a:pt x="501924" y="55032"/>
                  <a:pt x="502531" y="59875"/>
                  <a:pt x="503747" y="64175"/>
                </a:cubicBezTo>
                <a:cubicBezTo>
                  <a:pt x="504964" y="68475"/>
                  <a:pt x="506679" y="72167"/>
                  <a:pt x="508894" y="75251"/>
                </a:cubicBezTo>
                <a:cubicBezTo>
                  <a:pt x="511109" y="78334"/>
                  <a:pt x="513758" y="80701"/>
                  <a:pt x="516841" y="82351"/>
                </a:cubicBezTo>
                <a:cubicBezTo>
                  <a:pt x="519926" y="84002"/>
                  <a:pt x="523379" y="84827"/>
                  <a:pt x="527202" y="84827"/>
                </a:cubicBezTo>
                <a:close/>
                <a:moveTo>
                  <a:pt x="573329" y="119488"/>
                </a:moveTo>
                <a:lnTo>
                  <a:pt x="573329" y="29450"/>
                </a:lnTo>
                <a:lnTo>
                  <a:pt x="582189" y="29450"/>
                </a:lnTo>
                <a:lnTo>
                  <a:pt x="583101" y="36747"/>
                </a:lnTo>
                <a:lnTo>
                  <a:pt x="583493" y="36747"/>
                </a:lnTo>
                <a:cubicBezTo>
                  <a:pt x="586359" y="34315"/>
                  <a:pt x="589507" y="32230"/>
                  <a:pt x="592939" y="30492"/>
                </a:cubicBezTo>
                <a:cubicBezTo>
                  <a:pt x="596371" y="28754"/>
                  <a:pt x="599954" y="27885"/>
                  <a:pt x="603690" y="27885"/>
                </a:cubicBezTo>
                <a:cubicBezTo>
                  <a:pt x="607772" y="27885"/>
                  <a:pt x="611377" y="28645"/>
                  <a:pt x="614504" y="30166"/>
                </a:cubicBezTo>
                <a:cubicBezTo>
                  <a:pt x="617632" y="31686"/>
                  <a:pt x="620238" y="33858"/>
                  <a:pt x="622322" y="36681"/>
                </a:cubicBezTo>
                <a:cubicBezTo>
                  <a:pt x="624407" y="39505"/>
                  <a:pt x="625992" y="42893"/>
                  <a:pt x="627077" y="46845"/>
                </a:cubicBezTo>
                <a:cubicBezTo>
                  <a:pt x="628164" y="50796"/>
                  <a:pt x="628708" y="55248"/>
                  <a:pt x="628708" y="60200"/>
                </a:cubicBezTo>
                <a:cubicBezTo>
                  <a:pt x="628708" y="65586"/>
                  <a:pt x="627970" y="70385"/>
                  <a:pt x="626493" y="74599"/>
                </a:cubicBezTo>
                <a:cubicBezTo>
                  <a:pt x="625016" y="78812"/>
                  <a:pt x="623018" y="82395"/>
                  <a:pt x="620498" y="85350"/>
                </a:cubicBezTo>
                <a:cubicBezTo>
                  <a:pt x="617979" y="88303"/>
                  <a:pt x="615068" y="90540"/>
                  <a:pt x="611768" y="92060"/>
                </a:cubicBezTo>
                <a:cubicBezTo>
                  <a:pt x="608467" y="93579"/>
                  <a:pt x="604993" y="94339"/>
                  <a:pt x="601344" y="94339"/>
                </a:cubicBezTo>
                <a:cubicBezTo>
                  <a:pt x="598390" y="94339"/>
                  <a:pt x="595458" y="93687"/>
                  <a:pt x="592548" y="92384"/>
                </a:cubicBezTo>
                <a:cubicBezTo>
                  <a:pt x="589638" y="91081"/>
                  <a:pt x="586707" y="89300"/>
                  <a:pt x="583753" y="87042"/>
                </a:cubicBezTo>
                <a:lnTo>
                  <a:pt x="584014" y="98118"/>
                </a:lnTo>
                <a:lnTo>
                  <a:pt x="584014" y="119488"/>
                </a:lnTo>
                <a:lnTo>
                  <a:pt x="573329" y="119488"/>
                </a:lnTo>
                <a:moveTo>
                  <a:pt x="599520" y="85348"/>
                </a:moveTo>
                <a:cubicBezTo>
                  <a:pt x="602126" y="85348"/>
                  <a:pt x="604537" y="84762"/>
                  <a:pt x="606752" y="83590"/>
                </a:cubicBezTo>
                <a:cubicBezTo>
                  <a:pt x="608966" y="82417"/>
                  <a:pt x="610877" y="80767"/>
                  <a:pt x="612484" y="78639"/>
                </a:cubicBezTo>
                <a:cubicBezTo>
                  <a:pt x="614092" y="76511"/>
                  <a:pt x="615351" y="73883"/>
                  <a:pt x="616263" y="70756"/>
                </a:cubicBezTo>
                <a:cubicBezTo>
                  <a:pt x="617175" y="67628"/>
                  <a:pt x="617631" y="64109"/>
                  <a:pt x="617631" y="60200"/>
                </a:cubicBezTo>
                <a:cubicBezTo>
                  <a:pt x="617631" y="56726"/>
                  <a:pt x="617327" y="53556"/>
                  <a:pt x="616719" y="50688"/>
                </a:cubicBezTo>
                <a:cubicBezTo>
                  <a:pt x="616112" y="47821"/>
                  <a:pt x="615135" y="45367"/>
                  <a:pt x="613788" y="43326"/>
                </a:cubicBezTo>
                <a:cubicBezTo>
                  <a:pt x="612441" y="41285"/>
                  <a:pt x="610704" y="39699"/>
                  <a:pt x="608575" y="38570"/>
                </a:cubicBezTo>
                <a:cubicBezTo>
                  <a:pt x="606447" y="37441"/>
                  <a:pt x="603907" y="36876"/>
                  <a:pt x="600954" y="36876"/>
                </a:cubicBezTo>
                <a:cubicBezTo>
                  <a:pt x="598260" y="36876"/>
                  <a:pt x="595545" y="37614"/>
                  <a:pt x="592808" y="39091"/>
                </a:cubicBezTo>
                <a:cubicBezTo>
                  <a:pt x="590072" y="40568"/>
                  <a:pt x="587141" y="42696"/>
                  <a:pt x="584014" y="45475"/>
                </a:cubicBezTo>
                <a:lnTo>
                  <a:pt x="584014" y="78703"/>
                </a:lnTo>
                <a:cubicBezTo>
                  <a:pt x="586881" y="81135"/>
                  <a:pt x="589661" y="82851"/>
                  <a:pt x="592353" y="83850"/>
                </a:cubicBezTo>
                <a:cubicBezTo>
                  <a:pt x="595046" y="84849"/>
                  <a:pt x="597435" y="85348"/>
                  <a:pt x="599520" y="85348"/>
                </a:cubicBezTo>
                <a:close/>
                <a:moveTo>
                  <a:pt x="664150" y="94339"/>
                </a:moveTo>
                <a:cubicBezTo>
                  <a:pt x="659893" y="94339"/>
                  <a:pt x="655918" y="93579"/>
                  <a:pt x="652227" y="92060"/>
                </a:cubicBezTo>
                <a:cubicBezTo>
                  <a:pt x="648535" y="90540"/>
                  <a:pt x="645321" y="88368"/>
                  <a:pt x="642584" y="85544"/>
                </a:cubicBezTo>
                <a:cubicBezTo>
                  <a:pt x="639848" y="82721"/>
                  <a:pt x="637698" y="79268"/>
                  <a:pt x="636134" y="75186"/>
                </a:cubicBezTo>
                <a:cubicBezTo>
                  <a:pt x="634571" y="71102"/>
                  <a:pt x="633790" y="66454"/>
                  <a:pt x="633790" y="61242"/>
                </a:cubicBezTo>
                <a:cubicBezTo>
                  <a:pt x="633790" y="56030"/>
                  <a:pt x="634593" y="51361"/>
                  <a:pt x="636199" y="47235"/>
                </a:cubicBezTo>
                <a:cubicBezTo>
                  <a:pt x="637806" y="43109"/>
                  <a:pt x="639934" y="39613"/>
                  <a:pt x="642584" y="36747"/>
                </a:cubicBezTo>
                <a:cubicBezTo>
                  <a:pt x="645233" y="33880"/>
                  <a:pt x="648252" y="31686"/>
                  <a:pt x="651640" y="30166"/>
                </a:cubicBezTo>
                <a:cubicBezTo>
                  <a:pt x="655028" y="28645"/>
                  <a:pt x="658547" y="27885"/>
                  <a:pt x="662196" y="27885"/>
                </a:cubicBezTo>
                <a:cubicBezTo>
                  <a:pt x="666191" y="27885"/>
                  <a:pt x="669774" y="28580"/>
                  <a:pt x="672944" y="29971"/>
                </a:cubicBezTo>
                <a:cubicBezTo>
                  <a:pt x="676115" y="31360"/>
                  <a:pt x="678765" y="33358"/>
                  <a:pt x="680893" y="35963"/>
                </a:cubicBezTo>
                <a:cubicBezTo>
                  <a:pt x="683022" y="38569"/>
                  <a:pt x="684650" y="41697"/>
                  <a:pt x="685778" y="45346"/>
                </a:cubicBezTo>
                <a:cubicBezTo>
                  <a:pt x="686908" y="48994"/>
                  <a:pt x="687472" y="53076"/>
                  <a:pt x="687472" y="57594"/>
                </a:cubicBezTo>
                <a:cubicBezTo>
                  <a:pt x="687472" y="58723"/>
                  <a:pt x="687451" y="59831"/>
                  <a:pt x="687407" y="60918"/>
                </a:cubicBezTo>
                <a:cubicBezTo>
                  <a:pt x="687364" y="62004"/>
                  <a:pt x="687256" y="62937"/>
                  <a:pt x="687083" y="63717"/>
                </a:cubicBezTo>
                <a:lnTo>
                  <a:pt x="644343" y="63717"/>
                </a:lnTo>
                <a:cubicBezTo>
                  <a:pt x="644778" y="70493"/>
                  <a:pt x="646884" y="75858"/>
                  <a:pt x="650662" y="79810"/>
                </a:cubicBezTo>
                <a:cubicBezTo>
                  <a:pt x="654441" y="83763"/>
                  <a:pt x="659371" y="85739"/>
                  <a:pt x="665453" y="85739"/>
                </a:cubicBezTo>
                <a:cubicBezTo>
                  <a:pt x="668493" y="85739"/>
                  <a:pt x="671295" y="85283"/>
                  <a:pt x="673857" y="84371"/>
                </a:cubicBezTo>
                <a:cubicBezTo>
                  <a:pt x="676419" y="83459"/>
                  <a:pt x="678873" y="82265"/>
                  <a:pt x="681219" y="80789"/>
                </a:cubicBezTo>
                <a:lnTo>
                  <a:pt x="684997" y="87825"/>
                </a:lnTo>
                <a:cubicBezTo>
                  <a:pt x="682217" y="89561"/>
                  <a:pt x="679134" y="91081"/>
                  <a:pt x="675746" y="92384"/>
                </a:cubicBezTo>
                <a:cubicBezTo>
                  <a:pt x="672358" y="93687"/>
                  <a:pt x="668493" y="94339"/>
                  <a:pt x="664150" y="94339"/>
                </a:cubicBezTo>
                <a:moveTo>
                  <a:pt x="644214" y="56031"/>
                </a:moveTo>
                <a:lnTo>
                  <a:pt x="678092" y="56031"/>
                </a:lnTo>
                <a:cubicBezTo>
                  <a:pt x="678092" y="49602"/>
                  <a:pt x="676723" y="44716"/>
                  <a:pt x="673986" y="41372"/>
                </a:cubicBezTo>
                <a:cubicBezTo>
                  <a:pt x="671250" y="38027"/>
                  <a:pt x="667407" y="36355"/>
                  <a:pt x="662456" y="36355"/>
                </a:cubicBezTo>
                <a:cubicBezTo>
                  <a:pt x="660198" y="36355"/>
                  <a:pt x="658047" y="36790"/>
                  <a:pt x="656004" y="37659"/>
                </a:cubicBezTo>
                <a:cubicBezTo>
                  <a:pt x="653963" y="38528"/>
                  <a:pt x="652117" y="39809"/>
                  <a:pt x="650467" y="41503"/>
                </a:cubicBezTo>
                <a:cubicBezTo>
                  <a:pt x="648817" y="43197"/>
                  <a:pt x="647449" y="45260"/>
                  <a:pt x="646363" y="47692"/>
                </a:cubicBezTo>
                <a:cubicBezTo>
                  <a:pt x="645278" y="50124"/>
                  <a:pt x="644561" y="52904"/>
                  <a:pt x="644214" y="56031"/>
                </a:cubicBezTo>
                <a:close/>
                <a:moveTo>
                  <a:pt x="698158" y="92776"/>
                </a:moveTo>
                <a:lnTo>
                  <a:pt x="698158" y="29450"/>
                </a:lnTo>
                <a:lnTo>
                  <a:pt x="707018" y="29450"/>
                </a:lnTo>
                <a:lnTo>
                  <a:pt x="707931" y="40916"/>
                </a:lnTo>
                <a:lnTo>
                  <a:pt x="708322" y="40916"/>
                </a:lnTo>
                <a:cubicBezTo>
                  <a:pt x="710493" y="36920"/>
                  <a:pt x="713121" y="33749"/>
                  <a:pt x="716204" y="31404"/>
                </a:cubicBezTo>
                <a:cubicBezTo>
                  <a:pt x="719288" y="29058"/>
                  <a:pt x="722655" y="27885"/>
                  <a:pt x="726304" y="27885"/>
                </a:cubicBezTo>
                <a:cubicBezTo>
                  <a:pt x="728823" y="27885"/>
                  <a:pt x="731081" y="28319"/>
                  <a:pt x="733080" y="29188"/>
                </a:cubicBezTo>
                <a:lnTo>
                  <a:pt x="730994" y="38570"/>
                </a:lnTo>
                <a:cubicBezTo>
                  <a:pt x="729953" y="38223"/>
                  <a:pt x="728997" y="37962"/>
                  <a:pt x="728127" y="37789"/>
                </a:cubicBezTo>
                <a:cubicBezTo>
                  <a:pt x="727259" y="37615"/>
                  <a:pt x="726174" y="37528"/>
                  <a:pt x="724871" y="37528"/>
                </a:cubicBezTo>
                <a:cubicBezTo>
                  <a:pt x="722177" y="37528"/>
                  <a:pt x="719375" y="38614"/>
                  <a:pt x="716464" y="40787"/>
                </a:cubicBezTo>
                <a:cubicBezTo>
                  <a:pt x="713555" y="42958"/>
                  <a:pt x="711014" y="46736"/>
                  <a:pt x="708843" y="52122"/>
                </a:cubicBezTo>
                <a:lnTo>
                  <a:pt x="708843" y="92776"/>
                </a:lnTo>
                <a:lnTo>
                  <a:pt x="698158" y="92776"/>
                </a:lnTo>
                <a:close/>
                <a:moveTo>
                  <a:pt x="753537" y="94339"/>
                </a:moveTo>
                <a:cubicBezTo>
                  <a:pt x="748237" y="94339"/>
                  <a:pt x="743829" y="92775"/>
                  <a:pt x="740311" y="89648"/>
                </a:cubicBezTo>
                <a:cubicBezTo>
                  <a:pt x="736793" y="86521"/>
                  <a:pt x="735034" y="82091"/>
                  <a:pt x="735034" y="76357"/>
                </a:cubicBezTo>
                <a:cubicBezTo>
                  <a:pt x="735034" y="69408"/>
                  <a:pt x="738118" y="64089"/>
                  <a:pt x="744285" y="60397"/>
                </a:cubicBezTo>
                <a:cubicBezTo>
                  <a:pt x="750453" y="56704"/>
                  <a:pt x="760313" y="54120"/>
                  <a:pt x="773865" y="52643"/>
                </a:cubicBezTo>
                <a:cubicBezTo>
                  <a:pt x="773865" y="50645"/>
                  <a:pt x="773669" y="48691"/>
                  <a:pt x="773278" y="46780"/>
                </a:cubicBezTo>
                <a:cubicBezTo>
                  <a:pt x="772887" y="44868"/>
                  <a:pt x="772214" y="43174"/>
                  <a:pt x="771258" y="41698"/>
                </a:cubicBezTo>
                <a:cubicBezTo>
                  <a:pt x="770302" y="40221"/>
                  <a:pt x="768978" y="39027"/>
                  <a:pt x="767284" y="38115"/>
                </a:cubicBezTo>
                <a:cubicBezTo>
                  <a:pt x="765590" y="37203"/>
                  <a:pt x="763440" y="36747"/>
                  <a:pt x="760834" y="36747"/>
                </a:cubicBezTo>
                <a:cubicBezTo>
                  <a:pt x="757185" y="36747"/>
                  <a:pt x="753753" y="37442"/>
                  <a:pt x="750539" y="38833"/>
                </a:cubicBezTo>
                <a:cubicBezTo>
                  <a:pt x="747326" y="40222"/>
                  <a:pt x="744459" y="41784"/>
                  <a:pt x="741939" y="43521"/>
                </a:cubicBezTo>
                <a:lnTo>
                  <a:pt x="737770" y="36095"/>
                </a:lnTo>
                <a:cubicBezTo>
                  <a:pt x="740723" y="34183"/>
                  <a:pt x="744328" y="32338"/>
                  <a:pt x="748584" y="30557"/>
                </a:cubicBezTo>
                <a:cubicBezTo>
                  <a:pt x="752842" y="28776"/>
                  <a:pt x="757533" y="27885"/>
                  <a:pt x="762659" y="27885"/>
                </a:cubicBezTo>
                <a:cubicBezTo>
                  <a:pt x="770389" y="27885"/>
                  <a:pt x="775991" y="30253"/>
                  <a:pt x="779466" y="34987"/>
                </a:cubicBezTo>
                <a:cubicBezTo>
                  <a:pt x="782941" y="39721"/>
                  <a:pt x="784679" y="46040"/>
                  <a:pt x="784679" y="53945"/>
                </a:cubicBezTo>
                <a:lnTo>
                  <a:pt x="784679" y="92776"/>
                </a:lnTo>
                <a:lnTo>
                  <a:pt x="775819" y="92776"/>
                </a:lnTo>
                <a:lnTo>
                  <a:pt x="774907" y="85218"/>
                </a:lnTo>
                <a:lnTo>
                  <a:pt x="774515" y="85218"/>
                </a:lnTo>
                <a:cubicBezTo>
                  <a:pt x="771475" y="87737"/>
                  <a:pt x="768218" y="89887"/>
                  <a:pt x="764743" y="91668"/>
                </a:cubicBezTo>
                <a:cubicBezTo>
                  <a:pt x="761268" y="93448"/>
                  <a:pt x="757533" y="94339"/>
                  <a:pt x="753537" y="94339"/>
                </a:cubicBezTo>
                <a:moveTo>
                  <a:pt x="756664" y="85739"/>
                </a:moveTo>
                <a:cubicBezTo>
                  <a:pt x="759705" y="85739"/>
                  <a:pt x="762571" y="85023"/>
                  <a:pt x="765264" y="83590"/>
                </a:cubicBezTo>
                <a:cubicBezTo>
                  <a:pt x="767957" y="82156"/>
                  <a:pt x="770824" y="80049"/>
                  <a:pt x="773865" y="77269"/>
                </a:cubicBezTo>
                <a:lnTo>
                  <a:pt x="773865" y="59679"/>
                </a:lnTo>
                <a:cubicBezTo>
                  <a:pt x="768565" y="60374"/>
                  <a:pt x="764113" y="61199"/>
                  <a:pt x="760508" y="62155"/>
                </a:cubicBezTo>
                <a:cubicBezTo>
                  <a:pt x="756902" y="63110"/>
                  <a:pt x="753992" y="64240"/>
                  <a:pt x="751777" y="65543"/>
                </a:cubicBezTo>
                <a:cubicBezTo>
                  <a:pt x="749562" y="66846"/>
                  <a:pt x="747955" y="68344"/>
                  <a:pt x="746956" y="70038"/>
                </a:cubicBezTo>
                <a:cubicBezTo>
                  <a:pt x="745958" y="71732"/>
                  <a:pt x="745459" y="73578"/>
                  <a:pt x="745459" y="75575"/>
                </a:cubicBezTo>
                <a:cubicBezTo>
                  <a:pt x="745459" y="79224"/>
                  <a:pt x="746544" y="81831"/>
                  <a:pt x="748715" y="83395"/>
                </a:cubicBezTo>
                <a:cubicBezTo>
                  <a:pt x="750888" y="84958"/>
                  <a:pt x="753537" y="85739"/>
                  <a:pt x="756664" y="85739"/>
                </a:cubicBezTo>
                <a:close/>
                <a:moveTo>
                  <a:pt x="818558" y="94339"/>
                </a:moveTo>
                <a:cubicBezTo>
                  <a:pt x="815170" y="94339"/>
                  <a:pt x="812324" y="93818"/>
                  <a:pt x="810022" y="92776"/>
                </a:cubicBezTo>
                <a:cubicBezTo>
                  <a:pt x="807721" y="91734"/>
                  <a:pt x="805853" y="90301"/>
                  <a:pt x="804419" y="88477"/>
                </a:cubicBezTo>
                <a:cubicBezTo>
                  <a:pt x="802986" y="86652"/>
                  <a:pt x="801966" y="84436"/>
                  <a:pt x="801357" y="81830"/>
                </a:cubicBezTo>
                <a:cubicBezTo>
                  <a:pt x="800749" y="79224"/>
                  <a:pt x="800445" y="76358"/>
                  <a:pt x="800445" y="73231"/>
                </a:cubicBezTo>
                <a:lnTo>
                  <a:pt x="800445" y="38178"/>
                </a:lnTo>
                <a:lnTo>
                  <a:pt x="791064" y="38178"/>
                </a:lnTo>
                <a:lnTo>
                  <a:pt x="791064" y="30100"/>
                </a:lnTo>
                <a:lnTo>
                  <a:pt x="800967" y="29450"/>
                </a:lnTo>
                <a:lnTo>
                  <a:pt x="802270" y="11729"/>
                </a:lnTo>
                <a:lnTo>
                  <a:pt x="811261" y="11729"/>
                </a:lnTo>
                <a:lnTo>
                  <a:pt x="811261" y="29450"/>
                </a:lnTo>
                <a:lnTo>
                  <a:pt x="828330" y="29450"/>
                </a:lnTo>
                <a:lnTo>
                  <a:pt x="828330" y="38178"/>
                </a:lnTo>
                <a:lnTo>
                  <a:pt x="811261" y="38178"/>
                </a:lnTo>
                <a:lnTo>
                  <a:pt x="811261" y="73360"/>
                </a:lnTo>
                <a:cubicBezTo>
                  <a:pt x="811261" y="77269"/>
                  <a:pt x="811977" y="80288"/>
                  <a:pt x="813410" y="82417"/>
                </a:cubicBezTo>
                <a:cubicBezTo>
                  <a:pt x="814844" y="84546"/>
                  <a:pt x="817385" y="85610"/>
                  <a:pt x="821033" y="85610"/>
                </a:cubicBezTo>
                <a:cubicBezTo>
                  <a:pt x="822162" y="85610"/>
                  <a:pt x="823378" y="85436"/>
                  <a:pt x="824681" y="85089"/>
                </a:cubicBezTo>
                <a:cubicBezTo>
                  <a:pt x="825984" y="84741"/>
                  <a:pt x="827157" y="84350"/>
                  <a:pt x="828201" y="83916"/>
                </a:cubicBezTo>
                <a:lnTo>
                  <a:pt x="830284" y="91994"/>
                </a:lnTo>
                <a:cubicBezTo>
                  <a:pt x="828546" y="92603"/>
                  <a:pt x="826657" y="93146"/>
                  <a:pt x="824616" y="93623"/>
                </a:cubicBezTo>
                <a:cubicBezTo>
                  <a:pt x="822574" y="94100"/>
                  <a:pt x="820555" y="94339"/>
                  <a:pt x="818558" y="94339"/>
                </a:cubicBezTo>
                <a:close/>
                <a:moveTo>
                  <a:pt x="864032" y="94339"/>
                </a:moveTo>
                <a:cubicBezTo>
                  <a:pt x="860123" y="94339"/>
                  <a:pt x="856410" y="93600"/>
                  <a:pt x="852892" y="92124"/>
                </a:cubicBezTo>
                <a:cubicBezTo>
                  <a:pt x="849374" y="90647"/>
                  <a:pt x="846268" y="88497"/>
                  <a:pt x="843575" y="85674"/>
                </a:cubicBezTo>
                <a:cubicBezTo>
                  <a:pt x="840882" y="82850"/>
                  <a:pt x="838732" y="79376"/>
                  <a:pt x="837125" y="75249"/>
                </a:cubicBezTo>
                <a:cubicBezTo>
                  <a:pt x="835519" y="71123"/>
                  <a:pt x="834715" y="66454"/>
                  <a:pt x="834715" y="61242"/>
                </a:cubicBezTo>
                <a:cubicBezTo>
                  <a:pt x="834715" y="55944"/>
                  <a:pt x="835519" y="51232"/>
                  <a:pt x="837125" y="47106"/>
                </a:cubicBezTo>
                <a:cubicBezTo>
                  <a:pt x="838732" y="42979"/>
                  <a:pt x="840882" y="39483"/>
                  <a:pt x="843575" y="36616"/>
                </a:cubicBezTo>
                <a:cubicBezTo>
                  <a:pt x="846268" y="33749"/>
                  <a:pt x="849374" y="31577"/>
                  <a:pt x="852892" y="30100"/>
                </a:cubicBezTo>
                <a:cubicBezTo>
                  <a:pt x="856410" y="28624"/>
                  <a:pt x="860123" y="27885"/>
                  <a:pt x="864032" y="27885"/>
                </a:cubicBezTo>
                <a:cubicBezTo>
                  <a:pt x="867941" y="27885"/>
                  <a:pt x="871654" y="28624"/>
                  <a:pt x="875172" y="30100"/>
                </a:cubicBezTo>
                <a:cubicBezTo>
                  <a:pt x="878691" y="31577"/>
                  <a:pt x="881797" y="33749"/>
                  <a:pt x="884489" y="36616"/>
                </a:cubicBezTo>
                <a:cubicBezTo>
                  <a:pt x="887183" y="39483"/>
                  <a:pt x="889333" y="42979"/>
                  <a:pt x="890939" y="47106"/>
                </a:cubicBezTo>
                <a:cubicBezTo>
                  <a:pt x="892547" y="51232"/>
                  <a:pt x="893351" y="55944"/>
                  <a:pt x="893351" y="61242"/>
                </a:cubicBezTo>
                <a:cubicBezTo>
                  <a:pt x="893351" y="66454"/>
                  <a:pt x="892547" y="71123"/>
                  <a:pt x="890939" y="75249"/>
                </a:cubicBezTo>
                <a:cubicBezTo>
                  <a:pt x="889333" y="79376"/>
                  <a:pt x="887183" y="82850"/>
                  <a:pt x="884489" y="85674"/>
                </a:cubicBezTo>
                <a:cubicBezTo>
                  <a:pt x="881797" y="88497"/>
                  <a:pt x="878691" y="90647"/>
                  <a:pt x="875172" y="92124"/>
                </a:cubicBezTo>
                <a:cubicBezTo>
                  <a:pt x="871654" y="93600"/>
                  <a:pt x="867941" y="94339"/>
                  <a:pt x="864032" y="94339"/>
                </a:cubicBezTo>
                <a:moveTo>
                  <a:pt x="864032" y="85479"/>
                </a:moveTo>
                <a:cubicBezTo>
                  <a:pt x="866726" y="85479"/>
                  <a:pt x="869202" y="84893"/>
                  <a:pt x="871460" y="83721"/>
                </a:cubicBezTo>
                <a:cubicBezTo>
                  <a:pt x="873719" y="82548"/>
                  <a:pt x="875651" y="80897"/>
                  <a:pt x="877258" y="78769"/>
                </a:cubicBezTo>
                <a:cubicBezTo>
                  <a:pt x="878866" y="76640"/>
                  <a:pt x="880104" y="74099"/>
                  <a:pt x="880972" y="71146"/>
                </a:cubicBezTo>
                <a:cubicBezTo>
                  <a:pt x="881840" y="68192"/>
                  <a:pt x="882274" y="64891"/>
                  <a:pt x="882274" y="61242"/>
                </a:cubicBezTo>
                <a:cubicBezTo>
                  <a:pt x="882274" y="57594"/>
                  <a:pt x="881840" y="54272"/>
                  <a:pt x="880972" y="51275"/>
                </a:cubicBezTo>
                <a:cubicBezTo>
                  <a:pt x="880104" y="48278"/>
                  <a:pt x="878866" y="45694"/>
                  <a:pt x="877258" y="43523"/>
                </a:cubicBezTo>
                <a:cubicBezTo>
                  <a:pt x="875651" y="41350"/>
                  <a:pt x="873719" y="39678"/>
                  <a:pt x="871460" y="38506"/>
                </a:cubicBezTo>
                <a:cubicBezTo>
                  <a:pt x="869202" y="37333"/>
                  <a:pt x="866726" y="36747"/>
                  <a:pt x="864032" y="36747"/>
                </a:cubicBezTo>
                <a:cubicBezTo>
                  <a:pt x="861340" y="36747"/>
                  <a:pt x="858865" y="37333"/>
                  <a:pt x="856606" y="38506"/>
                </a:cubicBezTo>
                <a:cubicBezTo>
                  <a:pt x="854347" y="39678"/>
                  <a:pt x="852414" y="41350"/>
                  <a:pt x="850806" y="43523"/>
                </a:cubicBezTo>
                <a:cubicBezTo>
                  <a:pt x="849200" y="45694"/>
                  <a:pt x="847962" y="48278"/>
                  <a:pt x="847092" y="51275"/>
                </a:cubicBezTo>
                <a:cubicBezTo>
                  <a:pt x="846224" y="54272"/>
                  <a:pt x="845790" y="57594"/>
                  <a:pt x="845790" y="61242"/>
                </a:cubicBezTo>
                <a:cubicBezTo>
                  <a:pt x="845790" y="64891"/>
                  <a:pt x="846224" y="68192"/>
                  <a:pt x="847092" y="71146"/>
                </a:cubicBezTo>
                <a:cubicBezTo>
                  <a:pt x="847962" y="74099"/>
                  <a:pt x="849200" y="76640"/>
                  <a:pt x="850806" y="78769"/>
                </a:cubicBezTo>
                <a:cubicBezTo>
                  <a:pt x="852414" y="80897"/>
                  <a:pt x="854347" y="82548"/>
                  <a:pt x="856606" y="83721"/>
                </a:cubicBezTo>
                <a:cubicBezTo>
                  <a:pt x="858865" y="84893"/>
                  <a:pt x="861340" y="85479"/>
                  <a:pt x="864032" y="85479"/>
                </a:cubicBezTo>
                <a:close/>
                <a:moveTo>
                  <a:pt x="904557" y="92776"/>
                </a:moveTo>
                <a:lnTo>
                  <a:pt x="904557" y="29450"/>
                </a:lnTo>
                <a:lnTo>
                  <a:pt x="913416" y="29450"/>
                </a:lnTo>
                <a:lnTo>
                  <a:pt x="914329" y="40916"/>
                </a:lnTo>
                <a:lnTo>
                  <a:pt x="914721" y="40916"/>
                </a:lnTo>
                <a:cubicBezTo>
                  <a:pt x="916892" y="36920"/>
                  <a:pt x="919519" y="33749"/>
                  <a:pt x="922602" y="31404"/>
                </a:cubicBezTo>
                <a:cubicBezTo>
                  <a:pt x="925686" y="29058"/>
                  <a:pt x="929053" y="27885"/>
                  <a:pt x="932702" y="27885"/>
                </a:cubicBezTo>
                <a:cubicBezTo>
                  <a:pt x="935221" y="27885"/>
                  <a:pt x="937479" y="28319"/>
                  <a:pt x="939478" y="29188"/>
                </a:cubicBezTo>
                <a:lnTo>
                  <a:pt x="937393" y="38570"/>
                </a:lnTo>
                <a:cubicBezTo>
                  <a:pt x="936351" y="38223"/>
                  <a:pt x="935395" y="37962"/>
                  <a:pt x="934526" y="37789"/>
                </a:cubicBezTo>
                <a:cubicBezTo>
                  <a:pt x="933657" y="37615"/>
                  <a:pt x="932572" y="37528"/>
                  <a:pt x="931269" y="37528"/>
                </a:cubicBezTo>
                <a:cubicBezTo>
                  <a:pt x="928575" y="37528"/>
                  <a:pt x="925773" y="38614"/>
                  <a:pt x="922862" y="40787"/>
                </a:cubicBezTo>
                <a:cubicBezTo>
                  <a:pt x="919953" y="42958"/>
                  <a:pt x="917413" y="46736"/>
                  <a:pt x="915241" y="52122"/>
                </a:cubicBezTo>
                <a:lnTo>
                  <a:pt x="915241" y="92776"/>
                </a:lnTo>
                <a:lnTo>
                  <a:pt x="904557" y="92776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91A90-6D5A-480A-8169-D468C0D6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698" y="2833619"/>
            <a:ext cx="1502725" cy="193188"/>
          </a:xfrm>
          <a:custGeom xmlns:a="http://schemas.openxmlformats.org/drawingml/2006/main">
            <a:pathLst>
              <a:path w="1502725" h="193188">
                <a:moveTo>
                  <a:pt x="0" y="96593"/>
                </a:moveTo>
                <a:cubicBezTo>
                  <a:pt x="0" y="43245"/>
                  <a:pt x="43247" y="0"/>
                  <a:pt x="96595" y="0"/>
                </a:cubicBezTo>
                <a:lnTo>
                  <a:pt x="1406130" y="0"/>
                </a:lnTo>
                <a:cubicBezTo>
                  <a:pt x="1459478" y="0"/>
                  <a:pt x="1502725" y="43245"/>
                  <a:pt x="1502725" y="96593"/>
                </a:cubicBezTo>
                <a:lnTo>
                  <a:pt x="1502723" y="96593"/>
                </a:lnTo>
                <a:cubicBezTo>
                  <a:pt x="1502723" y="149941"/>
                  <a:pt x="1459476" y="193188"/>
                  <a:pt x="1406128" y="193188"/>
                </a:cubicBezTo>
                <a:lnTo>
                  <a:pt x="96595" y="193186"/>
                </a:lnTo>
                <a:cubicBezTo>
                  <a:pt x="43247" y="193186"/>
                  <a:pt x="0" y="149941"/>
                  <a:pt x="0" y="9659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A6C42-BA4A-4C18-8567-8B419652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698" y="2833619"/>
            <a:ext cx="1502724" cy="193189"/>
          </a:xfrm>
          <a:custGeom xmlns:a="http://schemas.openxmlformats.org/drawingml/2006/main">
            <a:pathLst>
              <a:path w="1502724" h="193189" fill="none">
                <a:moveTo>
                  <a:pt x="0" y="96594"/>
                </a:moveTo>
                <a:cubicBezTo>
                  <a:pt x="0" y="43247"/>
                  <a:pt x="43247" y="0"/>
                  <a:pt x="96594" y="0"/>
                </a:cubicBezTo>
                <a:lnTo>
                  <a:pt x="1406130" y="0"/>
                </a:lnTo>
                <a:cubicBezTo>
                  <a:pt x="1459477" y="0"/>
                  <a:pt x="1502724" y="43247"/>
                  <a:pt x="1502724" y="96594"/>
                </a:cubicBezTo>
                <a:lnTo>
                  <a:pt x="1502722" y="96594"/>
                </a:lnTo>
                <a:cubicBezTo>
                  <a:pt x="1502722" y="149942"/>
                  <a:pt x="1459476" y="193189"/>
                  <a:pt x="1406128" y="193189"/>
                </a:cubicBezTo>
                <a:lnTo>
                  <a:pt x="96594" y="193187"/>
                </a:lnTo>
                <a:cubicBezTo>
                  <a:pt x="43247" y="193187"/>
                  <a:pt x="0" y="149940"/>
                  <a:pt x="0" y="96593"/>
                </a:cubicBezTo>
                <a:lnTo>
                  <a:pt x="0" y="965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859" cap="flat">
            <a:solidFill>
              <a:srgbClr val="262626"/>
            </a:solidFill>
            <a:miter/>
          </a:ln>
        </p:spPr>
      </p:sp>
      <p:sp>
        <p:nvSpPr>
          <p:cNvPr id="213" name="Text *MutatedConstant">
            <a:extLst xmlns:a="http://schemas.openxmlformats.org/drawingml/2006/main">
              <a:ext uri="{FF2B5EF4-FFF2-40B4-BE49-F238E27FC236}">
                <a16:creationId xmlns:a16="http://schemas.microsoft.com/office/drawing/2014/main" id="{48C66375-CF37-4BC4-A6DD-91137A35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" y="2875356"/>
            <a:ext cx="938956" cy="94339"/>
          </a:xfrm>
          <a:custGeom xmlns:a="http://schemas.openxmlformats.org/drawingml/2006/main">
            <a:pathLst>
              <a:path w="938956" h="94339">
                <a:moveTo>
                  <a:pt x="10424" y="38049"/>
                </a:moveTo>
                <a:lnTo>
                  <a:pt x="5213" y="34269"/>
                </a:lnTo>
                <a:lnTo>
                  <a:pt x="12639" y="22022"/>
                </a:lnTo>
                <a:lnTo>
                  <a:pt x="0" y="16811"/>
                </a:lnTo>
                <a:lnTo>
                  <a:pt x="1954" y="10816"/>
                </a:lnTo>
                <a:lnTo>
                  <a:pt x="15246" y="14073"/>
                </a:lnTo>
                <a:lnTo>
                  <a:pt x="16419" y="0"/>
                </a:lnTo>
                <a:lnTo>
                  <a:pt x="22803" y="0"/>
                </a:lnTo>
                <a:lnTo>
                  <a:pt x="23976" y="13944"/>
                </a:lnTo>
                <a:lnTo>
                  <a:pt x="37397" y="10816"/>
                </a:lnTo>
                <a:lnTo>
                  <a:pt x="39351" y="16811"/>
                </a:lnTo>
                <a:lnTo>
                  <a:pt x="26712" y="22022"/>
                </a:lnTo>
                <a:lnTo>
                  <a:pt x="34009" y="34269"/>
                </a:lnTo>
                <a:lnTo>
                  <a:pt x="28927" y="38049"/>
                </a:lnTo>
                <a:lnTo>
                  <a:pt x="19676" y="26843"/>
                </a:lnTo>
                <a:lnTo>
                  <a:pt x="10424" y="38049"/>
                </a:lnTo>
                <a:close/>
                <a:moveTo>
                  <a:pt x="53033" y="92776"/>
                </a:moveTo>
                <a:lnTo>
                  <a:pt x="53033" y="7297"/>
                </a:lnTo>
                <a:lnTo>
                  <a:pt x="66064" y="7297"/>
                </a:lnTo>
                <a:lnTo>
                  <a:pt x="82481" y="52903"/>
                </a:lnTo>
                <a:cubicBezTo>
                  <a:pt x="83524" y="55857"/>
                  <a:pt x="84544" y="58832"/>
                  <a:pt x="85542" y="61829"/>
                </a:cubicBezTo>
                <a:cubicBezTo>
                  <a:pt x="86542" y="64826"/>
                  <a:pt x="87563" y="67801"/>
                  <a:pt x="88606" y="70754"/>
                </a:cubicBezTo>
                <a:lnTo>
                  <a:pt x="89127" y="70754"/>
                </a:lnTo>
                <a:cubicBezTo>
                  <a:pt x="90169" y="67801"/>
                  <a:pt x="91146" y="64826"/>
                  <a:pt x="92058" y="61829"/>
                </a:cubicBezTo>
                <a:cubicBezTo>
                  <a:pt x="92970" y="58832"/>
                  <a:pt x="93947" y="55857"/>
                  <a:pt x="94991" y="52903"/>
                </a:cubicBezTo>
                <a:lnTo>
                  <a:pt x="111147" y="7297"/>
                </a:lnTo>
                <a:lnTo>
                  <a:pt x="124307" y="7297"/>
                </a:lnTo>
                <a:lnTo>
                  <a:pt x="124307" y="92776"/>
                </a:lnTo>
                <a:lnTo>
                  <a:pt x="114145" y="92776"/>
                </a:lnTo>
                <a:lnTo>
                  <a:pt x="114145" y="45738"/>
                </a:lnTo>
                <a:cubicBezTo>
                  <a:pt x="114145" y="41915"/>
                  <a:pt x="114319" y="37702"/>
                  <a:pt x="114666" y="33098"/>
                </a:cubicBezTo>
                <a:cubicBezTo>
                  <a:pt x="115014" y="28494"/>
                  <a:pt x="115318" y="24281"/>
                  <a:pt x="115579" y="20459"/>
                </a:cubicBezTo>
                <a:lnTo>
                  <a:pt x="115056" y="20459"/>
                </a:lnTo>
                <a:lnTo>
                  <a:pt x="108282" y="39872"/>
                </a:lnTo>
                <a:lnTo>
                  <a:pt x="92124" y="84177"/>
                </a:lnTo>
                <a:lnTo>
                  <a:pt x="84958" y="84177"/>
                </a:lnTo>
                <a:lnTo>
                  <a:pt x="68799" y="39872"/>
                </a:lnTo>
                <a:lnTo>
                  <a:pt x="62023" y="20459"/>
                </a:lnTo>
                <a:lnTo>
                  <a:pt x="61503" y="20459"/>
                </a:lnTo>
                <a:cubicBezTo>
                  <a:pt x="61764" y="24281"/>
                  <a:pt x="62046" y="28494"/>
                  <a:pt x="62350" y="33098"/>
                </a:cubicBezTo>
                <a:cubicBezTo>
                  <a:pt x="62653" y="37702"/>
                  <a:pt x="62805" y="41915"/>
                  <a:pt x="62805" y="45738"/>
                </a:cubicBezTo>
                <a:lnTo>
                  <a:pt x="62805" y="92776"/>
                </a:lnTo>
                <a:lnTo>
                  <a:pt x="53033" y="92776"/>
                </a:lnTo>
                <a:close/>
                <a:moveTo>
                  <a:pt x="157405" y="94339"/>
                </a:moveTo>
                <a:cubicBezTo>
                  <a:pt x="150629" y="94339"/>
                  <a:pt x="145699" y="92254"/>
                  <a:pt x="142614" y="88085"/>
                </a:cubicBezTo>
                <a:cubicBezTo>
                  <a:pt x="139531" y="83915"/>
                  <a:pt x="137990" y="77748"/>
                  <a:pt x="137990" y="69583"/>
                </a:cubicBezTo>
                <a:lnTo>
                  <a:pt x="137990" y="29450"/>
                </a:lnTo>
                <a:lnTo>
                  <a:pt x="148806" y="29450"/>
                </a:lnTo>
                <a:lnTo>
                  <a:pt x="148806" y="68149"/>
                </a:lnTo>
                <a:cubicBezTo>
                  <a:pt x="148806" y="74143"/>
                  <a:pt x="149740" y="78465"/>
                  <a:pt x="151607" y="81115"/>
                </a:cubicBezTo>
                <a:cubicBezTo>
                  <a:pt x="153475" y="83763"/>
                  <a:pt x="156493" y="85087"/>
                  <a:pt x="160662" y="85087"/>
                </a:cubicBezTo>
                <a:cubicBezTo>
                  <a:pt x="163963" y="85087"/>
                  <a:pt x="166874" y="84240"/>
                  <a:pt x="169392" y="82546"/>
                </a:cubicBezTo>
                <a:cubicBezTo>
                  <a:pt x="171912" y="80852"/>
                  <a:pt x="174692" y="78138"/>
                  <a:pt x="177733" y="74402"/>
                </a:cubicBezTo>
                <a:lnTo>
                  <a:pt x="177733" y="29450"/>
                </a:lnTo>
                <a:lnTo>
                  <a:pt x="188418" y="29450"/>
                </a:lnTo>
                <a:lnTo>
                  <a:pt x="188418" y="92776"/>
                </a:lnTo>
                <a:lnTo>
                  <a:pt x="179556" y="92776"/>
                </a:lnTo>
                <a:lnTo>
                  <a:pt x="178643" y="82872"/>
                </a:lnTo>
                <a:lnTo>
                  <a:pt x="178254" y="82872"/>
                </a:lnTo>
                <a:cubicBezTo>
                  <a:pt x="175301" y="86348"/>
                  <a:pt x="172195" y="89128"/>
                  <a:pt x="168937" y="91213"/>
                </a:cubicBezTo>
                <a:cubicBezTo>
                  <a:pt x="165679" y="93297"/>
                  <a:pt x="161835" y="94339"/>
                  <a:pt x="157405" y="94339"/>
                </a:cubicBezTo>
                <a:close/>
                <a:moveTo>
                  <a:pt x="223989" y="94339"/>
                </a:moveTo>
                <a:cubicBezTo>
                  <a:pt x="220601" y="94339"/>
                  <a:pt x="217756" y="93818"/>
                  <a:pt x="215454" y="92776"/>
                </a:cubicBezTo>
                <a:cubicBezTo>
                  <a:pt x="213153" y="91734"/>
                  <a:pt x="211285" y="90301"/>
                  <a:pt x="209851" y="88477"/>
                </a:cubicBezTo>
                <a:cubicBezTo>
                  <a:pt x="208418" y="86652"/>
                  <a:pt x="207397" y="84436"/>
                  <a:pt x="206789" y="81830"/>
                </a:cubicBezTo>
                <a:cubicBezTo>
                  <a:pt x="206181" y="79224"/>
                  <a:pt x="205876" y="76358"/>
                  <a:pt x="205876" y="73231"/>
                </a:cubicBezTo>
                <a:lnTo>
                  <a:pt x="205876" y="38178"/>
                </a:lnTo>
                <a:lnTo>
                  <a:pt x="196496" y="38178"/>
                </a:lnTo>
                <a:lnTo>
                  <a:pt x="196496" y="30100"/>
                </a:lnTo>
                <a:lnTo>
                  <a:pt x="206399" y="29450"/>
                </a:lnTo>
                <a:lnTo>
                  <a:pt x="207702" y="11729"/>
                </a:lnTo>
                <a:lnTo>
                  <a:pt x="216693" y="11729"/>
                </a:lnTo>
                <a:lnTo>
                  <a:pt x="216693" y="29450"/>
                </a:lnTo>
                <a:lnTo>
                  <a:pt x="233762" y="29450"/>
                </a:lnTo>
                <a:lnTo>
                  <a:pt x="233762" y="38178"/>
                </a:lnTo>
                <a:lnTo>
                  <a:pt x="216693" y="38178"/>
                </a:lnTo>
                <a:lnTo>
                  <a:pt x="216693" y="73360"/>
                </a:lnTo>
                <a:cubicBezTo>
                  <a:pt x="216693" y="77269"/>
                  <a:pt x="217409" y="80288"/>
                  <a:pt x="218842" y="82417"/>
                </a:cubicBezTo>
                <a:cubicBezTo>
                  <a:pt x="220276" y="84546"/>
                  <a:pt x="222817" y="85610"/>
                  <a:pt x="226465" y="85610"/>
                </a:cubicBezTo>
                <a:cubicBezTo>
                  <a:pt x="227594" y="85610"/>
                  <a:pt x="228810" y="85436"/>
                  <a:pt x="230113" y="85089"/>
                </a:cubicBezTo>
                <a:cubicBezTo>
                  <a:pt x="231416" y="84741"/>
                  <a:pt x="232589" y="84350"/>
                  <a:pt x="233632" y="83916"/>
                </a:cubicBezTo>
                <a:lnTo>
                  <a:pt x="235716" y="91994"/>
                </a:lnTo>
                <a:cubicBezTo>
                  <a:pt x="233978" y="92603"/>
                  <a:pt x="232089" y="93146"/>
                  <a:pt x="230048" y="93623"/>
                </a:cubicBezTo>
                <a:cubicBezTo>
                  <a:pt x="228006" y="94100"/>
                  <a:pt x="225987" y="94339"/>
                  <a:pt x="223989" y="94339"/>
                </a:cubicBezTo>
                <a:close/>
                <a:moveTo>
                  <a:pt x="259432" y="94339"/>
                </a:moveTo>
                <a:cubicBezTo>
                  <a:pt x="254132" y="94339"/>
                  <a:pt x="249724" y="92775"/>
                  <a:pt x="246206" y="89648"/>
                </a:cubicBezTo>
                <a:cubicBezTo>
                  <a:pt x="242688" y="86521"/>
                  <a:pt x="240929" y="82091"/>
                  <a:pt x="240929" y="76357"/>
                </a:cubicBezTo>
                <a:cubicBezTo>
                  <a:pt x="240929" y="69408"/>
                  <a:pt x="244013" y="64089"/>
                  <a:pt x="250180" y="60397"/>
                </a:cubicBezTo>
                <a:cubicBezTo>
                  <a:pt x="256348" y="56704"/>
                  <a:pt x="266208" y="54120"/>
                  <a:pt x="279759" y="52643"/>
                </a:cubicBezTo>
                <a:cubicBezTo>
                  <a:pt x="279759" y="50645"/>
                  <a:pt x="279564" y="48691"/>
                  <a:pt x="279173" y="46780"/>
                </a:cubicBezTo>
                <a:cubicBezTo>
                  <a:pt x="278782" y="44868"/>
                  <a:pt x="278109" y="43174"/>
                  <a:pt x="277153" y="41698"/>
                </a:cubicBezTo>
                <a:cubicBezTo>
                  <a:pt x="276197" y="40221"/>
                  <a:pt x="274872" y="39027"/>
                  <a:pt x="273178" y="38115"/>
                </a:cubicBezTo>
                <a:cubicBezTo>
                  <a:pt x="271484" y="37203"/>
                  <a:pt x="269334" y="36747"/>
                  <a:pt x="266728" y="36747"/>
                </a:cubicBezTo>
                <a:cubicBezTo>
                  <a:pt x="263079" y="36747"/>
                  <a:pt x="259648" y="37442"/>
                  <a:pt x="256433" y="38833"/>
                </a:cubicBezTo>
                <a:cubicBezTo>
                  <a:pt x="253220" y="40222"/>
                  <a:pt x="250354" y="41784"/>
                  <a:pt x="247834" y="43521"/>
                </a:cubicBezTo>
                <a:lnTo>
                  <a:pt x="243665" y="36095"/>
                </a:lnTo>
                <a:cubicBezTo>
                  <a:pt x="246618" y="34183"/>
                  <a:pt x="250223" y="32338"/>
                  <a:pt x="254479" y="30557"/>
                </a:cubicBezTo>
                <a:cubicBezTo>
                  <a:pt x="258736" y="28776"/>
                  <a:pt x="263428" y="27885"/>
                  <a:pt x="268554" y="27885"/>
                </a:cubicBezTo>
                <a:cubicBezTo>
                  <a:pt x="276284" y="27885"/>
                  <a:pt x="281886" y="30253"/>
                  <a:pt x="285360" y="34987"/>
                </a:cubicBezTo>
                <a:cubicBezTo>
                  <a:pt x="288836" y="39721"/>
                  <a:pt x="290574" y="46040"/>
                  <a:pt x="290574" y="53945"/>
                </a:cubicBezTo>
                <a:lnTo>
                  <a:pt x="290574" y="92776"/>
                </a:lnTo>
                <a:lnTo>
                  <a:pt x="281714" y="92776"/>
                </a:lnTo>
                <a:lnTo>
                  <a:pt x="280801" y="85218"/>
                </a:lnTo>
                <a:lnTo>
                  <a:pt x="280410" y="85218"/>
                </a:lnTo>
                <a:cubicBezTo>
                  <a:pt x="277370" y="87737"/>
                  <a:pt x="274113" y="89887"/>
                  <a:pt x="270637" y="91668"/>
                </a:cubicBezTo>
                <a:cubicBezTo>
                  <a:pt x="267163" y="93448"/>
                  <a:pt x="263428" y="94339"/>
                  <a:pt x="259432" y="94339"/>
                </a:cubicBezTo>
                <a:moveTo>
                  <a:pt x="262559" y="85739"/>
                </a:moveTo>
                <a:cubicBezTo>
                  <a:pt x="265600" y="85739"/>
                  <a:pt x="268466" y="85023"/>
                  <a:pt x="271158" y="83590"/>
                </a:cubicBezTo>
                <a:cubicBezTo>
                  <a:pt x="273852" y="82156"/>
                  <a:pt x="276719" y="80049"/>
                  <a:pt x="279759" y="77269"/>
                </a:cubicBezTo>
                <a:lnTo>
                  <a:pt x="279759" y="59679"/>
                </a:lnTo>
                <a:cubicBezTo>
                  <a:pt x="274460" y="60374"/>
                  <a:pt x="270008" y="61199"/>
                  <a:pt x="266402" y="62155"/>
                </a:cubicBezTo>
                <a:cubicBezTo>
                  <a:pt x="262797" y="63110"/>
                  <a:pt x="259887" y="64240"/>
                  <a:pt x="257672" y="65543"/>
                </a:cubicBezTo>
                <a:cubicBezTo>
                  <a:pt x="255457" y="66846"/>
                  <a:pt x="253850" y="68344"/>
                  <a:pt x="252850" y="70038"/>
                </a:cubicBezTo>
                <a:cubicBezTo>
                  <a:pt x="251852" y="71732"/>
                  <a:pt x="251353" y="73578"/>
                  <a:pt x="251353" y="75575"/>
                </a:cubicBezTo>
                <a:cubicBezTo>
                  <a:pt x="251353" y="79224"/>
                  <a:pt x="252439" y="81831"/>
                  <a:pt x="254610" y="83395"/>
                </a:cubicBezTo>
                <a:cubicBezTo>
                  <a:pt x="256783" y="84958"/>
                  <a:pt x="259432" y="85739"/>
                  <a:pt x="262559" y="85739"/>
                </a:cubicBezTo>
                <a:close/>
                <a:moveTo>
                  <a:pt x="324452" y="94339"/>
                </a:moveTo>
                <a:cubicBezTo>
                  <a:pt x="321064" y="94339"/>
                  <a:pt x="318219" y="93818"/>
                  <a:pt x="315917" y="92776"/>
                </a:cubicBezTo>
                <a:cubicBezTo>
                  <a:pt x="313616" y="91734"/>
                  <a:pt x="311748" y="90301"/>
                  <a:pt x="310314" y="88477"/>
                </a:cubicBezTo>
                <a:cubicBezTo>
                  <a:pt x="308881" y="86652"/>
                  <a:pt x="307860" y="84436"/>
                  <a:pt x="307252" y="81830"/>
                </a:cubicBezTo>
                <a:cubicBezTo>
                  <a:pt x="306643" y="79224"/>
                  <a:pt x="306339" y="76358"/>
                  <a:pt x="306339" y="73231"/>
                </a:cubicBezTo>
                <a:lnTo>
                  <a:pt x="306339" y="38178"/>
                </a:lnTo>
                <a:lnTo>
                  <a:pt x="296959" y="38178"/>
                </a:lnTo>
                <a:lnTo>
                  <a:pt x="296959" y="30100"/>
                </a:lnTo>
                <a:lnTo>
                  <a:pt x="306862" y="29450"/>
                </a:lnTo>
                <a:lnTo>
                  <a:pt x="308164" y="11729"/>
                </a:lnTo>
                <a:lnTo>
                  <a:pt x="317155" y="11729"/>
                </a:lnTo>
                <a:lnTo>
                  <a:pt x="317155" y="29450"/>
                </a:lnTo>
                <a:lnTo>
                  <a:pt x="334224" y="29450"/>
                </a:lnTo>
                <a:lnTo>
                  <a:pt x="334224" y="38178"/>
                </a:lnTo>
                <a:lnTo>
                  <a:pt x="317155" y="38178"/>
                </a:lnTo>
                <a:lnTo>
                  <a:pt x="317155" y="73360"/>
                </a:lnTo>
                <a:cubicBezTo>
                  <a:pt x="317155" y="77269"/>
                  <a:pt x="317872" y="80288"/>
                  <a:pt x="319305" y="82417"/>
                </a:cubicBezTo>
                <a:cubicBezTo>
                  <a:pt x="320739" y="84546"/>
                  <a:pt x="323280" y="85610"/>
                  <a:pt x="326928" y="85610"/>
                </a:cubicBezTo>
                <a:cubicBezTo>
                  <a:pt x="328057" y="85610"/>
                  <a:pt x="329273" y="85436"/>
                  <a:pt x="330576" y="85089"/>
                </a:cubicBezTo>
                <a:cubicBezTo>
                  <a:pt x="331879" y="84741"/>
                  <a:pt x="333052" y="84350"/>
                  <a:pt x="334095" y="83916"/>
                </a:cubicBezTo>
                <a:lnTo>
                  <a:pt x="336179" y="91994"/>
                </a:lnTo>
                <a:cubicBezTo>
                  <a:pt x="334441" y="92603"/>
                  <a:pt x="332552" y="93146"/>
                  <a:pt x="330510" y="93623"/>
                </a:cubicBezTo>
                <a:cubicBezTo>
                  <a:pt x="328469" y="94100"/>
                  <a:pt x="326450" y="94339"/>
                  <a:pt x="324452" y="94339"/>
                </a:cubicBezTo>
                <a:close/>
                <a:moveTo>
                  <a:pt x="370971" y="94339"/>
                </a:moveTo>
                <a:cubicBezTo>
                  <a:pt x="366713" y="94339"/>
                  <a:pt x="362739" y="93579"/>
                  <a:pt x="359047" y="92060"/>
                </a:cubicBezTo>
                <a:cubicBezTo>
                  <a:pt x="355356" y="90540"/>
                  <a:pt x="352141" y="88368"/>
                  <a:pt x="349404" y="85544"/>
                </a:cubicBezTo>
                <a:cubicBezTo>
                  <a:pt x="346668" y="82721"/>
                  <a:pt x="344519" y="79268"/>
                  <a:pt x="342954" y="75186"/>
                </a:cubicBezTo>
                <a:cubicBezTo>
                  <a:pt x="341392" y="71102"/>
                  <a:pt x="340610" y="66454"/>
                  <a:pt x="340610" y="61242"/>
                </a:cubicBezTo>
                <a:cubicBezTo>
                  <a:pt x="340610" y="56030"/>
                  <a:pt x="341414" y="51361"/>
                  <a:pt x="343020" y="47235"/>
                </a:cubicBezTo>
                <a:cubicBezTo>
                  <a:pt x="344627" y="43109"/>
                  <a:pt x="346755" y="39613"/>
                  <a:pt x="349404" y="36747"/>
                </a:cubicBezTo>
                <a:cubicBezTo>
                  <a:pt x="352054" y="33880"/>
                  <a:pt x="355073" y="31686"/>
                  <a:pt x="358461" y="30166"/>
                </a:cubicBezTo>
                <a:cubicBezTo>
                  <a:pt x="361849" y="28645"/>
                  <a:pt x="365367" y="27885"/>
                  <a:pt x="369016" y="27885"/>
                </a:cubicBezTo>
                <a:cubicBezTo>
                  <a:pt x="373011" y="27885"/>
                  <a:pt x="376594" y="28580"/>
                  <a:pt x="379765" y="29971"/>
                </a:cubicBezTo>
                <a:cubicBezTo>
                  <a:pt x="382936" y="31360"/>
                  <a:pt x="385585" y="33358"/>
                  <a:pt x="387714" y="35963"/>
                </a:cubicBezTo>
                <a:cubicBezTo>
                  <a:pt x="389843" y="38569"/>
                  <a:pt x="391471" y="41697"/>
                  <a:pt x="392599" y="45346"/>
                </a:cubicBezTo>
                <a:cubicBezTo>
                  <a:pt x="393728" y="48994"/>
                  <a:pt x="394293" y="53076"/>
                  <a:pt x="394293" y="57594"/>
                </a:cubicBezTo>
                <a:cubicBezTo>
                  <a:pt x="394293" y="58723"/>
                  <a:pt x="394271" y="59831"/>
                  <a:pt x="394227" y="60918"/>
                </a:cubicBezTo>
                <a:cubicBezTo>
                  <a:pt x="394185" y="62004"/>
                  <a:pt x="394077" y="62937"/>
                  <a:pt x="393903" y="63717"/>
                </a:cubicBezTo>
                <a:lnTo>
                  <a:pt x="351164" y="63717"/>
                </a:lnTo>
                <a:cubicBezTo>
                  <a:pt x="351599" y="70493"/>
                  <a:pt x="353705" y="75858"/>
                  <a:pt x="357483" y="79810"/>
                </a:cubicBezTo>
                <a:cubicBezTo>
                  <a:pt x="361262" y="83763"/>
                  <a:pt x="366192" y="85739"/>
                  <a:pt x="372273" y="85739"/>
                </a:cubicBezTo>
                <a:cubicBezTo>
                  <a:pt x="375314" y="85739"/>
                  <a:pt x="378115" y="85283"/>
                  <a:pt x="380678" y="84371"/>
                </a:cubicBezTo>
                <a:cubicBezTo>
                  <a:pt x="383240" y="83459"/>
                  <a:pt x="385694" y="82265"/>
                  <a:pt x="388040" y="80789"/>
                </a:cubicBezTo>
                <a:lnTo>
                  <a:pt x="391818" y="87825"/>
                </a:lnTo>
                <a:cubicBezTo>
                  <a:pt x="389038" y="89561"/>
                  <a:pt x="385954" y="91081"/>
                  <a:pt x="382566" y="92384"/>
                </a:cubicBezTo>
                <a:cubicBezTo>
                  <a:pt x="379178" y="93687"/>
                  <a:pt x="375313" y="94339"/>
                  <a:pt x="370971" y="94339"/>
                </a:cubicBezTo>
                <a:moveTo>
                  <a:pt x="351035" y="56031"/>
                </a:moveTo>
                <a:lnTo>
                  <a:pt x="384912" y="56031"/>
                </a:lnTo>
                <a:cubicBezTo>
                  <a:pt x="384912" y="49602"/>
                  <a:pt x="383544" y="44716"/>
                  <a:pt x="380807" y="41372"/>
                </a:cubicBezTo>
                <a:cubicBezTo>
                  <a:pt x="378071" y="38027"/>
                  <a:pt x="374228" y="36355"/>
                  <a:pt x="369277" y="36355"/>
                </a:cubicBezTo>
                <a:cubicBezTo>
                  <a:pt x="367018" y="36355"/>
                  <a:pt x="364868" y="36790"/>
                  <a:pt x="362825" y="37659"/>
                </a:cubicBezTo>
                <a:cubicBezTo>
                  <a:pt x="360784" y="38528"/>
                  <a:pt x="358938" y="39809"/>
                  <a:pt x="357288" y="41503"/>
                </a:cubicBezTo>
                <a:cubicBezTo>
                  <a:pt x="355637" y="43197"/>
                  <a:pt x="354270" y="45260"/>
                  <a:pt x="353184" y="47692"/>
                </a:cubicBezTo>
                <a:cubicBezTo>
                  <a:pt x="352098" y="50124"/>
                  <a:pt x="351382" y="52904"/>
                  <a:pt x="351035" y="56031"/>
                </a:cubicBezTo>
                <a:close/>
                <a:moveTo>
                  <a:pt x="426609" y="94339"/>
                </a:moveTo>
                <a:cubicBezTo>
                  <a:pt x="418618" y="94339"/>
                  <a:pt x="412254" y="91472"/>
                  <a:pt x="407520" y="85739"/>
                </a:cubicBezTo>
                <a:cubicBezTo>
                  <a:pt x="402785" y="80007"/>
                  <a:pt x="400418" y="71841"/>
                  <a:pt x="400418" y="61242"/>
                </a:cubicBezTo>
                <a:cubicBezTo>
                  <a:pt x="400418" y="56118"/>
                  <a:pt x="401178" y="51492"/>
                  <a:pt x="402698" y="47366"/>
                </a:cubicBezTo>
                <a:cubicBezTo>
                  <a:pt x="404219" y="43240"/>
                  <a:pt x="406238" y="39743"/>
                  <a:pt x="408756" y="36876"/>
                </a:cubicBezTo>
                <a:cubicBezTo>
                  <a:pt x="411276" y="34009"/>
                  <a:pt x="414186" y="31794"/>
                  <a:pt x="417487" y="30231"/>
                </a:cubicBezTo>
                <a:cubicBezTo>
                  <a:pt x="420789" y="28667"/>
                  <a:pt x="424263" y="27885"/>
                  <a:pt x="427911" y="27885"/>
                </a:cubicBezTo>
                <a:cubicBezTo>
                  <a:pt x="431560" y="27885"/>
                  <a:pt x="434731" y="28537"/>
                  <a:pt x="437423" y="29840"/>
                </a:cubicBezTo>
                <a:cubicBezTo>
                  <a:pt x="440116" y="31143"/>
                  <a:pt x="442853" y="32923"/>
                  <a:pt x="445633" y="35182"/>
                </a:cubicBezTo>
                <a:lnTo>
                  <a:pt x="445112" y="24368"/>
                </a:lnTo>
                <a:lnTo>
                  <a:pt x="445112" y="0"/>
                </a:lnTo>
                <a:lnTo>
                  <a:pt x="455928" y="0"/>
                </a:lnTo>
                <a:lnTo>
                  <a:pt x="455928" y="92776"/>
                </a:lnTo>
                <a:lnTo>
                  <a:pt x="447066" y="92776"/>
                </a:lnTo>
                <a:lnTo>
                  <a:pt x="446153" y="85348"/>
                </a:lnTo>
                <a:lnTo>
                  <a:pt x="445764" y="85348"/>
                </a:lnTo>
                <a:cubicBezTo>
                  <a:pt x="443244" y="87780"/>
                  <a:pt x="440355" y="89887"/>
                  <a:pt x="437097" y="91668"/>
                </a:cubicBezTo>
                <a:cubicBezTo>
                  <a:pt x="433840" y="93448"/>
                  <a:pt x="430344" y="94339"/>
                  <a:pt x="426609" y="94339"/>
                </a:cubicBezTo>
                <a:moveTo>
                  <a:pt x="428955" y="85348"/>
                </a:moveTo>
                <a:cubicBezTo>
                  <a:pt x="431908" y="85348"/>
                  <a:pt x="434688" y="84631"/>
                  <a:pt x="437294" y="83198"/>
                </a:cubicBezTo>
                <a:cubicBezTo>
                  <a:pt x="439900" y="81765"/>
                  <a:pt x="442506" y="79572"/>
                  <a:pt x="445112" y="76619"/>
                </a:cubicBezTo>
                <a:lnTo>
                  <a:pt x="445112" y="43521"/>
                </a:lnTo>
                <a:cubicBezTo>
                  <a:pt x="442418" y="41089"/>
                  <a:pt x="439833" y="39373"/>
                  <a:pt x="437357" y="38375"/>
                </a:cubicBezTo>
                <a:cubicBezTo>
                  <a:pt x="434883" y="37376"/>
                  <a:pt x="432342" y="36876"/>
                  <a:pt x="429736" y="36876"/>
                </a:cubicBezTo>
                <a:cubicBezTo>
                  <a:pt x="427217" y="36876"/>
                  <a:pt x="424849" y="37463"/>
                  <a:pt x="422634" y="38636"/>
                </a:cubicBezTo>
                <a:cubicBezTo>
                  <a:pt x="420420" y="39809"/>
                  <a:pt x="418487" y="41460"/>
                  <a:pt x="416837" y="43588"/>
                </a:cubicBezTo>
                <a:cubicBezTo>
                  <a:pt x="415186" y="45716"/>
                  <a:pt x="413883" y="48256"/>
                  <a:pt x="412928" y="51209"/>
                </a:cubicBezTo>
                <a:cubicBezTo>
                  <a:pt x="411972" y="54163"/>
                  <a:pt x="411494" y="57464"/>
                  <a:pt x="411494" y="61113"/>
                </a:cubicBezTo>
                <a:cubicBezTo>
                  <a:pt x="411494" y="68757"/>
                  <a:pt x="413014" y="74707"/>
                  <a:pt x="416053" y="78963"/>
                </a:cubicBezTo>
                <a:cubicBezTo>
                  <a:pt x="419094" y="83220"/>
                  <a:pt x="423395" y="85348"/>
                  <a:pt x="428955" y="85348"/>
                </a:cubicBezTo>
                <a:close/>
                <a:moveTo>
                  <a:pt x="527984" y="94339"/>
                </a:moveTo>
                <a:cubicBezTo>
                  <a:pt x="522598" y="94339"/>
                  <a:pt x="517647" y="93340"/>
                  <a:pt x="513129" y="91342"/>
                </a:cubicBezTo>
                <a:cubicBezTo>
                  <a:pt x="508612" y="89345"/>
                  <a:pt x="504681" y="86456"/>
                  <a:pt x="501337" y="82677"/>
                </a:cubicBezTo>
                <a:cubicBezTo>
                  <a:pt x="497993" y="78898"/>
                  <a:pt x="495387" y="74251"/>
                  <a:pt x="493519" y="68736"/>
                </a:cubicBezTo>
                <a:cubicBezTo>
                  <a:pt x="491652" y="63219"/>
                  <a:pt x="490718" y="56986"/>
                  <a:pt x="490718" y="50036"/>
                </a:cubicBezTo>
                <a:cubicBezTo>
                  <a:pt x="490718" y="43174"/>
                  <a:pt x="491673" y="37007"/>
                  <a:pt x="493583" y="31534"/>
                </a:cubicBezTo>
                <a:cubicBezTo>
                  <a:pt x="495494" y="26061"/>
                  <a:pt x="498144" y="21413"/>
                  <a:pt x="501532" y="17592"/>
                </a:cubicBezTo>
                <a:cubicBezTo>
                  <a:pt x="504920" y="13769"/>
                  <a:pt x="508916" y="10837"/>
                  <a:pt x="513519" y="8796"/>
                </a:cubicBezTo>
                <a:cubicBezTo>
                  <a:pt x="518124" y="6755"/>
                  <a:pt x="523163" y="5734"/>
                  <a:pt x="528636" y="5734"/>
                </a:cubicBezTo>
                <a:cubicBezTo>
                  <a:pt x="533848" y="5734"/>
                  <a:pt x="538430" y="6798"/>
                  <a:pt x="542383" y="8927"/>
                </a:cubicBezTo>
                <a:cubicBezTo>
                  <a:pt x="546335" y="11055"/>
                  <a:pt x="549571" y="13508"/>
                  <a:pt x="552089" y="16288"/>
                </a:cubicBezTo>
                <a:lnTo>
                  <a:pt x="546226" y="23324"/>
                </a:lnTo>
                <a:cubicBezTo>
                  <a:pt x="543967" y="20892"/>
                  <a:pt x="541404" y="18937"/>
                  <a:pt x="538537" y="17461"/>
                </a:cubicBezTo>
                <a:cubicBezTo>
                  <a:pt x="535672" y="15984"/>
                  <a:pt x="532414" y="15246"/>
                  <a:pt x="528765" y="15246"/>
                </a:cubicBezTo>
                <a:cubicBezTo>
                  <a:pt x="524682" y="15246"/>
                  <a:pt x="520990" y="16050"/>
                  <a:pt x="517688" y="17658"/>
                </a:cubicBezTo>
                <a:cubicBezTo>
                  <a:pt x="514388" y="19264"/>
                  <a:pt x="511565" y="21566"/>
                  <a:pt x="509221" y="24563"/>
                </a:cubicBezTo>
                <a:cubicBezTo>
                  <a:pt x="506876" y="27560"/>
                  <a:pt x="505073" y="31186"/>
                  <a:pt x="503812" y="35443"/>
                </a:cubicBezTo>
                <a:cubicBezTo>
                  <a:pt x="502553" y="39699"/>
                  <a:pt x="501924" y="44476"/>
                  <a:pt x="501924" y="49776"/>
                </a:cubicBezTo>
                <a:cubicBezTo>
                  <a:pt x="501924" y="55161"/>
                  <a:pt x="502553" y="60004"/>
                  <a:pt x="503812" y="64304"/>
                </a:cubicBezTo>
                <a:cubicBezTo>
                  <a:pt x="505073" y="68604"/>
                  <a:pt x="506832" y="72274"/>
                  <a:pt x="509089" y="75315"/>
                </a:cubicBezTo>
                <a:cubicBezTo>
                  <a:pt x="511348" y="78356"/>
                  <a:pt x="514106" y="80701"/>
                  <a:pt x="517364" y="82351"/>
                </a:cubicBezTo>
                <a:cubicBezTo>
                  <a:pt x="520622" y="84002"/>
                  <a:pt x="524293" y="84827"/>
                  <a:pt x="528375" y="84827"/>
                </a:cubicBezTo>
                <a:cubicBezTo>
                  <a:pt x="532545" y="84827"/>
                  <a:pt x="536194" y="83980"/>
                  <a:pt x="539321" y="82286"/>
                </a:cubicBezTo>
                <a:cubicBezTo>
                  <a:pt x="542447" y="80592"/>
                  <a:pt x="545401" y="78225"/>
                  <a:pt x="548180" y="75186"/>
                </a:cubicBezTo>
                <a:lnTo>
                  <a:pt x="554175" y="81962"/>
                </a:lnTo>
                <a:cubicBezTo>
                  <a:pt x="550787" y="85871"/>
                  <a:pt x="546964" y="88911"/>
                  <a:pt x="542707" y="91082"/>
                </a:cubicBezTo>
                <a:cubicBezTo>
                  <a:pt x="538450" y="93253"/>
                  <a:pt x="533543" y="94339"/>
                  <a:pt x="527984" y="94339"/>
                </a:cubicBezTo>
                <a:close/>
                <a:moveTo>
                  <a:pt x="587140" y="94339"/>
                </a:moveTo>
                <a:cubicBezTo>
                  <a:pt x="583231" y="94339"/>
                  <a:pt x="579518" y="93600"/>
                  <a:pt x="576000" y="92124"/>
                </a:cubicBezTo>
                <a:cubicBezTo>
                  <a:pt x="572482" y="90647"/>
                  <a:pt x="569377" y="88497"/>
                  <a:pt x="566683" y="85674"/>
                </a:cubicBezTo>
                <a:cubicBezTo>
                  <a:pt x="563990" y="82850"/>
                  <a:pt x="561840" y="79376"/>
                  <a:pt x="560233" y="75249"/>
                </a:cubicBezTo>
                <a:cubicBezTo>
                  <a:pt x="558627" y="71123"/>
                  <a:pt x="557824" y="66454"/>
                  <a:pt x="557824" y="61242"/>
                </a:cubicBezTo>
                <a:cubicBezTo>
                  <a:pt x="557824" y="55944"/>
                  <a:pt x="558627" y="51232"/>
                  <a:pt x="560233" y="47106"/>
                </a:cubicBezTo>
                <a:cubicBezTo>
                  <a:pt x="561840" y="42979"/>
                  <a:pt x="563990" y="39483"/>
                  <a:pt x="566683" y="36616"/>
                </a:cubicBezTo>
                <a:cubicBezTo>
                  <a:pt x="569377" y="33749"/>
                  <a:pt x="572482" y="31577"/>
                  <a:pt x="576000" y="30100"/>
                </a:cubicBezTo>
                <a:cubicBezTo>
                  <a:pt x="579518" y="28624"/>
                  <a:pt x="583231" y="27885"/>
                  <a:pt x="587140" y="27885"/>
                </a:cubicBezTo>
                <a:cubicBezTo>
                  <a:pt x="591049" y="27885"/>
                  <a:pt x="594763" y="28624"/>
                  <a:pt x="598281" y="30100"/>
                </a:cubicBezTo>
                <a:cubicBezTo>
                  <a:pt x="601800" y="31577"/>
                  <a:pt x="604905" y="33749"/>
                  <a:pt x="607597" y="36616"/>
                </a:cubicBezTo>
                <a:cubicBezTo>
                  <a:pt x="610291" y="39483"/>
                  <a:pt x="612441" y="42979"/>
                  <a:pt x="614047" y="47106"/>
                </a:cubicBezTo>
                <a:cubicBezTo>
                  <a:pt x="615655" y="51232"/>
                  <a:pt x="616459" y="55944"/>
                  <a:pt x="616459" y="61242"/>
                </a:cubicBezTo>
                <a:cubicBezTo>
                  <a:pt x="616459" y="66454"/>
                  <a:pt x="615655" y="71123"/>
                  <a:pt x="614047" y="75249"/>
                </a:cubicBezTo>
                <a:cubicBezTo>
                  <a:pt x="612441" y="79376"/>
                  <a:pt x="610291" y="82850"/>
                  <a:pt x="607597" y="85674"/>
                </a:cubicBezTo>
                <a:cubicBezTo>
                  <a:pt x="604905" y="88497"/>
                  <a:pt x="601800" y="90647"/>
                  <a:pt x="598281" y="92124"/>
                </a:cubicBezTo>
                <a:cubicBezTo>
                  <a:pt x="594763" y="93600"/>
                  <a:pt x="591049" y="94339"/>
                  <a:pt x="587140" y="94339"/>
                </a:cubicBezTo>
                <a:moveTo>
                  <a:pt x="587140" y="85479"/>
                </a:moveTo>
                <a:cubicBezTo>
                  <a:pt x="589834" y="85479"/>
                  <a:pt x="592310" y="84893"/>
                  <a:pt x="594568" y="83721"/>
                </a:cubicBezTo>
                <a:cubicBezTo>
                  <a:pt x="596827" y="82548"/>
                  <a:pt x="598760" y="80897"/>
                  <a:pt x="600366" y="78769"/>
                </a:cubicBezTo>
                <a:cubicBezTo>
                  <a:pt x="601974" y="76640"/>
                  <a:pt x="603212" y="74099"/>
                  <a:pt x="604080" y="71146"/>
                </a:cubicBezTo>
                <a:cubicBezTo>
                  <a:pt x="604948" y="68192"/>
                  <a:pt x="605383" y="64891"/>
                  <a:pt x="605383" y="61242"/>
                </a:cubicBezTo>
                <a:cubicBezTo>
                  <a:pt x="605383" y="57594"/>
                  <a:pt x="604948" y="54272"/>
                  <a:pt x="604080" y="51275"/>
                </a:cubicBezTo>
                <a:cubicBezTo>
                  <a:pt x="603212" y="48278"/>
                  <a:pt x="601974" y="45694"/>
                  <a:pt x="600366" y="43523"/>
                </a:cubicBezTo>
                <a:cubicBezTo>
                  <a:pt x="598760" y="41350"/>
                  <a:pt x="596827" y="39678"/>
                  <a:pt x="594568" y="38506"/>
                </a:cubicBezTo>
                <a:cubicBezTo>
                  <a:pt x="592310" y="37333"/>
                  <a:pt x="589834" y="36747"/>
                  <a:pt x="587140" y="36747"/>
                </a:cubicBezTo>
                <a:cubicBezTo>
                  <a:pt x="584448" y="36747"/>
                  <a:pt x="581973" y="37333"/>
                  <a:pt x="579714" y="38506"/>
                </a:cubicBezTo>
                <a:cubicBezTo>
                  <a:pt x="577456" y="39678"/>
                  <a:pt x="575522" y="41350"/>
                  <a:pt x="573915" y="43523"/>
                </a:cubicBezTo>
                <a:cubicBezTo>
                  <a:pt x="572308" y="45694"/>
                  <a:pt x="571070" y="48278"/>
                  <a:pt x="570200" y="51275"/>
                </a:cubicBezTo>
                <a:cubicBezTo>
                  <a:pt x="569332" y="54272"/>
                  <a:pt x="568898" y="57594"/>
                  <a:pt x="568898" y="61242"/>
                </a:cubicBezTo>
                <a:cubicBezTo>
                  <a:pt x="568898" y="64891"/>
                  <a:pt x="569332" y="68192"/>
                  <a:pt x="570200" y="71146"/>
                </a:cubicBezTo>
                <a:cubicBezTo>
                  <a:pt x="571070" y="74099"/>
                  <a:pt x="572308" y="76640"/>
                  <a:pt x="573915" y="78769"/>
                </a:cubicBezTo>
                <a:cubicBezTo>
                  <a:pt x="575522" y="80897"/>
                  <a:pt x="577456" y="82548"/>
                  <a:pt x="579714" y="83721"/>
                </a:cubicBezTo>
                <a:cubicBezTo>
                  <a:pt x="581973" y="84893"/>
                  <a:pt x="584448" y="85479"/>
                  <a:pt x="587140" y="85479"/>
                </a:cubicBezTo>
                <a:close/>
                <a:moveTo>
                  <a:pt x="627665" y="92776"/>
                </a:moveTo>
                <a:lnTo>
                  <a:pt x="627665" y="29450"/>
                </a:lnTo>
                <a:lnTo>
                  <a:pt x="636525" y="29450"/>
                </a:lnTo>
                <a:lnTo>
                  <a:pt x="637437" y="38570"/>
                </a:lnTo>
                <a:lnTo>
                  <a:pt x="637829" y="38570"/>
                </a:lnTo>
                <a:cubicBezTo>
                  <a:pt x="640870" y="35529"/>
                  <a:pt x="644062" y="32988"/>
                  <a:pt x="647406" y="30947"/>
                </a:cubicBezTo>
                <a:cubicBezTo>
                  <a:pt x="650750" y="28906"/>
                  <a:pt x="654637" y="27885"/>
                  <a:pt x="659067" y="27885"/>
                </a:cubicBezTo>
                <a:cubicBezTo>
                  <a:pt x="665756" y="27885"/>
                  <a:pt x="670642" y="29970"/>
                  <a:pt x="673725" y="34140"/>
                </a:cubicBezTo>
                <a:cubicBezTo>
                  <a:pt x="676809" y="38310"/>
                  <a:pt x="678351" y="44478"/>
                  <a:pt x="678351" y="52643"/>
                </a:cubicBezTo>
                <a:lnTo>
                  <a:pt x="678351" y="92776"/>
                </a:lnTo>
                <a:lnTo>
                  <a:pt x="667668" y="92776"/>
                </a:lnTo>
                <a:lnTo>
                  <a:pt x="667668" y="54076"/>
                </a:lnTo>
                <a:cubicBezTo>
                  <a:pt x="667668" y="48083"/>
                  <a:pt x="666713" y="43761"/>
                  <a:pt x="664801" y="41111"/>
                </a:cubicBezTo>
                <a:cubicBezTo>
                  <a:pt x="662890" y="38461"/>
                  <a:pt x="659849" y="37137"/>
                  <a:pt x="655679" y="37137"/>
                </a:cubicBezTo>
                <a:cubicBezTo>
                  <a:pt x="652379" y="37137"/>
                  <a:pt x="649469" y="37962"/>
                  <a:pt x="646949" y="39612"/>
                </a:cubicBezTo>
                <a:cubicBezTo>
                  <a:pt x="644430" y="41262"/>
                  <a:pt x="641564" y="43694"/>
                  <a:pt x="638350" y="46909"/>
                </a:cubicBezTo>
                <a:lnTo>
                  <a:pt x="638350" y="92776"/>
                </a:lnTo>
                <a:lnTo>
                  <a:pt x="627665" y="92776"/>
                </a:lnTo>
                <a:close/>
                <a:moveTo>
                  <a:pt x="709364" y="94339"/>
                </a:moveTo>
                <a:cubicBezTo>
                  <a:pt x="704847" y="94339"/>
                  <a:pt x="700547" y="93513"/>
                  <a:pt x="696464" y="91863"/>
                </a:cubicBezTo>
                <a:cubicBezTo>
                  <a:pt x="692382" y="90213"/>
                  <a:pt x="688820" y="88129"/>
                  <a:pt x="685779" y="85610"/>
                </a:cubicBezTo>
                <a:lnTo>
                  <a:pt x="691122" y="78442"/>
                </a:lnTo>
                <a:cubicBezTo>
                  <a:pt x="693901" y="80701"/>
                  <a:pt x="696746" y="82526"/>
                  <a:pt x="699655" y="83916"/>
                </a:cubicBezTo>
                <a:cubicBezTo>
                  <a:pt x="702566" y="85305"/>
                  <a:pt x="705933" y="86000"/>
                  <a:pt x="709756" y="86000"/>
                </a:cubicBezTo>
                <a:cubicBezTo>
                  <a:pt x="713924" y="86000"/>
                  <a:pt x="717051" y="85045"/>
                  <a:pt x="719136" y="83135"/>
                </a:cubicBezTo>
                <a:cubicBezTo>
                  <a:pt x="721221" y="81223"/>
                  <a:pt x="722264" y="78877"/>
                  <a:pt x="722264" y="76096"/>
                </a:cubicBezTo>
                <a:cubicBezTo>
                  <a:pt x="722264" y="74446"/>
                  <a:pt x="721829" y="73013"/>
                  <a:pt x="720960" y="71798"/>
                </a:cubicBezTo>
                <a:cubicBezTo>
                  <a:pt x="720091" y="70581"/>
                  <a:pt x="718984" y="69517"/>
                  <a:pt x="717637" y="68605"/>
                </a:cubicBezTo>
                <a:cubicBezTo>
                  <a:pt x="716292" y="67693"/>
                  <a:pt x="714750" y="66889"/>
                  <a:pt x="713013" y="66195"/>
                </a:cubicBezTo>
                <a:cubicBezTo>
                  <a:pt x="711275" y="65499"/>
                  <a:pt x="709538" y="64804"/>
                  <a:pt x="707801" y="64109"/>
                </a:cubicBezTo>
                <a:cubicBezTo>
                  <a:pt x="705543" y="63327"/>
                  <a:pt x="703284" y="62437"/>
                  <a:pt x="701025" y="61439"/>
                </a:cubicBezTo>
                <a:cubicBezTo>
                  <a:pt x="698767" y="60440"/>
                  <a:pt x="696747" y="59223"/>
                  <a:pt x="694965" y="57790"/>
                </a:cubicBezTo>
                <a:cubicBezTo>
                  <a:pt x="693185" y="56356"/>
                  <a:pt x="691730" y="54684"/>
                  <a:pt x="690601" y="52774"/>
                </a:cubicBezTo>
                <a:cubicBezTo>
                  <a:pt x="689472" y="50863"/>
                  <a:pt x="688907" y="48560"/>
                  <a:pt x="688907" y="45867"/>
                </a:cubicBezTo>
                <a:cubicBezTo>
                  <a:pt x="688907" y="43347"/>
                  <a:pt x="689406" y="40980"/>
                  <a:pt x="690404" y="38765"/>
                </a:cubicBezTo>
                <a:cubicBezTo>
                  <a:pt x="691404" y="36550"/>
                  <a:pt x="692837" y="34639"/>
                  <a:pt x="694705" y="33033"/>
                </a:cubicBezTo>
                <a:cubicBezTo>
                  <a:pt x="696572" y="31425"/>
                  <a:pt x="698852" y="30165"/>
                  <a:pt x="701544" y="29253"/>
                </a:cubicBezTo>
                <a:cubicBezTo>
                  <a:pt x="704238" y="28341"/>
                  <a:pt x="707278" y="27885"/>
                  <a:pt x="710666" y="27885"/>
                </a:cubicBezTo>
                <a:cubicBezTo>
                  <a:pt x="714663" y="27885"/>
                  <a:pt x="718333" y="28580"/>
                  <a:pt x="721677" y="29971"/>
                </a:cubicBezTo>
                <a:cubicBezTo>
                  <a:pt x="725022" y="31360"/>
                  <a:pt x="727910" y="33054"/>
                  <a:pt x="730342" y="35053"/>
                </a:cubicBezTo>
                <a:lnTo>
                  <a:pt x="725260" y="41827"/>
                </a:lnTo>
                <a:cubicBezTo>
                  <a:pt x="723089" y="40177"/>
                  <a:pt x="720830" y="38831"/>
                  <a:pt x="718484" y="37789"/>
                </a:cubicBezTo>
                <a:cubicBezTo>
                  <a:pt x="716139" y="36746"/>
                  <a:pt x="713577" y="36224"/>
                  <a:pt x="710798" y="36224"/>
                </a:cubicBezTo>
                <a:cubicBezTo>
                  <a:pt x="706801" y="36224"/>
                  <a:pt x="703869" y="37137"/>
                  <a:pt x="702002" y="38962"/>
                </a:cubicBezTo>
                <a:cubicBezTo>
                  <a:pt x="700134" y="40786"/>
                  <a:pt x="699200" y="42914"/>
                  <a:pt x="699200" y="45346"/>
                </a:cubicBezTo>
                <a:cubicBezTo>
                  <a:pt x="699200" y="46823"/>
                  <a:pt x="699591" y="48104"/>
                  <a:pt x="700373" y="49189"/>
                </a:cubicBezTo>
                <a:cubicBezTo>
                  <a:pt x="701155" y="50275"/>
                  <a:pt x="702198" y="51231"/>
                  <a:pt x="703501" y="52056"/>
                </a:cubicBezTo>
                <a:cubicBezTo>
                  <a:pt x="704804" y="52882"/>
                  <a:pt x="706302" y="53621"/>
                  <a:pt x="707996" y="54273"/>
                </a:cubicBezTo>
                <a:cubicBezTo>
                  <a:pt x="709690" y="54924"/>
                  <a:pt x="711449" y="55597"/>
                  <a:pt x="713273" y="56291"/>
                </a:cubicBezTo>
                <a:cubicBezTo>
                  <a:pt x="715532" y="57160"/>
                  <a:pt x="717812" y="58071"/>
                  <a:pt x="720113" y="59027"/>
                </a:cubicBezTo>
                <a:cubicBezTo>
                  <a:pt x="722415" y="59983"/>
                  <a:pt x="724478" y="61178"/>
                  <a:pt x="726302" y="62612"/>
                </a:cubicBezTo>
                <a:cubicBezTo>
                  <a:pt x="728127" y="64045"/>
                  <a:pt x="729626" y="65804"/>
                  <a:pt x="730797" y="67889"/>
                </a:cubicBezTo>
                <a:cubicBezTo>
                  <a:pt x="731971" y="69973"/>
                  <a:pt x="732557" y="72492"/>
                  <a:pt x="732557" y="75446"/>
                </a:cubicBezTo>
                <a:cubicBezTo>
                  <a:pt x="732557" y="78052"/>
                  <a:pt x="732057" y="80484"/>
                  <a:pt x="731058" y="82743"/>
                </a:cubicBezTo>
                <a:cubicBezTo>
                  <a:pt x="730060" y="85002"/>
                  <a:pt x="728583" y="87000"/>
                  <a:pt x="726628" y="88738"/>
                </a:cubicBezTo>
                <a:cubicBezTo>
                  <a:pt x="724674" y="90474"/>
                  <a:pt x="722242" y="91841"/>
                  <a:pt x="719331" y="92839"/>
                </a:cubicBezTo>
                <a:cubicBezTo>
                  <a:pt x="716422" y="93839"/>
                  <a:pt x="713099" y="94339"/>
                  <a:pt x="709364" y="94339"/>
                </a:cubicBezTo>
                <a:close/>
                <a:moveTo>
                  <a:pt x="761615" y="94339"/>
                </a:moveTo>
                <a:cubicBezTo>
                  <a:pt x="758227" y="94339"/>
                  <a:pt x="755382" y="93818"/>
                  <a:pt x="753080" y="92776"/>
                </a:cubicBezTo>
                <a:cubicBezTo>
                  <a:pt x="750779" y="91734"/>
                  <a:pt x="748911" y="90301"/>
                  <a:pt x="747477" y="88477"/>
                </a:cubicBezTo>
                <a:cubicBezTo>
                  <a:pt x="746044" y="86652"/>
                  <a:pt x="745023" y="84436"/>
                  <a:pt x="744415" y="81830"/>
                </a:cubicBezTo>
                <a:cubicBezTo>
                  <a:pt x="743807" y="79224"/>
                  <a:pt x="743502" y="76358"/>
                  <a:pt x="743502" y="73231"/>
                </a:cubicBezTo>
                <a:lnTo>
                  <a:pt x="743502" y="38178"/>
                </a:lnTo>
                <a:lnTo>
                  <a:pt x="734122" y="38178"/>
                </a:lnTo>
                <a:lnTo>
                  <a:pt x="734122" y="30100"/>
                </a:lnTo>
                <a:lnTo>
                  <a:pt x="744025" y="29450"/>
                </a:lnTo>
                <a:lnTo>
                  <a:pt x="745328" y="11729"/>
                </a:lnTo>
                <a:lnTo>
                  <a:pt x="754318" y="11729"/>
                </a:lnTo>
                <a:lnTo>
                  <a:pt x="754318" y="29450"/>
                </a:lnTo>
                <a:lnTo>
                  <a:pt x="771388" y="29450"/>
                </a:lnTo>
                <a:lnTo>
                  <a:pt x="771388" y="38178"/>
                </a:lnTo>
                <a:lnTo>
                  <a:pt x="754318" y="38178"/>
                </a:lnTo>
                <a:lnTo>
                  <a:pt x="754318" y="73360"/>
                </a:lnTo>
                <a:cubicBezTo>
                  <a:pt x="754318" y="77269"/>
                  <a:pt x="755035" y="80288"/>
                  <a:pt x="756468" y="82417"/>
                </a:cubicBezTo>
                <a:cubicBezTo>
                  <a:pt x="757902" y="84546"/>
                  <a:pt x="760443" y="85610"/>
                  <a:pt x="764091" y="85610"/>
                </a:cubicBezTo>
                <a:cubicBezTo>
                  <a:pt x="765220" y="85610"/>
                  <a:pt x="766436" y="85436"/>
                  <a:pt x="767739" y="85089"/>
                </a:cubicBezTo>
                <a:cubicBezTo>
                  <a:pt x="769042" y="84741"/>
                  <a:pt x="770215" y="84350"/>
                  <a:pt x="771258" y="83916"/>
                </a:cubicBezTo>
                <a:lnTo>
                  <a:pt x="773342" y="91994"/>
                </a:lnTo>
                <a:cubicBezTo>
                  <a:pt x="771604" y="92603"/>
                  <a:pt x="769715" y="93146"/>
                  <a:pt x="767674" y="93623"/>
                </a:cubicBezTo>
                <a:cubicBezTo>
                  <a:pt x="765632" y="94100"/>
                  <a:pt x="763613" y="94339"/>
                  <a:pt x="761615" y="94339"/>
                </a:cubicBezTo>
                <a:close/>
                <a:moveTo>
                  <a:pt x="797057" y="94339"/>
                </a:moveTo>
                <a:cubicBezTo>
                  <a:pt x="791758" y="94339"/>
                  <a:pt x="787349" y="92775"/>
                  <a:pt x="783832" y="89648"/>
                </a:cubicBezTo>
                <a:cubicBezTo>
                  <a:pt x="780314" y="86521"/>
                  <a:pt x="778555" y="82091"/>
                  <a:pt x="778555" y="76357"/>
                </a:cubicBezTo>
                <a:cubicBezTo>
                  <a:pt x="778555" y="69408"/>
                  <a:pt x="781639" y="64089"/>
                  <a:pt x="787806" y="60397"/>
                </a:cubicBezTo>
                <a:cubicBezTo>
                  <a:pt x="793974" y="56704"/>
                  <a:pt x="803833" y="54120"/>
                  <a:pt x="817385" y="52643"/>
                </a:cubicBezTo>
                <a:cubicBezTo>
                  <a:pt x="817385" y="50645"/>
                  <a:pt x="817190" y="48691"/>
                  <a:pt x="816799" y="46780"/>
                </a:cubicBezTo>
                <a:cubicBezTo>
                  <a:pt x="816408" y="44868"/>
                  <a:pt x="815734" y="43174"/>
                  <a:pt x="814779" y="41698"/>
                </a:cubicBezTo>
                <a:cubicBezTo>
                  <a:pt x="813823" y="40221"/>
                  <a:pt x="812498" y="39027"/>
                  <a:pt x="810804" y="38115"/>
                </a:cubicBezTo>
                <a:cubicBezTo>
                  <a:pt x="809110" y="37203"/>
                  <a:pt x="806960" y="36747"/>
                  <a:pt x="804354" y="36747"/>
                </a:cubicBezTo>
                <a:cubicBezTo>
                  <a:pt x="800705" y="36747"/>
                  <a:pt x="797273" y="37442"/>
                  <a:pt x="794059" y="38833"/>
                </a:cubicBezTo>
                <a:cubicBezTo>
                  <a:pt x="790846" y="40222"/>
                  <a:pt x="787980" y="41784"/>
                  <a:pt x="785460" y="43521"/>
                </a:cubicBezTo>
                <a:lnTo>
                  <a:pt x="781291" y="36095"/>
                </a:lnTo>
                <a:cubicBezTo>
                  <a:pt x="784244" y="34183"/>
                  <a:pt x="787849" y="32338"/>
                  <a:pt x="792105" y="30557"/>
                </a:cubicBezTo>
                <a:cubicBezTo>
                  <a:pt x="796362" y="28776"/>
                  <a:pt x="801054" y="27885"/>
                  <a:pt x="806180" y="27885"/>
                </a:cubicBezTo>
                <a:cubicBezTo>
                  <a:pt x="813910" y="27885"/>
                  <a:pt x="819512" y="30253"/>
                  <a:pt x="822986" y="34987"/>
                </a:cubicBezTo>
                <a:cubicBezTo>
                  <a:pt x="826462" y="39721"/>
                  <a:pt x="828199" y="46040"/>
                  <a:pt x="828199" y="53945"/>
                </a:cubicBezTo>
                <a:lnTo>
                  <a:pt x="828199" y="92776"/>
                </a:lnTo>
                <a:lnTo>
                  <a:pt x="819340" y="92776"/>
                </a:lnTo>
                <a:lnTo>
                  <a:pt x="818427" y="85218"/>
                </a:lnTo>
                <a:lnTo>
                  <a:pt x="818035" y="85218"/>
                </a:lnTo>
                <a:cubicBezTo>
                  <a:pt x="814996" y="87737"/>
                  <a:pt x="811739" y="89887"/>
                  <a:pt x="808263" y="91668"/>
                </a:cubicBezTo>
                <a:cubicBezTo>
                  <a:pt x="804789" y="93448"/>
                  <a:pt x="801054" y="94339"/>
                  <a:pt x="797057" y="94339"/>
                </a:cubicBezTo>
                <a:moveTo>
                  <a:pt x="800185" y="85739"/>
                </a:moveTo>
                <a:cubicBezTo>
                  <a:pt x="803226" y="85739"/>
                  <a:pt x="806092" y="85023"/>
                  <a:pt x="808784" y="83590"/>
                </a:cubicBezTo>
                <a:cubicBezTo>
                  <a:pt x="811478" y="82156"/>
                  <a:pt x="814345" y="80049"/>
                  <a:pt x="817385" y="77269"/>
                </a:cubicBezTo>
                <a:lnTo>
                  <a:pt x="817385" y="59679"/>
                </a:lnTo>
                <a:cubicBezTo>
                  <a:pt x="812086" y="60374"/>
                  <a:pt x="807634" y="61199"/>
                  <a:pt x="804028" y="62155"/>
                </a:cubicBezTo>
                <a:cubicBezTo>
                  <a:pt x="800423" y="63110"/>
                  <a:pt x="797513" y="64240"/>
                  <a:pt x="795298" y="65543"/>
                </a:cubicBezTo>
                <a:cubicBezTo>
                  <a:pt x="793083" y="66846"/>
                  <a:pt x="791476" y="68344"/>
                  <a:pt x="790476" y="70038"/>
                </a:cubicBezTo>
                <a:cubicBezTo>
                  <a:pt x="789478" y="71732"/>
                  <a:pt x="788979" y="73578"/>
                  <a:pt x="788979" y="75575"/>
                </a:cubicBezTo>
                <a:cubicBezTo>
                  <a:pt x="788979" y="79224"/>
                  <a:pt x="790065" y="81831"/>
                  <a:pt x="792236" y="83395"/>
                </a:cubicBezTo>
                <a:cubicBezTo>
                  <a:pt x="794408" y="84958"/>
                  <a:pt x="797058" y="85739"/>
                  <a:pt x="800185" y="85739"/>
                </a:cubicBezTo>
                <a:close/>
                <a:moveTo>
                  <a:pt x="842142" y="92776"/>
                </a:moveTo>
                <a:lnTo>
                  <a:pt x="842142" y="29450"/>
                </a:lnTo>
                <a:lnTo>
                  <a:pt x="851002" y="29450"/>
                </a:lnTo>
                <a:lnTo>
                  <a:pt x="851914" y="38570"/>
                </a:lnTo>
                <a:lnTo>
                  <a:pt x="852306" y="38570"/>
                </a:lnTo>
                <a:cubicBezTo>
                  <a:pt x="855347" y="35529"/>
                  <a:pt x="858539" y="32988"/>
                  <a:pt x="861883" y="30947"/>
                </a:cubicBezTo>
                <a:cubicBezTo>
                  <a:pt x="865228" y="28906"/>
                  <a:pt x="869115" y="27885"/>
                  <a:pt x="873544" y="27885"/>
                </a:cubicBezTo>
                <a:cubicBezTo>
                  <a:pt x="880233" y="27885"/>
                  <a:pt x="885119" y="29970"/>
                  <a:pt x="888202" y="34140"/>
                </a:cubicBezTo>
                <a:cubicBezTo>
                  <a:pt x="891286" y="38310"/>
                  <a:pt x="892828" y="44478"/>
                  <a:pt x="892828" y="52643"/>
                </a:cubicBezTo>
                <a:lnTo>
                  <a:pt x="892828" y="92776"/>
                </a:lnTo>
                <a:lnTo>
                  <a:pt x="882146" y="92776"/>
                </a:lnTo>
                <a:lnTo>
                  <a:pt x="882146" y="54076"/>
                </a:lnTo>
                <a:cubicBezTo>
                  <a:pt x="882146" y="48083"/>
                  <a:pt x="881190" y="43761"/>
                  <a:pt x="879279" y="41111"/>
                </a:cubicBezTo>
                <a:cubicBezTo>
                  <a:pt x="877367" y="38461"/>
                  <a:pt x="874326" y="37137"/>
                  <a:pt x="870156" y="37137"/>
                </a:cubicBezTo>
                <a:cubicBezTo>
                  <a:pt x="866856" y="37137"/>
                  <a:pt x="863946" y="37962"/>
                  <a:pt x="861426" y="39612"/>
                </a:cubicBezTo>
                <a:cubicBezTo>
                  <a:pt x="858908" y="41262"/>
                  <a:pt x="856041" y="43694"/>
                  <a:pt x="852827" y="46909"/>
                </a:cubicBezTo>
                <a:lnTo>
                  <a:pt x="852827" y="92776"/>
                </a:lnTo>
                <a:lnTo>
                  <a:pt x="842142" y="92776"/>
                </a:lnTo>
                <a:close/>
                <a:moveTo>
                  <a:pt x="927229" y="94339"/>
                </a:moveTo>
                <a:cubicBezTo>
                  <a:pt x="923841" y="94339"/>
                  <a:pt x="920996" y="93818"/>
                  <a:pt x="918694" y="92776"/>
                </a:cubicBezTo>
                <a:cubicBezTo>
                  <a:pt x="916393" y="91734"/>
                  <a:pt x="914525" y="90301"/>
                  <a:pt x="913091" y="88477"/>
                </a:cubicBezTo>
                <a:cubicBezTo>
                  <a:pt x="911658" y="86652"/>
                  <a:pt x="910637" y="84436"/>
                  <a:pt x="910029" y="81830"/>
                </a:cubicBezTo>
                <a:cubicBezTo>
                  <a:pt x="909420" y="79224"/>
                  <a:pt x="909116" y="76358"/>
                  <a:pt x="909116" y="73231"/>
                </a:cubicBezTo>
                <a:lnTo>
                  <a:pt x="909116" y="38178"/>
                </a:lnTo>
                <a:lnTo>
                  <a:pt x="899736" y="38178"/>
                </a:lnTo>
                <a:lnTo>
                  <a:pt x="899736" y="30100"/>
                </a:lnTo>
                <a:lnTo>
                  <a:pt x="909639" y="29450"/>
                </a:lnTo>
                <a:lnTo>
                  <a:pt x="910941" y="11729"/>
                </a:lnTo>
                <a:lnTo>
                  <a:pt x="919932" y="11729"/>
                </a:lnTo>
                <a:lnTo>
                  <a:pt x="919932" y="29450"/>
                </a:lnTo>
                <a:lnTo>
                  <a:pt x="937001" y="29450"/>
                </a:lnTo>
                <a:lnTo>
                  <a:pt x="937001" y="38178"/>
                </a:lnTo>
                <a:lnTo>
                  <a:pt x="919932" y="38178"/>
                </a:lnTo>
                <a:lnTo>
                  <a:pt x="919932" y="73360"/>
                </a:lnTo>
                <a:cubicBezTo>
                  <a:pt x="919932" y="77269"/>
                  <a:pt x="920649" y="80288"/>
                  <a:pt x="922082" y="82417"/>
                </a:cubicBezTo>
                <a:cubicBezTo>
                  <a:pt x="923516" y="84546"/>
                  <a:pt x="926057" y="85610"/>
                  <a:pt x="929705" y="85610"/>
                </a:cubicBezTo>
                <a:cubicBezTo>
                  <a:pt x="930834" y="85610"/>
                  <a:pt x="932050" y="85436"/>
                  <a:pt x="933353" y="85089"/>
                </a:cubicBezTo>
                <a:cubicBezTo>
                  <a:pt x="934656" y="84741"/>
                  <a:pt x="935829" y="84350"/>
                  <a:pt x="936872" y="83916"/>
                </a:cubicBezTo>
                <a:lnTo>
                  <a:pt x="938956" y="91994"/>
                </a:lnTo>
                <a:cubicBezTo>
                  <a:pt x="937218" y="92603"/>
                  <a:pt x="935329" y="93146"/>
                  <a:pt x="933287" y="93623"/>
                </a:cubicBezTo>
                <a:cubicBezTo>
                  <a:pt x="931246" y="94100"/>
                  <a:pt x="929227" y="94339"/>
                  <a:pt x="927229" y="9433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5309DF-327F-4773-B126-45BA312E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0180" y="647393"/>
            <a:ext cx="1685300" cy="262391"/>
          </a:xfrm>
          <a:custGeom xmlns:a="http://schemas.openxmlformats.org/drawingml/2006/main">
            <a:pathLst>
              <a:path w="1685300" h="262391">
                <a:moveTo>
                  <a:pt x="0" y="0"/>
                </a:moveTo>
                <a:lnTo>
                  <a:pt x="1685300" y="0"/>
                </a:lnTo>
                <a:lnTo>
                  <a:pt x="1685300" y="262391"/>
                </a:lnTo>
                <a:lnTo>
                  <a:pt x="0" y="2623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184E94-6076-47CE-B132-514D204F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0181" y="647392"/>
            <a:ext cx="1685301" cy="262393"/>
          </a:xfrm>
          <a:custGeom xmlns:a="http://schemas.openxmlformats.org/drawingml/2006/main">
            <a:pathLst>
              <a:path w="1685301" h="262393" fill="none">
                <a:moveTo>
                  <a:pt x="0" y="0"/>
                </a:moveTo>
                <a:lnTo>
                  <a:pt x="1685301" y="0"/>
                </a:lnTo>
                <a:lnTo>
                  <a:pt x="1685301" y="262393"/>
                </a:lnTo>
                <a:lnTo>
                  <a:pt x="0" y="2623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000000"/>
            </a:solidFill>
            <a:miter/>
          </a:ln>
        </p:spPr>
      </p:sp>
      <p:sp>
        <p:nvSpPr>
          <p:cNvPr id="216" name="Text InsertedStatements">
            <a:extLst xmlns:a="http://schemas.openxmlformats.org/drawingml/2006/main">
              <a:ext uri="{FF2B5EF4-FFF2-40B4-BE49-F238E27FC236}">
                <a16:creationId xmlns:a16="http://schemas.microsoft.com/office/drawing/2014/main" id="{1A870D0E-CD34-4B41-BF9A-CD959815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0431" y="733365"/>
            <a:ext cx="1274557" cy="110062"/>
          </a:xfrm>
          <a:custGeom xmlns:a="http://schemas.openxmlformats.org/drawingml/2006/main">
            <a:pathLst>
              <a:path w="1274557" h="110062">
                <a:moveTo>
                  <a:pt x="0" y="108238"/>
                </a:moveTo>
                <a:lnTo>
                  <a:pt x="0" y="8513"/>
                </a:lnTo>
                <a:lnTo>
                  <a:pt x="12619" y="8513"/>
                </a:lnTo>
                <a:lnTo>
                  <a:pt x="12619" y="108238"/>
                </a:lnTo>
                <a:lnTo>
                  <a:pt x="0" y="108238"/>
                </a:lnTo>
                <a:close/>
                <a:moveTo>
                  <a:pt x="39511" y="108238"/>
                </a:moveTo>
                <a:lnTo>
                  <a:pt x="39511" y="34358"/>
                </a:lnTo>
                <a:lnTo>
                  <a:pt x="49847" y="34358"/>
                </a:lnTo>
                <a:lnTo>
                  <a:pt x="50912" y="44998"/>
                </a:lnTo>
                <a:lnTo>
                  <a:pt x="51369" y="44998"/>
                </a:lnTo>
                <a:cubicBezTo>
                  <a:pt x="54916" y="41451"/>
                  <a:pt x="58641" y="38486"/>
                  <a:pt x="62543" y="36105"/>
                </a:cubicBezTo>
                <a:cubicBezTo>
                  <a:pt x="66444" y="33723"/>
                  <a:pt x="70979" y="32533"/>
                  <a:pt x="76147" y="32533"/>
                </a:cubicBezTo>
                <a:cubicBezTo>
                  <a:pt x="83950" y="32533"/>
                  <a:pt x="89651" y="34965"/>
                  <a:pt x="93247" y="39830"/>
                </a:cubicBezTo>
                <a:cubicBezTo>
                  <a:pt x="96846" y="44695"/>
                  <a:pt x="98645" y="51891"/>
                  <a:pt x="98645" y="61417"/>
                </a:cubicBezTo>
                <a:lnTo>
                  <a:pt x="98645" y="108238"/>
                </a:lnTo>
                <a:lnTo>
                  <a:pt x="86182" y="108238"/>
                </a:lnTo>
                <a:lnTo>
                  <a:pt x="86182" y="63089"/>
                </a:lnTo>
                <a:cubicBezTo>
                  <a:pt x="86182" y="56096"/>
                  <a:pt x="85067" y="51054"/>
                  <a:pt x="82837" y="47963"/>
                </a:cubicBezTo>
                <a:cubicBezTo>
                  <a:pt x="80607" y="44872"/>
                  <a:pt x="77060" y="43326"/>
                  <a:pt x="72195" y="43326"/>
                </a:cubicBezTo>
                <a:cubicBezTo>
                  <a:pt x="68344" y="43326"/>
                  <a:pt x="64949" y="44289"/>
                  <a:pt x="62009" y="46214"/>
                </a:cubicBezTo>
                <a:cubicBezTo>
                  <a:pt x="59071" y="48139"/>
                  <a:pt x="55727" y="50977"/>
                  <a:pt x="51977" y="54727"/>
                </a:cubicBezTo>
                <a:lnTo>
                  <a:pt x="51977" y="108238"/>
                </a:lnTo>
                <a:lnTo>
                  <a:pt x="39511" y="108238"/>
                </a:lnTo>
                <a:close/>
                <a:moveTo>
                  <a:pt x="143020" y="110062"/>
                </a:moveTo>
                <a:cubicBezTo>
                  <a:pt x="137750" y="110062"/>
                  <a:pt x="132734" y="109099"/>
                  <a:pt x="127971" y="107174"/>
                </a:cubicBezTo>
                <a:cubicBezTo>
                  <a:pt x="123208" y="105248"/>
                  <a:pt x="119052" y="102817"/>
                  <a:pt x="115505" y="99878"/>
                </a:cubicBezTo>
                <a:lnTo>
                  <a:pt x="121738" y="91516"/>
                </a:lnTo>
                <a:cubicBezTo>
                  <a:pt x="124981" y="94151"/>
                  <a:pt x="128299" y="96280"/>
                  <a:pt x="131694" y="97902"/>
                </a:cubicBezTo>
                <a:cubicBezTo>
                  <a:pt x="135090" y="99523"/>
                  <a:pt x="139017" y="100333"/>
                  <a:pt x="143477" y="100333"/>
                </a:cubicBezTo>
                <a:cubicBezTo>
                  <a:pt x="148341" y="100333"/>
                  <a:pt x="151989" y="99219"/>
                  <a:pt x="154421" y="96991"/>
                </a:cubicBezTo>
                <a:cubicBezTo>
                  <a:pt x="156854" y="94761"/>
                  <a:pt x="158070" y="92023"/>
                  <a:pt x="158070" y="88779"/>
                </a:cubicBezTo>
                <a:cubicBezTo>
                  <a:pt x="158070" y="86854"/>
                  <a:pt x="157563" y="85182"/>
                  <a:pt x="156548" y="83764"/>
                </a:cubicBezTo>
                <a:cubicBezTo>
                  <a:pt x="155536" y="82344"/>
                  <a:pt x="154244" y="81103"/>
                  <a:pt x="152672" y="80039"/>
                </a:cubicBezTo>
                <a:cubicBezTo>
                  <a:pt x="151103" y="78975"/>
                  <a:pt x="149304" y="78038"/>
                  <a:pt x="147277" y="77227"/>
                </a:cubicBezTo>
                <a:cubicBezTo>
                  <a:pt x="145250" y="76415"/>
                  <a:pt x="143223" y="75604"/>
                  <a:pt x="141197" y="74794"/>
                </a:cubicBezTo>
                <a:cubicBezTo>
                  <a:pt x="138562" y="73882"/>
                  <a:pt x="135927" y="72843"/>
                  <a:pt x="133292" y="71679"/>
                </a:cubicBezTo>
                <a:cubicBezTo>
                  <a:pt x="130657" y="70513"/>
                  <a:pt x="128300" y="69094"/>
                  <a:pt x="126222" y="67422"/>
                </a:cubicBezTo>
                <a:cubicBezTo>
                  <a:pt x="124145" y="65749"/>
                  <a:pt x="122448" y="63798"/>
                  <a:pt x="121130" y="61570"/>
                </a:cubicBezTo>
                <a:cubicBezTo>
                  <a:pt x="119813" y="59340"/>
                  <a:pt x="119154" y="56654"/>
                  <a:pt x="119154" y="53511"/>
                </a:cubicBezTo>
                <a:cubicBezTo>
                  <a:pt x="119154" y="50572"/>
                  <a:pt x="119736" y="47810"/>
                  <a:pt x="120900" y="45226"/>
                </a:cubicBezTo>
                <a:cubicBezTo>
                  <a:pt x="122066" y="42642"/>
                  <a:pt x="123739" y="40413"/>
                  <a:pt x="125918" y="38538"/>
                </a:cubicBezTo>
                <a:cubicBezTo>
                  <a:pt x="128097" y="36662"/>
                  <a:pt x="130757" y="35193"/>
                  <a:pt x="133897" y="34129"/>
                </a:cubicBezTo>
                <a:cubicBezTo>
                  <a:pt x="137040" y="33065"/>
                  <a:pt x="140587" y="32533"/>
                  <a:pt x="144540" y="32533"/>
                </a:cubicBezTo>
                <a:cubicBezTo>
                  <a:pt x="149202" y="32533"/>
                  <a:pt x="153484" y="33344"/>
                  <a:pt x="157386" y="34966"/>
                </a:cubicBezTo>
                <a:cubicBezTo>
                  <a:pt x="161287" y="36587"/>
                  <a:pt x="164657" y="38563"/>
                  <a:pt x="167495" y="40895"/>
                </a:cubicBezTo>
                <a:lnTo>
                  <a:pt x="161566" y="48798"/>
                </a:lnTo>
                <a:cubicBezTo>
                  <a:pt x="159033" y="46873"/>
                  <a:pt x="156398" y="45302"/>
                  <a:pt x="153660" y="44087"/>
                </a:cubicBezTo>
                <a:cubicBezTo>
                  <a:pt x="150925" y="42870"/>
                  <a:pt x="147936" y="42261"/>
                  <a:pt x="144693" y="42261"/>
                </a:cubicBezTo>
                <a:cubicBezTo>
                  <a:pt x="140030" y="42261"/>
                  <a:pt x="136610" y="43326"/>
                  <a:pt x="134431" y="45455"/>
                </a:cubicBezTo>
                <a:cubicBezTo>
                  <a:pt x="132252" y="47583"/>
                  <a:pt x="131162" y="50066"/>
                  <a:pt x="131162" y="52904"/>
                </a:cubicBezTo>
                <a:cubicBezTo>
                  <a:pt x="131162" y="54626"/>
                  <a:pt x="131619" y="56121"/>
                  <a:pt x="132531" y="57388"/>
                </a:cubicBezTo>
                <a:cubicBezTo>
                  <a:pt x="133443" y="58654"/>
                  <a:pt x="134660" y="59769"/>
                  <a:pt x="136180" y="60732"/>
                </a:cubicBezTo>
                <a:cubicBezTo>
                  <a:pt x="137700" y="61696"/>
                  <a:pt x="139448" y="62558"/>
                  <a:pt x="141424" y="63319"/>
                </a:cubicBezTo>
                <a:cubicBezTo>
                  <a:pt x="143401" y="64078"/>
                  <a:pt x="145453" y="64863"/>
                  <a:pt x="147581" y="65673"/>
                </a:cubicBezTo>
                <a:cubicBezTo>
                  <a:pt x="150216" y="66686"/>
                  <a:pt x="152876" y="67750"/>
                  <a:pt x="155560" y="68865"/>
                </a:cubicBezTo>
                <a:cubicBezTo>
                  <a:pt x="158246" y="69980"/>
                  <a:pt x="160653" y="71374"/>
                  <a:pt x="162781" y="73047"/>
                </a:cubicBezTo>
                <a:cubicBezTo>
                  <a:pt x="164911" y="74719"/>
                  <a:pt x="166659" y="76771"/>
                  <a:pt x="168026" y="79204"/>
                </a:cubicBezTo>
                <a:cubicBezTo>
                  <a:pt x="169395" y="81635"/>
                  <a:pt x="170079" y="84574"/>
                  <a:pt x="170079" y="88021"/>
                </a:cubicBezTo>
                <a:cubicBezTo>
                  <a:pt x="170079" y="91061"/>
                  <a:pt x="169496" y="93898"/>
                  <a:pt x="168330" y="96534"/>
                </a:cubicBezTo>
                <a:cubicBezTo>
                  <a:pt x="167165" y="99169"/>
                  <a:pt x="165443" y="101500"/>
                  <a:pt x="163162" y="103527"/>
                </a:cubicBezTo>
                <a:cubicBezTo>
                  <a:pt x="160882" y="105553"/>
                  <a:pt x="158045" y="107148"/>
                  <a:pt x="154649" y="108313"/>
                </a:cubicBezTo>
                <a:cubicBezTo>
                  <a:pt x="151254" y="109479"/>
                  <a:pt x="147378" y="110062"/>
                  <a:pt x="143020" y="110062"/>
                </a:cubicBezTo>
                <a:close/>
                <a:moveTo>
                  <a:pt x="216127" y="110062"/>
                </a:moveTo>
                <a:cubicBezTo>
                  <a:pt x="211160" y="110062"/>
                  <a:pt x="206523" y="109176"/>
                  <a:pt x="202216" y="107403"/>
                </a:cubicBezTo>
                <a:cubicBezTo>
                  <a:pt x="197910" y="105630"/>
                  <a:pt x="194160" y="103096"/>
                  <a:pt x="190966" y="99802"/>
                </a:cubicBezTo>
                <a:cubicBezTo>
                  <a:pt x="187774" y="96508"/>
                  <a:pt x="185266" y="92480"/>
                  <a:pt x="183441" y="87717"/>
                </a:cubicBezTo>
                <a:cubicBezTo>
                  <a:pt x="181618" y="82952"/>
                  <a:pt x="180707" y="77530"/>
                  <a:pt x="180707" y="71449"/>
                </a:cubicBezTo>
                <a:cubicBezTo>
                  <a:pt x="180707" y="65369"/>
                  <a:pt x="181644" y="59921"/>
                  <a:pt x="183518" y="55107"/>
                </a:cubicBezTo>
                <a:cubicBezTo>
                  <a:pt x="185392" y="50293"/>
                  <a:pt x="187875" y="46215"/>
                  <a:pt x="190966" y="42871"/>
                </a:cubicBezTo>
                <a:cubicBezTo>
                  <a:pt x="194058" y="39526"/>
                  <a:pt x="197579" y="36967"/>
                  <a:pt x="201532" y="35193"/>
                </a:cubicBezTo>
                <a:cubicBezTo>
                  <a:pt x="205485" y="33420"/>
                  <a:pt x="209590" y="32533"/>
                  <a:pt x="213847" y="32533"/>
                </a:cubicBezTo>
                <a:cubicBezTo>
                  <a:pt x="218508" y="32533"/>
                  <a:pt x="222688" y="33344"/>
                  <a:pt x="226387" y="34966"/>
                </a:cubicBezTo>
                <a:cubicBezTo>
                  <a:pt x="230086" y="36587"/>
                  <a:pt x="233177" y="38917"/>
                  <a:pt x="235661" y="41957"/>
                </a:cubicBezTo>
                <a:cubicBezTo>
                  <a:pt x="238144" y="44998"/>
                  <a:pt x="240044" y="48646"/>
                  <a:pt x="241360" y="52904"/>
                </a:cubicBezTo>
                <a:cubicBezTo>
                  <a:pt x="242678" y="57159"/>
                  <a:pt x="243336" y="61922"/>
                  <a:pt x="243336" y="67193"/>
                </a:cubicBezTo>
                <a:cubicBezTo>
                  <a:pt x="243336" y="68510"/>
                  <a:pt x="243311" y="69803"/>
                  <a:pt x="243260" y="71071"/>
                </a:cubicBezTo>
                <a:cubicBezTo>
                  <a:pt x="243210" y="72338"/>
                  <a:pt x="243084" y="73426"/>
                  <a:pt x="242882" y="74337"/>
                </a:cubicBezTo>
                <a:lnTo>
                  <a:pt x="193019" y="74337"/>
                </a:lnTo>
                <a:cubicBezTo>
                  <a:pt x="193526" y="82242"/>
                  <a:pt x="195984" y="88501"/>
                  <a:pt x="200391" y="93112"/>
                </a:cubicBezTo>
                <a:cubicBezTo>
                  <a:pt x="204800" y="97724"/>
                  <a:pt x="210552" y="100029"/>
                  <a:pt x="217647" y="100029"/>
                </a:cubicBezTo>
                <a:cubicBezTo>
                  <a:pt x="221194" y="100029"/>
                  <a:pt x="224462" y="99497"/>
                  <a:pt x="227452" y="98433"/>
                </a:cubicBezTo>
                <a:cubicBezTo>
                  <a:pt x="230441" y="97369"/>
                  <a:pt x="233304" y="95976"/>
                  <a:pt x="236041" y="94253"/>
                </a:cubicBezTo>
                <a:lnTo>
                  <a:pt x="240448" y="102463"/>
                </a:lnTo>
                <a:cubicBezTo>
                  <a:pt x="237206" y="104488"/>
                  <a:pt x="233608" y="106261"/>
                  <a:pt x="229655" y="107781"/>
                </a:cubicBezTo>
                <a:cubicBezTo>
                  <a:pt x="225703" y="109302"/>
                  <a:pt x="221193" y="110062"/>
                  <a:pt x="216127" y="110062"/>
                </a:cubicBezTo>
                <a:moveTo>
                  <a:pt x="192868" y="65369"/>
                </a:moveTo>
                <a:lnTo>
                  <a:pt x="232392" y="65369"/>
                </a:lnTo>
                <a:cubicBezTo>
                  <a:pt x="232392" y="57869"/>
                  <a:pt x="230796" y="52168"/>
                  <a:pt x="227602" y="48267"/>
                </a:cubicBezTo>
                <a:cubicBezTo>
                  <a:pt x="224411" y="44365"/>
                  <a:pt x="219927" y="42414"/>
                  <a:pt x="214151" y="42414"/>
                </a:cubicBezTo>
                <a:cubicBezTo>
                  <a:pt x="211516" y="42414"/>
                  <a:pt x="209007" y="42922"/>
                  <a:pt x="206624" y="43936"/>
                </a:cubicBezTo>
                <a:cubicBezTo>
                  <a:pt x="204242" y="44949"/>
                  <a:pt x="202089" y="46444"/>
                  <a:pt x="200164" y="48420"/>
                </a:cubicBezTo>
                <a:cubicBezTo>
                  <a:pt x="198238" y="50396"/>
                  <a:pt x="196642" y="52803"/>
                  <a:pt x="195376" y="55641"/>
                </a:cubicBezTo>
                <a:cubicBezTo>
                  <a:pt x="194109" y="58479"/>
                  <a:pt x="193273" y="61721"/>
                  <a:pt x="192868" y="65369"/>
                </a:cubicBezTo>
                <a:close/>
                <a:moveTo>
                  <a:pt x="262173" y="108238"/>
                </a:moveTo>
                <a:lnTo>
                  <a:pt x="262173" y="34358"/>
                </a:lnTo>
                <a:lnTo>
                  <a:pt x="272509" y="34358"/>
                </a:lnTo>
                <a:lnTo>
                  <a:pt x="273574" y="47736"/>
                </a:lnTo>
                <a:lnTo>
                  <a:pt x="274031" y="47736"/>
                </a:lnTo>
                <a:cubicBezTo>
                  <a:pt x="276564" y="43073"/>
                  <a:pt x="279629" y="39374"/>
                  <a:pt x="283226" y="36638"/>
                </a:cubicBezTo>
                <a:cubicBezTo>
                  <a:pt x="286825" y="33901"/>
                  <a:pt x="290752" y="32533"/>
                  <a:pt x="295010" y="32533"/>
                </a:cubicBezTo>
                <a:cubicBezTo>
                  <a:pt x="297948" y="32533"/>
                  <a:pt x="300583" y="33039"/>
                  <a:pt x="302915" y="34052"/>
                </a:cubicBezTo>
                <a:lnTo>
                  <a:pt x="300482" y="44998"/>
                </a:lnTo>
                <a:cubicBezTo>
                  <a:pt x="299266" y="44593"/>
                  <a:pt x="298151" y="44289"/>
                  <a:pt x="297137" y="44087"/>
                </a:cubicBezTo>
                <a:cubicBezTo>
                  <a:pt x="296124" y="43884"/>
                  <a:pt x="294857" y="43783"/>
                  <a:pt x="293337" y="43783"/>
                </a:cubicBezTo>
                <a:cubicBezTo>
                  <a:pt x="290195" y="43783"/>
                  <a:pt x="286926" y="45050"/>
                  <a:pt x="283530" y="47585"/>
                </a:cubicBezTo>
                <a:cubicBezTo>
                  <a:pt x="280136" y="50118"/>
                  <a:pt x="277172" y="54526"/>
                  <a:pt x="274639" y="60809"/>
                </a:cubicBezTo>
                <a:lnTo>
                  <a:pt x="274639" y="108238"/>
                </a:lnTo>
                <a:lnTo>
                  <a:pt x="262173" y="108238"/>
                </a:lnTo>
                <a:close/>
                <a:moveTo>
                  <a:pt x="336951" y="110062"/>
                </a:moveTo>
                <a:cubicBezTo>
                  <a:pt x="332999" y="110062"/>
                  <a:pt x="329679" y="109454"/>
                  <a:pt x="326993" y="108238"/>
                </a:cubicBezTo>
                <a:cubicBezTo>
                  <a:pt x="324309" y="107023"/>
                  <a:pt x="322130" y="105351"/>
                  <a:pt x="320456" y="103223"/>
                </a:cubicBezTo>
                <a:cubicBezTo>
                  <a:pt x="318785" y="101094"/>
                  <a:pt x="317594" y="98509"/>
                  <a:pt x="316884" y="95469"/>
                </a:cubicBezTo>
                <a:cubicBezTo>
                  <a:pt x="316174" y="92429"/>
                  <a:pt x="315820" y="89084"/>
                  <a:pt x="315820" y="85436"/>
                </a:cubicBezTo>
                <a:lnTo>
                  <a:pt x="315820" y="44541"/>
                </a:lnTo>
                <a:lnTo>
                  <a:pt x="304876" y="44541"/>
                </a:lnTo>
                <a:lnTo>
                  <a:pt x="304876" y="35117"/>
                </a:lnTo>
                <a:lnTo>
                  <a:pt x="316430" y="34358"/>
                </a:lnTo>
                <a:lnTo>
                  <a:pt x="317949" y="13683"/>
                </a:lnTo>
                <a:lnTo>
                  <a:pt x="328438" y="13683"/>
                </a:lnTo>
                <a:lnTo>
                  <a:pt x="328438" y="34358"/>
                </a:lnTo>
                <a:lnTo>
                  <a:pt x="348352" y="34358"/>
                </a:lnTo>
                <a:lnTo>
                  <a:pt x="348352" y="44541"/>
                </a:lnTo>
                <a:lnTo>
                  <a:pt x="328438" y="44541"/>
                </a:lnTo>
                <a:lnTo>
                  <a:pt x="328438" y="85587"/>
                </a:lnTo>
                <a:cubicBezTo>
                  <a:pt x="328438" y="90148"/>
                  <a:pt x="329274" y="93670"/>
                  <a:pt x="330946" y="96153"/>
                </a:cubicBezTo>
                <a:cubicBezTo>
                  <a:pt x="332619" y="98637"/>
                  <a:pt x="335584" y="99878"/>
                  <a:pt x="339839" y="99878"/>
                </a:cubicBezTo>
                <a:cubicBezTo>
                  <a:pt x="341157" y="99878"/>
                  <a:pt x="342576" y="99676"/>
                  <a:pt x="344096" y="99271"/>
                </a:cubicBezTo>
                <a:cubicBezTo>
                  <a:pt x="345616" y="98864"/>
                  <a:pt x="346984" y="98408"/>
                  <a:pt x="348202" y="97902"/>
                </a:cubicBezTo>
                <a:lnTo>
                  <a:pt x="350632" y="107327"/>
                </a:lnTo>
                <a:cubicBezTo>
                  <a:pt x="348605" y="108037"/>
                  <a:pt x="346401" y="108670"/>
                  <a:pt x="344019" y="109227"/>
                </a:cubicBezTo>
                <a:cubicBezTo>
                  <a:pt x="341638" y="109783"/>
                  <a:pt x="339282" y="110062"/>
                  <a:pt x="336951" y="110062"/>
                </a:cubicBezTo>
                <a:close/>
                <a:moveTo>
                  <a:pt x="395160" y="110062"/>
                </a:moveTo>
                <a:cubicBezTo>
                  <a:pt x="390193" y="110062"/>
                  <a:pt x="385556" y="109176"/>
                  <a:pt x="381250" y="107403"/>
                </a:cubicBezTo>
                <a:cubicBezTo>
                  <a:pt x="376943" y="105630"/>
                  <a:pt x="373193" y="103096"/>
                  <a:pt x="369999" y="99802"/>
                </a:cubicBezTo>
                <a:cubicBezTo>
                  <a:pt x="366808" y="96508"/>
                  <a:pt x="364299" y="92480"/>
                  <a:pt x="362475" y="87717"/>
                </a:cubicBezTo>
                <a:cubicBezTo>
                  <a:pt x="360651" y="82952"/>
                  <a:pt x="359740" y="77530"/>
                  <a:pt x="359740" y="71449"/>
                </a:cubicBezTo>
                <a:cubicBezTo>
                  <a:pt x="359740" y="65369"/>
                  <a:pt x="360677" y="59921"/>
                  <a:pt x="362551" y="55107"/>
                </a:cubicBezTo>
                <a:cubicBezTo>
                  <a:pt x="364425" y="50293"/>
                  <a:pt x="366908" y="46215"/>
                  <a:pt x="369999" y="42871"/>
                </a:cubicBezTo>
                <a:cubicBezTo>
                  <a:pt x="373091" y="39526"/>
                  <a:pt x="376613" y="36967"/>
                  <a:pt x="380565" y="35193"/>
                </a:cubicBezTo>
                <a:cubicBezTo>
                  <a:pt x="384518" y="33420"/>
                  <a:pt x="388623" y="32533"/>
                  <a:pt x="392880" y="32533"/>
                </a:cubicBezTo>
                <a:cubicBezTo>
                  <a:pt x="397541" y="32533"/>
                  <a:pt x="401721" y="33344"/>
                  <a:pt x="405420" y="34966"/>
                </a:cubicBezTo>
                <a:cubicBezTo>
                  <a:pt x="409119" y="36587"/>
                  <a:pt x="412210" y="38917"/>
                  <a:pt x="414694" y="41957"/>
                </a:cubicBezTo>
                <a:cubicBezTo>
                  <a:pt x="417178" y="44998"/>
                  <a:pt x="419077" y="48646"/>
                  <a:pt x="420393" y="52904"/>
                </a:cubicBezTo>
                <a:cubicBezTo>
                  <a:pt x="421711" y="57159"/>
                  <a:pt x="422370" y="61922"/>
                  <a:pt x="422370" y="67193"/>
                </a:cubicBezTo>
                <a:cubicBezTo>
                  <a:pt x="422370" y="68510"/>
                  <a:pt x="422344" y="69803"/>
                  <a:pt x="422293" y="71071"/>
                </a:cubicBezTo>
                <a:cubicBezTo>
                  <a:pt x="422244" y="72338"/>
                  <a:pt x="422118" y="73426"/>
                  <a:pt x="421915" y="74337"/>
                </a:cubicBezTo>
                <a:lnTo>
                  <a:pt x="372052" y="74337"/>
                </a:lnTo>
                <a:cubicBezTo>
                  <a:pt x="372560" y="82242"/>
                  <a:pt x="375017" y="88501"/>
                  <a:pt x="379424" y="93112"/>
                </a:cubicBezTo>
                <a:cubicBezTo>
                  <a:pt x="383833" y="97724"/>
                  <a:pt x="389585" y="100029"/>
                  <a:pt x="396680" y="100029"/>
                </a:cubicBezTo>
                <a:cubicBezTo>
                  <a:pt x="400227" y="100029"/>
                  <a:pt x="403496" y="99497"/>
                  <a:pt x="406485" y="98433"/>
                </a:cubicBezTo>
                <a:cubicBezTo>
                  <a:pt x="409474" y="97369"/>
                  <a:pt x="412337" y="95976"/>
                  <a:pt x="415074" y="94253"/>
                </a:cubicBezTo>
                <a:lnTo>
                  <a:pt x="419482" y="102463"/>
                </a:lnTo>
                <a:cubicBezTo>
                  <a:pt x="416239" y="104488"/>
                  <a:pt x="412641" y="106261"/>
                  <a:pt x="408688" y="107781"/>
                </a:cubicBezTo>
                <a:cubicBezTo>
                  <a:pt x="404736" y="109302"/>
                  <a:pt x="400226" y="110062"/>
                  <a:pt x="395160" y="110062"/>
                </a:cubicBezTo>
                <a:moveTo>
                  <a:pt x="371902" y="65369"/>
                </a:moveTo>
                <a:lnTo>
                  <a:pt x="411426" y="65369"/>
                </a:lnTo>
                <a:cubicBezTo>
                  <a:pt x="411426" y="57869"/>
                  <a:pt x="409829" y="52168"/>
                  <a:pt x="406636" y="48267"/>
                </a:cubicBezTo>
                <a:cubicBezTo>
                  <a:pt x="403444" y="44365"/>
                  <a:pt x="398960" y="42414"/>
                  <a:pt x="393184" y="42414"/>
                </a:cubicBezTo>
                <a:cubicBezTo>
                  <a:pt x="390549" y="42414"/>
                  <a:pt x="388040" y="42922"/>
                  <a:pt x="385657" y="43936"/>
                </a:cubicBezTo>
                <a:cubicBezTo>
                  <a:pt x="383275" y="44949"/>
                  <a:pt x="381122" y="46444"/>
                  <a:pt x="379197" y="48420"/>
                </a:cubicBezTo>
                <a:cubicBezTo>
                  <a:pt x="377271" y="50396"/>
                  <a:pt x="375676" y="52803"/>
                  <a:pt x="374409" y="55641"/>
                </a:cubicBezTo>
                <a:cubicBezTo>
                  <a:pt x="373143" y="58479"/>
                  <a:pt x="372307" y="61721"/>
                  <a:pt x="371902" y="65369"/>
                </a:cubicBezTo>
                <a:close/>
                <a:moveTo>
                  <a:pt x="466441" y="110062"/>
                </a:moveTo>
                <a:cubicBezTo>
                  <a:pt x="457117" y="110062"/>
                  <a:pt x="449694" y="106717"/>
                  <a:pt x="444170" y="100029"/>
                </a:cubicBezTo>
                <a:cubicBezTo>
                  <a:pt x="438646" y="93341"/>
                  <a:pt x="435884" y="83814"/>
                  <a:pt x="435884" y="71449"/>
                </a:cubicBezTo>
                <a:cubicBezTo>
                  <a:pt x="435884" y="65471"/>
                  <a:pt x="436771" y="60074"/>
                  <a:pt x="438545" y="55260"/>
                </a:cubicBezTo>
                <a:cubicBezTo>
                  <a:pt x="440319" y="50446"/>
                  <a:pt x="442675" y="46367"/>
                  <a:pt x="445613" y="43022"/>
                </a:cubicBezTo>
                <a:cubicBezTo>
                  <a:pt x="448553" y="39677"/>
                  <a:pt x="451948" y="37093"/>
                  <a:pt x="455798" y="35270"/>
                </a:cubicBezTo>
                <a:cubicBezTo>
                  <a:pt x="459650" y="33445"/>
                  <a:pt x="463704" y="32533"/>
                  <a:pt x="467960" y="32533"/>
                </a:cubicBezTo>
                <a:cubicBezTo>
                  <a:pt x="472217" y="32533"/>
                  <a:pt x="475916" y="33293"/>
                  <a:pt x="479057" y="34813"/>
                </a:cubicBezTo>
                <a:cubicBezTo>
                  <a:pt x="482200" y="36333"/>
                  <a:pt x="485392" y="38411"/>
                  <a:pt x="488635" y="41046"/>
                </a:cubicBezTo>
                <a:lnTo>
                  <a:pt x="488027" y="28429"/>
                </a:lnTo>
                <a:lnTo>
                  <a:pt x="488027" y="0"/>
                </a:lnTo>
                <a:lnTo>
                  <a:pt x="500646" y="0"/>
                </a:lnTo>
                <a:lnTo>
                  <a:pt x="500646" y="108238"/>
                </a:lnTo>
                <a:lnTo>
                  <a:pt x="490307" y="108238"/>
                </a:lnTo>
                <a:lnTo>
                  <a:pt x="489243" y="99572"/>
                </a:lnTo>
                <a:lnTo>
                  <a:pt x="488788" y="99572"/>
                </a:lnTo>
                <a:cubicBezTo>
                  <a:pt x="485848" y="102410"/>
                  <a:pt x="482478" y="104868"/>
                  <a:pt x="478677" y="106946"/>
                </a:cubicBezTo>
                <a:cubicBezTo>
                  <a:pt x="474877" y="109023"/>
                  <a:pt x="470799" y="110062"/>
                  <a:pt x="466441" y="110062"/>
                </a:cubicBezTo>
                <a:moveTo>
                  <a:pt x="469178" y="99572"/>
                </a:moveTo>
                <a:cubicBezTo>
                  <a:pt x="472623" y="99572"/>
                  <a:pt x="475866" y="98736"/>
                  <a:pt x="478906" y="97065"/>
                </a:cubicBezTo>
                <a:cubicBezTo>
                  <a:pt x="481947" y="95393"/>
                  <a:pt x="484987" y="92835"/>
                  <a:pt x="488027" y="89389"/>
                </a:cubicBezTo>
                <a:lnTo>
                  <a:pt x="488027" y="50774"/>
                </a:lnTo>
                <a:cubicBezTo>
                  <a:pt x="484885" y="47937"/>
                  <a:pt x="481869" y="45936"/>
                  <a:pt x="478981" y="44771"/>
                </a:cubicBezTo>
                <a:cubicBezTo>
                  <a:pt x="476093" y="43605"/>
                  <a:pt x="473130" y="43022"/>
                  <a:pt x="470090" y="43022"/>
                </a:cubicBezTo>
                <a:cubicBezTo>
                  <a:pt x="467150" y="43022"/>
                  <a:pt x="464388" y="43706"/>
                  <a:pt x="461804" y="45075"/>
                </a:cubicBezTo>
                <a:cubicBezTo>
                  <a:pt x="459220" y="46444"/>
                  <a:pt x="456965" y="48370"/>
                  <a:pt x="455040" y="50853"/>
                </a:cubicBezTo>
                <a:cubicBezTo>
                  <a:pt x="453114" y="53335"/>
                  <a:pt x="451594" y="56299"/>
                  <a:pt x="450479" y="59744"/>
                </a:cubicBezTo>
                <a:cubicBezTo>
                  <a:pt x="449364" y="63190"/>
                  <a:pt x="448807" y="67041"/>
                  <a:pt x="448807" y="71298"/>
                </a:cubicBezTo>
                <a:cubicBezTo>
                  <a:pt x="448807" y="80217"/>
                  <a:pt x="450580" y="87158"/>
                  <a:pt x="454126" y="92124"/>
                </a:cubicBezTo>
                <a:cubicBezTo>
                  <a:pt x="457673" y="97089"/>
                  <a:pt x="462691" y="99572"/>
                  <a:pt x="469178" y="99572"/>
                </a:cubicBezTo>
                <a:close/>
                <a:moveTo>
                  <a:pt x="584074" y="110062"/>
                </a:moveTo>
                <a:cubicBezTo>
                  <a:pt x="577081" y="110062"/>
                  <a:pt x="570595" y="108745"/>
                  <a:pt x="564615" y="106111"/>
                </a:cubicBezTo>
                <a:cubicBezTo>
                  <a:pt x="558636" y="103476"/>
                  <a:pt x="553468" y="99878"/>
                  <a:pt x="549110" y="95316"/>
                </a:cubicBezTo>
                <a:lnTo>
                  <a:pt x="556709" y="86499"/>
                </a:lnTo>
                <a:cubicBezTo>
                  <a:pt x="560257" y="90249"/>
                  <a:pt x="564438" y="93264"/>
                  <a:pt x="569252" y="95545"/>
                </a:cubicBezTo>
                <a:cubicBezTo>
                  <a:pt x="574066" y="97825"/>
                  <a:pt x="579057" y="98965"/>
                  <a:pt x="584225" y="98965"/>
                </a:cubicBezTo>
                <a:cubicBezTo>
                  <a:pt x="590813" y="98965"/>
                  <a:pt x="595930" y="97470"/>
                  <a:pt x="599578" y="94481"/>
                </a:cubicBezTo>
                <a:cubicBezTo>
                  <a:pt x="603228" y="91491"/>
                  <a:pt x="605053" y="87564"/>
                  <a:pt x="605053" y="82699"/>
                </a:cubicBezTo>
                <a:cubicBezTo>
                  <a:pt x="605053" y="80166"/>
                  <a:pt x="604622" y="78013"/>
                  <a:pt x="603761" y="76239"/>
                </a:cubicBezTo>
                <a:cubicBezTo>
                  <a:pt x="602899" y="74465"/>
                  <a:pt x="601733" y="72945"/>
                  <a:pt x="600263" y="71679"/>
                </a:cubicBezTo>
                <a:cubicBezTo>
                  <a:pt x="598794" y="70411"/>
                  <a:pt x="597045" y="69270"/>
                  <a:pt x="595018" y="68257"/>
                </a:cubicBezTo>
                <a:cubicBezTo>
                  <a:pt x="592992" y="67244"/>
                  <a:pt x="590813" y="66180"/>
                  <a:pt x="588481" y="65066"/>
                </a:cubicBezTo>
                <a:lnTo>
                  <a:pt x="574192" y="58833"/>
                </a:lnTo>
                <a:cubicBezTo>
                  <a:pt x="571862" y="57818"/>
                  <a:pt x="569481" y="56602"/>
                  <a:pt x="567048" y="55184"/>
                </a:cubicBezTo>
                <a:cubicBezTo>
                  <a:pt x="564615" y="53764"/>
                  <a:pt x="562437" y="52042"/>
                  <a:pt x="560511" y="50016"/>
                </a:cubicBezTo>
                <a:cubicBezTo>
                  <a:pt x="558586" y="47988"/>
                  <a:pt x="557015" y="45581"/>
                  <a:pt x="555798" y="42795"/>
                </a:cubicBezTo>
                <a:cubicBezTo>
                  <a:pt x="554582" y="40008"/>
                  <a:pt x="553975" y="36790"/>
                  <a:pt x="553975" y="33140"/>
                </a:cubicBezTo>
                <a:cubicBezTo>
                  <a:pt x="553975" y="29390"/>
                  <a:pt x="554759" y="25894"/>
                  <a:pt x="556329" y="22651"/>
                </a:cubicBezTo>
                <a:cubicBezTo>
                  <a:pt x="557900" y="19408"/>
                  <a:pt x="560079" y="16596"/>
                  <a:pt x="562866" y="14215"/>
                </a:cubicBezTo>
                <a:cubicBezTo>
                  <a:pt x="565654" y="11833"/>
                  <a:pt x="568948" y="9984"/>
                  <a:pt x="572747" y="8666"/>
                </a:cubicBezTo>
                <a:cubicBezTo>
                  <a:pt x="576548" y="7349"/>
                  <a:pt x="580729" y="6690"/>
                  <a:pt x="585290" y="6690"/>
                </a:cubicBezTo>
                <a:cubicBezTo>
                  <a:pt x="591270" y="6690"/>
                  <a:pt x="596793" y="7830"/>
                  <a:pt x="601859" y="10111"/>
                </a:cubicBezTo>
                <a:cubicBezTo>
                  <a:pt x="606926" y="12391"/>
                  <a:pt x="611234" y="15354"/>
                  <a:pt x="614781" y="19002"/>
                </a:cubicBezTo>
                <a:lnTo>
                  <a:pt x="607941" y="27212"/>
                </a:lnTo>
                <a:cubicBezTo>
                  <a:pt x="604900" y="24273"/>
                  <a:pt x="601531" y="21968"/>
                  <a:pt x="597832" y="20297"/>
                </a:cubicBezTo>
                <a:cubicBezTo>
                  <a:pt x="594133" y="18623"/>
                  <a:pt x="589952" y="17787"/>
                  <a:pt x="585290" y="17787"/>
                </a:cubicBezTo>
                <a:cubicBezTo>
                  <a:pt x="579716" y="17787"/>
                  <a:pt x="575232" y="19079"/>
                  <a:pt x="571836" y="21663"/>
                </a:cubicBezTo>
                <a:cubicBezTo>
                  <a:pt x="568441" y="24247"/>
                  <a:pt x="566744" y="27820"/>
                  <a:pt x="566744" y="32382"/>
                </a:cubicBezTo>
                <a:cubicBezTo>
                  <a:pt x="566744" y="34813"/>
                  <a:pt x="567225" y="36865"/>
                  <a:pt x="568187" y="38538"/>
                </a:cubicBezTo>
                <a:cubicBezTo>
                  <a:pt x="569150" y="40210"/>
                  <a:pt x="570442" y="41679"/>
                  <a:pt x="572063" y="42946"/>
                </a:cubicBezTo>
                <a:cubicBezTo>
                  <a:pt x="573685" y="44212"/>
                  <a:pt x="575459" y="45327"/>
                  <a:pt x="577384" y="46290"/>
                </a:cubicBezTo>
                <a:cubicBezTo>
                  <a:pt x="579310" y="47254"/>
                  <a:pt x="581286" y="48141"/>
                  <a:pt x="583313" y="48951"/>
                </a:cubicBezTo>
                <a:lnTo>
                  <a:pt x="597451" y="55031"/>
                </a:lnTo>
                <a:cubicBezTo>
                  <a:pt x="600289" y="56248"/>
                  <a:pt x="602974" y="57642"/>
                  <a:pt x="605507" y="59213"/>
                </a:cubicBezTo>
                <a:cubicBezTo>
                  <a:pt x="608042" y="60783"/>
                  <a:pt x="610221" y="62607"/>
                  <a:pt x="612044" y="64685"/>
                </a:cubicBezTo>
                <a:cubicBezTo>
                  <a:pt x="613869" y="66762"/>
                  <a:pt x="615313" y="69194"/>
                  <a:pt x="616377" y="71983"/>
                </a:cubicBezTo>
                <a:cubicBezTo>
                  <a:pt x="617441" y="74769"/>
                  <a:pt x="617973" y="77987"/>
                  <a:pt x="617973" y="81635"/>
                </a:cubicBezTo>
                <a:cubicBezTo>
                  <a:pt x="617973" y="85587"/>
                  <a:pt x="617187" y="89287"/>
                  <a:pt x="615616" y="92734"/>
                </a:cubicBezTo>
                <a:cubicBezTo>
                  <a:pt x="614047" y="96179"/>
                  <a:pt x="611792" y="99194"/>
                  <a:pt x="608852" y="101778"/>
                </a:cubicBezTo>
                <a:cubicBezTo>
                  <a:pt x="605914" y="104362"/>
                  <a:pt x="602367" y="106389"/>
                  <a:pt x="598212" y="107858"/>
                </a:cubicBezTo>
                <a:cubicBezTo>
                  <a:pt x="594057" y="109327"/>
                  <a:pt x="589344" y="110062"/>
                  <a:pt x="584074" y="110062"/>
                </a:cubicBezTo>
                <a:close/>
                <a:moveTo>
                  <a:pt x="659916" y="110062"/>
                </a:moveTo>
                <a:cubicBezTo>
                  <a:pt x="655963" y="110062"/>
                  <a:pt x="652644" y="109454"/>
                  <a:pt x="649958" y="108238"/>
                </a:cubicBezTo>
                <a:cubicBezTo>
                  <a:pt x="647273" y="107023"/>
                  <a:pt x="645094" y="105351"/>
                  <a:pt x="643421" y="103223"/>
                </a:cubicBezTo>
                <a:cubicBezTo>
                  <a:pt x="641749" y="101094"/>
                  <a:pt x="640558" y="98509"/>
                  <a:pt x="639849" y="95469"/>
                </a:cubicBezTo>
                <a:cubicBezTo>
                  <a:pt x="639139" y="92429"/>
                  <a:pt x="638784" y="89084"/>
                  <a:pt x="638784" y="85436"/>
                </a:cubicBezTo>
                <a:lnTo>
                  <a:pt x="638784" y="44541"/>
                </a:lnTo>
                <a:lnTo>
                  <a:pt x="627840" y="44541"/>
                </a:lnTo>
                <a:lnTo>
                  <a:pt x="627840" y="35117"/>
                </a:lnTo>
                <a:lnTo>
                  <a:pt x="639394" y="34358"/>
                </a:lnTo>
                <a:lnTo>
                  <a:pt x="640913" y="13683"/>
                </a:lnTo>
                <a:lnTo>
                  <a:pt x="651403" y="13683"/>
                </a:lnTo>
                <a:lnTo>
                  <a:pt x="651403" y="34358"/>
                </a:lnTo>
                <a:lnTo>
                  <a:pt x="671317" y="34358"/>
                </a:lnTo>
                <a:lnTo>
                  <a:pt x="671317" y="44541"/>
                </a:lnTo>
                <a:lnTo>
                  <a:pt x="651403" y="44541"/>
                </a:lnTo>
                <a:lnTo>
                  <a:pt x="651403" y="85587"/>
                </a:lnTo>
                <a:cubicBezTo>
                  <a:pt x="651403" y="90148"/>
                  <a:pt x="652239" y="93670"/>
                  <a:pt x="653910" y="96153"/>
                </a:cubicBezTo>
                <a:cubicBezTo>
                  <a:pt x="655583" y="98637"/>
                  <a:pt x="658548" y="99878"/>
                  <a:pt x="662804" y="99878"/>
                </a:cubicBezTo>
                <a:cubicBezTo>
                  <a:pt x="664121" y="99878"/>
                  <a:pt x="665540" y="99676"/>
                  <a:pt x="667060" y="99271"/>
                </a:cubicBezTo>
                <a:cubicBezTo>
                  <a:pt x="668580" y="98864"/>
                  <a:pt x="669949" y="98408"/>
                  <a:pt x="671166" y="97902"/>
                </a:cubicBezTo>
                <a:lnTo>
                  <a:pt x="673597" y="107327"/>
                </a:lnTo>
                <a:cubicBezTo>
                  <a:pt x="671570" y="108037"/>
                  <a:pt x="669365" y="108670"/>
                  <a:pt x="666984" y="109227"/>
                </a:cubicBezTo>
                <a:cubicBezTo>
                  <a:pt x="664602" y="109783"/>
                  <a:pt x="662246" y="110062"/>
                  <a:pt x="659916" y="110062"/>
                </a:cubicBezTo>
                <a:close/>
                <a:moveTo>
                  <a:pt x="705202" y="110062"/>
                </a:moveTo>
                <a:cubicBezTo>
                  <a:pt x="699020" y="110062"/>
                  <a:pt x="693876" y="108238"/>
                  <a:pt x="689772" y="104590"/>
                </a:cubicBezTo>
                <a:cubicBezTo>
                  <a:pt x="685668" y="100942"/>
                  <a:pt x="683616" y="95773"/>
                  <a:pt x="683616" y="89083"/>
                </a:cubicBezTo>
                <a:cubicBezTo>
                  <a:pt x="683616" y="80977"/>
                  <a:pt x="687213" y="74770"/>
                  <a:pt x="694409" y="70463"/>
                </a:cubicBezTo>
                <a:cubicBezTo>
                  <a:pt x="701604" y="66155"/>
                  <a:pt x="713107" y="63139"/>
                  <a:pt x="728918" y="61417"/>
                </a:cubicBezTo>
                <a:cubicBezTo>
                  <a:pt x="728918" y="59086"/>
                  <a:pt x="728690" y="56806"/>
                  <a:pt x="728234" y="54576"/>
                </a:cubicBezTo>
                <a:cubicBezTo>
                  <a:pt x="727778" y="52346"/>
                  <a:pt x="726992" y="50370"/>
                  <a:pt x="725877" y="48647"/>
                </a:cubicBezTo>
                <a:cubicBezTo>
                  <a:pt x="724762" y="46924"/>
                  <a:pt x="723216" y="45531"/>
                  <a:pt x="721240" y="44467"/>
                </a:cubicBezTo>
                <a:cubicBezTo>
                  <a:pt x="719264" y="43403"/>
                  <a:pt x="716755" y="42871"/>
                  <a:pt x="713715" y="42871"/>
                </a:cubicBezTo>
                <a:cubicBezTo>
                  <a:pt x="709458" y="42871"/>
                  <a:pt x="705454" y="43682"/>
                  <a:pt x="701704" y="45305"/>
                </a:cubicBezTo>
                <a:cubicBezTo>
                  <a:pt x="697956" y="46925"/>
                  <a:pt x="694612" y="48748"/>
                  <a:pt x="691672" y="50774"/>
                </a:cubicBezTo>
                <a:lnTo>
                  <a:pt x="686808" y="42110"/>
                </a:lnTo>
                <a:cubicBezTo>
                  <a:pt x="690253" y="39881"/>
                  <a:pt x="694458" y="37727"/>
                  <a:pt x="699424" y="35650"/>
                </a:cubicBezTo>
                <a:cubicBezTo>
                  <a:pt x="704391" y="33572"/>
                  <a:pt x="709865" y="32533"/>
                  <a:pt x="715845" y="32533"/>
                </a:cubicBezTo>
                <a:cubicBezTo>
                  <a:pt x="724863" y="32533"/>
                  <a:pt x="731399" y="35295"/>
                  <a:pt x="735452" y="40818"/>
                </a:cubicBezTo>
                <a:cubicBezTo>
                  <a:pt x="739507" y="46341"/>
                  <a:pt x="741534" y="53713"/>
                  <a:pt x="741534" y="62936"/>
                </a:cubicBezTo>
                <a:lnTo>
                  <a:pt x="741534" y="108238"/>
                </a:lnTo>
                <a:lnTo>
                  <a:pt x="731198" y="108238"/>
                </a:lnTo>
                <a:lnTo>
                  <a:pt x="730133" y="99421"/>
                </a:lnTo>
                <a:lnTo>
                  <a:pt x="729677" y="99421"/>
                </a:lnTo>
                <a:cubicBezTo>
                  <a:pt x="726131" y="102360"/>
                  <a:pt x="722330" y="104868"/>
                  <a:pt x="718276" y="106946"/>
                </a:cubicBezTo>
                <a:cubicBezTo>
                  <a:pt x="714222" y="109023"/>
                  <a:pt x="709865" y="110062"/>
                  <a:pt x="705202" y="110062"/>
                </a:cubicBezTo>
                <a:moveTo>
                  <a:pt x="708851" y="100029"/>
                </a:moveTo>
                <a:cubicBezTo>
                  <a:pt x="712398" y="100029"/>
                  <a:pt x="715743" y="99193"/>
                  <a:pt x="718883" y="97522"/>
                </a:cubicBezTo>
                <a:cubicBezTo>
                  <a:pt x="722026" y="95848"/>
                  <a:pt x="725371" y="93390"/>
                  <a:pt x="728918" y="90148"/>
                </a:cubicBezTo>
                <a:lnTo>
                  <a:pt x="728918" y="69626"/>
                </a:lnTo>
                <a:cubicBezTo>
                  <a:pt x="722735" y="70436"/>
                  <a:pt x="717541" y="71399"/>
                  <a:pt x="713335" y="72514"/>
                </a:cubicBezTo>
                <a:cubicBezTo>
                  <a:pt x="709129" y="73629"/>
                  <a:pt x="705733" y="74946"/>
                  <a:pt x="703149" y="76466"/>
                </a:cubicBezTo>
                <a:cubicBezTo>
                  <a:pt x="700565" y="77987"/>
                  <a:pt x="698690" y="79735"/>
                  <a:pt x="697524" y="81711"/>
                </a:cubicBezTo>
                <a:cubicBezTo>
                  <a:pt x="696360" y="83687"/>
                  <a:pt x="695778" y="85841"/>
                  <a:pt x="695778" y="88171"/>
                </a:cubicBezTo>
                <a:cubicBezTo>
                  <a:pt x="695778" y="92429"/>
                  <a:pt x="697044" y="95470"/>
                  <a:pt x="699577" y="97294"/>
                </a:cubicBezTo>
                <a:cubicBezTo>
                  <a:pt x="702112" y="99118"/>
                  <a:pt x="705203" y="100029"/>
                  <a:pt x="708851" y="100029"/>
                </a:cubicBezTo>
                <a:close/>
                <a:moveTo>
                  <a:pt x="787429" y="110062"/>
                </a:moveTo>
                <a:cubicBezTo>
                  <a:pt x="783476" y="110062"/>
                  <a:pt x="780157" y="109454"/>
                  <a:pt x="777471" y="108238"/>
                </a:cubicBezTo>
                <a:cubicBezTo>
                  <a:pt x="774786" y="107023"/>
                  <a:pt x="772607" y="105351"/>
                  <a:pt x="770934" y="103223"/>
                </a:cubicBezTo>
                <a:cubicBezTo>
                  <a:pt x="769262" y="101094"/>
                  <a:pt x="768072" y="98509"/>
                  <a:pt x="767362" y="95469"/>
                </a:cubicBezTo>
                <a:cubicBezTo>
                  <a:pt x="766652" y="92429"/>
                  <a:pt x="766297" y="89084"/>
                  <a:pt x="766297" y="85436"/>
                </a:cubicBezTo>
                <a:lnTo>
                  <a:pt x="766297" y="44541"/>
                </a:lnTo>
                <a:lnTo>
                  <a:pt x="755353" y="44541"/>
                </a:lnTo>
                <a:lnTo>
                  <a:pt x="755353" y="35117"/>
                </a:lnTo>
                <a:lnTo>
                  <a:pt x="766907" y="34358"/>
                </a:lnTo>
                <a:lnTo>
                  <a:pt x="768426" y="13683"/>
                </a:lnTo>
                <a:lnTo>
                  <a:pt x="778916" y="13683"/>
                </a:lnTo>
                <a:lnTo>
                  <a:pt x="778916" y="34358"/>
                </a:lnTo>
                <a:lnTo>
                  <a:pt x="798830" y="34358"/>
                </a:lnTo>
                <a:lnTo>
                  <a:pt x="798830" y="44541"/>
                </a:lnTo>
                <a:lnTo>
                  <a:pt x="778916" y="44541"/>
                </a:lnTo>
                <a:lnTo>
                  <a:pt x="778916" y="85587"/>
                </a:lnTo>
                <a:cubicBezTo>
                  <a:pt x="778916" y="90148"/>
                  <a:pt x="779752" y="93670"/>
                  <a:pt x="781423" y="96153"/>
                </a:cubicBezTo>
                <a:cubicBezTo>
                  <a:pt x="783096" y="98637"/>
                  <a:pt x="786061" y="99878"/>
                  <a:pt x="790317" y="99878"/>
                </a:cubicBezTo>
                <a:cubicBezTo>
                  <a:pt x="791634" y="99878"/>
                  <a:pt x="793053" y="99676"/>
                  <a:pt x="794573" y="99271"/>
                </a:cubicBezTo>
                <a:cubicBezTo>
                  <a:pt x="796093" y="98864"/>
                  <a:pt x="797462" y="98408"/>
                  <a:pt x="798679" y="97902"/>
                </a:cubicBezTo>
                <a:lnTo>
                  <a:pt x="801110" y="107327"/>
                </a:lnTo>
                <a:cubicBezTo>
                  <a:pt x="799083" y="108037"/>
                  <a:pt x="796878" y="108670"/>
                  <a:pt x="794497" y="109227"/>
                </a:cubicBezTo>
                <a:cubicBezTo>
                  <a:pt x="792115" y="109783"/>
                  <a:pt x="789759" y="110062"/>
                  <a:pt x="787429" y="110062"/>
                </a:cubicBezTo>
                <a:close/>
                <a:moveTo>
                  <a:pt x="845638" y="110062"/>
                </a:moveTo>
                <a:cubicBezTo>
                  <a:pt x="840671" y="110062"/>
                  <a:pt x="836034" y="109176"/>
                  <a:pt x="831727" y="107403"/>
                </a:cubicBezTo>
                <a:cubicBezTo>
                  <a:pt x="827420" y="105630"/>
                  <a:pt x="823670" y="103096"/>
                  <a:pt x="820477" y="99802"/>
                </a:cubicBezTo>
                <a:cubicBezTo>
                  <a:pt x="817285" y="96508"/>
                  <a:pt x="814777" y="92480"/>
                  <a:pt x="812952" y="87717"/>
                </a:cubicBezTo>
                <a:cubicBezTo>
                  <a:pt x="811129" y="82952"/>
                  <a:pt x="810217" y="77530"/>
                  <a:pt x="810217" y="71449"/>
                </a:cubicBezTo>
                <a:cubicBezTo>
                  <a:pt x="810217" y="65369"/>
                  <a:pt x="811154" y="59921"/>
                  <a:pt x="813029" y="55107"/>
                </a:cubicBezTo>
                <a:cubicBezTo>
                  <a:pt x="814903" y="50293"/>
                  <a:pt x="817386" y="46215"/>
                  <a:pt x="820477" y="42871"/>
                </a:cubicBezTo>
                <a:cubicBezTo>
                  <a:pt x="823568" y="39526"/>
                  <a:pt x="827090" y="36967"/>
                  <a:pt x="831043" y="35193"/>
                </a:cubicBezTo>
                <a:cubicBezTo>
                  <a:pt x="834995" y="33420"/>
                  <a:pt x="839100" y="32533"/>
                  <a:pt x="843358" y="32533"/>
                </a:cubicBezTo>
                <a:cubicBezTo>
                  <a:pt x="848019" y="32533"/>
                  <a:pt x="852199" y="33344"/>
                  <a:pt x="855898" y="34966"/>
                </a:cubicBezTo>
                <a:cubicBezTo>
                  <a:pt x="859597" y="36587"/>
                  <a:pt x="862688" y="38917"/>
                  <a:pt x="865171" y="41957"/>
                </a:cubicBezTo>
                <a:cubicBezTo>
                  <a:pt x="867655" y="44998"/>
                  <a:pt x="869555" y="48646"/>
                  <a:pt x="870871" y="52904"/>
                </a:cubicBezTo>
                <a:cubicBezTo>
                  <a:pt x="872188" y="57159"/>
                  <a:pt x="872847" y="61922"/>
                  <a:pt x="872847" y="67193"/>
                </a:cubicBezTo>
                <a:cubicBezTo>
                  <a:pt x="872847" y="68510"/>
                  <a:pt x="872822" y="69803"/>
                  <a:pt x="872771" y="71071"/>
                </a:cubicBezTo>
                <a:cubicBezTo>
                  <a:pt x="872721" y="72338"/>
                  <a:pt x="872595" y="73426"/>
                  <a:pt x="872392" y="74337"/>
                </a:cubicBezTo>
                <a:lnTo>
                  <a:pt x="822530" y="74337"/>
                </a:lnTo>
                <a:cubicBezTo>
                  <a:pt x="823037" y="82242"/>
                  <a:pt x="825494" y="88501"/>
                  <a:pt x="829902" y="93112"/>
                </a:cubicBezTo>
                <a:cubicBezTo>
                  <a:pt x="834310" y="97724"/>
                  <a:pt x="840062" y="100029"/>
                  <a:pt x="847157" y="100029"/>
                </a:cubicBezTo>
                <a:cubicBezTo>
                  <a:pt x="850705" y="100029"/>
                  <a:pt x="853973" y="99497"/>
                  <a:pt x="856962" y="98433"/>
                </a:cubicBezTo>
                <a:cubicBezTo>
                  <a:pt x="859952" y="97369"/>
                  <a:pt x="862815" y="95976"/>
                  <a:pt x="865552" y="94253"/>
                </a:cubicBezTo>
                <a:lnTo>
                  <a:pt x="869959" y="102463"/>
                </a:lnTo>
                <a:cubicBezTo>
                  <a:pt x="866716" y="104488"/>
                  <a:pt x="863119" y="106261"/>
                  <a:pt x="859166" y="107781"/>
                </a:cubicBezTo>
                <a:cubicBezTo>
                  <a:pt x="855213" y="109302"/>
                  <a:pt x="850704" y="110062"/>
                  <a:pt x="845638" y="110062"/>
                </a:cubicBezTo>
                <a:moveTo>
                  <a:pt x="822379" y="65369"/>
                </a:moveTo>
                <a:lnTo>
                  <a:pt x="861903" y="65369"/>
                </a:lnTo>
                <a:cubicBezTo>
                  <a:pt x="861903" y="57869"/>
                  <a:pt x="860306" y="52168"/>
                  <a:pt x="857113" y="48267"/>
                </a:cubicBezTo>
                <a:cubicBezTo>
                  <a:pt x="853921" y="44365"/>
                  <a:pt x="849437" y="42414"/>
                  <a:pt x="843662" y="42414"/>
                </a:cubicBezTo>
                <a:cubicBezTo>
                  <a:pt x="841026" y="42414"/>
                  <a:pt x="838517" y="42922"/>
                  <a:pt x="836134" y="43936"/>
                </a:cubicBezTo>
                <a:cubicBezTo>
                  <a:pt x="833753" y="44949"/>
                  <a:pt x="831600" y="46444"/>
                  <a:pt x="829674" y="48420"/>
                </a:cubicBezTo>
                <a:cubicBezTo>
                  <a:pt x="827749" y="50396"/>
                  <a:pt x="826153" y="52803"/>
                  <a:pt x="824887" y="55641"/>
                </a:cubicBezTo>
                <a:cubicBezTo>
                  <a:pt x="823620" y="58479"/>
                  <a:pt x="822784" y="61721"/>
                  <a:pt x="822379" y="65369"/>
                </a:cubicBezTo>
                <a:close/>
                <a:moveTo>
                  <a:pt x="891684" y="108238"/>
                </a:moveTo>
                <a:lnTo>
                  <a:pt x="891684" y="34358"/>
                </a:lnTo>
                <a:lnTo>
                  <a:pt x="902020" y="34358"/>
                </a:lnTo>
                <a:lnTo>
                  <a:pt x="903085" y="44998"/>
                </a:lnTo>
                <a:lnTo>
                  <a:pt x="903542" y="44998"/>
                </a:lnTo>
                <a:cubicBezTo>
                  <a:pt x="906785" y="41451"/>
                  <a:pt x="910306" y="38486"/>
                  <a:pt x="914105" y="36105"/>
                </a:cubicBezTo>
                <a:cubicBezTo>
                  <a:pt x="917906" y="33723"/>
                  <a:pt x="922037" y="32533"/>
                  <a:pt x="926497" y="32533"/>
                </a:cubicBezTo>
                <a:cubicBezTo>
                  <a:pt x="932172" y="32533"/>
                  <a:pt x="936606" y="33775"/>
                  <a:pt x="939798" y="36258"/>
                </a:cubicBezTo>
                <a:cubicBezTo>
                  <a:pt x="942989" y="38740"/>
                  <a:pt x="945346" y="42211"/>
                  <a:pt x="946868" y="46671"/>
                </a:cubicBezTo>
                <a:cubicBezTo>
                  <a:pt x="950718" y="42414"/>
                  <a:pt x="954594" y="38993"/>
                  <a:pt x="958496" y="36409"/>
                </a:cubicBezTo>
                <a:cubicBezTo>
                  <a:pt x="962398" y="33825"/>
                  <a:pt x="966629" y="32533"/>
                  <a:pt x="971189" y="32533"/>
                </a:cubicBezTo>
                <a:cubicBezTo>
                  <a:pt x="978790" y="32533"/>
                  <a:pt x="984439" y="34965"/>
                  <a:pt x="988139" y="39830"/>
                </a:cubicBezTo>
                <a:cubicBezTo>
                  <a:pt x="991839" y="44695"/>
                  <a:pt x="993689" y="51891"/>
                  <a:pt x="993689" y="61417"/>
                </a:cubicBezTo>
                <a:lnTo>
                  <a:pt x="993689" y="108238"/>
                </a:lnTo>
                <a:lnTo>
                  <a:pt x="981224" y="108238"/>
                </a:lnTo>
                <a:lnTo>
                  <a:pt x="981224" y="63089"/>
                </a:lnTo>
                <a:cubicBezTo>
                  <a:pt x="981224" y="56096"/>
                  <a:pt x="980109" y="51054"/>
                  <a:pt x="977879" y="47963"/>
                </a:cubicBezTo>
                <a:cubicBezTo>
                  <a:pt x="975649" y="44872"/>
                  <a:pt x="972203" y="43326"/>
                  <a:pt x="967540" y="43326"/>
                </a:cubicBezTo>
                <a:cubicBezTo>
                  <a:pt x="961967" y="43326"/>
                  <a:pt x="955785" y="47126"/>
                  <a:pt x="948995" y="54727"/>
                </a:cubicBezTo>
                <a:lnTo>
                  <a:pt x="948995" y="108238"/>
                </a:lnTo>
                <a:lnTo>
                  <a:pt x="936529" y="108238"/>
                </a:lnTo>
                <a:lnTo>
                  <a:pt x="936529" y="63089"/>
                </a:lnTo>
                <a:cubicBezTo>
                  <a:pt x="936529" y="56096"/>
                  <a:pt x="935414" y="51054"/>
                  <a:pt x="933184" y="47963"/>
                </a:cubicBezTo>
                <a:cubicBezTo>
                  <a:pt x="930954" y="44872"/>
                  <a:pt x="927458" y="43326"/>
                  <a:pt x="922695" y="43326"/>
                </a:cubicBezTo>
                <a:cubicBezTo>
                  <a:pt x="917122" y="43326"/>
                  <a:pt x="910940" y="47126"/>
                  <a:pt x="904149" y="54727"/>
                </a:cubicBezTo>
                <a:lnTo>
                  <a:pt x="904149" y="108238"/>
                </a:lnTo>
                <a:lnTo>
                  <a:pt x="891684" y="108238"/>
                </a:lnTo>
                <a:close/>
                <a:moveTo>
                  <a:pt x="1046425" y="110062"/>
                </a:moveTo>
                <a:cubicBezTo>
                  <a:pt x="1041458" y="110062"/>
                  <a:pt x="1036821" y="109176"/>
                  <a:pt x="1032514" y="107403"/>
                </a:cubicBezTo>
                <a:cubicBezTo>
                  <a:pt x="1028207" y="105630"/>
                  <a:pt x="1024457" y="103096"/>
                  <a:pt x="1021264" y="99802"/>
                </a:cubicBezTo>
                <a:cubicBezTo>
                  <a:pt x="1018072" y="96508"/>
                  <a:pt x="1015564" y="92480"/>
                  <a:pt x="1013739" y="87717"/>
                </a:cubicBezTo>
                <a:cubicBezTo>
                  <a:pt x="1011916" y="82952"/>
                  <a:pt x="1011004" y="77530"/>
                  <a:pt x="1011004" y="71449"/>
                </a:cubicBezTo>
                <a:cubicBezTo>
                  <a:pt x="1011004" y="65369"/>
                  <a:pt x="1011941" y="59921"/>
                  <a:pt x="1013816" y="55107"/>
                </a:cubicBezTo>
                <a:cubicBezTo>
                  <a:pt x="1015690" y="50293"/>
                  <a:pt x="1018173" y="46215"/>
                  <a:pt x="1021264" y="42871"/>
                </a:cubicBezTo>
                <a:cubicBezTo>
                  <a:pt x="1024355" y="39526"/>
                  <a:pt x="1027877" y="36967"/>
                  <a:pt x="1031830" y="35193"/>
                </a:cubicBezTo>
                <a:cubicBezTo>
                  <a:pt x="1035783" y="33420"/>
                  <a:pt x="1039887" y="32533"/>
                  <a:pt x="1044145" y="32533"/>
                </a:cubicBezTo>
                <a:cubicBezTo>
                  <a:pt x="1048806" y="32533"/>
                  <a:pt x="1052986" y="33344"/>
                  <a:pt x="1056685" y="34966"/>
                </a:cubicBezTo>
                <a:cubicBezTo>
                  <a:pt x="1060384" y="36587"/>
                  <a:pt x="1063475" y="38917"/>
                  <a:pt x="1065959" y="41957"/>
                </a:cubicBezTo>
                <a:cubicBezTo>
                  <a:pt x="1068442" y="44998"/>
                  <a:pt x="1070342" y="48646"/>
                  <a:pt x="1071658" y="52904"/>
                </a:cubicBezTo>
                <a:cubicBezTo>
                  <a:pt x="1072975" y="57159"/>
                  <a:pt x="1073634" y="61922"/>
                  <a:pt x="1073634" y="67193"/>
                </a:cubicBezTo>
                <a:cubicBezTo>
                  <a:pt x="1073634" y="68510"/>
                  <a:pt x="1073609" y="69803"/>
                  <a:pt x="1073558" y="71071"/>
                </a:cubicBezTo>
                <a:cubicBezTo>
                  <a:pt x="1073508" y="72338"/>
                  <a:pt x="1073382" y="73426"/>
                  <a:pt x="1073180" y="74337"/>
                </a:cubicBezTo>
                <a:lnTo>
                  <a:pt x="1023317" y="74337"/>
                </a:lnTo>
                <a:cubicBezTo>
                  <a:pt x="1023824" y="82242"/>
                  <a:pt x="1026281" y="88501"/>
                  <a:pt x="1030689" y="93112"/>
                </a:cubicBezTo>
                <a:cubicBezTo>
                  <a:pt x="1035097" y="97724"/>
                  <a:pt x="1040849" y="100029"/>
                  <a:pt x="1047944" y="100029"/>
                </a:cubicBezTo>
                <a:cubicBezTo>
                  <a:pt x="1051492" y="100029"/>
                  <a:pt x="1054760" y="99497"/>
                  <a:pt x="1057749" y="98433"/>
                </a:cubicBezTo>
                <a:cubicBezTo>
                  <a:pt x="1060739" y="97369"/>
                  <a:pt x="1063602" y="95976"/>
                  <a:pt x="1066339" y="94253"/>
                </a:cubicBezTo>
                <a:lnTo>
                  <a:pt x="1070746" y="102463"/>
                </a:lnTo>
                <a:cubicBezTo>
                  <a:pt x="1067503" y="104488"/>
                  <a:pt x="1063906" y="106261"/>
                  <a:pt x="1059953" y="107781"/>
                </a:cubicBezTo>
                <a:cubicBezTo>
                  <a:pt x="1056000" y="109302"/>
                  <a:pt x="1051491" y="110062"/>
                  <a:pt x="1046425" y="110062"/>
                </a:cubicBezTo>
                <a:moveTo>
                  <a:pt x="1023166" y="65369"/>
                </a:moveTo>
                <a:lnTo>
                  <a:pt x="1062690" y="65369"/>
                </a:lnTo>
                <a:cubicBezTo>
                  <a:pt x="1062690" y="57869"/>
                  <a:pt x="1061094" y="52168"/>
                  <a:pt x="1057900" y="48267"/>
                </a:cubicBezTo>
                <a:cubicBezTo>
                  <a:pt x="1054708" y="44365"/>
                  <a:pt x="1050225" y="42414"/>
                  <a:pt x="1044449" y="42414"/>
                </a:cubicBezTo>
                <a:cubicBezTo>
                  <a:pt x="1041814" y="42414"/>
                  <a:pt x="1039304" y="42922"/>
                  <a:pt x="1036921" y="43936"/>
                </a:cubicBezTo>
                <a:cubicBezTo>
                  <a:pt x="1034540" y="44949"/>
                  <a:pt x="1032387" y="46444"/>
                  <a:pt x="1030461" y="48420"/>
                </a:cubicBezTo>
                <a:cubicBezTo>
                  <a:pt x="1028536" y="50396"/>
                  <a:pt x="1026940" y="52803"/>
                  <a:pt x="1025674" y="55641"/>
                </a:cubicBezTo>
                <a:cubicBezTo>
                  <a:pt x="1024407" y="58479"/>
                  <a:pt x="1023571" y="61721"/>
                  <a:pt x="1023166" y="65369"/>
                </a:cubicBezTo>
                <a:close/>
                <a:moveTo>
                  <a:pt x="1092470" y="108238"/>
                </a:moveTo>
                <a:lnTo>
                  <a:pt x="1092470" y="34358"/>
                </a:lnTo>
                <a:lnTo>
                  <a:pt x="1102806" y="34358"/>
                </a:lnTo>
                <a:lnTo>
                  <a:pt x="1103871" y="44998"/>
                </a:lnTo>
                <a:lnTo>
                  <a:pt x="1104328" y="44998"/>
                </a:lnTo>
                <a:cubicBezTo>
                  <a:pt x="1107875" y="41451"/>
                  <a:pt x="1111600" y="38486"/>
                  <a:pt x="1115501" y="36105"/>
                </a:cubicBezTo>
                <a:cubicBezTo>
                  <a:pt x="1119403" y="33723"/>
                  <a:pt x="1123938" y="32533"/>
                  <a:pt x="1129106" y="32533"/>
                </a:cubicBezTo>
                <a:cubicBezTo>
                  <a:pt x="1136909" y="32533"/>
                  <a:pt x="1142609" y="34965"/>
                  <a:pt x="1146206" y="39830"/>
                </a:cubicBezTo>
                <a:cubicBezTo>
                  <a:pt x="1149805" y="44695"/>
                  <a:pt x="1151604" y="51891"/>
                  <a:pt x="1151604" y="61417"/>
                </a:cubicBezTo>
                <a:lnTo>
                  <a:pt x="1151604" y="108238"/>
                </a:lnTo>
                <a:lnTo>
                  <a:pt x="1139141" y="108238"/>
                </a:lnTo>
                <a:lnTo>
                  <a:pt x="1139141" y="63089"/>
                </a:lnTo>
                <a:cubicBezTo>
                  <a:pt x="1139141" y="56096"/>
                  <a:pt x="1138026" y="51054"/>
                  <a:pt x="1135796" y="47963"/>
                </a:cubicBezTo>
                <a:cubicBezTo>
                  <a:pt x="1133566" y="44872"/>
                  <a:pt x="1130018" y="43326"/>
                  <a:pt x="1125153" y="43326"/>
                </a:cubicBezTo>
                <a:cubicBezTo>
                  <a:pt x="1121303" y="43326"/>
                  <a:pt x="1117908" y="44289"/>
                  <a:pt x="1114968" y="46214"/>
                </a:cubicBezTo>
                <a:cubicBezTo>
                  <a:pt x="1112030" y="48139"/>
                  <a:pt x="1108686" y="50977"/>
                  <a:pt x="1104935" y="54727"/>
                </a:cubicBezTo>
                <a:lnTo>
                  <a:pt x="1104935" y="108238"/>
                </a:lnTo>
                <a:lnTo>
                  <a:pt x="1092470" y="108238"/>
                </a:lnTo>
                <a:close/>
                <a:moveTo>
                  <a:pt x="1199933" y="110062"/>
                </a:moveTo>
                <a:cubicBezTo>
                  <a:pt x="1195981" y="110062"/>
                  <a:pt x="1192661" y="109454"/>
                  <a:pt x="1189975" y="108238"/>
                </a:cubicBezTo>
                <a:cubicBezTo>
                  <a:pt x="1187290" y="107023"/>
                  <a:pt x="1185112" y="105351"/>
                  <a:pt x="1183438" y="103223"/>
                </a:cubicBezTo>
                <a:cubicBezTo>
                  <a:pt x="1181767" y="101094"/>
                  <a:pt x="1180576" y="98509"/>
                  <a:pt x="1179866" y="95469"/>
                </a:cubicBezTo>
                <a:cubicBezTo>
                  <a:pt x="1179156" y="92429"/>
                  <a:pt x="1178801" y="89084"/>
                  <a:pt x="1178801" y="85436"/>
                </a:cubicBezTo>
                <a:lnTo>
                  <a:pt x="1178801" y="44541"/>
                </a:lnTo>
                <a:lnTo>
                  <a:pt x="1167857" y="44541"/>
                </a:lnTo>
                <a:lnTo>
                  <a:pt x="1167857" y="35117"/>
                </a:lnTo>
                <a:lnTo>
                  <a:pt x="1179411" y="34358"/>
                </a:lnTo>
                <a:lnTo>
                  <a:pt x="1180931" y="13683"/>
                </a:lnTo>
                <a:lnTo>
                  <a:pt x="1191420" y="13683"/>
                </a:lnTo>
                <a:lnTo>
                  <a:pt x="1191420" y="34358"/>
                </a:lnTo>
                <a:lnTo>
                  <a:pt x="1211334" y="34358"/>
                </a:lnTo>
                <a:lnTo>
                  <a:pt x="1211334" y="44541"/>
                </a:lnTo>
                <a:lnTo>
                  <a:pt x="1191420" y="44541"/>
                </a:lnTo>
                <a:lnTo>
                  <a:pt x="1191420" y="85587"/>
                </a:lnTo>
                <a:cubicBezTo>
                  <a:pt x="1191420" y="90148"/>
                  <a:pt x="1192256" y="93670"/>
                  <a:pt x="1193928" y="96153"/>
                </a:cubicBezTo>
                <a:cubicBezTo>
                  <a:pt x="1195601" y="98637"/>
                  <a:pt x="1198565" y="99878"/>
                  <a:pt x="1202821" y="99878"/>
                </a:cubicBezTo>
                <a:cubicBezTo>
                  <a:pt x="1204139" y="99878"/>
                  <a:pt x="1205558" y="99676"/>
                  <a:pt x="1207078" y="99271"/>
                </a:cubicBezTo>
                <a:cubicBezTo>
                  <a:pt x="1208598" y="98864"/>
                  <a:pt x="1209966" y="98408"/>
                  <a:pt x="1211183" y="97902"/>
                </a:cubicBezTo>
                <a:lnTo>
                  <a:pt x="1213614" y="107327"/>
                </a:lnTo>
                <a:cubicBezTo>
                  <a:pt x="1211587" y="108037"/>
                  <a:pt x="1209383" y="108670"/>
                  <a:pt x="1207001" y="109227"/>
                </a:cubicBezTo>
                <a:cubicBezTo>
                  <a:pt x="1204620" y="109783"/>
                  <a:pt x="1202264" y="110062"/>
                  <a:pt x="1199933" y="110062"/>
                </a:cubicBezTo>
                <a:close/>
                <a:moveTo>
                  <a:pt x="1247499" y="110062"/>
                </a:moveTo>
                <a:cubicBezTo>
                  <a:pt x="1242229" y="110062"/>
                  <a:pt x="1237212" y="109099"/>
                  <a:pt x="1232449" y="107174"/>
                </a:cubicBezTo>
                <a:cubicBezTo>
                  <a:pt x="1227686" y="105248"/>
                  <a:pt x="1223531" y="102817"/>
                  <a:pt x="1219983" y="99878"/>
                </a:cubicBezTo>
                <a:lnTo>
                  <a:pt x="1226216" y="91516"/>
                </a:lnTo>
                <a:cubicBezTo>
                  <a:pt x="1229459" y="94151"/>
                  <a:pt x="1232778" y="96280"/>
                  <a:pt x="1236172" y="97902"/>
                </a:cubicBezTo>
                <a:cubicBezTo>
                  <a:pt x="1239568" y="99523"/>
                  <a:pt x="1243496" y="100333"/>
                  <a:pt x="1247956" y="100333"/>
                </a:cubicBezTo>
                <a:cubicBezTo>
                  <a:pt x="1252819" y="100333"/>
                  <a:pt x="1256467" y="99219"/>
                  <a:pt x="1258900" y="96991"/>
                </a:cubicBezTo>
                <a:cubicBezTo>
                  <a:pt x="1261332" y="94761"/>
                  <a:pt x="1262548" y="92023"/>
                  <a:pt x="1262548" y="88779"/>
                </a:cubicBezTo>
                <a:cubicBezTo>
                  <a:pt x="1262548" y="86854"/>
                  <a:pt x="1262041" y="85182"/>
                  <a:pt x="1261027" y="83764"/>
                </a:cubicBezTo>
                <a:cubicBezTo>
                  <a:pt x="1260014" y="82344"/>
                  <a:pt x="1258722" y="81103"/>
                  <a:pt x="1257151" y="80039"/>
                </a:cubicBezTo>
                <a:cubicBezTo>
                  <a:pt x="1255581" y="78975"/>
                  <a:pt x="1253783" y="78038"/>
                  <a:pt x="1251755" y="77227"/>
                </a:cubicBezTo>
                <a:cubicBezTo>
                  <a:pt x="1249728" y="76415"/>
                  <a:pt x="1247701" y="75604"/>
                  <a:pt x="1245675" y="74794"/>
                </a:cubicBezTo>
                <a:cubicBezTo>
                  <a:pt x="1243040" y="73882"/>
                  <a:pt x="1240405" y="72843"/>
                  <a:pt x="1237770" y="71679"/>
                </a:cubicBezTo>
                <a:cubicBezTo>
                  <a:pt x="1235135" y="70513"/>
                  <a:pt x="1232778" y="69094"/>
                  <a:pt x="1230700" y="67422"/>
                </a:cubicBezTo>
                <a:cubicBezTo>
                  <a:pt x="1228623" y="65749"/>
                  <a:pt x="1226926" y="63798"/>
                  <a:pt x="1225608" y="61570"/>
                </a:cubicBezTo>
                <a:cubicBezTo>
                  <a:pt x="1224291" y="59340"/>
                  <a:pt x="1223632" y="56654"/>
                  <a:pt x="1223632" y="53511"/>
                </a:cubicBezTo>
                <a:cubicBezTo>
                  <a:pt x="1223632" y="50572"/>
                  <a:pt x="1224214" y="47810"/>
                  <a:pt x="1225379" y="45226"/>
                </a:cubicBezTo>
                <a:cubicBezTo>
                  <a:pt x="1226545" y="42642"/>
                  <a:pt x="1228217" y="40413"/>
                  <a:pt x="1230396" y="38538"/>
                </a:cubicBezTo>
                <a:cubicBezTo>
                  <a:pt x="1232575" y="36662"/>
                  <a:pt x="1235235" y="35193"/>
                  <a:pt x="1238376" y="34129"/>
                </a:cubicBezTo>
                <a:cubicBezTo>
                  <a:pt x="1241518" y="33065"/>
                  <a:pt x="1245065" y="32533"/>
                  <a:pt x="1249018" y="32533"/>
                </a:cubicBezTo>
                <a:cubicBezTo>
                  <a:pt x="1253681" y="32533"/>
                  <a:pt x="1257963" y="33344"/>
                  <a:pt x="1261864" y="34966"/>
                </a:cubicBezTo>
                <a:cubicBezTo>
                  <a:pt x="1265766" y="36587"/>
                  <a:pt x="1269135" y="38563"/>
                  <a:pt x="1271973" y="40895"/>
                </a:cubicBezTo>
                <a:lnTo>
                  <a:pt x="1266044" y="48798"/>
                </a:lnTo>
                <a:cubicBezTo>
                  <a:pt x="1263511" y="46873"/>
                  <a:pt x="1260876" y="45302"/>
                  <a:pt x="1258139" y="44087"/>
                </a:cubicBezTo>
                <a:cubicBezTo>
                  <a:pt x="1255403" y="42870"/>
                  <a:pt x="1252414" y="42261"/>
                  <a:pt x="1249171" y="42261"/>
                </a:cubicBezTo>
                <a:cubicBezTo>
                  <a:pt x="1244509" y="42261"/>
                  <a:pt x="1241088" y="43326"/>
                  <a:pt x="1238909" y="45455"/>
                </a:cubicBezTo>
                <a:cubicBezTo>
                  <a:pt x="1236730" y="47583"/>
                  <a:pt x="1235641" y="50066"/>
                  <a:pt x="1235641" y="52904"/>
                </a:cubicBezTo>
                <a:cubicBezTo>
                  <a:pt x="1235641" y="54626"/>
                  <a:pt x="1236097" y="56121"/>
                  <a:pt x="1237009" y="57388"/>
                </a:cubicBezTo>
                <a:cubicBezTo>
                  <a:pt x="1237922" y="58654"/>
                  <a:pt x="1239138" y="59769"/>
                  <a:pt x="1240658" y="60732"/>
                </a:cubicBezTo>
                <a:cubicBezTo>
                  <a:pt x="1242178" y="61696"/>
                  <a:pt x="1243926" y="62558"/>
                  <a:pt x="1245903" y="63319"/>
                </a:cubicBezTo>
                <a:cubicBezTo>
                  <a:pt x="1247879" y="64078"/>
                  <a:pt x="1249931" y="64863"/>
                  <a:pt x="1252059" y="65673"/>
                </a:cubicBezTo>
                <a:cubicBezTo>
                  <a:pt x="1254694" y="66686"/>
                  <a:pt x="1257354" y="67750"/>
                  <a:pt x="1260039" y="68865"/>
                </a:cubicBezTo>
                <a:cubicBezTo>
                  <a:pt x="1262725" y="69980"/>
                  <a:pt x="1265132" y="71374"/>
                  <a:pt x="1267260" y="73047"/>
                </a:cubicBezTo>
                <a:cubicBezTo>
                  <a:pt x="1269389" y="74719"/>
                  <a:pt x="1271137" y="76771"/>
                  <a:pt x="1272504" y="79204"/>
                </a:cubicBezTo>
                <a:cubicBezTo>
                  <a:pt x="1273873" y="81635"/>
                  <a:pt x="1274557" y="84574"/>
                  <a:pt x="1274557" y="88021"/>
                </a:cubicBezTo>
                <a:cubicBezTo>
                  <a:pt x="1274557" y="91061"/>
                  <a:pt x="1273974" y="93898"/>
                  <a:pt x="1272808" y="96534"/>
                </a:cubicBezTo>
                <a:cubicBezTo>
                  <a:pt x="1271644" y="99169"/>
                  <a:pt x="1269921" y="101500"/>
                  <a:pt x="1267640" y="103527"/>
                </a:cubicBezTo>
                <a:cubicBezTo>
                  <a:pt x="1265361" y="105553"/>
                  <a:pt x="1262523" y="107148"/>
                  <a:pt x="1259127" y="108313"/>
                </a:cubicBezTo>
                <a:cubicBezTo>
                  <a:pt x="1255733" y="109479"/>
                  <a:pt x="1251857" y="110062"/>
                  <a:pt x="1247499" y="1100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582AA-99F8-4B43-868D-BDDC1719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663" y="2414032"/>
            <a:ext cx="1382860" cy="1131842"/>
          </a:xfrm>
          <a:custGeom xmlns:a="http://schemas.openxmlformats.org/drawingml/2006/main">
            <a:pathLst>
              <a:path w="1382860" h="1131842">
                <a:moveTo>
                  <a:pt x="0" y="32573"/>
                </a:moveTo>
                <a:lnTo>
                  <a:pt x="32576" y="32682"/>
                </a:lnTo>
                <a:lnTo>
                  <a:pt x="32684" y="109"/>
                </a:lnTo>
                <a:lnTo>
                  <a:pt x="109" y="0"/>
                </a:lnTo>
                <a:lnTo>
                  <a:pt x="0" y="32573"/>
                </a:lnTo>
                <a:close/>
                <a:moveTo>
                  <a:pt x="97727" y="32899"/>
                </a:moveTo>
                <a:lnTo>
                  <a:pt x="97835" y="324"/>
                </a:lnTo>
                <a:lnTo>
                  <a:pt x="65260" y="215"/>
                </a:lnTo>
                <a:lnTo>
                  <a:pt x="65151" y="32790"/>
                </a:lnTo>
                <a:lnTo>
                  <a:pt x="97727" y="32899"/>
                </a:lnTo>
                <a:close/>
                <a:moveTo>
                  <a:pt x="162878" y="33116"/>
                </a:moveTo>
                <a:lnTo>
                  <a:pt x="162986" y="541"/>
                </a:lnTo>
                <a:lnTo>
                  <a:pt x="130411" y="432"/>
                </a:lnTo>
                <a:lnTo>
                  <a:pt x="130302" y="33008"/>
                </a:lnTo>
                <a:lnTo>
                  <a:pt x="162878" y="33116"/>
                </a:lnTo>
                <a:close/>
                <a:moveTo>
                  <a:pt x="195453" y="33225"/>
                </a:moveTo>
                <a:lnTo>
                  <a:pt x="228029" y="33333"/>
                </a:lnTo>
                <a:lnTo>
                  <a:pt x="228137" y="758"/>
                </a:lnTo>
                <a:lnTo>
                  <a:pt x="195562" y="649"/>
                </a:lnTo>
                <a:lnTo>
                  <a:pt x="195453" y="33225"/>
                </a:lnTo>
                <a:close/>
                <a:moveTo>
                  <a:pt x="293177" y="33551"/>
                </a:moveTo>
                <a:lnTo>
                  <a:pt x="293286" y="975"/>
                </a:lnTo>
                <a:lnTo>
                  <a:pt x="260710" y="867"/>
                </a:lnTo>
                <a:lnTo>
                  <a:pt x="260602" y="33442"/>
                </a:lnTo>
                <a:lnTo>
                  <a:pt x="293177" y="33551"/>
                </a:lnTo>
                <a:close/>
                <a:moveTo>
                  <a:pt x="358328" y="33768"/>
                </a:moveTo>
                <a:lnTo>
                  <a:pt x="358437" y="1192"/>
                </a:lnTo>
                <a:lnTo>
                  <a:pt x="325861" y="1084"/>
                </a:lnTo>
                <a:lnTo>
                  <a:pt x="325753" y="33659"/>
                </a:lnTo>
                <a:lnTo>
                  <a:pt x="358328" y="33768"/>
                </a:lnTo>
                <a:close/>
                <a:moveTo>
                  <a:pt x="390904" y="33876"/>
                </a:moveTo>
                <a:lnTo>
                  <a:pt x="423479" y="33985"/>
                </a:lnTo>
                <a:lnTo>
                  <a:pt x="423588" y="1409"/>
                </a:lnTo>
                <a:lnTo>
                  <a:pt x="391012" y="1301"/>
                </a:lnTo>
                <a:lnTo>
                  <a:pt x="390904" y="33876"/>
                </a:lnTo>
                <a:close/>
                <a:moveTo>
                  <a:pt x="488630" y="34202"/>
                </a:moveTo>
                <a:lnTo>
                  <a:pt x="488739" y="1627"/>
                </a:lnTo>
                <a:lnTo>
                  <a:pt x="456163" y="1518"/>
                </a:lnTo>
                <a:lnTo>
                  <a:pt x="456055" y="34094"/>
                </a:lnTo>
                <a:lnTo>
                  <a:pt x="488630" y="34202"/>
                </a:lnTo>
                <a:close/>
                <a:moveTo>
                  <a:pt x="553781" y="34419"/>
                </a:moveTo>
                <a:lnTo>
                  <a:pt x="553890" y="1844"/>
                </a:lnTo>
                <a:lnTo>
                  <a:pt x="521314" y="1735"/>
                </a:lnTo>
                <a:lnTo>
                  <a:pt x="521206" y="34311"/>
                </a:lnTo>
                <a:lnTo>
                  <a:pt x="553781" y="34419"/>
                </a:lnTo>
                <a:close/>
                <a:moveTo>
                  <a:pt x="586357" y="34528"/>
                </a:moveTo>
                <a:lnTo>
                  <a:pt x="618932" y="34636"/>
                </a:lnTo>
                <a:lnTo>
                  <a:pt x="619041" y="2061"/>
                </a:lnTo>
                <a:lnTo>
                  <a:pt x="586465" y="1952"/>
                </a:lnTo>
                <a:lnTo>
                  <a:pt x="586357" y="34528"/>
                </a:lnTo>
                <a:close/>
                <a:moveTo>
                  <a:pt x="684081" y="34854"/>
                </a:moveTo>
                <a:lnTo>
                  <a:pt x="684190" y="2278"/>
                </a:lnTo>
                <a:lnTo>
                  <a:pt x="651614" y="2170"/>
                </a:lnTo>
                <a:lnTo>
                  <a:pt x="651506" y="34745"/>
                </a:lnTo>
                <a:lnTo>
                  <a:pt x="684081" y="34854"/>
                </a:lnTo>
                <a:close/>
                <a:moveTo>
                  <a:pt x="749232" y="35071"/>
                </a:moveTo>
                <a:lnTo>
                  <a:pt x="749341" y="2495"/>
                </a:lnTo>
                <a:lnTo>
                  <a:pt x="716765" y="2387"/>
                </a:lnTo>
                <a:lnTo>
                  <a:pt x="716657" y="34962"/>
                </a:lnTo>
                <a:lnTo>
                  <a:pt x="749232" y="35071"/>
                </a:lnTo>
                <a:close/>
                <a:moveTo>
                  <a:pt x="781808" y="35179"/>
                </a:moveTo>
                <a:lnTo>
                  <a:pt x="814383" y="35288"/>
                </a:lnTo>
                <a:lnTo>
                  <a:pt x="814492" y="2712"/>
                </a:lnTo>
                <a:lnTo>
                  <a:pt x="781916" y="2604"/>
                </a:lnTo>
                <a:lnTo>
                  <a:pt x="781808" y="35179"/>
                </a:lnTo>
                <a:close/>
                <a:moveTo>
                  <a:pt x="699166" y="1001540"/>
                </a:moveTo>
                <a:lnTo>
                  <a:pt x="568864" y="1066691"/>
                </a:lnTo>
                <a:lnTo>
                  <a:pt x="699166" y="1131842"/>
                </a:lnTo>
                <a:lnTo>
                  <a:pt x="699166" y="1082979"/>
                </a:lnTo>
                <a:lnTo>
                  <a:pt x="709412" y="1082979"/>
                </a:lnTo>
                <a:lnTo>
                  <a:pt x="709412" y="1050404"/>
                </a:lnTo>
                <a:lnTo>
                  <a:pt x="699166" y="1050404"/>
                </a:lnTo>
                <a:lnTo>
                  <a:pt x="699166" y="1001540"/>
                </a:lnTo>
                <a:close/>
                <a:moveTo>
                  <a:pt x="774563" y="1050404"/>
                </a:moveTo>
                <a:lnTo>
                  <a:pt x="741987" y="1050404"/>
                </a:lnTo>
                <a:lnTo>
                  <a:pt x="741987" y="1082979"/>
                </a:lnTo>
                <a:lnTo>
                  <a:pt x="774563" y="1082979"/>
                </a:lnTo>
                <a:lnTo>
                  <a:pt x="774563" y="1050404"/>
                </a:lnTo>
                <a:close/>
                <a:moveTo>
                  <a:pt x="879534" y="35505"/>
                </a:moveTo>
                <a:lnTo>
                  <a:pt x="879643" y="2930"/>
                </a:lnTo>
                <a:lnTo>
                  <a:pt x="847067" y="2821"/>
                </a:lnTo>
                <a:lnTo>
                  <a:pt x="846959" y="35397"/>
                </a:lnTo>
                <a:lnTo>
                  <a:pt x="879534" y="35505"/>
                </a:lnTo>
                <a:close/>
                <a:moveTo>
                  <a:pt x="912110" y="35614"/>
                </a:moveTo>
                <a:lnTo>
                  <a:pt x="944685" y="35722"/>
                </a:lnTo>
                <a:lnTo>
                  <a:pt x="944794" y="3147"/>
                </a:lnTo>
                <a:lnTo>
                  <a:pt x="912218" y="3038"/>
                </a:lnTo>
                <a:lnTo>
                  <a:pt x="912110" y="35614"/>
                </a:lnTo>
                <a:close/>
                <a:moveTo>
                  <a:pt x="1009836" y="35939"/>
                </a:moveTo>
                <a:lnTo>
                  <a:pt x="1009945" y="3364"/>
                </a:lnTo>
                <a:lnTo>
                  <a:pt x="977369" y="3255"/>
                </a:lnTo>
                <a:lnTo>
                  <a:pt x="977261" y="35831"/>
                </a:lnTo>
                <a:lnTo>
                  <a:pt x="1009836" y="35939"/>
                </a:lnTo>
                <a:close/>
                <a:moveTo>
                  <a:pt x="1074985" y="36157"/>
                </a:moveTo>
                <a:lnTo>
                  <a:pt x="1075094" y="3581"/>
                </a:lnTo>
                <a:lnTo>
                  <a:pt x="1042518" y="3473"/>
                </a:lnTo>
                <a:lnTo>
                  <a:pt x="1042409" y="36048"/>
                </a:lnTo>
                <a:lnTo>
                  <a:pt x="1074985" y="36157"/>
                </a:lnTo>
                <a:close/>
                <a:moveTo>
                  <a:pt x="1140136" y="36374"/>
                </a:moveTo>
                <a:lnTo>
                  <a:pt x="1140245" y="3798"/>
                </a:lnTo>
                <a:lnTo>
                  <a:pt x="1107669" y="3690"/>
                </a:lnTo>
                <a:lnTo>
                  <a:pt x="1107560" y="36265"/>
                </a:lnTo>
                <a:lnTo>
                  <a:pt x="1140136" y="36374"/>
                </a:lnTo>
                <a:close/>
                <a:moveTo>
                  <a:pt x="1205287" y="36591"/>
                </a:moveTo>
                <a:lnTo>
                  <a:pt x="1205396" y="4015"/>
                </a:lnTo>
                <a:lnTo>
                  <a:pt x="1172820" y="3907"/>
                </a:lnTo>
                <a:lnTo>
                  <a:pt x="1172711" y="36482"/>
                </a:lnTo>
                <a:lnTo>
                  <a:pt x="1205287" y="36591"/>
                </a:lnTo>
                <a:close/>
                <a:moveTo>
                  <a:pt x="1270438" y="36808"/>
                </a:moveTo>
                <a:lnTo>
                  <a:pt x="1270547" y="4233"/>
                </a:lnTo>
                <a:lnTo>
                  <a:pt x="1237971" y="4124"/>
                </a:lnTo>
                <a:lnTo>
                  <a:pt x="1237862" y="36700"/>
                </a:lnTo>
                <a:lnTo>
                  <a:pt x="1270438" y="36808"/>
                </a:lnTo>
                <a:close/>
                <a:moveTo>
                  <a:pt x="1335589" y="37025"/>
                </a:moveTo>
                <a:lnTo>
                  <a:pt x="1335698" y="4450"/>
                </a:lnTo>
                <a:lnTo>
                  <a:pt x="1303122" y="4341"/>
                </a:lnTo>
                <a:lnTo>
                  <a:pt x="1303013" y="36917"/>
                </a:lnTo>
                <a:lnTo>
                  <a:pt x="1335589" y="37025"/>
                </a:lnTo>
                <a:close/>
                <a:moveTo>
                  <a:pt x="839714" y="1050404"/>
                </a:moveTo>
                <a:lnTo>
                  <a:pt x="807138" y="1050404"/>
                </a:lnTo>
                <a:lnTo>
                  <a:pt x="807138" y="1082979"/>
                </a:lnTo>
                <a:lnTo>
                  <a:pt x="839714" y="1082979"/>
                </a:lnTo>
                <a:lnTo>
                  <a:pt x="839714" y="1050404"/>
                </a:lnTo>
                <a:close/>
                <a:moveTo>
                  <a:pt x="872289" y="1050404"/>
                </a:moveTo>
                <a:lnTo>
                  <a:pt x="872289" y="1082979"/>
                </a:lnTo>
                <a:lnTo>
                  <a:pt x="904865" y="1082979"/>
                </a:lnTo>
                <a:lnTo>
                  <a:pt x="904865" y="1050404"/>
                </a:lnTo>
                <a:lnTo>
                  <a:pt x="872289" y="1050404"/>
                </a:lnTo>
                <a:close/>
                <a:moveTo>
                  <a:pt x="937440" y="1050404"/>
                </a:moveTo>
                <a:lnTo>
                  <a:pt x="937440" y="1082979"/>
                </a:lnTo>
                <a:lnTo>
                  <a:pt x="970016" y="1082979"/>
                </a:lnTo>
                <a:lnTo>
                  <a:pt x="970016" y="1050404"/>
                </a:lnTo>
                <a:lnTo>
                  <a:pt x="937440" y="1050404"/>
                </a:lnTo>
                <a:close/>
                <a:moveTo>
                  <a:pt x="1035167" y="1050404"/>
                </a:moveTo>
                <a:lnTo>
                  <a:pt x="1002591" y="1050404"/>
                </a:lnTo>
                <a:lnTo>
                  <a:pt x="1002591" y="1082979"/>
                </a:lnTo>
                <a:lnTo>
                  <a:pt x="1035167" y="1082979"/>
                </a:lnTo>
                <a:lnTo>
                  <a:pt x="1035167" y="1050404"/>
                </a:lnTo>
                <a:close/>
                <a:moveTo>
                  <a:pt x="1067742" y="1050404"/>
                </a:moveTo>
                <a:lnTo>
                  <a:pt x="1067742" y="1082979"/>
                </a:lnTo>
                <a:lnTo>
                  <a:pt x="1100318" y="1082979"/>
                </a:lnTo>
                <a:lnTo>
                  <a:pt x="1100318" y="1050404"/>
                </a:lnTo>
                <a:lnTo>
                  <a:pt x="1067742" y="1050404"/>
                </a:lnTo>
                <a:close/>
                <a:moveTo>
                  <a:pt x="1132893" y="1050404"/>
                </a:moveTo>
                <a:lnTo>
                  <a:pt x="1132893" y="1082979"/>
                </a:lnTo>
                <a:lnTo>
                  <a:pt x="1165469" y="1082979"/>
                </a:lnTo>
                <a:lnTo>
                  <a:pt x="1165469" y="1050404"/>
                </a:lnTo>
                <a:lnTo>
                  <a:pt x="1132893" y="1050404"/>
                </a:lnTo>
                <a:close/>
                <a:moveTo>
                  <a:pt x="1230620" y="1050404"/>
                </a:moveTo>
                <a:lnTo>
                  <a:pt x="1198044" y="1050404"/>
                </a:lnTo>
                <a:lnTo>
                  <a:pt x="1198044" y="1082979"/>
                </a:lnTo>
                <a:lnTo>
                  <a:pt x="1230620" y="1082979"/>
                </a:lnTo>
                <a:lnTo>
                  <a:pt x="1230620" y="1050404"/>
                </a:lnTo>
                <a:close/>
                <a:moveTo>
                  <a:pt x="1263195" y="1050404"/>
                </a:moveTo>
                <a:lnTo>
                  <a:pt x="1263195" y="1082979"/>
                </a:lnTo>
                <a:lnTo>
                  <a:pt x="1295771" y="1082979"/>
                </a:lnTo>
                <a:lnTo>
                  <a:pt x="1295771" y="1050404"/>
                </a:lnTo>
                <a:lnTo>
                  <a:pt x="1263195" y="1050404"/>
                </a:lnTo>
                <a:close/>
                <a:moveTo>
                  <a:pt x="1328346" y="1050404"/>
                </a:moveTo>
                <a:lnTo>
                  <a:pt x="1328346" y="1082979"/>
                </a:lnTo>
                <a:lnTo>
                  <a:pt x="1360922" y="1082979"/>
                </a:lnTo>
                <a:lnTo>
                  <a:pt x="1360922" y="1050404"/>
                </a:lnTo>
                <a:lnTo>
                  <a:pt x="1328346" y="1050404"/>
                </a:lnTo>
                <a:close/>
                <a:moveTo>
                  <a:pt x="1342658" y="30282"/>
                </a:moveTo>
                <a:lnTo>
                  <a:pt x="1342903" y="62856"/>
                </a:lnTo>
                <a:lnTo>
                  <a:pt x="1375479" y="62610"/>
                </a:lnTo>
                <a:lnTo>
                  <a:pt x="1375231" y="30035"/>
                </a:lnTo>
                <a:lnTo>
                  <a:pt x="1342658" y="30282"/>
                </a:lnTo>
                <a:close/>
                <a:moveTo>
                  <a:pt x="1343396" y="128004"/>
                </a:moveTo>
                <a:lnTo>
                  <a:pt x="1375970" y="127759"/>
                </a:lnTo>
                <a:lnTo>
                  <a:pt x="1375724" y="95183"/>
                </a:lnTo>
                <a:lnTo>
                  <a:pt x="1343149" y="95431"/>
                </a:lnTo>
                <a:lnTo>
                  <a:pt x="1343396" y="128004"/>
                </a:lnTo>
                <a:close/>
                <a:moveTo>
                  <a:pt x="1343887" y="193153"/>
                </a:moveTo>
                <a:lnTo>
                  <a:pt x="1376463" y="192908"/>
                </a:lnTo>
                <a:lnTo>
                  <a:pt x="1376217" y="160334"/>
                </a:lnTo>
                <a:lnTo>
                  <a:pt x="1343642" y="160580"/>
                </a:lnTo>
                <a:lnTo>
                  <a:pt x="1343887" y="193153"/>
                </a:lnTo>
                <a:close/>
                <a:moveTo>
                  <a:pt x="1344135" y="225729"/>
                </a:moveTo>
                <a:lnTo>
                  <a:pt x="1344380" y="258304"/>
                </a:lnTo>
                <a:lnTo>
                  <a:pt x="1376956" y="258057"/>
                </a:lnTo>
                <a:lnTo>
                  <a:pt x="1376708" y="225483"/>
                </a:lnTo>
                <a:lnTo>
                  <a:pt x="1344135" y="225729"/>
                </a:lnTo>
                <a:close/>
                <a:moveTo>
                  <a:pt x="1344873" y="323453"/>
                </a:moveTo>
                <a:lnTo>
                  <a:pt x="1377446" y="323205"/>
                </a:lnTo>
                <a:lnTo>
                  <a:pt x="1377201" y="290632"/>
                </a:lnTo>
                <a:lnTo>
                  <a:pt x="1344625" y="290877"/>
                </a:lnTo>
                <a:lnTo>
                  <a:pt x="1344873" y="323453"/>
                </a:lnTo>
                <a:close/>
                <a:moveTo>
                  <a:pt x="1345364" y="388602"/>
                </a:moveTo>
                <a:lnTo>
                  <a:pt x="1377939" y="388356"/>
                </a:lnTo>
                <a:lnTo>
                  <a:pt x="1377694" y="355781"/>
                </a:lnTo>
                <a:lnTo>
                  <a:pt x="1345118" y="356026"/>
                </a:lnTo>
                <a:lnTo>
                  <a:pt x="1345364" y="388602"/>
                </a:lnTo>
                <a:close/>
                <a:moveTo>
                  <a:pt x="1345611" y="421175"/>
                </a:moveTo>
                <a:lnTo>
                  <a:pt x="1345857" y="453751"/>
                </a:lnTo>
                <a:lnTo>
                  <a:pt x="1378432" y="453505"/>
                </a:lnTo>
                <a:lnTo>
                  <a:pt x="1378185" y="420930"/>
                </a:lnTo>
                <a:lnTo>
                  <a:pt x="1345611" y="421175"/>
                </a:lnTo>
                <a:close/>
                <a:moveTo>
                  <a:pt x="1346350" y="518899"/>
                </a:moveTo>
                <a:lnTo>
                  <a:pt x="1378923" y="518654"/>
                </a:lnTo>
                <a:lnTo>
                  <a:pt x="1378678" y="486079"/>
                </a:lnTo>
                <a:lnTo>
                  <a:pt x="1346102" y="486326"/>
                </a:lnTo>
                <a:lnTo>
                  <a:pt x="1346350" y="518899"/>
                </a:lnTo>
                <a:close/>
                <a:moveTo>
                  <a:pt x="1346841" y="584048"/>
                </a:moveTo>
                <a:lnTo>
                  <a:pt x="1379416" y="583803"/>
                </a:lnTo>
                <a:lnTo>
                  <a:pt x="1379171" y="551227"/>
                </a:lnTo>
                <a:lnTo>
                  <a:pt x="1346595" y="551475"/>
                </a:lnTo>
                <a:lnTo>
                  <a:pt x="1346841" y="584048"/>
                </a:lnTo>
                <a:close/>
                <a:moveTo>
                  <a:pt x="1347088" y="616624"/>
                </a:moveTo>
                <a:lnTo>
                  <a:pt x="1347334" y="649197"/>
                </a:lnTo>
                <a:lnTo>
                  <a:pt x="1379907" y="648952"/>
                </a:lnTo>
                <a:lnTo>
                  <a:pt x="1379661" y="616378"/>
                </a:lnTo>
                <a:lnTo>
                  <a:pt x="1347088" y="616624"/>
                </a:lnTo>
                <a:close/>
                <a:moveTo>
                  <a:pt x="1347824" y="714348"/>
                </a:moveTo>
                <a:lnTo>
                  <a:pt x="1380400" y="714101"/>
                </a:lnTo>
                <a:lnTo>
                  <a:pt x="1380154" y="681527"/>
                </a:lnTo>
                <a:lnTo>
                  <a:pt x="1347579" y="681773"/>
                </a:lnTo>
                <a:lnTo>
                  <a:pt x="1347824" y="714348"/>
                </a:lnTo>
                <a:close/>
                <a:moveTo>
                  <a:pt x="1348317" y="779497"/>
                </a:moveTo>
                <a:lnTo>
                  <a:pt x="1380893" y="779249"/>
                </a:lnTo>
                <a:lnTo>
                  <a:pt x="1380645" y="746676"/>
                </a:lnTo>
                <a:lnTo>
                  <a:pt x="1348072" y="746921"/>
                </a:lnTo>
                <a:lnTo>
                  <a:pt x="1348317" y="779497"/>
                </a:lnTo>
                <a:close/>
                <a:moveTo>
                  <a:pt x="1348810" y="844646"/>
                </a:moveTo>
                <a:lnTo>
                  <a:pt x="1381384" y="844400"/>
                </a:lnTo>
                <a:lnTo>
                  <a:pt x="1381138" y="811825"/>
                </a:lnTo>
                <a:lnTo>
                  <a:pt x="1348563" y="812070"/>
                </a:lnTo>
                <a:lnTo>
                  <a:pt x="1348810" y="844646"/>
                </a:lnTo>
                <a:close/>
                <a:moveTo>
                  <a:pt x="1349301" y="909795"/>
                </a:moveTo>
                <a:lnTo>
                  <a:pt x="1381877" y="909549"/>
                </a:lnTo>
                <a:lnTo>
                  <a:pt x="1381631" y="876974"/>
                </a:lnTo>
                <a:lnTo>
                  <a:pt x="1349056" y="877219"/>
                </a:lnTo>
                <a:lnTo>
                  <a:pt x="1349301" y="909795"/>
                </a:lnTo>
                <a:close/>
                <a:moveTo>
                  <a:pt x="1349794" y="974943"/>
                </a:moveTo>
                <a:lnTo>
                  <a:pt x="1382370" y="974698"/>
                </a:lnTo>
                <a:lnTo>
                  <a:pt x="1382122" y="942123"/>
                </a:lnTo>
                <a:lnTo>
                  <a:pt x="1349549" y="942370"/>
                </a:lnTo>
                <a:lnTo>
                  <a:pt x="1349794" y="974943"/>
                </a:lnTo>
                <a:close/>
                <a:moveTo>
                  <a:pt x="1350287" y="1040092"/>
                </a:moveTo>
                <a:lnTo>
                  <a:pt x="1382860" y="1039847"/>
                </a:lnTo>
                <a:lnTo>
                  <a:pt x="1382615" y="1007271"/>
                </a:lnTo>
                <a:lnTo>
                  <a:pt x="1350039" y="1007519"/>
                </a:lnTo>
                <a:lnTo>
                  <a:pt x="1350287" y="1040092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BF360E-3D85-4986-A7E6-D5D72C3D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623" y="4503539"/>
            <a:ext cx="5144266" cy="309767"/>
          </a:xfrm>
          <a:custGeom xmlns:a="http://schemas.openxmlformats.org/drawingml/2006/main">
            <a:pathLst>
              <a:path w="5144266" h="309767">
                <a:moveTo>
                  <a:pt x="5144266" y="0"/>
                </a:moveTo>
                <a:lnTo>
                  <a:pt x="5111691" y="0"/>
                </a:lnTo>
                <a:lnTo>
                  <a:pt x="5111691" y="111291"/>
                </a:lnTo>
                <a:lnTo>
                  <a:pt x="48863" y="111291"/>
                </a:lnTo>
                <a:lnTo>
                  <a:pt x="48863" y="179465"/>
                </a:lnTo>
                <a:lnTo>
                  <a:pt x="0" y="179465"/>
                </a:lnTo>
                <a:lnTo>
                  <a:pt x="65151" y="309767"/>
                </a:lnTo>
                <a:lnTo>
                  <a:pt x="130302" y="179465"/>
                </a:lnTo>
                <a:lnTo>
                  <a:pt x="81439" y="179465"/>
                </a:lnTo>
                <a:lnTo>
                  <a:pt x="81439" y="143866"/>
                </a:lnTo>
                <a:lnTo>
                  <a:pt x="5144266" y="143866"/>
                </a:lnTo>
                <a:lnTo>
                  <a:pt x="5144266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D5740-EA80-47FA-BB0A-105E8FC2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050" y="5097632"/>
            <a:ext cx="251333" cy="130302"/>
          </a:xfrm>
          <a:custGeom xmlns:a="http://schemas.openxmlformats.org/drawingml/2006/main">
            <a:pathLst>
              <a:path w="251333" h="130302">
                <a:moveTo>
                  <a:pt x="0" y="48863"/>
                </a:moveTo>
                <a:lnTo>
                  <a:pt x="0" y="81439"/>
                </a:lnTo>
                <a:lnTo>
                  <a:pt x="121031" y="81439"/>
                </a:lnTo>
                <a:lnTo>
                  <a:pt x="121031" y="130302"/>
                </a:lnTo>
                <a:lnTo>
                  <a:pt x="251333" y="65151"/>
                </a:lnTo>
                <a:lnTo>
                  <a:pt x="121031" y="0"/>
                </a:lnTo>
                <a:lnTo>
                  <a:pt x="121031" y="48863"/>
                </a:lnTo>
                <a:lnTo>
                  <a:pt x="0" y="4886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3B0D0-579E-4408-8380-D91F6B52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499" y="5135841"/>
            <a:ext cx="251335" cy="130302"/>
          </a:xfrm>
          <a:custGeom xmlns:a="http://schemas.openxmlformats.org/drawingml/2006/main">
            <a:pathLst>
              <a:path w="251335" h="130302">
                <a:moveTo>
                  <a:pt x="0" y="48863"/>
                </a:moveTo>
                <a:lnTo>
                  <a:pt x="0" y="81439"/>
                </a:lnTo>
                <a:lnTo>
                  <a:pt x="121032" y="81439"/>
                </a:lnTo>
                <a:lnTo>
                  <a:pt x="121031" y="130302"/>
                </a:lnTo>
                <a:lnTo>
                  <a:pt x="251335" y="65153"/>
                </a:lnTo>
                <a:lnTo>
                  <a:pt x="121033" y="0"/>
                </a:lnTo>
                <a:lnTo>
                  <a:pt x="121032" y="48863"/>
                </a:lnTo>
                <a:lnTo>
                  <a:pt x="0" y="4886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25BFD4-DA77-4875-93D1-01B0C8A6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5262" y="5104353"/>
            <a:ext cx="251335" cy="130302"/>
          </a:xfrm>
          <a:custGeom xmlns:a="http://schemas.openxmlformats.org/drawingml/2006/main">
            <a:pathLst>
              <a:path w="251335" h="130302">
                <a:moveTo>
                  <a:pt x="2" y="48863"/>
                </a:moveTo>
                <a:lnTo>
                  <a:pt x="0" y="81439"/>
                </a:lnTo>
                <a:lnTo>
                  <a:pt x="121033" y="81439"/>
                </a:lnTo>
                <a:lnTo>
                  <a:pt x="121033" y="130302"/>
                </a:lnTo>
                <a:lnTo>
                  <a:pt x="251335" y="65153"/>
                </a:lnTo>
                <a:lnTo>
                  <a:pt x="121033" y="0"/>
                </a:lnTo>
                <a:lnTo>
                  <a:pt x="121033" y="48863"/>
                </a:lnTo>
                <a:lnTo>
                  <a:pt x="2" y="4886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EC4AFF-EE31-4E76-8B9D-A3AFD3DD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039" y="1147044"/>
            <a:ext cx="303039" cy="2040442"/>
          </a:xfrm>
          <a:custGeom xmlns:a="http://schemas.openxmlformats.org/drawingml/2006/main">
            <a:pathLst>
              <a:path w="303039" h="2040442">
                <a:moveTo>
                  <a:pt x="172737" y="130302"/>
                </a:moveTo>
                <a:lnTo>
                  <a:pt x="303039" y="65151"/>
                </a:lnTo>
                <a:lnTo>
                  <a:pt x="172737" y="0"/>
                </a:lnTo>
                <a:lnTo>
                  <a:pt x="172737" y="48863"/>
                </a:lnTo>
                <a:lnTo>
                  <a:pt x="88903" y="48863"/>
                </a:lnTo>
                <a:lnTo>
                  <a:pt x="88903" y="2007867"/>
                </a:lnTo>
                <a:lnTo>
                  <a:pt x="0" y="2007867"/>
                </a:lnTo>
                <a:lnTo>
                  <a:pt x="0" y="2040442"/>
                </a:lnTo>
                <a:lnTo>
                  <a:pt x="121478" y="2040442"/>
                </a:lnTo>
                <a:lnTo>
                  <a:pt x="121478" y="81439"/>
                </a:lnTo>
                <a:lnTo>
                  <a:pt x="172737" y="81439"/>
                </a:lnTo>
                <a:lnTo>
                  <a:pt x="172737" y="1303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*:occurinlowmutationprobability">
            <a:extLst xmlns:a="http://schemas.openxmlformats.org/drawingml/2006/main">
              <a:ext uri="{FF2B5EF4-FFF2-40B4-BE49-F238E27FC236}">
                <a16:creationId xmlns:a16="http://schemas.microsoft.com/office/drawing/2014/main" id="{7D3B437F-4E8E-4143-AB11-1ED82AC6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0" y="4402497"/>
            <a:ext cx="1928014" cy="120009"/>
          </a:xfrm>
          <a:custGeom xmlns:a="http://schemas.openxmlformats.org/drawingml/2006/main">
            <a:pathLst>
              <a:path w="1928014" h="120009">
                <a:moveTo>
                  <a:pt x="10424" y="38049"/>
                </a:moveTo>
                <a:lnTo>
                  <a:pt x="5213" y="34269"/>
                </a:lnTo>
                <a:lnTo>
                  <a:pt x="12639" y="22022"/>
                </a:lnTo>
                <a:lnTo>
                  <a:pt x="0" y="16811"/>
                </a:lnTo>
                <a:lnTo>
                  <a:pt x="1954" y="10816"/>
                </a:lnTo>
                <a:lnTo>
                  <a:pt x="15246" y="14073"/>
                </a:lnTo>
                <a:lnTo>
                  <a:pt x="16419" y="0"/>
                </a:lnTo>
                <a:lnTo>
                  <a:pt x="22803" y="0"/>
                </a:lnTo>
                <a:lnTo>
                  <a:pt x="23976" y="13944"/>
                </a:lnTo>
                <a:lnTo>
                  <a:pt x="37397" y="10816"/>
                </a:lnTo>
                <a:lnTo>
                  <a:pt x="39351" y="16811"/>
                </a:lnTo>
                <a:lnTo>
                  <a:pt x="26712" y="22022"/>
                </a:lnTo>
                <a:lnTo>
                  <a:pt x="34009" y="34269"/>
                </a:lnTo>
                <a:lnTo>
                  <a:pt x="28927" y="38049"/>
                </a:lnTo>
                <a:lnTo>
                  <a:pt x="19676" y="26843"/>
                </a:lnTo>
                <a:lnTo>
                  <a:pt x="10424" y="38049"/>
                </a:lnTo>
                <a:close/>
                <a:moveTo>
                  <a:pt x="63027" y="47300"/>
                </a:moveTo>
                <a:cubicBezTo>
                  <a:pt x="60856" y="47300"/>
                  <a:pt x="59010" y="46541"/>
                  <a:pt x="57490" y="45022"/>
                </a:cubicBezTo>
                <a:cubicBezTo>
                  <a:pt x="55970" y="43502"/>
                  <a:pt x="55209" y="41568"/>
                  <a:pt x="55209" y="39222"/>
                </a:cubicBezTo>
                <a:cubicBezTo>
                  <a:pt x="55209" y="36704"/>
                  <a:pt x="55970" y="34684"/>
                  <a:pt x="57490" y="33164"/>
                </a:cubicBezTo>
                <a:cubicBezTo>
                  <a:pt x="59010" y="31644"/>
                  <a:pt x="60856" y="30883"/>
                  <a:pt x="63027" y="30883"/>
                </a:cubicBezTo>
                <a:cubicBezTo>
                  <a:pt x="65112" y="30883"/>
                  <a:pt x="66915" y="31644"/>
                  <a:pt x="68435" y="33164"/>
                </a:cubicBezTo>
                <a:cubicBezTo>
                  <a:pt x="69956" y="34684"/>
                  <a:pt x="70716" y="36704"/>
                  <a:pt x="70716" y="39222"/>
                </a:cubicBezTo>
                <a:cubicBezTo>
                  <a:pt x="70716" y="41568"/>
                  <a:pt x="69956" y="43502"/>
                  <a:pt x="68435" y="45022"/>
                </a:cubicBezTo>
                <a:cubicBezTo>
                  <a:pt x="66915" y="46541"/>
                  <a:pt x="65112" y="47300"/>
                  <a:pt x="63027" y="47300"/>
                </a:cubicBezTo>
                <a:moveTo>
                  <a:pt x="63027" y="94339"/>
                </a:moveTo>
                <a:cubicBezTo>
                  <a:pt x="60856" y="94339"/>
                  <a:pt x="59010" y="93579"/>
                  <a:pt x="57490" y="92060"/>
                </a:cubicBezTo>
                <a:cubicBezTo>
                  <a:pt x="55970" y="90540"/>
                  <a:pt x="55209" y="88606"/>
                  <a:pt x="55209" y="86260"/>
                </a:cubicBezTo>
                <a:cubicBezTo>
                  <a:pt x="55209" y="83742"/>
                  <a:pt x="55970" y="81722"/>
                  <a:pt x="57490" y="80202"/>
                </a:cubicBezTo>
                <a:cubicBezTo>
                  <a:pt x="59010" y="78682"/>
                  <a:pt x="60856" y="77922"/>
                  <a:pt x="63027" y="77922"/>
                </a:cubicBezTo>
                <a:cubicBezTo>
                  <a:pt x="65112" y="77922"/>
                  <a:pt x="66915" y="78682"/>
                  <a:pt x="68435" y="80202"/>
                </a:cubicBezTo>
                <a:cubicBezTo>
                  <a:pt x="69956" y="81722"/>
                  <a:pt x="70716" y="83742"/>
                  <a:pt x="70716" y="86260"/>
                </a:cubicBezTo>
                <a:cubicBezTo>
                  <a:pt x="70716" y="88606"/>
                  <a:pt x="69956" y="90540"/>
                  <a:pt x="68435" y="92060"/>
                </a:cubicBezTo>
                <a:cubicBezTo>
                  <a:pt x="66915" y="93579"/>
                  <a:pt x="65112" y="94339"/>
                  <a:pt x="63027" y="94339"/>
                </a:cubicBezTo>
                <a:close/>
                <a:moveTo>
                  <a:pt x="141781" y="94339"/>
                </a:moveTo>
                <a:cubicBezTo>
                  <a:pt x="137872" y="94339"/>
                  <a:pt x="134159" y="93600"/>
                  <a:pt x="130641" y="92124"/>
                </a:cubicBezTo>
                <a:cubicBezTo>
                  <a:pt x="127123" y="90647"/>
                  <a:pt x="124018" y="88497"/>
                  <a:pt x="121324" y="85674"/>
                </a:cubicBezTo>
                <a:cubicBezTo>
                  <a:pt x="118631" y="82850"/>
                  <a:pt x="116481" y="79376"/>
                  <a:pt x="114874" y="75249"/>
                </a:cubicBezTo>
                <a:cubicBezTo>
                  <a:pt x="113268" y="71123"/>
                  <a:pt x="112465" y="66454"/>
                  <a:pt x="112465" y="61242"/>
                </a:cubicBezTo>
                <a:cubicBezTo>
                  <a:pt x="112465" y="55944"/>
                  <a:pt x="113268" y="51232"/>
                  <a:pt x="114874" y="47106"/>
                </a:cubicBezTo>
                <a:cubicBezTo>
                  <a:pt x="116481" y="42979"/>
                  <a:pt x="118631" y="39483"/>
                  <a:pt x="121324" y="36616"/>
                </a:cubicBezTo>
                <a:cubicBezTo>
                  <a:pt x="124018" y="33749"/>
                  <a:pt x="127123" y="31577"/>
                  <a:pt x="130641" y="30100"/>
                </a:cubicBezTo>
                <a:cubicBezTo>
                  <a:pt x="134159" y="28624"/>
                  <a:pt x="137872" y="27885"/>
                  <a:pt x="141781" y="27885"/>
                </a:cubicBezTo>
                <a:cubicBezTo>
                  <a:pt x="145690" y="27885"/>
                  <a:pt x="149404" y="28624"/>
                  <a:pt x="152921" y="30100"/>
                </a:cubicBezTo>
                <a:cubicBezTo>
                  <a:pt x="156441" y="31577"/>
                  <a:pt x="159546" y="33749"/>
                  <a:pt x="162238" y="36616"/>
                </a:cubicBezTo>
                <a:cubicBezTo>
                  <a:pt x="164932" y="39483"/>
                  <a:pt x="167082" y="42979"/>
                  <a:pt x="168688" y="47106"/>
                </a:cubicBezTo>
                <a:cubicBezTo>
                  <a:pt x="170296" y="51232"/>
                  <a:pt x="171100" y="55944"/>
                  <a:pt x="171100" y="61242"/>
                </a:cubicBezTo>
                <a:cubicBezTo>
                  <a:pt x="171100" y="66454"/>
                  <a:pt x="170296" y="71123"/>
                  <a:pt x="168688" y="75249"/>
                </a:cubicBezTo>
                <a:cubicBezTo>
                  <a:pt x="167082" y="79376"/>
                  <a:pt x="164932" y="82850"/>
                  <a:pt x="162238" y="85674"/>
                </a:cubicBezTo>
                <a:cubicBezTo>
                  <a:pt x="159546" y="88497"/>
                  <a:pt x="156441" y="90647"/>
                  <a:pt x="152921" y="92124"/>
                </a:cubicBezTo>
                <a:cubicBezTo>
                  <a:pt x="149404" y="93600"/>
                  <a:pt x="145690" y="94339"/>
                  <a:pt x="141781" y="94339"/>
                </a:cubicBezTo>
                <a:moveTo>
                  <a:pt x="141781" y="85479"/>
                </a:moveTo>
                <a:cubicBezTo>
                  <a:pt x="144475" y="85479"/>
                  <a:pt x="146951" y="84893"/>
                  <a:pt x="149209" y="83721"/>
                </a:cubicBezTo>
                <a:cubicBezTo>
                  <a:pt x="151468" y="82548"/>
                  <a:pt x="153401" y="80897"/>
                  <a:pt x="155007" y="78769"/>
                </a:cubicBezTo>
                <a:cubicBezTo>
                  <a:pt x="156615" y="76640"/>
                  <a:pt x="157853" y="74099"/>
                  <a:pt x="158721" y="71146"/>
                </a:cubicBezTo>
                <a:cubicBezTo>
                  <a:pt x="159589" y="68192"/>
                  <a:pt x="160023" y="64891"/>
                  <a:pt x="160023" y="61242"/>
                </a:cubicBezTo>
                <a:cubicBezTo>
                  <a:pt x="160023" y="57594"/>
                  <a:pt x="159589" y="54272"/>
                  <a:pt x="158721" y="51275"/>
                </a:cubicBezTo>
                <a:cubicBezTo>
                  <a:pt x="157853" y="48278"/>
                  <a:pt x="156615" y="45694"/>
                  <a:pt x="155007" y="43523"/>
                </a:cubicBezTo>
                <a:cubicBezTo>
                  <a:pt x="153401" y="41350"/>
                  <a:pt x="151468" y="39678"/>
                  <a:pt x="149209" y="38506"/>
                </a:cubicBezTo>
                <a:cubicBezTo>
                  <a:pt x="146951" y="37333"/>
                  <a:pt x="144475" y="36747"/>
                  <a:pt x="141781" y="36747"/>
                </a:cubicBezTo>
                <a:cubicBezTo>
                  <a:pt x="139089" y="36747"/>
                  <a:pt x="136614" y="37333"/>
                  <a:pt x="134355" y="38506"/>
                </a:cubicBezTo>
                <a:cubicBezTo>
                  <a:pt x="132097" y="39678"/>
                  <a:pt x="130163" y="41350"/>
                  <a:pt x="128555" y="43523"/>
                </a:cubicBezTo>
                <a:cubicBezTo>
                  <a:pt x="126949" y="45694"/>
                  <a:pt x="125711" y="48278"/>
                  <a:pt x="124841" y="51275"/>
                </a:cubicBezTo>
                <a:cubicBezTo>
                  <a:pt x="123973" y="54272"/>
                  <a:pt x="123539" y="57594"/>
                  <a:pt x="123539" y="61242"/>
                </a:cubicBezTo>
                <a:cubicBezTo>
                  <a:pt x="123539" y="64891"/>
                  <a:pt x="123973" y="68192"/>
                  <a:pt x="124841" y="71146"/>
                </a:cubicBezTo>
                <a:cubicBezTo>
                  <a:pt x="125711" y="74099"/>
                  <a:pt x="126949" y="76640"/>
                  <a:pt x="128555" y="78769"/>
                </a:cubicBezTo>
                <a:cubicBezTo>
                  <a:pt x="130163" y="80897"/>
                  <a:pt x="132097" y="82548"/>
                  <a:pt x="134355" y="83721"/>
                </a:cubicBezTo>
                <a:cubicBezTo>
                  <a:pt x="136614" y="84893"/>
                  <a:pt x="139089" y="85479"/>
                  <a:pt x="141781" y="85479"/>
                </a:cubicBezTo>
                <a:close/>
                <a:moveTo>
                  <a:pt x="212758" y="94339"/>
                </a:moveTo>
                <a:cubicBezTo>
                  <a:pt x="208588" y="94339"/>
                  <a:pt x="204678" y="93600"/>
                  <a:pt x="201029" y="92124"/>
                </a:cubicBezTo>
                <a:cubicBezTo>
                  <a:pt x="197381" y="90647"/>
                  <a:pt x="194232" y="88497"/>
                  <a:pt x="191583" y="85674"/>
                </a:cubicBezTo>
                <a:cubicBezTo>
                  <a:pt x="188933" y="82850"/>
                  <a:pt x="186848" y="79376"/>
                  <a:pt x="185328" y="75249"/>
                </a:cubicBezTo>
                <a:cubicBezTo>
                  <a:pt x="183809" y="71123"/>
                  <a:pt x="183049" y="66454"/>
                  <a:pt x="183049" y="61242"/>
                </a:cubicBezTo>
                <a:cubicBezTo>
                  <a:pt x="183049" y="55944"/>
                  <a:pt x="183874" y="51232"/>
                  <a:pt x="185524" y="47106"/>
                </a:cubicBezTo>
                <a:cubicBezTo>
                  <a:pt x="187175" y="42979"/>
                  <a:pt x="189390" y="39483"/>
                  <a:pt x="192169" y="36616"/>
                </a:cubicBezTo>
                <a:cubicBezTo>
                  <a:pt x="194949" y="33749"/>
                  <a:pt x="198184" y="31577"/>
                  <a:pt x="201876" y="30100"/>
                </a:cubicBezTo>
                <a:cubicBezTo>
                  <a:pt x="205569" y="28624"/>
                  <a:pt x="209456" y="27885"/>
                  <a:pt x="213539" y="27885"/>
                </a:cubicBezTo>
                <a:cubicBezTo>
                  <a:pt x="217709" y="27885"/>
                  <a:pt x="221271" y="28624"/>
                  <a:pt x="224224" y="30100"/>
                </a:cubicBezTo>
                <a:cubicBezTo>
                  <a:pt x="227177" y="31577"/>
                  <a:pt x="229783" y="33314"/>
                  <a:pt x="232042" y="35313"/>
                </a:cubicBezTo>
                <a:lnTo>
                  <a:pt x="226570" y="42350"/>
                </a:lnTo>
                <a:cubicBezTo>
                  <a:pt x="224745" y="40698"/>
                  <a:pt x="222811" y="39351"/>
                  <a:pt x="220770" y="38310"/>
                </a:cubicBezTo>
                <a:cubicBezTo>
                  <a:pt x="218729" y="37268"/>
                  <a:pt x="216449" y="36747"/>
                  <a:pt x="213931" y="36747"/>
                </a:cubicBezTo>
                <a:cubicBezTo>
                  <a:pt x="211064" y="36747"/>
                  <a:pt x="208414" y="37333"/>
                  <a:pt x="205982" y="38506"/>
                </a:cubicBezTo>
                <a:cubicBezTo>
                  <a:pt x="203549" y="39678"/>
                  <a:pt x="201464" y="41350"/>
                  <a:pt x="199727" y="43523"/>
                </a:cubicBezTo>
                <a:cubicBezTo>
                  <a:pt x="197990" y="45694"/>
                  <a:pt x="196622" y="48278"/>
                  <a:pt x="195623" y="51275"/>
                </a:cubicBezTo>
                <a:cubicBezTo>
                  <a:pt x="194623" y="54272"/>
                  <a:pt x="194124" y="57594"/>
                  <a:pt x="194124" y="61242"/>
                </a:cubicBezTo>
                <a:cubicBezTo>
                  <a:pt x="194124" y="64891"/>
                  <a:pt x="194602" y="68192"/>
                  <a:pt x="195557" y="71146"/>
                </a:cubicBezTo>
                <a:cubicBezTo>
                  <a:pt x="196513" y="74099"/>
                  <a:pt x="197838" y="76640"/>
                  <a:pt x="199532" y="78769"/>
                </a:cubicBezTo>
                <a:cubicBezTo>
                  <a:pt x="201226" y="80897"/>
                  <a:pt x="203289" y="82548"/>
                  <a:pt x="205721" y="83721"/>
                </a:cubicBezTo>
                <a:cubicBezTo>
                  <a:pt x="208153" y="84893"/>
                  <a:pt x="210803" y="85479"/>
                  <a:pt x="213670" y="85479"/>
                </a:cubicBezTo>
                <a:cubicBezTo>
                  <a:pt x="216623" y="85479"/>
                  <a:pt x="219337" y="84849"/>
                  <a:pt x="221812" y="83590"/>
                </a:cubicBezTo>
                <a:cubicBezTo>
                  <a:pt x="224288" y="82329"/>
                  <a:pt x="226526" y="80831"/>
                  <a:pt x="228524" y="79095"/>
                </a:cubicBezTo>
                <a:lnTo>
                  <a:pt x="233215" y="86260"/>
                </a:lnTo>
                <a:cubicBezTo>
                  <a:pt x="230348" y="88780"/>
                  <a:pt x="227176" y="90756"/>
                  <a:pt x="223701" y="92189"/>
                </a:cubicBezTo>
                <a:cubicBezTo>
                  <a:pt x="220227" y="93622"/>
                  <a:pt x="216579" y="94339"/>
                  <a:pt x="212758" y="94339"/>
                </a:cubicBezTo>
                <a:close/>
                <a:moveTo>
                  <a:pt x="272527" y="94339"/>
                </a:moveTo>
                <a:cubicBezTo>
                  <a:pt x="268357" y="94339"/>
                  <a:pt x="264447" y="93600"/>
                  <a:pt x="260798" y="92124"/>
                </a:cubicBezTo>
                <a:cubicBezTo>
                  <a:pt x="257151" y="90647"/>
                  <a:pt x="254002" y="88497"/>
                  <a:pt x="251352" y="85674"/>
                </a:cubicBezTo>
                <a:cubicBezTo>
                  <a:pt x="248703" y="82850"/>
                  <a:pt x="246618" y="79376"/>
                  <a:pt x="245097" y="75249"/>
                </a:cubicBezTo>
                <a:cubicBezTo>
                  <a:pt x="243578" y="71123"/>
                  <a:pt x="242819" y="66454"/>
                  <a:pt x="242819" y="61242"/>
                </a:cubicBezTo>
                <a:cubicBezTo>
                  <a:pt x="242819" y="55944"/>
                  <a:pt x="243644" y="51232"/>
                  <a:pt x="245294" y="47106"/>
                </a:cubicBezTo>
                <a:cubicBezTo>
                  <a:pt x="246944" y="42979"/>
                  <a:pt x="249159" y="39483"/>
                  <a:pt x="251939" y="36616"/>
                </a:cubicBezTo>
                <a:cubicBezTo>
                  <a:pt x="254718" y="33749"/>
                  <a:pt x="257954" y="31577"/>
                  <a:pt x="261645" y="30100"/>
                </a:cubicBezTo>
                <a:cubicBezTo>
                  <a:pt x="265338" y="28624"/>
                  <a:pt x="269226" y="27885"/>
                  <a:pt x="273308" y="27885"/>
                </a:cubicBezTo>
                <a:cubicBezTo>
                  <a:pt x="277478" y="27885"/>
                  <a:pt x="281040" y="28624"/>
                  <a:pt x="283993" y="30100"/>
                </a:cubicBezTo>
                <a:cubicBezTo>
                  <a:pt x="286947" y="31577"/>
                  <a:pt x="289552" y="33314"/>
                  <a:pt x="291811" y="35313"/>
                </a:cubicBezTo>
                <a:lnTo>
                  <a:pt x="286339" y="42350"/>
                </a:lnTo>
                <a:cubicBezTo>
                  <a:pt x="284514" y="40698"/>
                  <a:pt x="282581" y="39351"/>
                  <a:pt x="280540" y="38310"/>
                </a:cubicBezTo>
                <a:cubicBezTo>
                  <a:pt x="278498" y="37268"/>
                  <a:pt x="276219" y="36747"/>
                  <a:pt x="273700" y="36747"/>
                </a:cubicBezTo>
                <a:cubicBezTo>
                  <a:pt x="270833" y="36747"/>
                  <a:pt x="268183" y="37333"/>
                  <a:pt x="265751" y="38506"/>
                </a:cubicBezTo>
                <a:cubicBezTo>
                  <a:pt x="263319" y="39678"/>
                  <a:pt x="261234" y="41350"/>
                  <a:pt x="259496" y="43523"/>
                </a:cubicBezTo>
                <a:cubicBezTo>
                  <a:pt x="257760" y="45694"/>
                  <a:pt x="256392" y="48278"/>
                  <a:pt x="255392" y="51275"/>
                </a:cubicBezTo>
                <a:cubicBezTo>
                  <a:pt x="254393" y="54272"/>
                  <a:pt x="253893" y="57594"/>
                  <a:pt x="253893" y="61242"/>
                </a:cubicBezTo>
                <a:cubicBezTo>
                  <a:pt x="253893" y="64891"/>
                  <a:pt x="254371" y="68192"/>
                  <a:pt x="255327" y="71146"/>
                </a:cubicBezTo>
                <a:cubicBezTo>
                  <a:pt x="256282" y="74099"/>
                  <a:pt x="257607" y="76640"/>
                  <a:pt x="259301" y="78769"/>
                </a:cubicBezTo>
                <a:cubicBezTo>
                  <a:pt x="260995" y="80897"/>
                  <a:pt x="263058" y="82548"/>
                  <a:pt x="265491" y="83721"/>
                </a:cubicBezTo>
                <a:cubicBezTo>
                  <a:pt x="267923" y="84893"/>
                  <a:pt x="270573" y="85479"/>
                  <a:pt x="273440" y="85479"/>
                </a:cubicBezTo>
                <a:cubicBezTo>
                  <a:pt x="276393" y="85479"/>
                  <a:pt x="279107" y="84849"/>
                  <a:pt x="281582" y="83590"/>
                </a:cubicBezTo>
                <a:cubicBezTo>
                  <a:pt x="284058" y="82329"/>
                  <a:pt x="286295" y="80831"/>
                  <a:pt x="288294" y="79095"/>
                </a:cubicBezTo>
                <a:lnTo>
                  <a:pt x="292984" y="86260"/>
                </a:lnTo>
                <a:cubicBezTo>
                  <a:pt x="290117" y="88780"/>
                  <a:pt x="286946" y="90756"/>
                  <a:pt x="283470" y="92189"/>
                </a:cubicBezTo>
                <a:cubicBezTo>
                  <a:pt x="279996" y="93622"/>
                  <a:pt x="276348" y="94339"/>
                  <a:pt x="272527" y="94339"/>
                </a:cubicBezTo>
                <a:close/>
                <a:moveTo>
                  <a:pt x="325781" y="94339"/>
                </a:moveTo>
                <a:cubicBezTo>
                  <a:pt x="319005" y="94339"/>
                  <a:pt x="314075" y="92254"/>
                  <a:pt x="310990" y="88085"/>
                </a:cubicBezTo>
                <a:cubicBezTo>
                  <a:pt x="307907" y="83915"/>
                  <a:pt x="306366" y="77748"/>
                  <a:pt x="306366" y="69583"/>
                </a:cubicBezTo>
                <a:lnTo>
                  <a:pt x="306366" y="29450"/>
                </a:lnTo>
                <a:lnTo>
                  <a:pt x="317182" y="29450"/>
                </a:lnTo>
                <a:lnTo>
                  <a:pt x="317182" y="68149"/>
                </a:lnTo>
                <a:cubicBezTo>
                  <a:pt x="317182" y="74143"/>
                  <a:pt x="318116" y="78465"/>
                  <a:pt x="319983" y="81115"/>
                </a:cubicBezTo>
                <a:cubicBezTo>
                  <a:pt x="321851" y="83763"/>
                  <a:pt x="324869" y="85087"/>
                  <a:pt x="329038" y="85087"/>
                </a:cubicBezTo>
                <a:cubicBezTo>
                  <a:pt x="332340" y="85087"/>
                  <a:pt x="335250" y="84240"/>
                  <a:pt x="337768" y="82546"/>
                </a:cubicBezTo>
                <a:cubicBezTo>
                  <a:pt x="340288" y="80852"/>
                  <a:pt x="343068" y="78138"/>
                  <a:pt x="346109" y="74402"/>
                </a:cubicBezTo>
                <a:lnTo>
                  <a:pt x="346109" y="29450"/>
                </a:lnTo>
                <a:lnTo>
                  <a:pt x="356794" y="29450"/>
                </a:lnTo>
                <a:lnTo>
                  <a:pt x="356794" y="92776"/>
                </a:lnTo>
                <a:lnTo>
                  <a:pt x="347932" y="92776"/>
                </a:lnTo>
                <a:lnTo>
                  <a:pt x="347020" y="82872"/>
                </a:lnTo>
                <a:lnTo>
                  <a:pt x="346630" y="82872"/>
                </a:lnTo>
                <a:cubicBezTo>
                  <a:pt x="343677" y="86348"/>
                  <a:pt x="340571" y="89128"/>
                  <a:pt x="337313" y="91213"/>
                </a:cubicBezTo>
                <a:cubicBezTo>
                  <a:pt x="334055" y="93297"/>
                  <a:pt x="330211" y="94339"/>
                  <a:pt x="325781" y="94339"/>
                </a:cubicBezTo>
                <a:close/>
                <a:moveTo>
                  <a:pt x="377863" y="92776"/>
                </a:moveTo>
                <a:lnTo>
                  <a:pt x="377863" y="29450"/>
                </a:lnTo>
                <a:lnTo>
                  <a:pt x="386723" y="29450"/>
                </a:lnTo>
                <a:lnTo>
                  <a:pt x="387635" y="40916"/>
                </a:lnTo>
                <a:lnTo>
                  <a:pt x="388027" y="40916"/>
                </a:lnTo>
                <a:cubicBezTo>
                  <a:pt x="390198" y="36920"/>
                  <a:pt x="392825" y="33749"/>
                  <a:pt x="395908" y="31404"/>
                </a:cubicBezTo>
                <a:cubicBezTo>
                  <a:pt x="398993" y="29058"/>
                  <a:pt x="402360" y="27885"/>
                  <a:pt x="406009" y="27885"/>
                </a:cubicBezTo>
                <a:cubicBezTo>
                  <a:pt x="408527" y="27885"/>
                  <a:pt x="410786" y="28319"/>
                  <a:pt x="412785" y="29188"/>
                </a:cubicBezTo>
                <a:lnTo>
                  <a:pt x="410699" y="38570"/>
                </a:lnTo>
                <a:cubicBezTo>
                  <a:pt x="409657" y="38223"/>
                  <a:pt x="408701" y="37962"/>
                  <a:pt x="407832" y="37789"/>
                </a:cubicBezTo>
                <a:cubicBezTo>
                  <a:pt x="406964" y="37615"/>
                  <a:pt x="405878" y="37528"/>
                  <a:pt x="404575" y="37528"/>
                </a:cubicBezTo>
                <a:cubicBezTo>
                  <a:pt x="401882" y="37528"/>
                  <a:pt x="399080" y="38614"/>
                  <a:pt x="396169" y="40787"/>
                </a:cubicBezTo>
                <a:cubicBezTo>
                  <a:pt x="393259" y="42958"/>
                  <a:pt x="390719" y="46736"/>
                  <a:pt x="388548" y="52122"/>
                </a:cubicBezTo>
                <a:lnTo>
                  <a:pt x="388548" y="92776"/>
                </a:lnTo>
                <a:lnTo>
                  <a:pt x="377863" y="92776"/>
                </a:lnTo>
                <a:close/>
                <a:moveTo>
                  <a:pt x="451275" y="92776"/>
                </a:moveTo>
                <a:lnTo>
                  <a:pt x="451275" y="29450"/>
                </a:lnTo>
                <a:lnTo>
                  <a:pt x="461960" y="29450"/>
                </a:lnTo>
                <a:lnTo>
                  <a:pt x="461960" y="92776"/>
                </a:lnTo>
                <a:lnTo>
                  <a:pt x="451275" y="92776"/>
                </a:lnTo>
                <a:moveTo>
                  <a:pt x="456747" y="16419"/>
                </a:moveTo>
                <a:cubicBezTo>
                  <a:pt x="454663" y="16419"/>
                  <a:pt x="452904" y="15767"/>
                  <a:pt x="451470" y="14465"/>
                </a:cubicBezTo>
                <a:cubicBezTo>
                  <a:pt x="450037" y="13162"/>
                  <a:pt x="449321" y="11511"/>
                  <a:pt x="449321" y="9512"/>
                </a:cubicBezTo>
                <a:cubicBezTo>
                  <a:pt x="449321" y="7428"/>
                  <a:pt x="450037" y="5757"/>
                  <a:pt x="451470" y="4497"/>
                </a:cubicBezTo>
                <a:cubicBezTo>
                  <a:pt x="452904" y="3237"/>
                  <a:pt x="454663" y="2607"/>
                  <a:pt x="456747" y="2607"/>
                </a:cubicBezTo>
                <a:cubicBezTo>
                  <a:pt x="458832" y="2607"/>
                  <a:pt x="460591" y="3237"/>
                  <a:pt x="462024" y="4497"/>
                </a:cubicBezTo>
                <a:cubicBezTo>
                  <a:pt x="463458" y="5757"/>
                  <a:pt x="464175" y="7428"/>
                  <a:pt x="464175" y="9512"/>
                </a:cubicBezTo>
                <a:cubicBezTo>
                  <a:pt x="464175" y="11511"/>
                  <a:pt x="463458" y="13162"/>
                  <a:pt x="462024" y="14465"/>
                </a:cubicBezTo>
                <a:cubicBezTo>
                  <a:pt x="460591" y="15767"/>
                  <a:pt x="458832" y="16419"/>
                  <a:pt x="456747" y="16419"/>
                </a:cubicBezTo>
                <a:close/>
                <a:moveTo>
                  <a:pt x="483812" y="92776"/>
                </a:moveTo>
                <a:lnTo>
                  <a:pt x="483812" y="29450"/>
                </a:lnTo>
                <a:lnTo>
                  <a:pt x="492671" y="29450"/>
                </a:lnTo>
                <a:lnTo>
                  <a:pt x="493584" y="38570"/>
                </a:lnTo>
                <a:lnTo>
                  <a:pt x="493976" y="38570"/>
                </a:lnTo>
                <a:cubicBezTo>
                  <a:pt x="497016" y="35529"/>
                  <a:pt x="500209" y="32988"/>
                  <a:pt x="503553" y="30947"/>
                </a:cubicBezTo>
                <a:cubicBezTo>
                  <a:pt x="506897" y="28906"/>
                  <a:pt x="510784" y="27885"/>
                  <a:pt x="515214" y="27885"/>
                </a:cubicBezTo>
                <a:cubicBezTo>
                  <a:pt x="521902" y="27885"/>
                  <a:pt x="526788" y="29970"/>
                  <a:pt x="529871" y="34140"/>
                </a:cubicBezTo>
                <a:cubicBezTo>
                  <a:pt x="532956" y="38310"/>
                  <a:pt x="534498" y="44478"/>
                  <a:pt x="534498" y="52643"/>
                </a:cubicBezTo>
                <a:lnTo>
                  <a:pt x="534498" y="92776"/>
                </a:lnTo>
                <a:lnTo>
                  <a:pt x="523815" y="92776"/>
                </a:lnTo>
                <a:lnTo>
                  <a:pt x="523815" y="54076"/>
                </a:lnTo>
                <a:cubicBezTo>
                  <a:pt x="523815" y="48083"/>
                  <a:pt x="522859" y="43761"/>
                  <a:pt x="520948" y="41111"/>
                </a:cubicBezTo>
                <a:cubicBezTo>
                  <a:pt x="519037" y="38461"/>
                  <a:pt x="515996" y="37137"/>
                  <a:pt x="511826" y="37137"/>
                </a:cubicBezTo>
                <a:cubicBezTo>
                  <a:pt x="508526" y="37137"/>
                  <a:pt x="505615" y="37962"/>
                  <a:pt x="503096" y="39612"/>
                </a:cubicBezTo>
                <a:cubicBezTo>
                  <a:pt x="500577" y="41262"/>
                  <a:pt x="497711" y="43694"/>
                  <a:pt x="494496" y="46909"/>
                </a:cubicBezTo>
                <a:lnTo>
                  <a:pt x="494496" y="92776"/>
                </a:lnTo>
                <a:lnTo>
                  <a:pt x="483812" y="92776"/>
                </a:lnTo>
                <a:close/>
                <a:moveTo>
                  <a:pt x="592927" y="94339"/>
                </a:moveTo>
                <a:cubicBezTo>
                  <a:pt x="588843" y="94339"/>
                  <a:pt x="585932" y="93122"/>
                  <a:pt x="584195" y="90690"/>
                </a:cubicBezTo>
                <a:cubicBezTo>
                  <a:pt x="582458" y="88258"/>
                  <a:pt x="581590" y="84696"/>
                  <a:pt x="581590" y="80005"/>
                </a:cubicBezTo>
                <a:lnTo>
                  <a:pt x="581590" y="0"/>
                </a:lnTo>
                <a:lnTo>
                  <a:pt x="592275" y="0"/>
                </a:lnTo>
                <a:lnTo>
                  <a:pt x="592275" y="80789"/>
                </a:lnTo>
                <a:cubicBezTo>
                  <a:pt x="592275" y="82525"/>
                  <a:pt x="592579" y="83741"/>
                  <a:pt x="593186" y="84437"/>
                </a:cubicBezTo>
                <a:cubicBezTo>
                  <a:pt x="593794" y="85132"/>
                  <a:pt x="594489" y="85479"/>
                  <a:pt x="595271" y="85479"/>
                </a:cubicBezTo>
                <a:cubicBezTo>
                  <a:pt x="595619" y="85479"/>
                  <a:pt x="595944" y="85479"/>
                  <a:pt x="596248" y="85479"/>
                </a:cubicBezTo>
                <a:cubicBezTo>
                  <a:pt x="596552" y="85479"/>
                  <a:pt x="597009" y="85392"/>
                  <a:pt x="597617" y="85218"/>
                </a:cubicBezTo>
                <a:lnTo>
                  <a:pt x="599051" y="93297"/>
                </a:lnTo>
                <a:cubicBezTo>
                  <a:pt x="598355" y="93644"/>
                  <a:pt x="597529" y="93904"/>
                  <a:pt x="596574" y="94078"/>
                </a:cubicBezTo>
                <a:cubicBezTo>
                  <a:pt x="595619" y="94252"/>
                  <a:pt x="594404" y="94339"/>
                  <a:pt x="592927" y="94339"/>
                </a:cubicBezTo>
                <a:close/>
                <a:moveTo>
                  <a:pt x="638753" y="94339"/>
                </a:moveTo>
                <a:cubicBezTo>
                  <a:pt x="634844" y="94339"/>
                  <a:pt x="631131" y="93600"/>
                  <a:pt x="627613" y="92124"/>
                </a:cubicBezTo>
                <a:cubicBezTo>
                  <a:pt x="624095" y="90647"/>
                  <a:pt x="620989" y="88497"/>
                  <a:pt x="618296" y="85674"/>
                </a:cubicBezTo>
                <a:cubicBezTo>
                  <a:pt x="615603" y="82850"/>
                  <a:pt x="613453" y="79376"/>
                  <a:pt x="611846" y="75249"/>
                </a:cubicBezTo>
                <a:cubicBezTo>
                  <a:pt x="610240" y="71123"/>
                  <a:pt x="609436" y="66454"/>
                  <a:pt x="609436" y="61242"/>
                </a:cubicBezTo>
                <a:cubicBezTo>
                  <a:pt x="609436" y="55944"/>
                  <a:pt x="610240" y="51232"/>
                  <a:pt x="611846" y="47106"/>
                </a:cubicBezTo>
                <a:cubicBezTo>
                  <a:pt x="613453" y="42979"/>
                  <a:pt x="615603" y="39483"/>
                  <a:pt x="618296" y="36616"/>
                </a:cubicBezTo>
                <a:cubicBezTo>
                  <a:pt x="620989" y="33749"/>
                  <a:pt x="624095" y="31577"/>
                  <a:pt x="627613" y="30100"/>
                </a:cubicBezTo>
                <a:cubicBezTo>
                  <a:pt x="631131" y="28624"/>
                  <a:pt x="634844" y="27885"/>
                  <a:pt x="638753" y="27885"/>
                </a:cubicBezTo>
                <a:cubicBezTo>
                  <a:pt x="642662" y="27885"/>
                  <a:pt x="646375" y="28624"/>
                  <a:pt x="649893" y="30100"/>
                </a:cubicBezTo>
                <a:cubicBezTo>
                  <a:pt x="653412" y="31577"/>
                  <a:pt x="656518" y="33749"/>
                  <a:pt x="659210" y="36616"/>
                </a:cubicBezTo>
                <a:cubicBezTo>
                  <a:pt x="661904" y="39483"/>
                  <a:pt x="664054" y="42979"/>
                  <a:pt x="665660" y="47106"/>
                </a:cubicBezTo>
                <a:cubicBezTo>
                  <a:pt x="667268" y="51232"/>
                  <a:pt x="668072" y="55944"/>
                  <a:pt x="668072" y="61242"/>
                </a:cubicBezTo>
                <a:cubicBezTo>
                  <a:pt x="668072" y="66454"/>
                  <a:pt x="667268" y="71123"/>
                  <a:pt x="665660" y="75249"/>
                </a:cubicBezTo>
                <a:cubicBezTo>
                  <a:pt x="664054" y="79376"/>
                  <a:pt x="661904" y="82850"/>
                  <a:pt x="659210" y="85674"/>
                </a:cubicBezTo>
                <a:cubicBezTo>
                  <a:pt x="656518" y="88497"/>
                  <a:pt x="653412" y="90647"/>
                  <a:pt x="649893" y="92124"/>
                </a:cubicBezTo>
                <a:cubicBezTo>
                  <a:pt x="646375" y="93600"/>
                  <a:pt x="642662" y="94339"/>
                  <a:pt x="638753" y="94339"/>
                </a:cubicBezTo>
                <a:moveTo>
                  <a:pt x="638753" y="85479"/>
                </a:moveTo>
                <a:cubicBezTo>
                  <a:pt x="641447" y="85479"/>
                  <a:pt x="643923" y="84893"/>
                  <a:pt x="646181" y="83721"/>
                </a:cubicBezTo>
                <a:cubicBezTo>
                  <a:pt x="648440" y="82548"/>
                  <a:pt x="650372" y="80897"/>
                  <a:pt x="651979" y="78769"/>
                </a:cubicBezTo>
                <a:cubicBezTo>
                  <a:pt x="653587" y="76640"/>
                  <a:pt x="654825" y="74099"/>
                  <a:pt x="655693" y="71146"/>
                </a:cubicBezTo>
                <a:cubicBezTo>
                  <a:pt x="656561" y="68192"/>
                  <a:pt x="656995" y="64891"/>
                  <a:pt x="656995" y="61242"/>
                </a:cubicBezTo>
                <a:cubicBezTo>
                  <a:pt x="656995" y="57594"/>
                  <a:pt x="656561" y="54272"/>
                  <a:pt x="655693" y="51275"/>
                </a:cubicBezTo>
                <a:cubicBezTo>
                  <a:pt x="654825" y="48278"/>
                  <a:pt x="653587" y="45694"/>
                  <a:pt x="651979" y="43523"/>
                </a:cubicBezTo>
                <a:cubicBezTo>
                  <a:pt x="650372" y="41350"/>
                  <a:pt x="648440" y="39678"/>
                  <a:pt x="646181" y="38506"/>
                </a:cubicBezTo>
                <a:cubicBezTo>
                  <a:pt x="643923" y="37333"/>
                  <a:pt x="641447" y="36747"/>
                  <a:pt x="638753" y="36747"/>
                </a:cubicBezTo>
                <a:cubicBezTo>
                  <a:pt x="636061" y="36747"/>
                  <a:pt x="633586" y="37333"/>
                  <a:pt x="631327" y="38506"/>
                </a:cubicBezTo>
                <a:cubicBezTo>
                  <a:pt x="629068" y="39678"/>
                  <a:pt x="627135" y="41350"/>
                  <a:pt x="625527" y="43523"/>
                </a:cubicBezTo>
                <a:cubicBezTo>
                  <a:pt x="623921" y="45694"/>
                  <a:pt x="622683" y="48278"/>
                  <a:pt x="621813" y="51275"/>
                </a:cubicBezTo>
                <a:cubicBezTo>
                  <a:pt x="620945" y="54272"/>
                  <a:pt x="620511" y="57594"/>
                  <a:pt x="620511" y="61242"/>
                </a:cubicBezTo>
                <a:cubicBezTo>
                  <a:pt x="620511" y="64891"/>
                  <a:pt x="620945" y="68192"/>
                  <a:pt x="621813" y="71146"/>
                </a:cubicBezTo>
                <a:cubicBezTo>
                  <a:pt x="622683" y="74099"/>
                  <a:pt x="623921" y="76640"/>
                  <a:pt x="625527" y="78769"/>
                </a:cubicBezTo>
                <a:cubicBezTo>
                  <a:pt x="627135" y="80897"/>
                  <a:pt x="629068" y="82548"/>
                  <a:pt x="631327" y="83721"/>
                </a:cubicBezTo>
                <a:cubicBezTo>
                  <a:pt x="633586" y="84893"/>
                  <a:pt x="636061" y="85479"/>
                  <a:pt x="638753" y="85479"/>
                </a:cubicBezTo>
                <a:close/>
                <a:moveTo>
                  <a:pt x="694744" y="92776"/>
                </a:moveTo>
                <a:lnTo>
                  <a:pt x="677154" y="29450"/>
                </a:lnTo>
                <a:lnTo>
                  <a:pt x="688099" y="29450"/>
                </a:lnTo>
                <a:lnTo>
                  <a:pt x="697480" y="66064"/>
                </a:lnTo>
                <a:cubicBezTo>
                  <a:pt x="698176" y="69104"/>
                  <a:pt x="698827" y="72058"/>
                  <a:pt x="699434" y="74925"/>
                </a:cubicBezTo>
                <a:cubicBezTo>
                  <a:pt x="700043" y="77791"/>
                  <a:pt x="700651" y="80700"/>
                  <a:pt x="701259" y="83654"/>
                </a:cubicBezTo>
                <a:lnTo>
                  <a:pt x="701780" y="83654"/>
                </a:lnTo>
                <a:cubicBezTo>
                  <a:pt x="702475" y="80700"/>
                  <a:pt x="703169" y="77769"/>
                  <a:pt x="703864" y="74860"/>
                </a:cubicBezTo>
                <a:cubicBezTo>
                  <a:pt x="704560" y="71949"/>
                  <a:pt x="705299" y="69017"/>
                  <a:pt x="706081" y="66064"/>
                </a:cubicBezTo>
                <a:lnTo>
                  <a:pt x="715853" y="29450"/>
                </a:lnTo>
                <a:lnTo>
                  <a:pt x="726277" y="29450"/>
                </a:lnTo>
                <a:lnTo>
                  <a:pt x="736181" y="66064"/>
                </a:lnTo>
                <a:cubicBezTo>
                  <a:pt x="736962" y="69104"/>
                  <a:pt x="737721" y="72058"/>
                  <a:pt x="738459" y="74925"/>
                </a:cubicBezTo>
                <a:cubicBezTo>
                  <a:pt x="739199" y="77791"/>
                  <a:pt x="739916" y="80700"/>
                  <a:pt x="740611" y="83654"/>
                </a:cubicBezTo>
                <a:lnTo>
                  <a:pt x="741132" y="83654"/>
                </a:lnTo>
                <a:cubicBezTo>
                  <a:pt x="741826" y="80700"/>
                  <a:pt x="742478" y="77791"/>
                  <a:pt x="743086" y="74925"/>
                </a:cubicBezTo>
                <a:cubicBezTo>
                  <a:pt x="743695" y="72058"/>
                  <a:pt x="744346" y="69104"/>
                  <a:pt x="745041" y="66064"/>
                </a:cubicBezTo>
                <a:lnTo>
                  <a:pt x="754292" y="29450"/>
                </a:lnTo>
                <a:lnTo>
                  <a:pt x="764456" y="29450"/>
                </a:lnTo>
                <a:lnTo>
                  <a:pt x="747516" y="92776"/>
                </a:lnTo>
                <a:lnTo>
                  <a:pt x="734487" y="92776"/>
                </a:lnTo>
                <a:lnTo>
                  <a:pt x="725365" y="58767"/>
                </a:lnTo>
                <a:cubicBezTo>
                  <a:pt x="724583" y="55726"/>
                  <a:pt x="723866" y="52729"/>
                  <a:pt x="723214" y="49776"/>
                </a:cubicBezTo>
                <a:cubicBezTo>
                  <a:pt x="722563" y="46823"/>
                  <a:pt x="721846" y="43739"/>
                  <a:pt x="721064" y="40525"/>
                </a:cubicBezTo>
                <a:lnTo>
                  <a:pt x="720543" y="40525"/>
                </a:lnTo>
                <a:cubicBezTo>
                  <a:pt x="719849" y="43739"/>
                  <a:pt x="719154" y="46845"/>
                  <a:pt x="718458" y="49841"/>
                </a:cubicBezTo>
                <a:cubicBezTo>
                  <a:pt x="717763" y="52838"/>
                  <a:pt x="716982" y="55857"/>
                  <a:pt x="716114" y="58898"/>
                </a:cubicBezTo>
                <a:lnTo>
                  <a:pt x="707254" y="92776"/>
                </a:lnTo>
                <a:lnTo>
                  <a:pt x="694744" y="92776"/>
                </a:lnTo>
                <a:close/>
                <a:moveTo>
                  <a:pt x="804250" y="92776"/>
                </a:moveTo>
                <a:lnTo>
                  <a:pt x="804250" y="29450"/>
                </a:lnTo>
                <a:lnTo>
                  <a:pt x="813110" y="29450"/>
                </a:lnTo>
                <a:lnTo>
                  <a:pt x="814022" y="38570"/>
                </a:lnTo>
                <a:lnTo>
                  <a:pt x="814414" y="38570"/>
                </a:lnTo>
                <a:cubicBezTo>
                  <a:pt x="817194" y="35529"/>
                  <a:pt x="820212" y="32988"/>
                  <a:pt x="823469" y="30947"/>
                </a:cubicBezTo>
                <a:cubicBezTo>
                  <a:pt x="826727" y="28906"/>
                  <a:pt x="830267" y="27885"/>
                  <a:pt x="834090" y="27885"/>
                </a:cubicBezTo>
                <a:cubicBezTo>
                  <a:pt x="838954" y="27885"/>
                  <a:pt x="842755" y="28950"/>
                  <a:pt x="845490" y="31078"/>
                </a:cubicBezTo>
                <a:cubicBezTo>
                  <a:pt x="848226" y="33206"/>
                  <a:pt x="850246" y="36181"/>
                  <a:pt x="851551" y="40004"/>
                </a:cubicBezTo>
                <a:cubicBezTo>
                  <a:pt x="854851" y="36354"/>
                  <a:pt x="858173" y="33422"/>
                  <a:pt x="861518" y="31208"/>
                </a:cubicBezTo>
                <a:cubicBezTo>
                  <a:pt x="864862" y="28993"/>
                  <a:pt x="868489" y="27885"/>
                  <a:pt x="872397" y="27885"/>
                </a:cubicBezTo>
                <a:cubicBezTo>
                  <a:pt x="878912" y="27885"/>
                  <a:pt x="883755" y="29970"/>
                  <a:pt x="886926" y="34140"/>
                </a:cubicBezTo>
                <a:cubicBezTo>
                  <a:pt x="890097" y="38310"/>
                  <a:pt x="891683" y="44478"/>
                  <a:pt x="891683" y="52643"/>
                </a:cubicBezTo>
                <a:lnTo>
                  <a:pt x="891683" y="92776"/>
                </a:lnTo>
                <a:lnTo>
                  <a:pt x="880999" y="92776"/>
                </a:lnTo>
                <a:lnTo>
                  <a:pt x="880999" y="54076"/>
                </a:lnTo>
                <a:cubicBezTo>
                  <a:pt x="880999" y="48083"/>
                  <a:pt x="880043" y="43761"/>
                  <a:pt x="878132" y="41111"/>
                </a:cubicBezTo>
                <a:cubicBezTo>
                  <a:pt x="876220" y="38461"/>
                  <a:pt x="873266" y="37137"/>
                  <a:pt x="869270" y="37137"/>
                </a:cubicBezTo>
                <a:cubicBezTo>
                  <a:pt x="864493" y="37137"/>
                  <a:pt x="859194" y="40394"/>
                  <a:pt x="853374" y="46909"/>
                </a:cubicBezTo>
                <a:lnTo>
                  <a:pt x="853374" y="92776"/>
                </a:lnTo>
                <a:lnTo>
                  <a:pt x="842689" y="92776"/>
                </a:lnTo>
                <a:lnTo>
                  <a:pt x="842689" y="54076"/>
                </a:lnTo>
                <a:cubicBezTo>
                  <a:pt x="842689" y="48083"/>
                  <a:pt x="841733" y="43761"/>
                  <a:pt x="839822" y="41111"/>
                </a:cubicBezTo>
                <a:cubicBezTo>
                  <a:pt x="837911" y="38461"/>
                  <a:pt x="834914" y="37137"/>
                  <a:pt x="830831" y="37137"/>
                </a:cubicBezTo>
                <a:cubicBezTo>
                  <a:pt x="826054" y="37137"/>
                  <a:pt x="820755" y="40394"/>
                  <a:pt x="814935" y="46909"/>
                </a:cubicBezTo>
                <a:lnTo>
                  <a:pt x="814935" y="92776"/>
                </a:lnTo>
                <a:lnTo>
                  <a:pt x="804250" y="92776"/>
                </a:lnTo>
                <a:close/>
                <a:moveTo>
                  <a:pt x="931386" y="94339"/>
                </a:moveTo>
                <a:cubicBezTo>
                  <a:pt x="924610" y="94339"/>
                  <a:pt x="919679" y="92254"/>
                  <a:pt x="916595" y="88085"/>
                </a:cubicBezTo>
                <a:cubicBezTo>
                  <a:pt x="913512" y="83915"/>
                  <a:pt x="911970" y="77748"/>
                  <a:pt x="911970" y="69583"/>
                </a:cubicBezTo>
                <a:lnTo>
                  <a:pt x="911970" y="29450"/>
                </a:lnTo>
                <a:lnTo>
                  <a:pt x="922786" y="29450"/>
                </a:lnTo>
                <a:lnTo>
                  <a:pt x="922786" y="68149"/>
                </a:lnTo>
                <a:cubicBezTo>
                  <a:pt x="922786" y="74143"/>
                  <a:pt x="923720" y="78465"/>
                  <a:pt x="925588" y="81115"/>
                </a:cubicBezTo>
                <a:cubicBezTo>
                  <a:pt x="927455" y="83763"/>
                  <a:pt x="930474" y="85087"/>
                  <a:pt x="934642" y="85087"/>
                </a:cubicBezTo>
                <a:cubicBezTo>
                  <a:pt x="937944" y="85087"/>
                  <a:pt x="940854" y="84240"/>
                  <a:pt x="943373" y="82546"/>
                </a:cubicBezTo>
                <a:cubicBezTo>
                  <a:pt x="945893" y="80852"/>
                  <a:pt x="948673" y="78138"/>
                  <a:pt x="951713" y="74402"/>
                </a:cubicBezTo>
                <a:lnTo>
                  <a:pt x="951713" y="29450"/>
                </a:lnTo>
                <a:lnTo>
                  <a:pt x="962398" y="29450"/>
                </a:lnTo>
                <a:lnTo>
                  <a:pt x="962398" y="92776"/>
                </a:lnTo>
                <a:lnTo>
                  <a:pt x="953537" y="92776"/>
                </a:lnTo>
                <a:lnTo>
                  <a:pt x="952624" y="82872"/>
                </a:lnTo>
                <a:lnTo>
                  <a:pt x="952234" y="82872"/>
                </a:lnTo>
                <a:cubicBezTo>
                  <a:pt x="949281" y="86348"/>
                  <a:pt x="946176" y="89128"/>
                  <a:pt x="942917" y="91213"/>
                </a:cubicBezTo>
                <a:cubicBezTo>
                  <a:pt x="939659" y="93297"/>
                  <a:pt x="935815" y="94339"/>
                  <a:pt x="931386" y="94339"/>
                </a:cubicBezTo>
                <a:close/>
                <a:moveTo>
                  <a:pt x="1003404" y="94339"/>
                </a:moveTo>
                <a:cubicBezTo>
                  <a:pt x="1000016" y="94339"/>
                  <a:pt x="997171" y="93818"/>
                  <a:pt x="994868" y="92776"/>
                </a:cubicBezTo>
                <a:cubicBezTo>
                  <a:pt x="992567" y="91734"/>
                  <a:pt x="990700" y="90301"/>
                  <a:pt x="989265" y="88477"/>
                </a:cubicBezTo>
                <a:cubicBezTo>
                  <a:pt x="987832" y="86652"/>
                  <a:pt x="986812" y="84436"/>
                  <a:pt x="986203" y="81830"/>
                </a:cubicBezTo>
                <a:cubicBezTo>
                  <a:pt x="985595" y="79224"/>
                  <a:pt x="985291" y="76358"/>
                  <a:pt x="985291" y="73231"/>
                </a:cubicBezTo>
                <a:lnTo>
                  <a:pt x="985291" y="38178"/>
                </a:lnTo>
                <a:lnTo>
                  <a:pt x="975910" y="38178"/>
                </a:lnTo>
                <a:lnTo>
                  <a:pt x="975910" y="30100"/>
                </a:lnTo>
                <a:lnTo>
                  <a:pt x="985814" y="29450"/>
                </a:lnTo>
                <a:lnTo>
                  <a:pt x="987116" y="11729"/>
                </a:lnTo>
                <a:lnTo>
                  <a:pt x="996107" y="11729"/>
                </a:lnTo>
                <a:lnTo>
                  <a:pt x="996107" y="29450"/>
                </a:lnTo>
                <a:lnTo>
                  <a:pt x="1013176" y="29450"/>
                </a:lnTo>
                <a:lnTo>
                  <a:pt x="1013176" y="38178"/>
                </a:lnTo>
                <a:lnTo>
                  <a:pt x="996107" y="38178"/>
                </a:lnTo>
                <a:lnTo>
                  <a:pt x="996107" y="73360"/>
                </a:lnTo>
                <a:cubicBezTo>
                  <a:pt x="996107" y="77269"/>
                  <a:pt x="996823" y="80288"/>
                  <a:pt x="998256" y="82417"/>
                </a:cubicBezTo>
                <a:cubicBezTo>
                  <a:pt x="999690" y="84546"/>
                  <a:pt x="1002231" y="85610"/>
                  <a:pt x="1005879" y="85610"/>
                </a:cubicBezTo>
                <a:cubicBezTo>
                  <a:pt x="1007009" y="85610"/>
                  <a:pt x="1008225" y="85436"/>
                  <a:pt x="1009528" y="85089"/>
                </a:cubicBezTo>
                <a:cubicBezTo>
                  <a:pt x="1010831" y="84741"/>
                  <a:pt x="1012004" y="84350"/>
                  <a:pt x="1013047" y="83916"/>
                </a:cubicBezTo>
                <a:lnTo>
                  <a:pt x="1015131" y="91994"/>
                </a:lnTo>
                <a:cubicBezTo>
                  <a:pt x="1013393" y="92603"/>
                  <a:pt x="1011503" y="93146"/>
                  <a:pt x="1009462" y="93623"/>
                </a:cubicBezTo>
                <a:cubicBezTo>
                  <a:pt x="1007421" y="94100"/>
                  <a:pt x="1005401" y="94339"/>
                  <a:pt x="1003404" y="94339"/>
                </a:cubicBezTo>
                <a:close/>
                <a:moveTo>
                  <a:pt x="1041543" y="94339"/>
                </a:moveTo>
                <a:cubicBezTo>
                  <a:pt x="1036244" y="94339"/>
                  <a:pt x="1031835" y="92775"/>
                  <a:pt x="1028317" y="89648"/>
                </a:cubicBezTo>
                <a:cubicBezTo>
                  <a:pt x="1024799" y="86521"/>
                  <a:pt x="1023040" y="82091"/>
                  <a:pt x="1023040" y="76357"/>
                </a:cubicBezTo>
                <a:cubicBezTo>
                  <a:pt x="1023040" y="69408"/>
                  <a:pt x="1026124" y="64089"/>
                  <a:pt x="1032292" y="60397"/>
                </a:cubicBezTo>
                <a:cubicBezTo>
                  <a:pt x="1038459" y="56704"/>
                  <a:pt x="1048319" y="54120"/>
                  <a:pt x="1061871" y="52643"/>
                </a:cubicBezTo>
                <a:cubicBezTo>
                  <a:pt x="1061871" y="50645"/>
                  <a:pt x="1061675" y="48691"/>
                  <a:pt x="1061284" y="46780"/>
                </a:cubicBezTo>
                <a:cubicBezTo>
                  <a:pt x="1060893" y="44868"/>
                  <a:pt x="1060220" y="43174"/>
                  <a:pt x="1059264" y="41698"/>
                </a:cubicBezTo>
                <a:cubicBezTo>
                  <a:pt x="1058309" y="40221"/>
                  <a:pt x="1056984" y="39027"/>
                  <a:pt x="1055290" y="38115"/>
                </a:cubicBezTo>
                <a:cubicBezTo>
                  <a:pt x="1053596" y="37203"/>
                  <a:pt x="1051446" y="36747"/>
                  <a:pt x="1048840" y="36747"/>
                </a:cubicBezTo>
                <a:cubicBezTo>
                  <a:pt x="1045191" y="36747"/>
                  <a:pt x="1041759" y="37442"/>
                  <a:pt x="1038545" y="38833"/>
                </a:cubicBezTo>
                <a:cubicBezTo>
                  <a:pt x="1035332" y="40222"/>
                  <a:pt x="1032465" y="41784"/>
                  <a:pt x="1029946" y="43521"/>
                </a:cubicBezTo>
                <a:lnTo>
                  <a:pt x="1025776" y="36095"/>
                </a:lnTo>
                <a:cubicBezTo>
                  <a:pt x="1028730" y="34183"/>
                  <a:pt x="1032334" y="32338"/>
                  <a:pt x="1036590" y="30557"/>
                </a:cubicBezTo>
                <a:cubicBezTo>
                  <a:pt x="1040848" y="28776"/>
                  <a:pt x="1045540" y="27885"/>
                  <a:pt x="1050665" y="27885"/>
                </a:cubicBezTo>
                <a:cubicBezTo>
                  <a:pt x="1058396" y="27885"/>
                  <a:pt x="1063998" y="30253"/>
                  <a:pt x="1067472" y="34987"/>
                </a:cubicBezTo>
                <a:cubicBezTo>
                  <a:pt x="1070947" y="39721"/>
                  <a:pt x="1072685" y="46040"/>
                  <a:pt x="1072685" y="53945"/>
                </a:cubicBezTo>
                <a:lnTo>
                  <a:pt x="1072685" y="92776"/>
                </a:lnTo>
                <a:lnTo>
                  <a:pt x="1063825" y="92776"/>
                </a:lnTo>
                <a:lnTo>
                  <a:pt x="1062913" y="85218"/>
                </a:lnTo>
                <a:lnTo>
                  <a:pt x="1062521" y="85218"/>
                </a:lnTo>
                <a:cubicBezTo>
                  <a:pt x="1059482" y="87737"/>
                  <a:pt x="1056224" y="89887"/>
                  <a:pt x="1052749" y="91668"/>
                </a:cubicBezTo>
                <a:cubicBezTo>
                  <a:pt x="1049275" y="93448"/>
                  <a:pt x="1045540" y="94339"/>
                  <a:pt x="1041543" y="94339"/>
                </a:cubicBezTo>
                <a:moveTo>
                  <a:pt x="1044671" y="85739"/>
                </a:moveTo>
                <a:cubicBezTo>
                  <a:pt x="1047711" y="85739"/>
                  <a:pt x="1050578" y="85023"/>
                  <a:pt x="1053270" y="83590"/>
                </a:cubicBezTo>
                <a:cubicBezTo>
                  <a:pt x="1055963" y="82156"/>
                  <a:pt x="1058830" y="80049"/>
                  <a:pt x="1061871" y="77269"/>
                </a:cubicBezTo>
                <a:lnTo>
                  <a:pt x="1061871" y="59679"/>
                </a:lnTo>
                <a:cubicBezTo>
                  <a:pt x="1056572" y="60374"/>
                  <a:pt x="1052119" y="61199"/>
                  <a:pt x="1048514" y="62155"/>
                </a:cubicBezTo>
                <a:cubicBezTo>
                  <a:pt x="1044909" y="63110"/>
                  <a:pt x="1041998" y="64240"/>
                  <a:pt x="1039784" y="65543"/>
                </a:cubicBezTo>
                <a:cubicBezTo>
                  <a:pt x="1037569" y="66846"/>
                  <a:pt x="1035961" y="68344"/>
                  <a:pt x="1034962" y="70038"/>
                </a:cubicBezTo>
                <a:cubicBezTo>
                  <a:pt x="1033964" y="71732"/>
                  <a:pt x="1033465" y="73578"/>
                  <a:pt x="1033465" y="75575"/>
                </a:cubicBezTo>
                <a:cubicBezTo>
                  <a:pt x="1033465" y="79224"/>
                  <a:pt x="1034550" y="81831"/>
                  <a:pt x="1036722" y="83395"/>
                </a:cubicBezTo>
                <a:cubicBezTo>
                  <a:pt x="1038894" y="84958"/>
                  <a:pt x="1041544" y="85739"/>
                  <a:pt x="1044671" y="85739"/>
                </a:cubicBezTo>
                <a:close/>
                <a:moveTo>
                  <a:pt x="1111997" y="94339"/>
                </a:moveTo>
                <a:cubicBezTo>
                  <a:pt x="1108610" y="94339"/>
                  <a:pt x="1105764" y="93818"/>
                  <a:pt x="1103462" y="92776"/>
                </a:cubicBezTo>
                <a:cubicBezTo>
                  <a:pt x="1101161" y="91734"/>
                  <a:pt x="1099293" y="90301"/>
                  <a:pt x="1097859" y="88477"/>
                </a:cubicBezTo>
                <a:cubicBezTo>
                  <a:pt x="1096426" y="86652"/>
                  <a:pt x="1095406" y="84436"/>
                  <a:pt x="1094797" y="81830"/>
                </a:cubicBezTo>
                <a:cubicBezTo>
                  <a:pt x="1094189" y="79224"/>
                  <a:pt x="1093885" y="76358"/>
                  <a:pt x="1093885" y="73231"/>
                </a:cubicBezTo>
                <a:lnTo>
                  <a:pt x="1093885" y="38178"/>
                </a:lnTo>
                <a:lnTo>
                  <a:pt x="1084504" y="38178"/>
                </a:lnTo>
                <a:lnTo>
                  <a:pt x="1084504" y="30100"/>
                </a:lnTo>
                <a:lnTo>
                  <a:pt x="1094407" y="29450"/>
                </a:lnTo>
                <a:lnTo>
                  <a:pt x="1095710" y="11729"/>
                </a:lnTo>
                <a:lnTo>
                  <a:pt x="1104701" y="11729"/>
                </a:lnTo>
                <a:lnTo>
                  <a:pt x="1104701" y="29450"/>
                </a:lnTo>
                <a:lnTo>
                  <a:pt x="1121770" y="29450"/>
                </a:lnTo>
                <a:lnTo>
                  <a:pt x="1121770" y="38178"/>
                </a:lnTo>
                <a:lnTo>
                  <a:pt x="1104701" y="38178"/>
                </a:lnTo>
                <a:lnTo>
                  <a:pt x="1104701" y="73360"/>
                </a:lnTo>
                <a:cubicBezTo>
                  <a:pt x="1104701" y="77269"/>
                  <a:pt x="1105417" y="80288"/>
                  <a:pt x="1106850" y="82417"/>
                </a:cubicBezTo>
                <a:cubicBezTo>
                  <a:pt x="1108284" y="84546"/>
                  <a:pt x="1110825" y="85610"/>
                  <a:pt x="1114473" y="85610"/>
                </a:cubicBezTo>
                <a:cubicBezTo>
                  <a:pt x="1115602" y="85610"/>
                  <a:pt x="1116818" y="85436"/>
                  <a:pt x="1118121" y="85089"/>
                </a:cubicBezTo>
                <a:cubicBezTo>
                  <a:pt x="1119424" y="84741"/>
                  <a:pt x="1120597" y="84350"/>
                  <a:pt x="1121641" y="83916"/>
                </a:cubicBezTo>
                <a:lnTo>
                  <a:pt x="1123724" y="91994"/>
                </a:lnTo>
                <a:cubicBezTo>
                  <a:pt x="1121986" y="92603"/>
                  <a:pt x="1120097" y="93146"/>
                  <a:pt x="1118056" y="93623"/>
                </a:cubicBezTo>
                <a:cubicBezTo>
                  <a:pt x="1116014" y="94100"/>
                  <a:pt x="1113995" y="94339"/>
                  <a:pt x="1111997" y="94339"/>
                </a:cubicBezTo>
                <a:close/>
                <a:moveTo>
                  <a:pt x="1135543" y="92776"/>
                </a:moveTo>
                <a:lnTo>
                  <a:pt x="1135543" y="29450"/>
                </a:lnTo>
                <a:lnTo>
                  <a:pt x="1146228" y="29450"/>
                </a:lnTo>
                <a:lnTo>
                  <a:pt x="1146228" y="92776"/>
                </a:lnTo>
                <a:lnTo>
                  <a:pt x="1135543" y="92776"/>
                </a:lnTo>
                <a:moveTo>
                  <a:pt x="1141015" y="16419"/>
                </a:moveTo>
                <a:cubicBezTo>
                  <a:pt x="1138931" y="16419"/>
                  <a:pt x="1137172" y="15767"/>
                  <a:pt x="1135738" y="14465"/>
                </a:cubicBezTo>
                <a:cubicBezTo>
                  <a:pt x="1134305" y="13162"/>
                  <a:pt x="1133589" y="11511"/>
                  <a:pt x="1133589" y="9512"/>
                </a:cubicBezTo>
                <a:cubicBezTo>
                  <a:pt x="1133589" y="7428"/>
                  <a:pt x="1134305" y="5757"/>
                  <a:pt x="1135738" y="4497"/>
                </a:cubicBezTo>
                <a:cubicBezTo>
                  <a:pt x="1137172" y="3237"/>
                  <a:pt x="1138931" y="2607"/>
                  <a:pt x="1141015" y="2607"/>
                </a:cubicBezTo>
                <a:cubicBezTo>
                  <a:pt x="1143100" y="2607"/>
                  <a:pt x="1144859" y="3237"/>
                  <a:pt x="1146292" y="4497"/>
                </a:cubicBezTo>
                <a:cubicBezTo>
                  <a:pt x="1147726" y="5757"/>
                  <a:pt x="1148443" y="7428"/>
                  <a:pt x="1148443" y="9512"/>
                </a:cubicBezTo>
                <a:cubicBezTo>
                  <a:pt x="1148443" y="11511"/>
                  <a:pt x="1147726" y="13162"/>
                  <a:pt x="1146292" y="14465"/>
                </a:cubicBezTo>
                <a:cubicBezTo>
                  <a:pt x="1144859" y="15767"/>
                  <a:pt x="1143100" y="16419"/>
                  <a:pt x="1141015" y="16419"/>
                </a:cubicBezTo>
                <a:close/>
                <a:moveTo>
                  <a:pt x="1192706" y="94339"/>
                </a:moveTo>
                <a:cubicBezTo>
                  <a:pt x="1188797" y="94339"/>
                  <a:pt x="1185084" y="93600"/>
                  <a:pt x="1181566" y="92124"/>
                </a:cubicBezTo>
                <a:cubicBezTo>
                  <a:pt x="1178048" y="90647"/>
                  <a:pt x="1174942" y="88497"/>
                  <a:pt x="1172249" y="85674"/>
                </a:cubicBezTo>
                <a:cubicBezTo>
                  <a:pt x="1169555" y="82850"/>
                  <a:pt x="1167405" y="79376"/>
                  <a:pt x="1165799" y="75249"/>
                </a:cubicBezTo>
                <a:cubicBezTo>
                  <a:pt x="1164192" y="71123"/>
                  <a:pt x="1163389" y="66454"/>
                  <a:pt x="1163389" y="61242"/>
                </a:cubicBezTo>
                <a:cubicBezTo>
                  <a:pt x="1163389" y="55944"/>
                  <a:pt x="1164192" y="51232"/>
                  <a:pt x="1165799" y="47106"/>
                </a:cubicBezTo>
                <a:cubicBezTo>
                  <a:pt x="1167405" y="42979"/>
                  <a:pt x="1169555" y="39483"/>
                  <a:pt x="1172249" y="36616"/>
                </a:cubicBezTo>
                <a:cubicBezTo>
                  <a:pt x="1174942" y="33749"/>
                  <a:pt x="1178048" y="31577"/>
                  <a:pt x="1181566" y="30100"/>
                </a:cubicBezTo>
                <a:cubicBezTo>
                  <a:pt x="1185084" y="28624"/>
                  <a:pt x="1188797" y="27885"/>
                  <a:pt x="1192706" y="27885"/>
                </a:cubicBezTo>
                <a:cubicBezTo>
                  <a:pt x="1196615" y="27885"/>
                  <a:pt x="1200328" y="28624"/>
                  <a:pt x="1203846" y="30100"/>
                </a:cubicBezTo>
                <a:cubicBezTo>
                  <a:pt x="1207365" y="31577"/>
                  <a:pt x="1210471" y="33749"/>
                  <a:pt x="1213163" y="36616"/>
                </a:cubicBezTo>
                <a:cubicBezTo>
                  <a:pt x="1215856" y="39483"/>
                  <a:pt x="1218006" y="42979"/>
                  <a:pt x="1219613" y="47106"/>
                </a:cubicBezTo>
                <a:cubicBezTo>
                  <a:pt x="1221221" y="51232"/>
                  <a:pt x="1222025" y="55944"/>
                  <a:pt x="1222025" y="61242"/>
                </a:cubicBezTo>
                <a:cubicBezTo>
                  <a:pt x="1222025" y="66454"/>
                  <a:pt x="1221221" y="71123"/>
                  <a:pt x="1219613" y="75249"/>
                </a:cubicBezTo>
                <a:cubicBezTo>
                  <a:pt x="1218006" y="79376"/>
                  <a:pt x="1215856" y="82850"/>
                  <a:pt x="1213163" y="85674"/>
                </a:cubicBezTo>
                <a:cubicBezTo>
                  <a:pt x="1210471" y="88497"/>
                  <a:pt x="1207365" y="90647"/>
                  <a:pt x="1203846" y="92124"/>
                </a:cubicBezTo>
                <a:cubicBezTo>
                  <a:pt x="1200328" y="93600"/>
                  <a:pt x="1196615" y="94339"/>
                  <a:pt x="1192706" y="94339"/>
                </a:cubicBezTo>
                <a:moveTo>
                  <a:pt x="1192706" y="85479"/>
                </a:moveTo>
                <a:cubicBezTo>
                  <a:pt x="1195399" y="85479"/>
                  <a:pt x="1197875" y="84893"/>
                  <a:pt x="1200134" y="83721"/>
                </a:cubicBezTo>
                <a:cubicBezTo>
                  <a:pt x="1202393" y="82548"/>
                  <a:pt x="1204325" y="80897"/>
                  <a:pt x="1205932" y="78769"/>
                </a:cubicBezTo>
                <a:cubicBezTo>
                  <a:pt x="1207540" y="76640"/>
                  <a:pt x="1208778" y="74099"/>
                  <a:pt x="1209646" y="71146"/>
                </a:cubicBezTo>
                <a:cubicBezTo>
                  <a:pt x="1210514" y="68192"/>
                  <a:pt x="1210948" y="64891"/>
                  <a:pt x="1210948" y="61242"/>
                </a:cubicBezTo>
                <a:cubicBezTo>
                  <a:pt x="1210948" y="57594"/>
                  <a:pt x="1210514" y="54272"/>
                  <a:pt x="1209646" y="51275"/>
                </a:cubicBezTo>
                <a:cubicBezTo>
                  <a:pt x="1208778" y="48278"/>
                  <a:pt x="1207540" y="45694"/>
                  <a:pt x="1205932" y="43523"/>
                </a:cubicBezTo>
                <a:cubicBezTo>
                  <a:pt x="1204325" y="41350"/>
                  <a:pt x="1202393" y="39678"/>
                  <a:pt x="1200134" y="38506"/>
                </a:cubicBezTo>
                <a:cubicBezTo>
                  <a:pt x="1197875" y="37333"/>
                  <a:pt x="1195399" y="36747"/>
                  <a:pt x="1192706" y="36747"/>
                </a:cubicBezTo>
                <a:cubicBezTo>
                  <a:pt x="1190014" y="36747"/>
                  <a:pt x="1187538" y="37333"/>
                  <a:pt x="1185280" y="38506"/>
                </a:cubicBezTo>
                <a:cubicBezTo>
                  <a:pt x="1183021" y="39678"/>
                  <a:pt x="1181088" y="41350"/>
                  <a:pt x="1179480" y="43523"/>
                </a:cubicBezTo>
                <a:cubicBezTo>
                  <a:pt x="1177874" y="45694"/>
                  <a:pt x="1176636" y="48278"/>
                  <a:pt x="1175766" y="51275"/>
                </a:cubicBezTo>
                <a:cubicBezTo>
                  <a:pt x="1174898" y="54272"/>
                  <a:pt x="1174464" y="57594"/>
                  <a:pt x="1174464" y="61242"/>
                </a:cubicBezTo>
                <a:cubicBezTo>
                  <a:pt x="1174464" y="64891"/>
                  <a:pt x="1174898" y="68192"/>
                  <a:pt x="1175766" y="71146"/>
                </a:cubicBezTo>
                <a:cubicBezTo>
                  <a:pt x="1176636" y="74099"/>
                  <a:pt x="1177874" y="76640"/>
                  <a:pt x="1179480" y="78769"/>
                </a:cubicBezTo>
                <a:cubicBezTo>
                  <a:pt x="1181088" y="80897"/>
                  <a:pt x="1183021" y="82548"/>
                  <a:pt x="1185280" y="83721"/>
                </a:cubicBezTo>
                <a:cubicBezTo>
                  <a:pt x="1187538" y="84893"/>
                  <a:pt x="1190014" y="85479"/>
                  <a:pt x="1192706" y="85479"/>
                </a:cubicBezTo>
                <a:close/>
                <a:moveTo>
                  <a:pt x="1238664" y="92776"/>
                </a:moveTo>
                <a:lnTo>
                  <a:pt x="1238664" y="29450"/>
                </a:lnTo>
                <a:lnTo>
                  <a:pt x="1247524" y="29450"/>
                </a:lnTo>
                <a:lnTo>
                  <a:pt x="1248436" y="38570"/>
                </a:lnTo>
                <a:lnTo>
                  <a:pt x="1248828" y="38570"/>
                </a:lnTo>
                <a:cubicBezTo>
                  <a:pt x="1251869" y="35529"/>
                  <a:pt x="1255061" y="32988"/>
                  <a:pt x="1258405" y="30947"/>
                </a:cubicBezTo>
                <a:cubicBezTo>
                  <a:pt x="1261750" y="28906"/>
                  <a:pt x="1265637" y="27885"/>
                  <a:pt x="1270066" y="27885"/>
                </a:cubicBezTo>
                <a:cubicBezTo>
                  <a:pt x="1276755" y="27885"/>
                  <a:pt x="1281641" y="29970"/>
                  <a:pt x="1284724" y="34140"/>
                </a:cubicBezTo>
                <a:cubicBezTo>
                  <a:pt x="1287808" y="38310"/>
                  <a:pt x="1289351" y="44478"/>
                  <a:pt x="1289351" y="52643"/>
                </a:cubicBezTo>
                <a:lnTo>
                  <a:pt x="1289351" y="92776"/>
                </a:lnTo>
                <a:lnTo>
                  <a:pt x="1278668" y="92776"/>
                </a:lnTo>
                <a:lnTo>
                  <a:pt x="1278668" y="54076"/>
                </a:lnTo>
                <a:cubicBezTo>
                  <a:pt x="1278668" y="48083"/>
                  <a:pt x="1277712" y="43761"/>
                  <a:pt x="1275801" y="41111"/>
                </a:cubicBezTo>
                <a:cubicBezTo>
                  <a:pt x="1273889" y="38461"/>
                  <a:pt x="1270849" y="37137"/>
                  <a:pt x="1266679" y="37137"/>
                </a:cubicBezTo>
                <a:cubicBezTo>
                  <a:pt x="1263378" y="37137"/>
                  <a:pt x="1260468" y="37962"/>
                  <a:pt x="1257948" y="39612"/>
                </a:cubicBezTo>
                <a:cubicBezTo>
                  <a:pt x="1255430" y="41262"/>
                  <a:pt x="1252563" y="43694"/>
                  <a:pt x="1249349" y="46909"/>
                </a:cubicBezTo>
                <a:lnTo>
                  <a:pt x="1249349" y="92776"/>
                </a:lnTo>
                <a:lnTo>
                  <a:pt x="1238664" y="92776"/>
                </a:lnTo>
                <a:close/>
                <a:moveTo>
                  <a:pt x="1336443" y="119488"/>
                </a:moveTo>
                <a:lnTo>
                  <a:pt x="1336443" y="29450"/>
                </a:lnTo>
                <a:lnTo>
                  <a:pt x="1345302" y="29450"/>
                </a:lnTo>
                <a:lnTo>
                  <a:pt x="1346215" y="36747"/>
                </a:lnTo>
                <a:lnTo>
                  <a:pt x="1346607" y="36747"/>
                </a:lnTo>
                <a:cubicBezTo>
                  <a:pt x="1349472" y="34315"/>
                  <a:pt x="1352621" y="32230"/>
                  <a:pt x="1356053" y="30492"/>
                </a:cubicBezTo>
                <a:cubicBezTo>
                  <a:pt x="1359484" y="28754"/>
                  <a:pt x="1363068" y="27885"/>
                  <a:pt x="1366803" y="27885"/>
                </a:cubicBezTo>
                <a:cubicBezTo>
                  <a:pt x="1370886" y="27885"/>
                  <a:pt x="1374490" y="28645"/>
                  <a:pt x="1377617" y="30166"/>
                </a:cubicBezTo>
                <a:cubicBezTo>
                  <a:pt x="1380745" y="31686"/>
                  <a:pt x="1383351" y="33858"/>
                  <a:pt x="1385435" y="36681"/>
                </a:cubicBezTo>
                <a:cubicBezTo>
                  <a:pt x="1387520" y="39505"/>
                  <a:pt x="1389105" y="42893"/>
                  <a:pt x="1390191" y="46845"/>
                </a:cubicBezTo>
                <a:cubicBezTo>
                  <a:pt x="1391278" y="50796"/>
                  <a:pt x="1391821" y="55248"/>
                  <a:pt x="1391821" y="60200"/>
                </a:cubicBezTo>
                <a:cubicBezTo>
                  <a:pt x="1391821" y="65586"/>
                  <a:pt x="1391083" y="70385"/>
                  <a:pt x="1389606" y="74599"/>
                </a:cubicBezTo>
                <a:cubicBezTo>
                  <a:pt x="1388130" y="78812"/>
                  <a:pt x="1386132" y="82395"/>
                  <a:pt x="1383612" y="85350"/>
                </a:cubicBezTo>
                <a:cubicBezTo>
                  <a:pt x="1381092" y="88303"/>
                  <a:pt x="1378182" y="90540"/>
                  <a:pt x="1374881" y="92060"/>
                </a:cubicBezTo>
                <a:cubicBezTo>
                  <a:pt x="1371581" y="93579"/>
                  <a:pt x="1368106" y="94339"/>
                  <a:pt x="1364457" y="94339"/>
                </a:cubicBezTo>
                <a:cubicBezTo>
                  <a:pt x="1361504" y="94339"/>
                  <a:pt x="1358572" y="93687"/>
                  <a:pt x="1355661" y="92384"/>
                </a:cubicBezTo>
                <a:cubicBezTo>
                  <a:pt x="1352752" y="91081"/>
                  <a:pt x="1349820" y="89300"/>
                  <a:pt x="1346867" y="87042"/>
                </a:cubicBezTo>
                <a:lnTo>
                  <a:pt x="1347127" y="98118"/>
                </a:lnTo>
                <a:lnTo>
                  <a:pt x="1347127" y="119488"/>
                </a:lnTo>
                <a:lnTo>
                  <a:pt x="1336443" y="119488"/>
                </a:lnTo>
                <a:moveTo>
                  <a:pt x="1362634" y="85348"/>
                </a:moveTo>
                <a:cubicBezTo>
                  <a:pt x="1365240" y="85348"/>
                  <a:pt x="1367650" y="84762"/>
                  <a:pt x="1369865" y="83590"/>
                </a:cubicBezTo>
                <a:cubicBezTo>
                  <a:pt x="1372080" y="82417"/>
                  <a:pt x="1373991" y="80767"/>
                  <a:pt x="1375597" y="78639"/>
                </a:cubicBezTo>
                <a:cubicBezTo>
                  <a:pt x="1377205" y="76511"/>
                  <a:pt x="1378465" y="73883"/>
                  <a:pt x="1379377" y="70756"/>
                </a:cubicBezTo>
                <a:cubicBezTo>
                  <a:pt x="1380289" y="67628"/>
                  <a:pt x="1380745" y="64109"/>
                  <a:pt x="1380745" y="60200"/>
                </a:cubicBezTo>
                <a:cubicBezTo>
                  <a:pt x="1380745" y="56726"/>
                  <a:pt x="1380441" y="53556"/>
                  <a:pt x="1379832" y="50688"/>
                </a:cubicBezTo>
                <a:cubicBezTo>
                  <a:pt x="1379225" y="47821"/>
                  <a:pt x="1378248" y="45367"/>
                  <a:pt x="1376902" y="43326"/>
                </a:cubicBezTo>
                <a:cubicBezTo>
                  <a:pt x="1375555" y="41285"/>
                  <a:pt x="1373817" y="39699"/>
                  <a:pt x="1371688" y="38570"/>
                </a:cubicBezTo>
                <a:cubicBezTo>
                  <a:pt x="1369561" y="37441"/>
                  <a:pt x="1367021" y="36876"/>
                  <a:pt x="1364067" y="36876"/>
                </a:cubicBezTo>
                <a:cubicBezTo>
                  <a:pt x="1361374" y="36876"/>
                  <a:pt x="1358659" y="37614"/>
                  <a:pt x="1355922" y="39091"/>
                </a:cubicBezTo>
                <a:cubicBezTo>
                  <a:pt x="1353186" y="40568"/>
                  <a:pt x="1350254" y="42696"/>
                  <a:pt x="1347127" y="45475"/>
                </a:cubicBezTo>
                <a:lnTo>
                  <a:pt x="1347127" y="78703"/>
                </a:lnTo>
                <a:cubicBezTo>
                  <a:pt x="1349995" y="81135"/>
                  <a:pt x="1352774" y="82851"/>
                  <a:pt x="1355466" y="83850"/>
                </a:cubicBezTo>
                <a:cubicBezTo>
                  <a:pt x="1358160" y="84849"/>
                  <a:pt x="1360549" y="85348"/>
                  <a:pt x="1362634" y="85348"/>
                </a:cubicBezTo>
                <a:close/>
                <a:moveTo>
                  <a:pt x="1409764" y="92776"/>
                </a:moveTo>
                <a:lnTo>
                  <a:pt x="1409764" y="29450"/>
                </a:lnTo>
                <a:lnTo>
                  <a:pt x="1418623" y="29450"/>
                </a:lnTo>
                <a:lnTo>
                  <a:pt x="1419536" y="40916"/>
                </a:lnTo>
                <a:lnTo>
                  <a:pt x="1419928" y="40916"/>
                </a:lnTo>
                <a:cubicBezTo>
                  <a:pt x="1422099" y="36920"/>
                  <a:pt x="1424726" y="33749"/>
                  <a:pt x="1427809" y="31404"/>
                </a:cubicBezTo>
                <a:cubicBezTo>
                  <a:pt x="1430893" y="29058"/>
                  <a:pt x="1434260" y="27885"/>
                  <a:pt x="1437909" y="27885"/>
                </a:cubicBezTo>
                <a:cubicBezTo>
                  <a:pt x="1440428" y="27885"/>
                  <a:pt x="1442686" y="28319"/>
                  <a:pt x="1444685" y="29188"/>
                </a:cubicBezTo>
                <a:lnTo>
                  <a:pt x="1442600" y="38570"/>
                </a:lnTo>
                <a:cubicBezTo>
                  <a:pt x="1441558" y="38223"/>
                  <a:pt x="1440602" y="37962"/>
                  <a:pt x="1439733" y="37789"/>
                </a:cubicBezTo>
                <a:cubicBezTo>
                  <a:pt x="1438864" y="37615"/>
                  <a:pt x="1437779" y="37528"/>
                  <a:pt x="1436476" y="37528"/>
                </a:cubicBezTo>
                <a:cubicBezTo>
                  <a:pt x="1433782" y="37528"/>
                  <a:pt x="1430980" y="38614"/>
                  <a:pt x="1428069" y="40787"/>
                </a:cubicBezTo>
                <a:cubicBezTo>
                  <a:pt x="1425160" y="42958"/>
                  <a:pt x="1422620" y="46736"/>
                  <a:pt x="1420448" y="52122"/>
                </a:cubicBezTo>
                <a:lnTo>
                  <a:pt x="1420448" y="92776"/>
                </a:lnTo>
                <a:lnTo>
                  <a:pt x="1409764" y="92776"/>
                </a:lnTo>
                <a:close/>
                <a:moveTo>
                  <a:pt x="1480608" y="94339"/>
                </a:moveTo>
                <a:cubicBezTo>
                  <a:pt x="1476699" y="94339"/>
                  <a:pt x="1472986" y="93600"/>
                  <a:pt x="1469468" y="92124"/>
                </a:cubicBezTo>
                <a:cubicBezTo>
                  <a:pt x="1465950" y="90647"/>
                  <a:pt x="1462844" y="88497"/>
                  <a:pt x="1460151" y="85674"/>
                </a:cubicBezTo>
                <a:cubicBezTo>
                  <a:pt x="1457458" y="82850"/>
                  <a:pt x="1455308" y="79376"/>
                  <a:pt x="1453701" y="75249"/>
                </a:cubicBezTo>
                <a:cubicBezTo>
                  <a:pt x="1452095" y="71123"/>
                  <a:pt x="1451291" y="66454"/>
                  <a:pt x="1451291" y="61242"/>
                </a:cubicBezTo>
                <a:cubicBezTo>
                  <a:pt x="1451291" y="55944"/>
                  <a:pt x="1452095" y="51232"/>
                  <a:pt x="1453701" y="47106"/>
                </a:cubicBezTo>
                <a:cubicBezTo>
                  <a:pt x="1455308" y="42979"/>
                  <a:pt x="1457458" y="39483"/>
                  <a:pt x="1460151" y="36616"/>
                </a:cubicBezTo>
                <a:cubicBezTo>
                  <a:pt x="1462844" y="33749"/>
                  <a:pt x="1465950" y="31577"/>
                  <a:pt x="1469468" y="30100"/>
                </a:cubicBezTo>
                <a:cubicBezTo>
                  <a:pt x="1472986" y="28624"/>
                  <a:pt x="1476699" y="27885"/>
                  <a:pt x="1480608" y="27885"/>
                </a:cubicBezTo>
                <a:cubicBezTo>
                  <a:pt x="1484517" y="27885"/>
                  <a:pt x="1488230" y="28624"/>
                  <a:pt x="1491748" y="30100"/>
                </a:cubicBezTo>
                <a:cubicBezTo>
                  <a:pt x="1495268" y="31577"/>
                  <a:pt x="1498373" y="33749"/>
                  <a:pt x="1501065" y="36616"/>
                </a:cubicBezTo>
                <a:cubicBezTo>
                  <a:pt x="1503759" y="39483"/>
                  <a:pt x="1505909" y="42979"/>
                  <a:pt x="1507515" y="47106"/>
                </a:cubicBezTo>
                <a:cubicBezTo>
                  <a:pt x="1509123" y="51232"/>
                  <a:pt x="1509927" y="55944"/>
                  <a:pt x="1509927" y="61242"/>
                </a:cubicBezTo>
                <a:cubicBezTo>
                  <a:pt x="1509927" y="66454"/>
                  <a:pt x="1509123" y="71123"/>
                  <a:pt x="1507515" y="75249"/>
                </a:cubicBezTo>
                <a:cubicBezTo>
                  <a:pt x="1505909" y="79376"/>
                  <a:pt x="1503759" y="82850"/>
                  <a:pt x="1501065" y="85674"/>
                </a:cubicBezTo>
                <a:cubicBezTo>
                  <a:pt x="1498373" y="88497"/>
                  <a:pt x="1495268" y="90647"/>
                  <a:pt x="1491748" y="92124"/>
                </a:cubicBezTo>
                <a:cubicBezTo>
                  <a:pt x="1488230" y="93600"/>
                  <a:pt x="1484517" y="94339"/>
                  <a:pt x="1480608" y="94339"/>
                </a:cubicBezTo>
                <a:moveTo>
                  <a:pt x="1480608" y="85479"/>
                </a:moveTo>
                <a:cubicBezTo>
                  <a:pt x="1483302" y="85479"/>
                  <a:pt x="1485778" y="84893"/>
                  <a:pt x="1488036" y="83721"/>
                </a:cubicBezTo>
                <a:cubicBezTo>
                  <a:pt x="1490295" y="82548"/>
                  <a:pt x="1492227" y="80897"/>
                  <a:pt x="1493834" y="78769"/>
                </a:cubicBezTo>
                <a:cubicBezTo>
                  <a:pt x="1495442" y="76640"/>
                  <a:pt x="1496680" y="74099"/>
                  <a:pt x="1497548" y="71146"/>
                </a:cubicBezTo>
                <a:cubicBezTo>
                  <a:pt x="1498416" y="68192"/>
                  <a:pt x="1498850" y="64891"/>
                  <a:pt x="1498850" y="61242"/>
                </a:cubicBezTo>
                <a:cubicBezTo>
                  <a:pt x="1498850" y="57594"/>
                  <a:pt x="1498416" y="54272"/>
                  <a:pt x="1497548" y="51275"/>
                </a:cubicBezTo>
                <a:cubicBezTo>
                  <a:pt x="1496680" y="48278"/>
                  <a:pt x="1495442" y="45694"/>
                  <a:pt x="1493834" y="43523"/>
                </a:cubicBezTo>
                <a:cubicBezTo>
                  <a:pt x="1492227" y="41350"/>
                  <a:pt x="1490295" y="39678"/>
                  <a:pt x="1488036" y="38506"/>
                </a:cubicBezTo>
                <a:cubicBezTo>
                  <a:pt x="1485778" y="37333"/>
                  <a:pt x="1483302" y="36747"/>
                  <a:pt x="1480608" y="36747"/>
                </a:cubicBezTo>
                <a:cubicBezTo>
                  <a:pt x="1477916" y="36747"/>
                  <a:pt x="1475441" y="37333"/>
                  <a:pt x="1473182" y="38506"/>
                </a:cubicBezTo>
                <a:cubicBezTo>
                  <a:pt x="1470923" y="39678"/>
                  <a:pt x="1468990" y="41350"/>
                  <a:pt x="1467382" y="43523"/>
                </a:cubicBezTo>
                <a:cubicBezTo>
                  <a:pt x="1465776" y="45694"/>
                  <a:pt x="1464538" y="48278"/>
                  <a:pt x="1463668" y="51275"/>
                </a:cubicBezTo>
                <a:cubicBezTo>
                  <a:pt x="1462800" y="54272"/>
                  <a:pt x="1462366" y="57594"/>
                  <a:pt x="1462366" y="61242"/>
                </a:cubicBezTo>
                <a:cubicBezTo>
                  <a:pt x="1462366" y="64891"/>
                  <a:pt x="1462800" y="68192"/>
                  <a:pt x="1463668" y="71146"/>
                </a:cubicBezTo>
                <a:cubicBezTo>
                  <a:pt x="1464538" y="74099"/>
                  <a:pt x="1465776" y="76640"/>
                  <a:pt x="1467382" y="78769"/>
                </a:cubicBezTo>
                <a:cubicBezTo>
                  <a:pt x="1468990" y="80897"/>
                  <a:pt x="1470923" y="82548"/>
                  <a:pt x="1473182" y="83721"/>
                </a:cubicBezTo>
                <a:cubicBezTo>
                  <a:pt x="1475441" y="84893"/>
                  <a:pt x="1477916" y="85479"/>
                  <a:pt x="1480608" y="85479"/>
                </a:cubicBezTo>
                <a:close/>
                <a:moveTo>
                  <a:pt x="1554581" y="94339"/>
                </a:moveTo>
                <a:cubicBezTo>
                  <a:pt x="1551628" y="94339"/>
                  <a:pt x="1548566" y="93622"/>
                  <a:pt x="1545395" y="92189"/>
                </a:cubicBezTo>
                <a:cubicBezTo>
                  <a:pt x="1542224" y="90756"/>
                  <a:pt x="1539249" y="88780"/>
                  <a:pt x="1536470" y="86260"/>
                </a:cubicBezTo>
                <a:lnTo>
                  <a:pt x="1536078" y="86260"/>
                </a:lnTo>
                <a:lnTo>
                  <a:pt x="1535166" y="92776"/>
                </a:lnTo>
                <a:lnTo>
                  <a:pt x="1526566" y="92776"/>
                </a:lnTo>
                <a:lnTo>
                  <a:pt x="1526566" y="0"/>
                </a:lnTo>
                <a:lnTo>
                  <a:pt x="1537251" y="0"/>
                </a:lnTo>
                <a:lnTo>
                  <a:pt x="1537251" y="25279"/>
                </a:lnTo>
                <a:lnTo>
                  <a:pt x="1536991" y="36747"/>
                </a:lnTo>
                <a:cubicBezTo>
                  <a:pt x="1539858" y="34227"/>
                  <a:pt x="1542985" y="32120"/>
                  <a:pt x="1546371" y="30426"/>
                </a:cubicBezTo>
                <a:cubicBezTo>
                  <a:pt x="1549759" y="28732"/>
                  <a:pt x="1553234" y="27885"/>
                  <a:pt x="1556796" y="27885"/>
                </a:cubicBezTo>
                <a:cubicBezTo>
                  <a:pt x="1560878" y="27885"/>
                  <a:pt x="1564483" y="28645"/>
                  <a:pt x="1567610" y="30166"/>
                </a:cubicBezTo>
                <a:cubicBezTo>
                  <a:pt x="1570738" y="31686"/>
                  <a:pt x="1573366" y="33858"/>
                  <a:pt x="1575493" y="36681"/>
                </a:cubicBezTo>
                <a:cubicBezTo>
                  <a:pt x="1577622" y="39505"/>
                  <a:pt x="1579229" y="42893"/>
                  <a:pt x="1580315" y="46845"/>
                </a:cubicBezTo>
                <a:cubicBezTo>
                  <a:pt x="1581402" y="50796"/>
                  <a:pt x="1581945" y="55204"/>
                  <a:pt x="1581945" y="60069"/>
                </a:cubicBezTo>
                <a:cubicBezTo>
                  <a:pt x="1581945" y="65456"/>
                  <a:pt x="1581207" y="70277"/>
                  <a:pt x="1579730" y="74534"/>
                </a:cubicBezTo>
                <a:cubicBezTo>
                  <a:pt x="1578254" y="78790"/>
                  <a:pt x="1576255" y="82395"/>
                  <a:pt x="1573736" y="85350"/>
                </a:cubicBezTo>
                <a:cubicBezTo>
                  <a:pt x="1571216" y="88303"/>
                  <a:pt x="1568306" y="90540"/>
                  <a:pt x="1565005" y="92060"/>
                </a:cubicBezTo>
                <a:cubicBezTo>
                  <a:pt x="1561705" y="93579"/>
                  <a:pt x="1558230" y="94339"/>
                  <a:pt x="1554581" y="94339"/>
                </a:cubicBezTo>
                <a:moveTo>
                  <a:pt x="1552758" y="85348"/>
                </a:moveTo>
                <a:cubicBezTo>
                  <a:pt x="1555364" y="85348"/>
                  <a:pt x="1557774" y="84762"/>
                  <a:pt x="1559989" y="83590"/>
                </a:cubicBezTo>
                <a:cubicBezTo>
                  <a:pt x="1562204" y="82417"/>
                  <a:pt x="1564114" y="80767"/>
                  <a:pt x="1565721" y="78639"/>
                </a:cubicBezTo>
                <a:cubicBezTo>
                  <a:pt x="1567329" y="76511"/>
                  <a:pt x="1568589" y="73883"/>
                  <a:pt x="1569501" y="70756"/>
                </a:cubicBezTo>
                <a:cubicBezTo>
                  <a:pt x="1570413" y="67628"/>
                  <a:pt x="1570869" y="64109"/>
                  <a:pt x="1570869" y="60200"/>
                </a:cubicBezTo>
                <a:cubicBezTo>
                  <a:pt x="1570869" y="56726"/>
                  <a:pt x="1570564" y="53556"/>
                  <a:pt x="1569956" y="50688"/>
                </a:cubicBezTo>
                <a:cubicBezTo>
                  <a:pt x="1569349" y="47821"/>
                  <a:pt x="1568372" y="45367"/>
                  <a:pt x="1567025" y="43326"/>
                </a:cubicBezTo>
                <a:cubicBezTo>
                  <a:pt x="1565679" y="41285"/>
                  <a:pt x="1563941" y="39699"/>
                  <a:pt x="1561812" y="38570"/>
                </a:cubicBezTo>
                <a:cubicBezTo>
                  <a:pt x="1559685" y="37441"/>
                  <a:pt x="1557144" y="36876"/>
                  <a:pt x="1554191" y="36876"/>
                </a:cubicBezTo>
                <a:cubicBezTo>
                  <a:pt x="1549065" y="36876"/>
                  <a:pt x="1543419" y="39742"/>
                  <a:pt x="1537251" y="45475"/>
                </a:cubicBezTo>
                <a:lnTo>
                  <a:pt x="1537251" y="78703"/>
                </a:lnTo>
                <a:cubicBezTo>
                  <a:pt x="1540031" y="81135"/>
                  <a:pt x="1542788" y="82851"/>
                  <a:pt x="1545524" y="83850"/>
                </a:cubicBezTo>
                <a:cubicBezTo>
                  <a:pt x="1548261" y="84849"/>
                  <a:pt x="1550673" y="85348"/>
                  <a:pt x="1552758" y="85348"/>
                </a:cubicBezTo>
                <a:close/>
                <a:moveTo>
                  <a:pt x="1614481" y="94339"/>
                </a:moveTo>
                <a:cubicBezTo>
                  <a:pt x="1609182" y="94339"/>
                  <a:pt x="1604773" y="92775"/>
                  <a:pt x="1601255" y="89648"/>
                </a:cubicBezTo>
                <a:cubicBezTo>
                  <a:pt x="1597737" y="86521"/>
                  <a:pt x="1595978" y="82091"/>
                  <a:pt x="1595978" y="76357"/>
                </a:cubicBezTo>
                <a:cubicBezTo>
                  <a:pt x="1595978" y="69408"/>
                  <a:pt x="1599062" y="64089"/>
                  <a:pt x="1605230" y="60397"/>
                </a:cubicBezTo>
                <a:cubicBezTo>
                  <a:pt x="1611397" y="56704"/>
                  <a:pt x="1621257" y="54120"/>
                  <a:pt x="1634809" y="52643"/>
                </a:cubicBezTo>
                <a:cubicBezTo>
                  <a:pt x="1634809" y="50645"/>
                  <a:pt x="1634613" y="48691"/>
                  <a:pt x="1634222" y="46780"/>
                </a:cubicBezTo>
                <a:cubicBezTo>
                  <a:pt x="1633831" y="44868"/>
                  <a:pt x="1633158" y="43174"/>
                  <a:pt x="1632202" y="41698"/>
                </a:cubicBezTo>
                <a:cubicBezTo>
                  <a:pt x="1631247" y="40221"/>
                  <a:pt x="1629922" y="39027"/>
                  <a:pt x="1628228" y="38115"/>
                </a:cubicBezTo>
                <a:cubicBezTo>
                  <a:pt x="1626534" y="37203"/>
                  <a:pt x="1624384" y="36747"/>
                  <a:pt x="1621778" y="36747"/>
                </a:cubicBezTo>
                <a:cubicBezTo>
                  <a:pt x="1618129" y="36747"/>
                  <a:pt x="1614697" y="37442"/>
                  <a:pt x="1611483" y="38833"/>
                </a:cubicBezTo>
                <a:cubicBezTo>
                  <a:pt x="1608270" y="40222"/>
                  <a:pt x="1605403" y="41784"/>
                  <a:pt x="1602884" y="43521"/>
                </a:cubicBezTo>
                <a:lnTo>
                  <a:pt x="1598714" y="36095"/>
                </a:lnTo>
                <a:cubicBezTo>
                  <a:pt x="1601668" y="34183"/>
                  <a:pt x="1605272" y="32338"/>
                  <a:pt x="1609528" y="30557"/>
                </a:cubicBezTo>
                <a:cubicBezTo>
                  <a:pt x="1613786" y="28776"/>
                  <a:pt x="1618478" y="27885"/>
                  <a:pt x="1623603" y="27885"/>
                </a:cubicBezTo>
                <a:cubicBezTo>
                  <a:pt x="1631334" y="27885"/>
                  <a:pt x="1636936" y="30253"/>
                  <a:pt x="1640410" y="34987"/>
                </a:cubicBezTo>
                <a:cubicBezTo>
                  <a:pt x="1643885" y="39721"/>
                  <a:pt x="1645623" y="46040"/>
                  <a:pt x="1645623" y="53945"/>
                </a:cubicBezTo>
                <a:lnTo>
                  <a:pt x="1645623" y="92776"/>
                </a:lnTo>
                <a:lnTo>
                  <a:pt x="1636763" y="92776"/>
                </a:lnTo>
                <a:lnTo>
                  <a:pt x="1635851" y="85218"/>
                </a:lnTo>
                <a:lnTo>
                  <a:pt x="1635459" y="85218"/>
                </a:lnTo>
                <a:cubicBezTo>
                  <a:pt x="1632420" y="87737"/>
                  <a:pt x="1629162" y="89887"/>
                  <a:pt x="1625687" y="91668"/>
                </a:cubicBezTo>
                <a:cubicBezTo>
                  <a:pt x="1622213" y="93448"/>
                  <a:pt x="1618478" y="94339"/>
                  <a:pt x="1614481" y="94339"/>
                </a:cubicBezTo>
                <a:moveTo>
                  <a:pt x="1617609" y="85739"/>
                </a:moveTo>
                <a:cubicBezTo>
                  <a:pt x="1620649" y="85739"/>
                  <a:pt x="1623516" y="85023"/>
                  <a:pt x="1626208" y="83590"/>
                </a:cubicBezTo>
                <a:cubicBezTo>
                  <a:pt x="1628901" y="82156"/>
                  <a:pt x="1631768" y="80049"/>
                  <a:pt x="1634809" y="77269"/>
                </a:cubicBezTo>
                <a:lnTo>
                  <a:pt x="1634809" y="59679"/>
                </a:lnTo>
                <a:cubicBezTo>
                  <a:pt x="1629510" y="60374"/>
                  <a:pt x="1625057" y="61199"/>
                  <a:pt x="1621452" y="62155"/>
                </a:cubicBezTo>
                <a:cubicBezTo>
                  <a:pt x="1617847" y="63110"/>
                  <a:pt x="1614936" y="64240"/>
                  <a:pt x="1612722" y="65543"/>
                </a:cubicBezTo>
                <a:cubicBezTo>
                  <a:pt x="1610507" y="66846"/>
                  <a:pt x="1608899" y="68344"/>
                  <a:pt x="1607900" y="70038"/>
                </a:cubicBezTo>
                <a:cubicBezTo>
                  <a:pt x="1606902" y="71732"/>
                  <a:pt x="1606403" y="73578"/>
                  <a:pt x="1606403" y="75575"/>
                </a:cubicBezTo>
                <a:cubicBezTo>
                  <a:pt x="1606403" y="79224"/>
                  <a:pt x="1607488" y="81831"/>
                  <a:pt x="1609660" y="83395"/>
                </a:cubicBezTo>
                <a:cubicBezTo>
                  <a:pt x="1611832" y="84958"/>
                  <a:pt x="1614482" y="85739"/>
                  <a:pt x="1617609" y="85739"/>
                </a:cubicBezTo>
                <a:close/>
                <a:moveTo>
                  <a:pt x="1693014" y="94339"/>
                </a:moveTo>
                <a:cubicBezTo>
                  <a:pt x="1690060" y="94339"/>
                  <a:pt x="1686999" y="93622"/>
                  <a:pt x="1683828" y="92189"/>
                </a:cubicBezTo>
                <a:cubicBezTo>
                  <a:pt x="1680657" y="90756"/>
                  <a:pt x="1677682" y="88780"/>
                  <a:pt x="1674903" y="86260"/>
                </a:cubicBezTo>
                <a:lnTo>
                  <a:pt x="1674511" y="86260"/>
                </a:lnTo>
                <a:lnTo>
                  <a:pt x="1673598" y="92776"/>
                </a:lnTo>
                <a:lnTo>
                  <a:pt x="1664999" y="92776"/>
                </a:lnTo>
                <a:lnTo>
                  <a:pt x="1664999" y="0"/>
                </a:lnTo>
                <a:lnTo>
                  <a:pt x="1675684" y="0"/>
                </a:lnTo>
                <a:lnTo>
                  <a:pt x="1675684" y="25279"/>
                </a:lnTo>
                <a:lnTo>
                  <a:pt x="1675424" y="36747"/>
                </a:lnTo>
                <a:cubicBezTo>
                  <a:pt x="1678291" y="34227"/>
                  <a:pt x="1681418" y="32120"/>
                  <a:pt x="1684804" y="30426"/>
                </a:cubicBezTo>
                <a:cubicBezTo>
                  <a:pt x="1688192" y="28732"/>
                  <a:pt x="1691667" y="27885"/>
                  <a:pt x="1695229" y="27885"/>
                </a:cubicBezTo>
                <a:cubicBezTo>
                  <a:pt x="1699311" y="27885"/>
                  <a:pt x="1702916" y="28645"/>
                  <a:pt x="1706043" y="30166"/>
                </a:cubicBezTo>
                <a:cubicBezTo>
                  <a:pt x="1709171" y="31686"/>
                  <a:pt x="1711799" y="33858"/>
                  <a:pt x="1713926" y="36681"/>
                </a:cubicBezTo>
                <a:cubicBezTo>
                  <a:pt x="1716055" y="39505"/>
                  <a:pt x="1717662" y="42893"/>
                  <a:pt x="1718748" y="46845"/>
                </a:cubicBezTo>
                <a:cubicBezTo>
                  <a:pt x="1719834" y="50796"/>
                  <a:pt x="1720378" y="55204"/>
                  <a:pt x="1720378" y="60069"/>
                </a:cubicBezTo>
                <a:cubicBezTo>
                  <a:pt x="1720378" y="65456"/>
                  <a:pt x="1719640" y="70277"/>
                  <a:pt x="1718163" y="74534"/>
                </a:cubicBezTo>
                <a:cubicBezTo>
                  <a:pt x="1716686" y="78790"/>
                  <a:pt x="1714688" y="82395"/>
                  <a:pt x="1712168" y="85350"/>
                </a:cubicBezTo>
                <a:cubicBezTo>
                  <a:pt x="1709649" y="88303"/>
                  <a:pt x="1706739" y="90540"/>
                  <a:pt x="1703438" y="92060"/>
                </a:cubicBezTo>
                <a:cubicBezTo>
                  <a:pt x="1700138" y="93579"/>
                  <a:pt x="1696663" y="94339"/>
                  <a:pt x="1693014" y="94339"/>
                </a:cubicBezTo>
                <a:moveTo>
                  <a:pt x="1691190" y="85348"/>
                </a:moveTo>
                <a:cubicBezTo>
                  <a:pt x="1693796" y="85348"/>
                  <a:pt x="1696207" y="84762"/>
                  <a:pt x="1698422" y="83590"/>
                </a:cubicBezTo>
                <a:cubicBezTo>
                  <a:pt x="1700637" y="82417"/>
                  <a:pt x="1702547" y="80767"/>
                  <a:pt x="1704154" y="78639"/>
                </a:cubicBezTo>
                <a:cubicBezTo>
                  <a:pt x="1705762" y="76511"/>
                  <a:pt x="1707022" y="73883"/>
                  <a:pt x="1707933" y="70756"/>
                </a:cubicBezTo>
                <a:cubicBezTo>
                  <a:pt x="1708845" y="67628"/>
                  <a:pt x="1709301" y="64109"/>
                  <a:pt x="1709301" y="60200"/>
                </a:cubicBezTo>
                <a:cubicBezTo>
                  <a:pt x="1709301" y="56726"/>
                  <a:pt x="1708997" y="53556"/>
                  <a:pt x="1708389" y="50688"/>
                </a:cubicBezTo>
                <a:cubicBezTo>
                  <a:pt x="1707782" y="47821"/>
                  <a:pt x="1706805" y="45367"/>
                  <a:pt x="1705458" y="43326"/>
                </a:cubicBezTo>
                <a:cubicBezTo>
                  <a:pt x="1704111" y="41285"/>
                  <a:pt x="1702374" y="39699"/>
                  <a:pt x="1700245" y="38570"/>
                </a:cubicBezTo>
                <a:cubicBezTo>
                  <a:pt x="1698117" y="37441"/>
                  <a:pt x="1695577" y="36876"/>
                  <a:pt x="1692624" y="36876"/>
                </a:cubicBezTo>
                <a:cubicBezTo>
                  <a:pt x="1687498" y="36876"/>
                  <a:pt x="1681852" y="39742"/>
                  <a:pt x="1675684" y="45475"/>
                </a:cubicBezTo>
                <a:lnTo>
                  <a:pt x="1675684" y="78703"/>
                </a:lnTo>
                <a:cubicBezTo>
                  <a:pt x="1678464" y="81135"/>
                  <a:pt x="1681221" y="82851"/>
                  <a:pt x="1683957" y="83850"/>
                </a:cubicBezTo>
                <a:cubicBezTo>
                  <a:pt x="1686694" y="84849"/>
                  <a:pt x="1689105" y="85348"/>
                  <a:pt x="1691190" y="85348"/>
                </a:cubicBezTo>
                <a:close/>
                <a:moveTo>
                  <a:pt x="1738320" y="92776"/>
                </a:moveTo>
                <a:lnTo>
                  <a:pt x="1738320" y="29450"/>
                </a:lnTo>
                <a:lnTo>
                  <a:pt x="1749005" y="29450"/>
                </a:lnTo>
                <a:lnTo>
                  <a:pt x="1749005" y="92776"/>
                </a:lnTo>
                <a:lnTo>
                  <a:pt x="1738320" y="92776"/>
                </a:lnTo>
                <a:moveTo>
                  <a:pt x="1743792" y="16419"/>
                </a:moveTo>
                <a:cubicBezTo>
                  <a:pt x="1741708" y="16419"/>
                  <a:pt x="1739949" y="15767"/>
                  <a:pt x="1738515" y="14465"/>
                </a:cubicBezTo>
                <a:cubicBezTo>
                  <a:pt x="1737082" y="13162"/>
                  <a:pt x="1736366" y="11511"/>
                  <a:pt x="1736366" y="9512"/>
                </a:cubicBezTo>
                <a:cubicBezTo>
                  <a:pt x="1736366" y="7428"/>
                  <a:pt x="1737082" y="5757"/>
                  <a:pt x="1738515" y="4497"/>
                </a:cubicBezTo>
                <a:cubicBezTo>
                  <a:pt x="1739949" y="3237"/>
                  <a:pt x="1741708" y="2607"/>
                  <a:pt x="1743792" y="2607"/>
                </a:cubicBezTo>
                <a:cubicBezTo>
                  <a:pt x="1745877" y="2607"/>
                  <a:pt x="1747636" y="3237"/>
                  <a:pt x="1749069" y="4497"/>
                </a:cubicBezTo>
                <a:cubicBezTo>
                  <a:pt x="1750503" y="5757"/>
                  <a:pt x="1751220" y="7428"/>
                  <a:pt x="1751220" y="9512"/>
                </a:cubicBezTo>
                <a:cubicBezTo>
                  <a:pt x="1751220" y="11511"/>
                  <a:pt x="1750503" y="13162"/>
                  <a:pt x="1749069" y="14465"/>
                </a:cubicBezTo>
                <a:cubicBezTo>
                  <a:pt x="1747636" y="15767"/>
                  <a:pt x="1745877" y="16419"/>
                  <a:pt x="1743792" y="16419"/>
                </a:cubicBezTo>
                <a:close/>
                <a:moveTo>
                  <a:pt x="1782193" y="94339"/>
                </a:moveTo>
                <a:cubicBezTo>
                  <a:pt x="1778110" y="94339"/>
                  <a:pt x="1775199" y="93122"/>
                  <a:pt x="1773461" y="90690"/>
                </a:cubicBezTo>
                <a:cubicBezTo>
                  <a:pt x="1771725" y="88258"/>
                  <a:pt x="1770856" y="84696"/>
                  <a:pt x="1770856" y="80005"/>
                </a:cubicBezTo>
                <a:lnTo>
                  <a:pt x="1770856" y="0"/>
                </a:lnTo>
                <a:lnTo>
                  <a:pt x="1781541" y="0"/>
                </a:lnTo>
                <a:lnTo>
                  <a:pt x="1781541" y="80789"/>
                </a:lnTo>
                <a:cubicBezTo>
                  <a:pt x="1781541" y="82525"/>
                  <a:pt x="1781845" y="83741"/>
                  <a:pt x="1782452" y="84437"/>
                </a:cubicBezTo>
                <a:cubicBezTo>
                  <a:pt x="1783060" y="85132"/>
                  <a:pt x="1783756" y="85479"/>
                  <a:pt x="1784538" y="85479"/>
                </a:cubicBezTo>
                <a:cubicBezTo>
                  <a:pt x="1784885" y="85479"/>
                  <a:pt x="1785210" y="85479"/>
                  <a:pt x="1785514" y="85479"/>
                </a:cubicBezTo>
                <a:cubicBezTo>
                  <a:pt x="1785819" y="85479"/>
                  <a:pt x="1786275" y="85392"/>
                  <a:pt x="1786884" y="85218"/>
                </a:cubicBezTo>
                <a:lnTo>
                  <a:pt x="1788317" y="93297"/>
                </a:lnTo>
                <a:cubicBezTo>
                  <a:pt x="1787621" y="93644"/>
                  <a:pt x="1786796" y="93904"/>
                  <a:pt x="1785840" y="94078"/>
                </a:cubicBezTo>
                <a:cubicBezTo>
                  <a:pt x="1784886" y="94252"/>
                  <a:pt x="1783670" y="94339"/>
                  <a:pt x="1782193" y="94339"/>
                </a:cubicBezTo>
                <a:close/>
                <a:moveTo>
                  <a:pt x="1803393" y="92776"/>
                </a:moveTo>
                <a:lnTo>
                  <a:pt x="1803393" y="29450"/>
                </a:lnTo>
                <a:lnTo>
                  <a:pt x="1814078" y="29450"/>
                </a:lnTo>
                <a:lnTo>
                  <a:pt x="1814078" y="92776"/>
                </a:lnTo>
                <a:lnTo>
                  <a:pt x="1803393" y="92776"/>
                </a:lnTo>
                <a:moveTo>
                  <a:pt x="1808864" y="16419"/>
                </a:moveTo>
                <a:cubicBezTo>
                  <a:pt x="1806781" y="16419"/>
                  <a:pt x="1805022" y="15767"/>
                  <a:pt x="1803588" y="14465"/>
                </a:cubicBezTo>
                <a:cubicBezTo>
                  <a:pt x="1802155" y="13162"/>
                  <a:pt x="1801438" y="11511"/>
                  <a:pt x="1801438" y="9512"/>
                </a:cubicBezTo>
                <a:cubicBezTo>
                  <a:pt x="1801438" y="7428"/>
                  <a:pt x="1802155" y="5757"/>
                  <a:pt x="1803588" y="4497"/>
                </a:cubicBezTo>
                <a:cubicBezTo>
                  <a:pt x="1805022" y="3237"/>
                  <a:pt x="1806781" y="2607"/>
                  <a:pt x="1808864" y="2607"/>
                </a:cubicBezTo>
                <a:cubicBezTo>
                  <a:pt x="1810949" y="2607"/>
                  <a:pt x="1812708" y="3237"/>
                  <a:pt x="1814141" y="4497"/>
                </a:cubicBezTo>
                <a:cubicBezTo>
                  <a:pt x="1815575" y="5757"/>
                  <a:pt x="1816293" y="7428"/>
                  <a:pt x="1816293" y="9512"/>
                </a:cubicBezTo>
                <a:cubicBezTo>
                  <a:pt x="1816293" y="11511"/>
                  <a:pt x="1815575" y="13162"/>
                  <a:pt x="1814141" y="14465"/>
                </a:cubicBezTo>
                <a:cubicBezTo>
                  <a:pt x="1812708" y="15767"/>
                  <a:pt x="1810949" y="16419"/>
                  <a:pt x="1808864" y="16419"/>
                </a:cubicBezTo>
                <a:close/>
                <a:moveTo>
                  <a:pt x="1855866" y="94339"/>
                </a:moveTo>
                <a:cubicBezTo>
                  <a:pt x="1852478" y="94339"/>
                  <a:pt x="1849632" y="93818"/>
                  <a:pt x="1847330" y="92776"/>
                </a:cubicBezTo>
                <a:cubicBezTo>
                  <a:pt x="1845029" y="91734"/>
                  <a:pt x="1843161" y="90301"/>
                  <a:pt x="1841727" y="88477"/>
                </a:cubicBezTo>
                <a:cubicBezTo>
                  <a:pt x="1840294" y="86652"/>
                  <a:pt x="1839274" y="84436"/>
                  <a:pt x="1838665" y="81830"/>
                </a:cubicBezTo>
                <a:cubicBezTo>
                  <a:pt x="1838057" y="79224"/>
                  <a:pt x="1837753" y="76358"/>
                  <a:pt x="1837753" y="73231"/>
                </a:cubicBezTo>
                <a:lnTo>
                  <a:pt x="1837753" y="38178"/>
                </a:lnTo>
                <a:lnTo>
                  <a:pt x="1828372" y="38178"/>
                </a:lnTo>
                <a:lnTo>
                  <a:pt x="1828372" y="30100"/>
                </a:lnTo>
                <a:lnTo>
                  <a:pt x="1838276" y="29450"/>
                </a:lnTo>
                <a:lnTo>
                  <a:pt x="1839578" y="11729"/>
                </a:lnTo>
                <a:lnTo>
                  <a:pt x="1848569" y="11729"/>
                </a:lnTo>
                <a:lnTo>
                  <a:pt x="1848569" y="29450"/>
                </a:lnTo>
                <a:lnTo>
                  <a:pt x="1865638" y="29450"/>
                </a:lnTo>
                <a:lnTo>
                  <a:pt x="1865638" y="38178"/>
                </a:lnTo>
                <a:lnTo>
                  <a:pt x="1848569" y="38178"/>
                </a:lnTo>
                <a:lnTo>
                  <a:pt x="1848569" y="73360"/>
                </a:lnTo>
                <a:cubicBezTo>
                  <a:pt x="1848569" y="77269"/>
                  <a:pt x="1849285" y="80288"/>
                  <a:pt x="1850718" y="82417"/>
                </a:cubicBezTo>
                <a:cubicBezTo>
                  <a:pt x="1852152" y="84546"/>
                  <a:pt x="1854693" y="85610"/>
                  <a:pt x="1858341" y="85610"/>
                </a:cubicBezTo>
                <a:cubicBezTo>
                  <a:pt x="1859470" y="85610"/>
                  <a:pt x="1860686" y="85436"/>
                  <a:pt x="1861989" y="85089"/>
                </a:cubicBezTo>
                <a:cubicBezTo>
                  <a:pt x="1863292" y="84741"/>
                  <a:pt x="1864465" y="84350"/>
                  <a:pt x="1865509" y="83916"/>
                </a:cubicBezTo>
                <a:lnTo>
                  <a:pt x="1867592" y="91994"/>
                </a:lnTo>
                <a:cubicBezTo>
                  <a:pt x="1865855" y="92603"/>
                  <a:pt x="1863965" y="93146"/>
                  <a:pt x="1861924" y="93623"/>
                </a:cubicBezTo>
                <a:cubicBezTo>
                  <a:pt x="1859883" y="94100"/>
                  <a:pt x="1857863" y="94339"/>
                  <a:pt x="1855866" y="94339"/>
                </a:cubicBezTo>
                <a:close/>
                <a:moveTo>
                  <a:pt x="1880453" y="120009"/>
                </a:moveTo>
                <a:cubicBezTo>
                  <a:pt x="1878976" y="120009"/>
                  <a:pt x="1877630" y="119900"/>
                  <a:pt x="1876413" y="119683"/>
                </a:cubicBezTo>
                <a:cubicBezTo>
                  <a:pt x="1875197" y="119465"/>
                  <a:pt x="1874069" y="119140"/>
                  <a:pt x="1873027" y="118707"/>
                </a:cubicBezTo>
                <a:lnTo>
                  <a:pt x="1875111" y="110237"/>
                </a:lnTo>
                <a:cubicBezTo>
                  <a:pt x="1875806" y="110410"/>
                  <a:pt x="1876589" y="110606"/>
                  <a:pt x="1877457" y="110823"/>
                </a:cubicBezTo>
                <a:cubicBezTo>
                  <a:pt x="1878325" y="111040"/>
                  <a:pt x="1879150" y="111149"/>
                  <a:pt x="1879932" y="111149"/>
                </a:cubicBezTo>
                <a:cubicBezTo>
                  <a:pt x="1883581" y="111149"/>
                  <a:pt x="1886556" y="109867"/>
                  <a:pt x="1888857" y="107304"/>
                </a:cubicBezTo>
                <a:cubicBezTo>
                  <a:pt x="1891160" y="104742"/>
                  <a:pt x="1892962" y="101506"/>
                  <a:pt x="1894265" y="97597"/>
                </a:cubicBezTo>
                <a:lnTo>
                  <a:pt x="1895699" y="92907"/>
                </a:lnTo>
                <a:lnTo>
                  <a:pt x="1870289" y="29450"/>
                </a:lnTo>
                <a:lnTo>
                  <a:pt x="1881366" y="29450"/>
                </a:lnTo>
                <a:lnTo>
                  <a:pt x="1894265" y="64501"/>
                </a:lnTo>
                <a:cubicBezTo>
                  <a:pt x="1895221" y="67280"/>
                  <a:pt x="1896242" y="70212"/>
                  <a:pt x="1897327" y="73297"/>
                </a:cubicBezTo>
                <a:cubicBezTo>
                  <a:pt x="1898413" y="76380"/>
                  <a:pt x="1899434" y="79398"/>
                  <a:pt x="1900389" y="82351"/>
                </a:cubicBezTo>
                <a:lnTo>
                  <a:pt x="1900910" y="82351"/>
                </a:lnTo>
                <a:cubicBezTo>
                  <a:pt x="1901866" y="79484"/>
                  <a:pt x="1902778" y="76487"/>
                  <a:pt x="1903646" y="73360"/>
                </a:cubicBezTo>
                <a:cubicBezTo>
                  <a:pt x="1904515" y="70234"/>
                  <a:pt x="1905384" y="67280"/>
                  <a:pt x="1906253" y="64501"/>
                </a:cubicBezTo>
                <a:lnTo>
                  <a:pt x="1917590" y="29450"/>
                </a:lnTo>
                <a:lnTo>
                  <a:pt x="1928014" y="29450"/>
                </a:lnTo>
                <a:lnTo>
                  <a:pt x="1904169" y="97987"/>
                </a:lnTo>
                <a:cubicBezTo>
                  <a:pt x="1903040" y="101115"/>
                  <a:pt x="1901780" y="104025"/>
                  <a:pt x="1900389" y="106717"/>
                </a:cubicBezTo>
                <a:cubicBezTo>
                  <a:pt x="1899000" y="109411"/>
                  <a:pt x="1897350" y="111734"/>
                  <a:pt x="1895438" y="113688"/>
                </a:cubicBezTo>
                <a:cubicBezTo>
                  <a:pt x="1893527" y="115643"/>
                  <a:pt x="1891355" y="117186"/>
                  <a:pt x="1888923" y="118315"/>
                </a:cubicBezTo>
                <a:cubicBezTo>
                  <a:pt x="1886491" y="119444"/>
                  <a:pt x="1883667" y="120009"/>
                  <a:pt x="1880453" y="12000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3E9F1-60F8-47C6-A9D4-A952C3DC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828" y="3364200"/>
            <a:ext cx="251333" cy="130302"/>
          </a:xfrm>
          <a:custGeom xmlns:a="http://schemas.openxmlformats.org/drawingml/2006/main">
            <a:pathLst>
              <a:path w="251333" h="130302">
                <a:moveTo>
                  <a:pt x="121031" y="130302"/>
                </a:moveTo>
                <a:lnTo>
                  <a:pt x="251333" y="65153"/>
                </a:lnTo>
                <a:lnTo>
                  <a:pt x="121031" y="0"/>
                </a:lnTo>
                <a:lnTo>
                  <a:pt x="121031" y="48865"/>
                </a:lnTo>
                <a:lnTo>
                  <a:pt x="0" y="48863"/>
                </a:lnTo>
                <a:lnTo>
                  <a:pt x="0" y="81439"/>
                </a:lnTo>
                <a:lnTo>
                  <a:pt x="121031" y="81441"/>
                </a:lnTo>
                <a:lnTo>
                  <a:pt x="121031" y="1303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E5923-1C79-4A76-8249-9ACBA170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301" y="3424608"/>
            <a:ext cx="251335" cy="130302"/>
          </a:xfrm>
          <a:custGeom xmlns:a="http://schemas.openxmlformats.org/drawingml/2006/main">
            <a:pathLst>
              <a:path w="251335" h="130302">
                <a:moveTo>
                  <a:pt x="2" y="48863"/>
                </a:moveTo>
                <a:lnTo>
                  <a:pt x="0" y="81439"/>
                </a:lnTo>
                <a:lnTo>
                  <a:pt x="121033" y="81439"/>
                </a:lnTo>
                <a:lnTo>
                  <a:pt x="121033" y="130302"/>
                </a:lnTo>
                <a:lnTo>
                  <a:pt x="251335" y="65153"/>
                </a:lnTo>
                <a:lnTo>
                  <a:pt x="121033" y="0"/>
                </a:lnTo>
                <a:lnTo>
                  <a:pt x="121033" y="48863"/>
                </a:lnTo>
                <a:lnTo>
                  <a:pt x="2" y="4886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F3E264-9DEC-4E24-A58D-CD5993D6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240" y="3242559"/>
            <a:ext cx="251333" cy="130302"/>
          </a:xfrm>
          <a:custGeom xmlns:a="http://schemas.openxmlformats.org/drawingml/2006/main">
            <a:pathLst>
              <a:path w="251333" h="130302">
                <a:moveTo>
                  <a:pt x="121031" y="130302"/>
                </a:moveTo>
                <a:lnTo>
                  <a:pt x="251333" y="65151"/>
                </a:lnTo>
                <a:lnTo>
                  <a:pt x="121031" y="0"/>
                </a:lnTo>
                <a:lnTo>
                  <a:pt x="121031" y="48863"/>
                </a:lnTo>
                <a:lnTo>
                  <a:pt x="0" y="48863"/>
                </a:lnTo>
                <a:lnTo>
                  <a:pt x="0" y="81439"/>
                </a:lnTo>
                <a:lnTo>
                  <a:pt x="121031" y="81439"/>
                </a:lnTo>
                <a:lnTo>
                  <a:pt x="121031" y="1303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3EE77-D7A5-4ECE-9683-B8C5E05A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419" y="1042864"/>
            <a:ext cx="251335" cy="130302"/>
          </a:xfrm>
          <a:custGeom xmlns:a="http://schemas.openxmlformats.org/drawingml/2006/main">
            <a:pathLst>
              <a:path w="251335" h="130302">
                <a:moveTo>
                  <a:pt x="0" y="48863"/>
                </a:moveTo>
                <a:lnTo>
                  <a:pt x="0" y="81439"/>
                </a:lnTo>
                <a:lnTo>
                  <a:pt x="121033" y="81439"/>
                </a:lnTo>
                <a:lnTo>
                  <a:pt x="121033" y="130302"/>
                </a:lnTo>
                <a:lnTo>
                  <a:pt x="251335" y="65153"/>
                </a:lnTo>
                <a:lnTo>
                  <a:pt x="121033" y="0"/>
                </a:lnTo>
                <a:lnTo>
                  <a:pt x="121033" y="48863"/>
                </a:lnTo>
                <a:lnTo>
                  <a:pt x="0" y="4886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2F584C-2063-49C4-9667-503D93DE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815" y="2229187"/>
            <a:ext cx="309550" cy="260693"/>
          </a:xfrm>
          <a:custGeom xmlns:a="http://schemas.openxmlformats.org/drawingml/2006/main">
            <a:pathLst>
              <a:path w="309550" h="260693">
                <a:moveTo>
                  <a:pt x="20798" y="0"/>
                </a:moveTo>
                <a:lnTo>
                  <a:pt x="0" y="25072"/>
                </a:lnTo>
                <a:lnTo>
                  <a:pt x="198863" y="190035"/>
                </a:lnTo>
                <a:lnTo>
                  <a:pt x="167666" y="227644"/>
                </a:lnTo>
                <a:lnTo>
                  <a:pt x="309550" y="260693"/>
                </a:lnTo>
                <a:lnTo>
                  <a:pt x="250857" y="127355"/>
                </a:lnTo>
                <a:lnTo>
                  <a:pt x="219661" y="164963"/>
                </a:lnTo>
                <a:lnTo>
                  <a:pt x="20798" y="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7715BF-7AAF-41B5-8ECE-547000C2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790" y="2189382"/>
            <a:ext cx="277374" cy="274301"/>
          </a:xfrm>
          <a:custGeom xmlns:a="http://schemas.openxmlformats.org/drawingml/2006/main">
            <a:pathLst>
              <a:path w="277374" h="274301">
                <a:moveTo>
                  <a:pt x="230467" y="137925"/>
                </a:moveTo>
                <a:lnTo>
                  <a:pt x="277374" y="0"/>
                </a:lnTo>
                <a:lnTo>
                  <a:pt x="138891" y="45228"/>
                </a:lnTo>
                <a:lnTo>
                  <a:pt x="173232" y="79989"/>
                </a:lnTo>
                <a:lnTo>
                  <a:pt x="0" y="251127"/>
                </a:lnTo>
                <a:lnTo>
                  <a:pt x="22894" y="274301"/>
                </a:lnTo>
                <a:lnTo>
                  <a:pt x="196126" y="103163"/>
                </a:lnTo>
                <a:lnTo>
                  <a:pt x="230467" y="13792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676BC-D3FD-41F5-89E4-85401135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408" y="2267503"/>
            <a:ext cx="1886000" cy="186447"/>
          </a:xfrm>
          <a:custGeom xmlns:a="http://schemas.openxmlformats.org/drawingml/2006/main">
            <a:pathLst>
              <a:path w="1886000" h="186447">
                <a:moveTo>
                  <a:pt x="1804561" y="56145"/>
                </a:moveTo>
                <a:lnTo>
                  <a:pt x="1755698" y="56145"/>
                </a:lnTo>
                <a:lnTo>
                  <a:pt x="1820849" y="186447"/>
                </a:lnTo>
                <a:lnTo>
                  <a:pt x="1886000" y="56145"/>
                </a:lnTo>
                <a:lnTo>
                  <a:pt x="1837137" y="56145"/>
                </a:lnTo>
                <a:lnTo>
                  <a:pt x="1837137" y="0"/>
                </a:lnTo>
                <a:lnTo>
                  <a:pt x="0" y="0"/>
                </a:lnTo>
                <a:lnTo>
                  <a:pt x="0" y="184594"/>
                </a:lnTo>
                <a:lnTo>
                  <a:pt x="32575" y="184594"/>
                </a:lnTo>
                <a:lnTo>
                  <a:pt x="32575" y="32575"/>
                </a:lnTo>
                <a:lnTo>
                  <a:pt x="1804561" y="32575"/>
                </a:lnTo>
                <a:lnTo>
                  <a:pt x="1804561" y="5614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get">
            <a:extLst xmlns:a="http://schemas.openxmlformats.org/drawingml/2006/main">
              <a:ext uri="{FF2B5EF4-FFF2-40B4-BE49-F238E27FC236}">
                <a16:creationId xmlns:a16="http://schemas.microsoft.com/office/drawing/2014/main" id="{38DE3BDD-F8DD-4113-9FCE-498AA0AB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651" y="3240898"/>
            <a:ext cx="236523" cy="146632"/>
          </a:xfrm>
          <a:custGeom xmlns:a="http://schemas.openxmlformats.org/drawingml/2006/main">
            <a:pathLst>
              <a:path w="236523" h="146632">
                <a:moveTo>
                  <a:pt x="29535" y="146632"/>
                </a:moveTo>
                <a:cubicBezTo>
                  <a:pt x="23860" y="146632"/>
                  <a:pt x="18532" y="145532"/>
                  <a:pt x="13552" y="143332"/>
                </a:cubicBezTo>
                <a:cubicBezTo>
                  <a:pt x="8572" y="141131"/>
                  <a:pt x="4054" y="138351"/>
                  <a:pt x="0" y="134992"/>
                </a:cubicBezTo>
                <a:lnTo>
                  <a:pt x="6254" y="125785"/>
                </a:lnTo>
                <a:cubicBezTo>
                  <a:pt x="9497" y="128565"/>
                  <a:pt x="13087" y="130939"/>
                  <a:pt x="17025" y="132908"/>
                </a:cubicBezTo>
                <a:cubicBezTo>
                  <a:pt x="20964" y="134877"/>
                  <a:pt x="25308" y="135861"/>
                  <a:pt x="30057" y="135861"/>
                </a:cubicBezTo>
                <a:cubicBezTo>
                  <a:pt x="37353" y="135861"/>
                  <a:pt x="43143" y="133573"/>
                  <a:pt x="47429" y="128998"/>
                </a:cubicBezTo>
                <a:cubicBezTo>
                  <a:pt x="51715" y="124422"/>
                  <a:pt x="54785" y="118312"/>
                  <a:pt x="56639" y="110669"/>
                </a:cubicBezTo>
                <a:lnTo>
                  <a:pt x="60981" y="92599"/>
                </a:lnTo>
                <a:cubicBezTo>
                  <a:pt x="56580" y="97002"/>
                  <a:pt x="51947" y="100477"/>
                  <a:pt x="47082" y="103026"/>
                </a:cubicBezTo>
                <a:cubicBezTo>
                  <a:pt x="42218" y="105573"/>
                  <a:pt x="37064" y="106846"/>
                  <a:pt x="31618" y="106846"/>
                </a:cubicBezTo>
                <a:cubicBezTo>
                  <a:pt x="24438" y="106846"/>
                  <a:pt x="18560" y="104356"/>
                  <a:pt x="13984" y="99375"/>
                </a:cubicBezTo>
                <a:cubicBezTo>
                  <a:pt x="9410" y="94395"/>
                  <a:pt x="7123" y="86983"/>
                  <a:pt x="7123" y="77139"/>
                </a:cubicBezTo>
                <a:cubicBezTo>
                  <a:pt x="7123" y="69378"/>
                  <a:pt x="8368" y="62110"/>
                  <a:pt x="10858" y="55334"/>
                </a:cubicBezTo>
                <a:cubicBezTo>
                  <a:pt x="13349" y="48558"/>
                  <a:pt x="16678" y="42651"/>
                  <a:pt x="20847" y="37612"/>
                </a:cubicBezTo>
                <a:cubicBezTo>
                  <a:pt x="25018" y="32574"/>
                  <a:pt x="29796" y="28578"/>
                  <a:pt x="35181" y="25625"/>
                </a:cubicBezTo>
                <a:cubicBezTo>
                  <a:pt x="40566" y="22671"/>
                  <a:pt x="46097" y="21195"/>
                  <a:pt x="51774" y="21195"/>
                </a:cubicBezTo>
                <a:cubicBezTo>
                  <a:pt x="56175" y="21195"/>
                  <a:pt x="60170" y="22353"/>
                  <a:pt x="63759" y="24670"/>
                </a:cubicBezTo>
                <a:cubicBezTo>
                  <a:pt x="67350" y="26987"/>
                  <a:pt x="70130" y="30056"/>
                  <a:pt x="72099" y="33877"/>
                </a:cubicBezTo>
                <a:lnTo>
                  <a:pt x="72622" y="33877"/>
                </a:lnTo>
                <a:lnTo>
                  <a:pt x="75922" y="23281"/>
                </a:lnTo>
                <a:lnTo>
                  <a:pt x="86868" y="23281"/>
                </a:lnTo>
                <a:lnTo>
                  <a:pt x="69146" y="111711"/>
                </a:lnTo>
                <a:cubicBezTo>
                  <a:pt x="66831" y="122945"/>
                  <a:pt x="62314" y="131574"/>
                  <a:pt x="55594" y="137598"/>
                </a:cubicBezTo>
                <a:cubicBezTo>
                  <a:pt x="48876" y="143621"/>
                  <a:pt x="40190" y="146632"/>
                  <a:pt x="29535" y="146632"/>
                </a:cubicBezTo>
                <a:moveTo>
                  <a:pt x="35963" y="95728"/>
                </a:moveTo>
                <a:cubicBezTo>
                  <a:pt x="40018" y="95728"/>
                  <a:pt x="44361" y="94483"/>
                  <a:pt x="48993" y="91992"/>
                </a:cubicBezTo>
                <a:cubicBezTo>
                  <a:pt x="53627" y="89502"/>
                  <a:pt x="57970" y="85824"/>
                  <a:pt x="62023" y="80959"/>
                </a:cubicBezTo>
                <a:lnTo>
                  <a:pt x="69493" y="44823"/>
                </a:lnTo>
                <a:cubicBezTo>
                  <a:pt x="66830" y="40422"/>
                  <a:pt x="64108" y="37238"/>
                  <a:pt x="61328" y="35269"/>
                </a:cubicBezTo>
                <a:cubicBezTo>
                  <a:pt x="58548" y="33298"/>
                  <a:pt x="55537" y="32313"/>
                  <a:pt x="52294" y="32313"/>
                </a:cubicBezTo>
                <a:cubicBezTo>
                  <a:pt x="48241" y="32313"/>
                  <a:pt x="44304" y="33501"/>
                  <a:pt x="40481" y="35876"/>
                </a:cubicBezTo>
                <a:cubicBezTo>
                  <a:pt x="36658" y="38250"/>
                  <a:pt x="33298" y="41434"/>
                  <a:pt x="30402" y="45430"/>
                </a:cubicBezTo>
                <a:cubicBezTo>
                  <a:pt x="27507" y="49426"/>
                  <a:pt x="25191" y="54002"/>
                  <a:pt x="23453" y="59157"/>
                </a:cubicBezTo>
                <a:cubicBezTo>
                  <a:pt x="21716" y="64311"/>
                  <a:pt x="20847" y="69667"/>
                  <a:pt x="20847" y="75227"/>
                </a:cubicBezTo>
                <a:cubicBezTo>
                  <a:pt x="20847" y="82177"/>
                  <a:pt x="22179" y="87331"/>
                  <a:pt x="24843" y="90691"/>
                </a:cubicBezTo>
                <a:cubicBezTo>
                  <a:pt x="27508" y="94049"/>
                  <a:pt x="31215" y="95728"/>
                  <a:pt x="35963" y="95728"/>
                </a:cubicBezTo>
                <a:close/>
                <a:moveTo>
                  <a:pt x="99064" y="74533"/>
                </a:moveTo>
                <a:cubicBezTo>
                  <a:pt x="99064" y="66541"/>
                  <a:pt x="100396" y="59273"/>
                  <a:pt x="103059" y="52728"/>
                </a:cubicBezTo>
                <a:cubicBezTo>
                  <a:pt x="105723" y="46184"/>
                  <a:pt x="109168" y="40566"/>
                  <a:pt x="113396" y="35876"/>
                </a:cubicBezTo>
                <a:cubicBezTo>
                  <a:pt x="117625" y="31185"/>
                  <a:pt x="122432" y="27566"/>
                  <a:pt x="127817" y="25017"/>
                </a:cubicBezTo>
                <a:cubicBezTo>
                  <a:pt x="133202" y="22469"/>
                  <a:pt x="138675" y="21195"/>
                  <a:pt x="144235" y="21195"/>
                </a:cubicBezTo>
                <a:cubicBezTo>
                  <a:pt x="148984" y="21195"/>
                  <a:pt x="153009" y="21977"/>
                  <a:pt x="156310" y="23541"/>
                </a:cubicBezTo>
                <a:cubicBezTo>
                  <a:pt x="159611" y="25105"/>
                  <a:pt x="162304" y="27248"/>
                  <a:pt x="164388" y="29970"/>
                </a:cubicBezTo>
                <a:cubicBezTo>
                  <a:pt x="166473" y="32691"/>
                  <a:pt x="167979" y="35934"/>
                  <a:pt x="168905" y="39699"/>
                </a:cubicBezTo>
                <a:cubicBezTo>
                  <a:pt x="169833" y="43463"/>
                  <a:pt x="170297" y="47487"/>
                  <a:pt x="170297" y="51771"/>
                </a:cubicBezTo>
                <a:cubicBezTo>
                  <a:pt x="170297" y="55131"/>
                  <a:pt x="169949" y="58317"/>
                  <a:pt x="169252" y="61328"/>
                </a:cubicBezTo>
                <a:cubicBezTo>
                  <a:pt x="168558" y="64340"/>
                  <a:pt x="167921" y="66656"/>
                  <a:pt x="167341" y="68277"/>
                </a:cubicBezTo>
                <a:lnTo>
                  <a:pt x="112441" y="68277"/>
                </a:lnTo>
                <a:cubicBezTo>
                  <a:pt x="111630" y="73722"/>
                  <a:pt x="111688" y="78384"/>
                  <a:pt x="112614" y="82263"/>
                </a:cubicBezTo>
                <a:cubicBezTo>
                  <a:pt x="113541" y="86142"/>
                  <a:pt x="115076" y="89356"/>
                  <a:pt x="117218" y="91905"/>
                </a:cubicBezTo>
                <a:cubicBezTo>
                  <a:pt x="119362" y="94453"/>
                  <a:pt x="121997" y="96307"/>
                  <a:pt x="125124" y="97467"/>
                </a:cubicBezTo>
                <a:cubicBezTo>
                  <a:pt x="128252" y="98624"/>
                  <a:pt x="131669" y="99203"/>
                  <a:pt x="135375" y="99203"/>
                </a:cubicBezTo>
                <a:cubicBezTo>
                  <a:pt x="138733" y="99203"/>
                  <a:pt x="142063" y="98479"/>
                  <a:pt x="145364" y="97032"/>
                </a:cubicBezTo>
                <a:cubicBezTo>
                  <a:pt x="148665" y="95583"/>
                  <a:pt x="151648" y="93874"/>
                  <a:pt x="154311" y="91905"/>
                </a:cubicBezTo>
                <a:lnTo>
                  <a:pt x="159523" y="100767"/>
                </a:lnTo>
                <a:cubicBezTo>
                  <a:pt x="156165" y="103199"/>
                  <a:pt x="152169" y="105313"/>
                  <a:pt x="147535" y="107108"/>
                </a:cubicBezTo>
                <a:cubicBezTo>
                  <a:pt x="142903" y="108902"/>
                  <a:pt x="137807" y="109799"/>
                  <a:pt x="132247" y="109799"/>
                </a:cubicBezTo>
                <a:cubicBezTo>
                  <a:pt x="122171" y="109799"/>
                  <a:pt x="114122" y="106759"/>
                  <a:pt x="108099" y="100680"/>
                </a:cubicBezTo>
                <a:cubicBezTo>
                  <a:pt x="102076" y="94598"/>
                  <a:pt x="99064" y="85883"/>
                  <a:pt x="99064" y="74533"/>
                </a:cubicBezTo>
                <a:moveTo>
                  <a:pt x="113830" y="59242"/>
                </a:moveTo>
                <a:lnTo>
                  <a:pt x="158134" y="59242"/>
                </a:lnTo>
                <a:cubicBezTo>
                  <a:pt x="158365" y="57853"/>
                  <a:pt x="158568" y="56464"/>
                  <a:pt x="158741" y="55075"/>
                </a:cubicBezTo>
                <a:cubicBezTo>
                  <a:pt x="158916" y="53684"/>
                  <a:pt x="159003" y="52178"/>
                  <a:pt x="159003" y="50557"/>
                </a:cubicBezTo>
                <a:cubicBezTo>
                  <a:pt x="159003" y="48124"/>
                  <a:pt x="158714" y="45777"/>
                  <a:pt x="158134" y="43519"/>
                </a:cubicBezTo>
                <a:cubicBezTo>
                  <a:pt x="157554" y="41260"/>
                  <a:pt x="156627" y="39262"/>
                  <a:pt x="155353" y="37525"/>
                </a:cubicBezTo>
                <a:cubicBezTo>
                  <a:pt x="154081" y="35788"/>
                  <a:pt x="152402" y="34398"/>
                  <a:pt x="150316" y="33358"/>
                </a:cubicBezTo>
                <a:cubicBezTo>
                  <a:pt x="148231" y="32315"/>
                  <a:pt x="145682" y="31793"/>
                  <a:pt x="142671" y="31793"/>
                </a:cubicBezTo>
                <a:cubicBezTo>
                  <a:pt x="139544" y="31793"/>
                  <a:pt x="136504" y="32431"/>
                  <a:pt x="133551" y="33705"/>
                </a:cubicBezTo>
                <a:cubicBezTo>
                  <a:pt x="130598" y="34979"/>
                  <a:pt x="127847" y="36832"/>
                  <a:pt x="125299" y="39264"/>
                </a:cubicBezTo>
                <a:cubicBezTo>
                  <a:pt x="122750" y="41696"/>
                  <a:pt x="120462" y="44592"/>
                  <a:pt x="118435" y="47951"/>
                </a:cubicBezTo>
                <a:cubicBezTo>
                  <a:pt x="116408" y="51309"/>
                  <a:pt x="114873" y="55073"/>
                  <a:pt x="113830" y="59242"/>
                </a:cubicBezTo>
                <a:close/>
                <a:moveTo>
                  <a:pt x="208899" y="109799"/>
                </a:moveTo>
                <a:cubicBezTo>
                  <a:pt x="205193" y="109799"/>
                  <a:pt x="202066" y="109307"/>
                  <a:pt x="199518" y="108323"/>
                </a:cubicBezTo>
                <a:cubicBezTo>
                  <a:pt x="196969" y="107338"/>
                  <a:pt x="194884" y="106006"/>
                  <a:pt x="193261" y="104327"/>
                </a:cubicBezTo>
                <a:cubicBezTo>
                  <a:pt x="191641" y="102649"/>
                  <a:pt x="190483" y="100680"/>
                  <a:pt x="189788" y="98421"/>
                </a:cubicBezTo>
                <a:cubicBezTo>
                  <a:pt x="189094" y="96162"/>
                  <a:pt x="188747" y="93701"/>
                  <a:pt x="188747" y="91038"/>
                </a:cubicBezTo>
                <a:cubicBezTo>
                  <a:pt x="188747" y="89301"/>
                  <a:pt x="188833" y="87708"/>
                  <a:pt x="189006" y="86261"/>
                </a:cubicBezTo>
                <a:cubicBezTo>
                  <a:pt x="189181" y="84812"/>
                  <a:pt x="189385" y="83277"/>
                  <a:pt x="189616" y="81656"/>
                </a:cubicBezTo>
                <a:lnTo>
                  <a:pt x="199518" y="34052"/>
                </a:lnTo>
                <a:lnTo>
                  <a:pt x="187182" y="34052"/>
                </a:lnTo>
                <a:lnTo>
                  <a:pt x="189094" y="24148"/>
                </a:lnTo>
                <a:lnTo>
                  <a:pt x="202298" y="23281"/>
                </a:lnTo>
                <a:lnTo>
                  <a:pt x="208552" y="0"/>
                </a:lnTo>
                <a:lnTo>
                  <a:pt x="219845" y="0"/>
                </a:lnTo>
                <a:lnTo>
                  <a:pt x="215153" y="23281"/>
                </a:lnTo>
                <a:lnTo>
                  <a:pt x="236523" y="23281"/>
                </a:lnTo>
                <a:lnTo>
                  <a:pt x="234439" y="34052"/>
                </a:lnTo>
                <a:lnTo>
                  <a:pt x="212722" y="34052"/>
                </a:lnTo>
                <a:lnTo>
                  <a:pt x="202818" y="82351"/>
                </a:lnTo>
                <a:cubicBezTo>
                  <a:pt x="202472" y="84434"/>
                  <a:pt x="202298" y="86519"/>
                  <a:pt x="202298" y="88604"/>
                </a:cubicBezTo>
                <a:cubicBezTo>
                  <a:pt x="202298" y="92079"/>
                  <a:pt x="203080" y="94685"/>
                  <a:pt x="204642" y="96422"/>
                </a:cubicBezTo>
                <a:cubicBezTo>
                  <a:pt x="206206" y="98159"/>
                  <a:pt x="209015" y="99028"/>
                  <a:pt x="213070" y="99028"/>
                </a:cubicBezTo>
                <a:cubicBezTo>
                  <a:pt x="214692" y="99028"/>
                  <a:pt x="216255" y="98739"/>
                  <a:pt x="217759" y="98161"/>
                </a:cubicBezTo>
                <a:cubicBezTo>
                  <a:pt x="219265" y="97582"/>
                  <a:pt x="220655" y="97002"/>
                  <a:pt x="221929" y="96422"/>
                </a:cubicBezTo>
                <a:lnTo>
                  <a:pt x="224882" y="105979"/>
                </a:lnTo>
                <a:cubicBezTo>
                  <a:pt x="222914" y="106905"/>
                  <a:pt x="220597" y="107773"/>
                  <a:pt x="217934" y="108582"/>
                </a:cubicBezTo>
                <a:cubicBezTo>
                  <a:pt x="215271" y="109394"/>
                  <a:pt x="212259" y="109799"/>
                  <a:pt x="208899" y="10979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_def">
            <a:extLst xmlns:a="http://schemas.openxmlformats.org/drawingml/2006/main">
              <a:ext uri="{FF2B5EF4-FFF2-40B4-BE49-F238E27FC236}">
                <a16:creationId xmlns:a16="http://schemas.microsoft.com/office/drawing/2014/main" id="{A9955261-4DED-42D1-A6D8-E291B9D1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176" y="3222829"/>
            <a:ext cx="335762" cy="147327"/>
          </a:xfrm>
          <a:custGeom xmlns:a="http://schemas.openxmlformats.org/drawingml/2006/main">
            <a:pathLst>
              <a:path w="335762" h="147327">
                <a:moveTo>
                  <a:pt x="0" y="147327"/>
                </a:moveTo>
                <a:lnTo>
                  <a:pt x="1911" y="138642"/>
                </a:lnTo>
                <a:lnTo>
                  <a:pt x="81309" y="138642"/>
                </a:lnTo>
                <a:lnTo>
                  <a:pt x="79570" y="147327"/>
                </a:lnTo>
                <a:lnTo>
                  <a:pt x="0" y="147327"/>
                </a:lnTo>
                <a:close/>
                <a:moveTo>
                  <a:pt x="163346" y="51599"/>
                </a:moveTo>
                <a:lnTo>
                  <a:pt x="166127" y="35094"/>
                </a:lnTo>
                <a:lnTo>
                  <a:pt x="172728" y="2084"/>
                </a:lnTo>
                <a:lnTo>
                  <a:pt x="186105" y="2084"/>
                </a:lnTo>
                <a:lnTo>
                  <a:pt x="161087" y="125785"/>
                </a:lnTo>
                <a:lnTo>
                  <a:pt x="150141" y="125785"/>
                </a:lnTo>
                <a:lnTo>
                  <a:pt x="151533" y="113275"/>
                </a:lnTo>
                <a:lnTo>
                  <a:pt x="150838" y="113275"/>
                </a:lnTo>
                <a:cubicBezTo>
                  <a:pt x="146784" y="117677"/>
                  <a:pt x="142209" y="121210"/>
                  <a:pt x="137112" y="123873"/>
                </a:cubicBezTo>
                <a:cubicBezTo>
                  <a:pt x="132016" y="126537"/>
                  <a:pt x="126804" y="127868"/>
                  <a:pt x="121476" y="127868"/>
                </a:cubicBezTo>
                <a:cubicBezTo>
                  <a:pt x="114064" y="127868"/>
                  <a:pt x="108156" y="125262"/>
                  <a:pt x="103754" y="120051"/>
                </a:cubicBezTo>
                <a:cubicBezTo>
                  <a:pt x="99353" y="114839"/>
                  <a:pt x="97153" y="107252"/>
                  <a:pt x="97153" y="97292"/>
                </a:cubicBezTo>
                <a:cubicBezTo>
                  <a:pt x="97153" y="89185"/>
                  <a:pt x="98426" y="81599"/>
                  <a:pt x="100973" y="74533"/>
                </a:cubicBezTo>
                <a:cubicBezTo>
                  <a:pt x="103522" y="67467"/>
                  <a:pt x="106939" y="61328"/>
                  <a:pt x="111225" y="56116"/>
                </a:cubicBezTo>
                <a:cubicBezTo>
                  <a:pt x="115510" y="50905"/>
                  <a:pt x="120375" y="46793"/>
                  <a:pt x="125818" y="43781"/>
                </a:cubicBezTo>
                <a:cubicBezTo>
                  <a:pt x="131263" y="40770"/>
                  <a:pt x="136939" y="39264"/>
                  <a:pt x="142846" y="39264"/>
                </a:cubicBezTo>
                <a:cubicBezTo>
                  <a:pt x="147363" y="39264"/>
                  <a:pt x="151301" y="40393"/>
                  <a:pt x="154659" y="42652"/>
                </a:cubicBezTo>
                <a:cubicBezTo>
                  <a:pt x="158018" y="44911"/>
                  <a:pt x="160741" y="47893"/>
                  <a:pt x="162826" y="51599"/>
                </a:cubicBezTo>
                <a:lnTo>
                  <a:pt x="163346" y="51599"/>
                </a:lnTo>
                <a:moveTo>
                  <a:pt x="126341" y="116750"/>
                </a:moveTo>
                <a:cubicBezTo>
                  <a:pt x="130741" y="116750"/>
                  <a:pt x="135200" y="115448"/>
                  <a:pt x="139718" y="112842"/>
                </a:cubicBezTo>
                <a:cubicBezTo>
                  <a:pt x="144235" y="110236"/>
                  <a:pt x="148636" y="106152"/>
                  <a:pt x="152922" y="100592"/>
                </a:cubicBezTo>
                <a:lnTo>
                  <a:pt x="160568" y="62892"/>
                </a:lnTo>
                <a:cubicBezTo>
                  <a:pt x="158134" y="58492"/>
                  <a:pt x="155469" y="55307"/>
                  <a:pt x="152572" y="53338"/>
                </a:cubicBezTo>
                <a:cubicBezTo>
                  <a:pt x="149677" y="51368"/>
                  <a:pt x="146608" y="50382"/>
                  <a:pt x="143365" y="50382"/>
                </a:cubicBezTo>
                <a:cubicBezTo>
                  <a:pt x="139196" y="50382"/>
                  <a:pt x="135143" y="51627"/>
                  <a:pt x="131205" y="54118"/>
                </a:cubicBezTo>
                <a:cubicBezTo>
                  <a:pt x="127268" y="56608"/>
                  <a:pt x="123793" y="59938"/>
                  <a:pt x="120781" y="64109"/>
                </a:cubicBezTo>
                <a:cubicBezTo>
                  <a:pt x="117770" y="68278"/>
                  <a:pt x="115366" y="73056"/>
                  <a:pt x="113571" y="78443"/>
                </a:cubicBezTo>
                <a:cubicBezTo>
                  <a:pt x="111775" y="83828"/>
                  <a:pt x="110877" y="89416"/>
                  <a:pt x="110877" y="95208"/>
                </a:cubicBezTo>
                <a:cubicBezTo>
                  <a:pt x="110877" y="102504"/>
                  <a:pt x="112267" y="107918"/>
                  <a:pt x="115047" y="111451"/>
                </a:cubicBezTo>
                <a:cubicBezTo>
                  <a:pt x="117827" y="114984"/>
                  <a:pt x="121592" y="116750"/>
                  <a:pt x="126341" y="116750"/>
                </a:cubicBezTo>
                <a:close/>
                <a:moveTo>
                  <a:pt x="189094" y="92602"/>
                </a:moveTo>
                <a:cubicBezTo>
                  <a:pt x="189094" y="84610"/>
                  <a:pt x="190426" y="77342"/>
                  <a:pt x="193089" y="70798"/>
                </a:cubicBezTo>
                <a:cubicBezTo>
                  <a:pt x="195753" y="64253"/>
                  <a:pt x="199198" y="58636"/>
                  <a:pt x="203425" y="53945"/>
                </a:cubicBezTo>
                <a:cubicBezTo>
                  <a:pt x="207655" y="49255"/>
                  <a:pt x="212462" y="45635"/>
                  <a:pt x="217847" y="43087"/>
                </a:cubicBezTo>
                <a:cubicBezTo>
                  <a:pt x="223232" y="40538"/>
                  <a:pt x="228705" y="39264"/>
                  <a:pt x="234265" y="39264"/>
                </a:cubicBezTo>
                <a:cubicBezTo>
                  <a:pt x="239013" y="39264"/>
                  <a:pt x="243038" y="40046"/>
                  <a:pt x="246340" y="41610"/>
                </a:cubicBezTo>
                <a:cubicBezTo>
                  <a:pt x="249641" y="43174"/>
                  <a:pt x="252334" y="45317"/>
                  <a:pt x="254417" y="48039"/>
                </a:cubicBezTo>
                <a:cubicBezTo>
                  <a:pt x="256503" y="50760"/>
                  <a:pt x="258009" y="54004"/>
                  <a:pt x="258935" y="57768"/>
                </a:cubicBezTo>
                <a:cubicBezTo>
                  <a:pt x="259863" y="61532"/>
                  <a:pt x="260327" y="65557"/>
                  <a:pt x="260327" y="69841"/>
                </a:cubicBezTo>
                <a:cubicBezTo>
                  <a:pt x="260327" y="73200"/>
                  <a:pt x="259978" y="76386"/>
                  <a:pt x="259282" y="79397"/>
                </a:cubicBezTo>
                <a:cubicBezTo>
                  <a:pt x="258587" y="82409"/>
                  <a:pt x="257950" y="84725"/>
                  <a:pt x="257371" y="86346"/>
                </a:cubicBezTo>
                <a:lnTo>
                  <a:pt x="202471" y="86346"/>
                </a:lnTo>
                <a:cubicBezTo>
                  <a:pt x="201660" y="91791"/>
                  <a:pt x="201717" y="96453"/>
                  <a:pt x="202643" y="100332"/>
                </a:cubicBezTo>
                <a:cubicBezTo>
                  <a:pt x="203571" y="104212"/>
                  <a:pt x="205106" y="107426"/>
                  <a:pt x="207248" y="109974"/>
                </a:cubicBezTo>
                <a:cubicBezTo>
                  <a:pt x="209392" y="112523"/>
                  <a:pt x="212027" y="114377"/>
                  <a:pt x="215153" y="115536"/>
                </a:cubicBezTo>
                <a:cubicBezTo>
                  <a:pt x="218282" y="116693"/>
                  <a:pt x="221699" y="117272"/>
                  <a:pt x="225405" y="117272"/>
                </a:cubicBezTo>
                <a:cubicBezTo>
                  <a:pt x="228763" y="117272"/>
                  <a:pt x="232092" y="116549"/>
                  <a:pt x="235394" y="115101"/>
                </a:cubicBezTo>
                <a:cubicBezTo>
                  <a:pt x="238695" y="113652"/>
                  <a:pt x="241678" y="111943"/>
                  <a:pt x="244341" y="109974"/>
                </a:cubicBezTo>
                <a:lnTo>
                  <a:pt x="249553" y="118836"/>
                </a:lnTo>
                <a:cubicBezTo>
                  <a:pt x="246195" y="121268"/>
                  <a:pt x="242199" y="123382"/>
                  <a:pt x="237565" y="125178"/>
                </a:cubicBezTo>
                <a:cubicBezTo>
                  <a:pt x="232933" y="126971"/>
                  <a:pt x="227837" y="127868"/>
                  <a:pt x="222277" y="127868"/>
                </a:cubicBezTo>
                <a:cubicBezTo>
                  <a:pt x="212201" y="127868"/>
                  <a:pt x="204152" y="124829"/>
                  <a:pt x="198129" y="118749"/>
                </a:cubicBezTo>
                <a:cubicBezTo>
                  <a:pt x="192106" y="112668"/>
                  <a:pt x="189094" y="103952"/>
                  <a:pt x="189094" y="92602"/>
                </a:cubicBezTo>
                <a:moveTo>
                  <a:pt x="203860" y="77311"/>
                </a:moveTo>
                <a:lnTo>
                  <a:pt x="248164" y="77311"/>
                </a:lnTo>
                <a:cubicBezTo>
                  <a:pt x="248395" y="75922"/>
                  <a:pt x="248598" y="74533"/>
                  <a:pt x="248771" y="73144"/>
                </a:cubicBezTo>
                <a:cubicBezTo>
                  <a:pt x="248946" y="71753"/>
                  <a:pt x="249033" y="70247"/>
                  <a:pt x="249033" y="68626"/>
                </a:cubicBezTo>
                <a:cubicBezTo>
                  <a:pt x="249033" y="66193"/>
                  <a:pt x="248743" y="63847"/>
                  <a:pt x="248164" y="61588"/>
                </a:cubicBezTo>
                <a:cubicBezTo>
                  <a:pt x="247584" y="59329"/>
                  <a:pt x="246657" y="57331"/>
                  <a:pt x="245383" y="55594"/>
                </a:cubicBezTo>
                <a:cubicBezTo>
                  <a:pt x="244110" y="53857"/>
                  <a:pt x="242431" y="52468"/>
                  <a:pt x="240346" y="51427"/>
                </a:cubicBezTo>
                <a:cubicBezTo>
                  <a:pt x="238260" y="50384"/>
                  <a:pt x="235712" y="49863"/>
                  <a:pt x="232700" y="49863"/>
                </a:cubicBezTo>
                <a:cubicBezTo>
                  <a:pt x="229574" y="49863"/>
                  <a:pt x="226534" y="50500"/>
                  <a:pt x="223581" y="51774"/>
                </a:cubicBezTo>
                <a:cubicBezTo>
                  <a:pt x="220628" y="53048"/>
                  <a:pt x="217877" y="54901"/>
                  <a:pt x="215328" y="57333"/>
                </a:cubicBezTo>
                <a:cubicBezTo>
                  <a:pt x="212780" y="59765"/>
                  <a:pt x="210492" y="62661"/>
                  <a:pt x="208465" y="66021"/>
                </a:cubicBezTo>
                <a:cubicBezTo>
                  <a:pt x="206438" y="69378"/>
                  <a:pt x="204903" y="73142"/>
                  <a:pt x="203860" y="77311"/>
                </a:cubicBezTo>
                <a:close/>
                <a:moveTo>
                  <a:pt x="278082" y="52121"/>
                </a:moveTo>
                <a:lnTo>
                  <a:pt x="279993" y="42217"/>
                </a:lnTo>
                <a:lnTo>
                  <a:pt x="291286" y="41350"/>
                </a:lnTo>
                <a:lnTo>
                  <a:pt x="294064" y="27276"/>
                </a:lnTo>
                <a:cubicBezTo>
                  <a:pt x="295802" y="18705"/>
                  <a:pt x="298900" y="12016"/>
                  <a:pt x="303359" y="7211"/>
                </a:cubicBezTo>
                <a:cubicBezTo>
                  <a:pt x="307818" y="2404"/>
                  <a:pt x="313639" y="0"/>
                  <a:pt x="320821" y="0"/>
                </a:cubicBezTo>
                <a:cubicBezTo>
                  <a:pt x="323833" y="0"/>
                  <a:pt x="326554" y="376"/>
                  <a:pt x="328986" y="1129"/>
                </a:cubicBezTo>
                <a:cubicBezTo>
                  <a:pt x="331418" y="1882"/>
                  <a:pt x="333677" y="2896"/>
                  <a:pt x="335762" y="4170"/>
                </a:cubicBezTo>
                <a:lnTo>
                  <a:pt x="331070" y="13724"/>
                </a:lnTo>
                <a:cubicBezTo>
                  <a:pt x="329795" y="12915"/>
                  <a:pt x="328405" y="12220"/>
                  <a:pt x="326900" y="11641"/>
                </a:cubicBezTo>
                <a:cubicBezTo>
                  <a:pt x="325394" y="11061"/>
                  <a:pt x="323657" y="10771"/>
                  <a:pt x="321688" y="10771"/>
                </a:cubicBezTo>
                <a:cubicBezTo>
                  <a:pt x="317867" y="10771"/>
                  <a:pt x="314769" y="12219"/>
                  <a:pt x="312393" y="15116"/>
                </a:cubicBezTo>
                <a:cubicBezTo>
                  <a:pt x="310020" y="18011"/>
                  <a:pt x="308369" y="21949"/>
                  <a:pt x="307441" y="26929"/>
                </a:cubicBezTo>
                <a:lnTo>
                  <a:pt x="304488" y="41350"/>
                </a:lnTo>
                <a:lnTo>
                  <a:pt x="321516" y="41350"/>
                </a:lnTo>
                <a:lnTo>
                  <a:pt x="319429" y="52121"/>
                </a:lnTo>
                <a:lnTo>
                  <a:pt x="302229" y="52121"/>
                </a:lnTo>
                <a:lnTo>
                  <a:pt x="287463" y="125785"/>
                </a:lnTo>
                <a:lnTo>
                  <a:pt x="274259" y="125785"/>
                </a:lnTo>
                <a:lnTo>
                  <a:pt x="289028" y="52121"/>
                </a:lnTo>
                <a:lnTo>
                  <a:pt x="278082" y="5212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ined">
            <a:extLst xmlns:a="http://schemas.openxmlformats.org/drawingml/2006/main">
              <a:ext uri="{FF2B5EF4-FFF2-40B4-BE49-F238E27FC236}">
                <a16:creationId xmlns:a16="http://schemas.microsoft.com/office/drawing/2014/main" id="{CEA8FBB6-E159-476F-8918-A3BB360B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206" y="3224913"/>
            <a:ext cx="307441" cy="125785"/>
          </a:xfrm>
          <a:custGeom xmlns:a="http://schemas.openxmlformats.org/drawingml/2006/main">
            <a:pathLst>
              <a:path w="307441" h="125785">
                <a:moveTo>
                  <a:pt x="0" y="123701"/>
                </a:moveTo>
                <a:lnTo>
                  <a:pt x="16852" y="39267"/>
                </a:lnTo>
                <a:lnTo>
                  <a:pt x="30229" y="39267"/>
                </a:lnTo>
                <a:lnTo>
                  <a:pt x="13202" y="123701"/>
                </a:lnTo>
                <a:lnTo>
                  <a:pt x="0" y="123701"/>
                </a:lnTo>
                <a:moveTo>
                  <a:pt x="28143" y="21717"/>
                </a:moveTo>
                <a:cubicBezTo>
                  <a:pt x="25828" y="21717"/>
                  <a:pt x="23830" y="21052"/>
                  <a:pt x="22149" y="19721"/>
                </a:cubicBezTo>
                <a:cubicBezTo>
                  <a:pt x="20470" y="18388"/>
                  <a:pt x="19631" y="16448"/>
                  <a:pt x="19631" y="13899"/>
                </a:cubicBezTo>
                <a:cubicBezTo>
                  <a:pt x="19631" y="11004"/>
                  <a:pt x="20644" y="8602"/>
                  <a:pt x="22671" y="6691"/>
                </a:cubicBezTo>
                <a:cubicBezTo>
                  <a:pt x="24698" y="4779"/>
                  <a:pt x="27044" y="3823"/>
                  <a:pt x="29707" y="3823"/>
                </a:cubicBezTo>
                <a:cubicBezTo>
                  <a:pt x="32024" y="3823"/>
                  <a:pt x="34022" y="4518"/>
                  <a:pt x="35701" y="5909"/>
                </a:cubicBezTo>
                <a:cubicBezTo>
                  <a:pt x="37382" y="7298"/>
                  <a:pt x="38222" y="9267"/>
                  <a:pt x="38222" y="11816"/>
                </a:cubicBezTo>
                <a:cubicBezTo>
                  <a:pt x="38222" y="14710"/>
                  <a:pt x="37209" y="17085"/>
                  <a:pt x="35181" y="18939"/>
                </a:cubicBezTo>
                <a:cubicBezTo>
                  <a:pt x="33154" y="20791"/>
                  <a:pt x="30808" y="21717"/>
                  <a:pt x="28143" y="21717"/>
                </a:cubicBezTo>
                <a:close/>
                <a:moveTo>
                  <a:pt x="40689" y="123701"/>
                </a:moveTo>
                <a:lnTo>
                  <a:pt x="57366" y="39267"/>
                </a:lnTo>
                <a:lnTo>
                  <a:pt x="68312" y="39267"/>
                </a:lnTo>
                <a:lnTo>
                  <a:pt x="67095" y="51949"/>
                </a:lnTo>
                <a:lnTo>
                  <a:pt x="67790" y="51949"/>
                </a:lnTo>
                <a:cubicBezTo>
                  <a:pt x="72655" y="47778"/>
                  <a:pt x="77463" y="44274"/>
                  <a:pt x="82211" y="41438"/>
                </a:cubicBezTo>
                <a:cubicBezTo>
                  <a:pt x="86960" y="38599"/>
                  <a:pt x="91998" y="37180"/>
                  <a:pt x="97325" y="37180"/>
                </a:cubicBezTo>
                <a:cubicBezTo>
                  <a:pt x="104507" y="37180"/>
                  <a:pt x="109632" y="39033"/>
                  <a:pt x="112701" y="42739"/>
                </a:cubicBezTo>
                <a:cubicBezTo>
                  <a:pt x="115770" y="46446"/>
                  <a:pt x="117305" y="51600"/>
                  <a:pt x="117305" y="58203"/>
                </a:cubicBezTo>
                <a:cubicBezTo>
                  <a:pt x="117305" y="60172"/>
                  <a:pt x="117218" y="62025"/>
                  <a:pt x="117043" y="63762"/>
                </a:cubicBezTo>
                <a:cubicBezTo>
                  <a:pt x="116870" y="65499"/>
                  <a:pt x="116494" y="67526"/>
                  <a:pt x="115916" y="69843"/>
                </a:cubicBezTo>
                <a:lnTo>
                  <a:pt x="105143" y="123701"/>
                </a:lnTo>
                <a:lnTo>
                  <a:pt x="91941" y="123701"/>
                </a:lnTo>
                <a:lnTo>
                  <a:pt x="102364" y="71580"/>
                </a:lnTo>
                <a:cubicBezTo>
                  <a:pt x="102827" y="69263"/>
                  <a:pt x="103175" y="67410"/>
                  <a:pt x="103406" y="66021"/>
                </a:cubicBezTo>
                <a:cubicBezTo>
                  <a:pt x="103638" y="64631"/>
                  <a:pt x="103753" y="63184"/>
                  <a:pt x="103753" y="61678"/>
                </a:cubicBezTo>
                <a:cubicBezTo>
                  <a:pt x="103753" y="57392"/>
                  <a:pt x="102769" y="54149"/>
                  <a:pt x="100800" y="51949"/>
                </a:cubicBezTo>
                <a:cubicBezTo>
                  <a:pt x="98831" y="49747"/>
                  <a:pt x="95647" y="48646"/>
                  <a:pt x="91246" y="48646"/>
                </a:cubicBezTo>
                <a:cubicBezTo>
                  <a:pt x="87886" y="48646"/>
                  <a:pt x="84150" y="49863"/>
                  <a:pt x="80038" y="52296"/>
                </a:cubicBezTo>
                <a:cubicBezTo>
                  <a:pt x="75927" y="54728"/>
                  <a:pt x="71207" y="58608"/>
                  <a:pt x="65879" y="63937"/>
                </a:cubicBezTo>
                <a:lnTo>
                  <a:pt x="53891" y="123701"/>
                </a:lnTo>
                <a:lnTo>
                  <a:pt x="40689" y="123701"/>
                </a:lnTo>
                <a:close/>
                <a:moveTo>
                  <a:pt x="134019" y="90518"/>
                </a:moveTo>
                <a:cubicBezTo>
                  <a:pt x="134019" y="82527"/>
                  <a:pt x="135351" y="75258"/>
                  <a:pt x="138014" y="68714"/>
                </a:cubicBezTo>
                <a:cubicBezTo>
                  <a:pt x="140677" y="62169"/>
                  <a:pt x="144123" y="56552"/>
                  <a:pt x="148350" y="51862"/>
                </a:cubicBezTo>
                <a:cubicBezTo>
                  <a:pt x="152580" y="47171"/>
                  <a:pt x="157387" y="43552"/>
                  <a:pt x="162772" y="41003"/>
                </a:cubicBezTo>
                <a:cubicBezTo>
                  <a:pt x="168157" y="38455"/>
                  <a:pt x="173629" y="37180"/>
                  <a:pt x="179189" y="37180"/>
                </a:cubicBezTo>
                <a:cubicBezTo>
                  <a:pt x="183938" y="37180"/>
                  <a:pt x="187963" y="37962"/>
                  <a:pt x="191265" y="39526"/>
                </a:cubicBezTo>
                <a:cubicBezTo>
                  <a:pt x="194566" y="41091"/>
                  <a:pt x="197259" y="43233"/>
                  <a:pt x="199342" y="45955"/>
                </a:cubicBezTo>
                <a:cubicBezTo>
                  <a:pt x="201428" y="48677"/>
                  <a:pt x="202934" y="51920"/>
                  <a:pt x="203860" y="55684"/>
                </a:cubicBezTo>
                <a:cubicBezTo>
                  <a:pt x="204787" y="59449"/>
                  <a:pt x="205251" y="63473"/>
                  <a:pt x="205251" y="67757"/>
                </a:cubicBezTo>
                <a:cubicBezTo>
                  <a:pt x="205251" y="71117"/>
                  <a:pt x="204903" y="74302"/>
                  <a:pt x="204207" y="77314"/>
                </a:cubicBezTo>
                <a:cubicBezTo>
                  <a:pt x="203512" y="80325"/>
                  <a:pt x="202875" y="82641"/>
                  <a:pt x="202296" y="84262"/>
                </a:cubicBezTo>
                <a:lnTo>
                  <a:pt x="147396" y="84262"/>
                </a:lnTo>
                <a:cubicBezTo>
                  <a:pt x="146585" y="89707"/>
                  <a:pt x="146642" y="94369"/>
                  <a:pt x="147568" y="98249"/>
                </a:cubicBezTo>
                <a:cubicBezTo>
                  <a:pt x="148496" y="102128"/>
                  <a:pt x="150031" y="105342"/>
                  <a:pt x="152173" y="107890"/>
                </a:cubicBezTo>
                <a:cubicBezTo>
                  <a:pt x="154317" y="110439"/>
                  <a:pt x="156952" y="112293"/>
                  <a:pt x="160078" y="113452"/>
                </a:cubicBezTo>
                <a:cubicBezTo>
                  <a:pt x="163207" y="114610"/>
                  <a:pt x="166624" y="115189"/>
                  <a:pt x="170330" y="115189"/>
                </a:cubicBezTo>
                <a:cubicBezTo>
                  <a:pt x="173688" y="115189"/>
                  <a:pt x="177017" y="114465"/>
                  <a:pt x="180319" y="113017"/>
                </a:cubicBezTo>
                <a:cubicBezTo>
                  <a:pt x="183620" y="111568"/>
                  <a:pt x="186603" y="109859"/>
                  <a:pt x="189266" y="107890"/>
                </a:cubicBezTo>
                <a:lnTo>
                  <a:pt x="194478" y="116753"/>
                </a:lnTo>
                <a:cubicBezTo>
                  <a:pt x="191120" y="119185"/>
                  <a:pt x="187124" y="121298"/>
                  <a:pt x="182490" y="123094"/>
                </a:cubicBezTo>
                <a:cubicBezTo>
                  <a:pt x="177858" y="124888"/>
                  <a:pt x="172762" y="125785"/>
                  <a:pt x="167202" y="125785"/>
                </a:cubicBezTo>
                <a:cubicBezTo>
                  <a:pt x="157126" y="125785"/>
                  <a:pt x="149077" y="122745"/>
                  <a:pt x="143054" y="116665"/>
                </a:cubicBezTo>
                <a:cubicBezTo>
                  <a:pt x="137031" y="110584"/>
                  <a:pt x="134019" y="101868"/>
                  <a:pt x="134019" y="90518"/>
                </a:cubicBezTo>
                <a:moveTo>
                  <a:pt x="148785" y="75227"/>
                </a:moveTo>
                <a:lnTo>
                  <a:pt x="193089" y="75227"/>
                </a:lnTo>
                <a:cubicBezTo>
                  <a:pt x="193320" y="73838"/>
                  <a:pt x="193523" y="72449"/>
                  <a:pt x="193696" y="71060"/>
                </a:cubicBezTo>
                <a:cubicBezTo>
                  <a:pt x="193871" y="69669"/>
                  <a:pt x="193958" y="68163"/>
                  <a:pt x="193958" y="66543"/>
                </a:cubicBezTo>
                <a:cubicBezTo>
                  <a:pt x="193958" y="64109"/>
                  <a:pt x="193668" y="61763"/>
                  <a:pt x="193089" y="59504"/>
                </a:cubicBezTo>
                <a:cubicBezTo>
                  <a:pt x="192509" y="57246"/>
                  <a:pt x="191582" y="55248"/>
                  <a:pt x="190308" y="53510"/>
                </a:cubicBezTo>
                <a:cubicBezTo>
                  <a:pt x="189035" y="51773"/>
                  <a:pt x="187356" y="50384"/>
                  <a:pt x="185271" y="49343"/>
                </a:cubicBezTo>
                <a:cubicBezTo>
                  <a:pt x="183185" y="48300"/>
                  <a:pt x="180637" y="47779"/>
                  <a:pt x="177625" y="47779"/>
                </a:cubicBezTo>
                <a:cubicBezTo>
                  <a:pt x="174499" y="47779"/>
                  <a:pt x="171459" y="48416"/>
                  <a:pt x="168506" y="49690"/>
                </a:cubicBezTo>
                <a:cubicBezTo>
                  <a:pt x="165553" y="50965"/>
                  <a:pt x="162802" y="52818"/>
                  <a:pt x="160253" y="55249"/>
                </a:cubicBezTo>
                <a:cubicBezTo>
                  <a:pt x="157705" y="57681"/>
                  <a:pt x="155417" y="60577"/>
                  <a:pt x="153390" y="63937"/>
                </a:cubicBezTo>
                <a:cubicBezTo>
                  <a:pt x="151363" y="67295"/>
                  <a:pt x="149828" y="71058"/>
                  <a:pt x="148785" y="75227"/>
                </a:cubicBezTo>
                <a:close/>
                <a:moveTo>
                  <a:pt x="284682" y="49515"/>
                </a:moveTo>
                <a:lnTo>
                  <a:pt x="287463" y="33010"/>
                </a:lnTo>
                <a:lnTo>
                  <a:pt x="294064" y="0"/>
                </a:lnTo>
                <a:lnTo>
                  <a:pt x="307441" y="0"/>
                </a:lnTo>
                <a:lnTo>
                  <a:pt x="282423" y="123701"/>
                </a:lnTo>
                <a:lnTo>
                  <a:pt x="271477" y="123701"/>
                </a:lnTo>
                <a:lnTo>
                  <a:pt x="272869" y="111191"/>
                </a:lnTo>
                <a:lnTo>
                  <a:pt x="272175" y="111191"/>
                </a:lnTo>
                <a:cubicBezTo>
                  <a:pt x="268120" y="115593"/>
                  <a:pt x="263545" y="119126"/>
                  <a:pt x="258448" y="121790"/>
                </a:cubicBezTo>
                <a:cubicBezTo>
                  <a:pt x="253352" y="124453"/>
                  <a:pt x="248141" y="125785"/>
                  <a:pt x="242812" y="125785"/>
                </a:cubicBezTo>
                <a:cubicBezTo>
                  <a:pt x="235400" y="125785"/>
                  <a:pt x="229493" y="123179"/>
                  <a:pt x="225090" y="117967"/>
                </a:cubicBezTo>
                <a:cubicBezTo>
                  <a:pt x="220689" y="112755"/>
                  <a:pt x="218489" y="105169"/>
                  <a:pt x="218489" y="95208"/>
                </a:cubicBezTo>
                <a:cubicBezTo>
                  <a:pt x="218489" y="87101"/>
                  <a:pt x="219762" y="79515"/>
                  <a:pt x="222309" y="72449"/>
                </a:cubicBezTo>
                <a:cubicBezTo>
                  <a:pt x="224858" y="65383"/>
                  <a:pt x="228275" y="59245"/>
                  <a:pt x="232561" y="54033"/>
                </a:cubicBezTo>
                <a:cubicBezTo>
                  <a:pt x="236846" y="48821"/>
                  <a:pt x="241711" y="44709"/>
                  <a:pt x="247154" y="41698"/>
                </a:cubicBezTo>
                <a:cubicBezTo>
                  <a:pt x="252600" y="38686"/>
                  <a:pt x="258275" y="37180"/>
                  <a:pt x="264182" y="37180"/>
                </a:cubicBezTo>
                <a:cubicBezTo>
                  <a:pt x="268699" y="37180"/>
                  <a:pt x="272637" y="38310"/>
                  <a:pt x="275995" y="40568"/>
                </a:cubicBezTo>
                <a:cubicBezTo>
                  <a:pt x="279354" y="42827"/>
                  <a:pt x="282077" y="45809"/>
                  <a:pt x="284162" y="49515"/>
                </a:cubicBezTo>
                <a:lnTo>
                  <a:pt x="284682" y="49515"/>
                </a:lnTo>
                <a:moveTo>
                  <a:pt x="247677" y="114666"/>
                </a:moveTo>
                <a:cubicBezTo>
                  <a:pt x="252077" y="114666"/>
                  <a:pt x="256536" y="113364"/>
                  <a:pt x="261054" y="110759"/>
                </a:cubicBezTo>
                <a:cubicBezTo>
                  <a:pt x="265571" y="108152"/>
                  <a:pt x="269972" y="104069"/>
                  <a:pt x="274258" y="98509"/>
                </a:cubicBezTo>
                <a:lnTo>
                  <a:pt x="281904" y="60809"/>
                </a:lnTo>
                <a:cubicBezTo>
                  <a:pt x="279470" y="56408"/>
                  <a:pt x="276805" y="53223"/>
                  <a:pt x="273908" y="51254"/>
                </a:cubicBezTo>
                <a:cubicBezTo>
                  <a:pt x="271013" y="49284"/>
                  <a:pt x="267944" y="48299"/>
                  <a:pt x="264701" y="48299"/>
                </a:cubicBezTo>
                <a:cubicBezTo>
                  <a:pt x="260532" y="48299"/>
                  <a:pt x="256479" y="49544"/>
                  <a:pt x="252541" y="52034"/>
                </a:cubicBezTo>
                <a:cubicBezTo>
                  <a:pt x="248604" y="54524"/>
                  <a:pt x="245129" y="57855"/>
                  <a:pt x="242117" y="62025"/>
                </a:cubicBezTo>
                <a:cubicBezTo>
                  <a:pt x="239106" y="66195"/>
                  <a:pt x="236702" y="70973"/>
                  <a:pt x="234907" y="76359"/>
                </a:cubicBezTo>
                <a:cubicBezTo>
                  <a:pt x="233111" y="81744"/>
                  <a:pt x="232213" y="87333"/>
                  <a:pt x="232213" y="93124"/>
                </a:cubicBezTo>
                <a:cubicBezTo>
                  <a:pt x="232213" y="100420"/>
                  <a:pt x="233603" y="105834"/>
                  <a:pt x="236383" y="109367"/>
                </a:cubicBezTo>
                <a:cubicBezTo>
                  <a:pt x="239163" y="112900"/>
                  <a:pt x="242928" y="114666"/>
                  <a:pt x="247677" y="114666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_..(">
            <a:extLst xmlns:a="http://schemas.openxmlformats.org/drawingml/2006/main">
              <a:ext uri="{FF2B5EF4-FFF2-40B4-BE49-F238E27FC236}">
                <a16:creationId xmlns:a16="http://schemas.microsoft.com/office/drawing/2014/main" id="{0F263422-21C0-4038-B5C0-0E808110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5136" y="3221612"/>
            <a:ext cx="231451" cy="157578"/>
          </a:xfrm>
          <a:custGeom xmlns:a="http://schemas.openxmlformats.org/drawingml/2006/main">
            <a:pathLst>
              <a:path w="231451" h="157578">
                <a:moveTo>
                  <a:pt x="0" y="148544"/>
                </a:moveTo>
                <a:lnTo>
                  <a:pt x="1911" y="139859"/>
                </a:lnTo>
                <a:lnTo>
                  <a:pt x="81309" y="139859"/>
                </a:lnTo>
                <a:lnTo>
                  <a:pt x="79570" y="148544"/>
                </a:lnTo>
                <a:lnTo>
                  <a:pt x="0" y="148544"/>
                </a:lnTo>
                <a:close/>
                <a:moveTo>
                  <a:pt x="102575" y="129085"/>
                </a:moveTo>
                <a:cubicBezTo>
                  <a:pt x="100027" y="129085"/>
                  <a:pt x="98028" y="128275"/>
                  <a:pt x="96578" y="126654"/>
                </a:cubicBezTo>
                <a:cubicBezTo>
                  <a:pt x="95131" y="125032"/>
                  <a:pt x="94407" y="122947"/>
                  <a:pt x="94407" y="120400"/>
                </a:cubicBezTo>
                <a:cubicBezTo>
                  <a:pt x="94407" y="117389"/>
                  <a:pt x="95507" y="114609"/>
                  <a:pt x="97708" y="112060"/>
                </a:cubicBezTo>
                <a:cubicBezTo>
                  <a:pt x="99910" y="109512"/>
                  <a:pt x="102690" y="108238"/>
                  <a:pt x="106048" y="108238"/>
                </a:cubicBezTo>
                <a:cubicBezTo>
                  <a:pt x="108596" y="108238"/>
                  <a:pt x="110565" y="109078"/>
                  <a:pt x="111954" y="110759"/>
                </a:cubicBezTo>
                <a:cubicBezTo>
                  <a:pt x="113345" y="112438"/>
                  <a:pt x="114041" y="114551"/>
                  <a:pt x="114041" y="117097"/>
                </a:cubicBezTo>
                <a:cubicBezTo>
                  <a:pt x="114041" y="120109"/>
                  <a:pt x="112969" y="122860"/>
                  <a:pt x="110825" y="125350"/>
                </a:cubicBezTo>
                <a:cubicBezTo>
                  <a:pt x="108683" y="127840"/>
                  <a:pt x="105933" y="129085"/>
                  <a:pt x="102575" y="129085"/>
                </a:cubicBezTo>
                <a:close/>
                <a:moveTo>
                  <a:pt x="143298" y="129085"/>
                </a:moveTo>
                <a:cubicBezTo>
                  <a:pt x="140749" y="129085"/>
                  <a:pt x="138750" y="128275"/>
                  <a:pt x="137301" y="126654"/>
                </a:cubicBezTo>
                <a:cubicBezTo>
                  <a:pt x="135854" y="125032"/>
                  <a:pt x="135130" y="122947"/>
                  <a:pt x="135130" y="120400"/>
                </a:cubicBezTo>
                <a:cubicBezTo>
                  <a:pt x="135130" y="117389"/>
                  <a:pt x="136230" y="114609"/>
                  <a:pt x="138431" y="112060"/>
                </a:cubicBezTo>
                <a:cubicBezTo>
                  <a:pt x="140633" y="109512"/>
                  <a:pt x="143413" y="108238"/>
                  <a:pt x="146771" y="108238"/>
                </a:cubicBezTo>
                <a:cubicBezTo>
                  <a:pt x="149319" y="108238"/>
                  <a:pt x="151288" y="109078"/>
                  <a:pt x="152677" y="110759"/>
                </a:cubicBezTo>
                <a:cubicBezTo>
                  <a:pt x="154068" y="112438"/>
                  <a:pt x="154763" y="114551"/>
                  <a:pt x="154763" y="117097"/>
                </a:cubicBezTo>
                <a:cubicBezTo>
                  <a:pt x="154763" y="120109"/>
                  <a:pt x="153692" y="122860"/>
                  <a:pt x="151548" y="125350"/>
                </a:cubicBezTo>
                <a:cubicBezTo>
                  <a:pt x="149406" y="127840"/>
                  <a:pt x="146656" y="129085"/>
                  <a:pt x="143298" y="129085"/>
                </a:cubicBezTo>
                <a:close/>
                <a:moveTo>
                  <a:pt x="193054" y="157578"/>
                </a:moveTo>
                <a:cubicBezTo>
                  <a:pt x="190275" y="150166"/>
                  <a:pt x="187930" y="141768"/>
                  <a:pt x="186018" y="132386"/>
                </a:cubicBezTo>
                <a:cubicBezTo>
                  <a:pt x="184107" y="123005"/>
                  <a:pt x="183152" y="113508"/>
                  <a:pt x="183152" y="103895"/>
                </a:cubicBezTo>
                <a:cubicBezTo>
                  <a:pt x="183152" y="93818"/>
                  <a:pt x="184049" y="84262"/>
                  <a:pt x="185843" y="75227"/>
                </a:cubicBezTo>
                <a:cubicBezTo>
                  <a:pt x="187639" y="66193"/>
                  <a:pt x="190274" y="57448"/>
                  <a:pt x="193748" y="48993"/>
                </a:cubicBezTo>
                <a:cubicBezTo>
                  <a:pt x="197225" y="40538"/>
                  <a:pt x="201453" y="32287"/>
                  <a:pt x="206433" y="24238"/>
                </a:cubicBezTo>
                <a:cubicBezTo>
                  <a:pt x="211414" y="16188"/>
                  <a:pt x="217147" y="8109"/>
                  <a:pt x="223633" y="0"/>
                </a:cubicBezTo>
                <a:lnTo>
                  <a:pt x="231451" y="4345"/>
                </a:lnTo>
                <a:cubicBezTo>
                  <a:pt x="219173" y="19981"/>
                  <a:pt x="209907" y="36138"/>
                  <a:pt x="203652" y="52816"/>
                </a:cubicBezTo>
                <a:cubicBezTo>
                  <a:pt x="197398" y="69494"/>
                  <a:pt x="194271" y="86984"/>
                  <a:pt x="194271" y="105284"/>
                </a:cubicBezTo>
                <a:cubicBezTo>
                  <a:pt x="194271" y="109339"/>
                  <a:pt x="194415" y="113538"/>
                  <a:pt x="194705" y="117882"/>
                </a:cubicBezTo>
                <a:cubicBezTo>
                  <a:pt x="194995" y="122224"/>
                  <a:pt x="195458" y="126538"/>
                  <a:pt x="196094" y="130824"/>
                </a:cubicBezTo>
                <a:cubicBezTo>
                  <a:pt x="196732" y="135110"/>
                  <a:pt x="197514" y="139279"/>
                  <a:pt x="198441" y="143332"/>
                </a:cubicBezTo>
                <a:cubicBezTo>
                  <a:pt x="199367" y="147386"/>
                  <a:pt x="200467" y="151035"/>
                  <a:pt x="201741" y="154278"/>
                </a:cubicBezTo>
                <a:lnTo>
                  <a:pt x="193054" y="157578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)">
            <a:extLst xmlns:a="http://schemas.openxmlformats.org/drawingml/2006/main">
              <a:ext uri="{FF2B5EF4-FFF2-40B4-BE49-F238E27FC236}">
                <a16:creationId xmlns:a16="http://schemas.microsoft.com/office/drawing/2014/main" id="{43C8046A-75F8-4E59-8CA5-A44621E8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019" y="3221612"/>
            <a:ext cx="48299" cy="157578"/>
          </a:xfrm>
          <a:custGeom xmlns:a="http://schemas.openxmlformats.org/drawingml/2006/main">
            <a:pathLst>
              <a:path w="48299" h="157578">
                <a:moveTo>
                  <a:pt x="7820" y="157578"/>
                </a:moveTo>
                <a:lnTo>
                  <a:pt x="0" y="153061"/>
                </a:lnTo>
                <a:cubicBezTo>
                  <a:pt x="24672" y="121904"/>
                  <a:pt x="37008" y="88316"/>
                  <a:pt x="37008" y="52296"/>
                </a:cubicBezTo>
                <a:cubicBezTo>
                  <a:pt x="37008" y="48242"/>
                  <a:pt x="36863" y="44015"/>
                  <a:pt x="36573" y="39614"/>
                </a:cubicBezTo>
                <a:cubicBezTo>
                  <a:pt x="36283" y="35211"/>
                  <a:pt x="35849" y="30867"/>
                  <a:pt x="35269" y="26582"/>
                </a:cubicBezTo>
                <a:cubicBezTo>
                  <a:pt x="34691" y="22296"/>
                  <a:pt x="33938" y="18184"/>
                  <a:pt x="33010" y="14246"/>
                </a:cubicBezTo>
                <a:cubicBezTo>
                  <a:pt x="32084" y="10309"/>
                  <a:pt x="30984" y="6660"/>
                  <a:pt x="29710" y="3300"/>
                </a:cubicBezTo>
                <a:lnTo>
                  <a:pt x="38397" y="0"/>
                </a:lnTo>
                <a:cubicBezTo>
                  <a:pt x="41177" y="7412"/>
                  <a:pt x="43522" y="15810"/>
                  <a:pt x="45433" y="25192"/>
                </a:cubicBezTo>
                <a:cubicBezTo>
                  <a:pt x="47343" y="34573"/>
                  <a:pt x="48299" y="44013"/>
                  <a:pt x="48299" y="53510"/>
                </a:cubicBezTo>
                <a:cubicBezTo>
                  <a:pt x="48299" y="63703"/>
                  <a:pt x="47401" y="73316"/>
                  <a:pt x="45605" y="82351"/>
                </a:cubicBezTo>
                <a:cubicBezTo>
                  <a:pt x="43811" y="91385"/>
                  <a:pt x="41177" y="100130"/>
                  <a:pt x="37703" y="108585"/>
                </a:cubicBezTo>
                <a:cubicBezTo>
                  <a:pt x="34228" y="117040"/>
                  <a:pt x="29971" y="125292"/>
                  <a:pt x="24933" y="133343"/>
                </a:cubicBezTo>
                <a:cubicBezTo>
                  <a:pt x="19894" y="141393"/>
                  <a:pt x="14190" y="149471"/>
                  <a:pt x="7820" y="157578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get">
            <a:extLst xmlns:a="http://schemas.openxmlformats.org/drawingml/2006/main">
              <a:ext uri="{FF2B5EF4-FFF2-40B4-BE49-F238E27FC236}">
                <a16:creationId xmlns:a16="http://schemas.microsoft.com/office/drawing/2014/main" id="{433EAEF9-C957-490B-A157-38001274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695" y="3567088"/>
            <a:ext cx="207262" cy="128303"/>
          </a:xfrm>
          <a:custGeom xmlns:a="http://schemas.openxmlformats.org/drawingml/2006/main">
            <a:pathLst>
              <a:path w="207262" h="128303">
                <a:moveTo>
                  <a:pt x="25843" y="128303"/>
                </a:moveTo>
                <a:cubicBezTo>
                  <a:pt x="20877" y="128303"/>
                  <a:pt x="16216" y="127340"/>
                  <a:pt x="11858" y="125415"/>
                </a:cubicBezTo>
                <a:cubicBezTo>
                  <a:pt x="7500" y="123490"/>
                  <a:pt x="3547" y="121057"/>
                  <a:pt x="0" y="118118"/>
                </a:cubicBezTo>
                <a:lnTo>
                  <a:pt x="5472" y="110062"/>
                </a:lnTo>
                <a:cubicBezTo>
                  <a:pt x="8310" y="112494"/>
                  <a:pt x="11451" y="114572"/>
                  <a:pt x="14897" y="116294"/>
                </a:cubicBezTo>
                <a:cubicBezTo>
                  <a:pt x="18344" y="118017"/>
                  <a:pt x="22145" y="118879"/>
                  <a:pt x="26300" y="118879"/>
                </a:cubicBezTo>
                <a:cubicBezTo>
                  <a:pt x="32684" y="118879"/>
                  <a:pt x="37750" y="116877"/>
                  <a:pt x="41500" y="112873"/>
                </a:cubicBezTo>
                <a:cubicBezTo>
                  <a:pt x="45250" y="108869"/>
                  <a:pt x="47937" y="103523"/>
                  <a:pt x="49559" y="96835"/>
                </a:cubicBezTo>
                <a:lnTo>
                  <a:pt x="53358" y="81025"/>
                </a:lnTo>
                <a:cubicBezTo>
                  <a:pt x="49508" y="84877"/>
                  <a:pt x="45454" y="87918"/>
                  <a:pt x="41197" y="90148"/>
                </a:cubicBezTo>
                <a:cubicBezTo>
                  <a:pt x="36941" y="92376"/>
                  <a:pt x="32431" y="93490"/>
                  <a:pt x="27666" y="93490"/>
                </a:cubicBezTo>
                <a:cubicBezTo>
                  <a:pt x="21383" y="93490"/>
                  <a:pt x="16240" y="91311"/>
                  <a:pt x="12236" y="86953"/>
                </a:cubicBezTo>
                <a:cubicBezTo>
                  <a:pt x="8234" y="82596"/>
                  <a:pt x="6233" y="76110"/>
                  <a:pt x="6233" y="67496"/>
                </a:cubicBezTo>
                <a:cubicBezTo>
                  <a:pt x="6233" y="60706"/>
                  <a:pt x="7322" y="54347"/>
                  <a:pt x="9501" y="48418"/>
                </a:cubicBezTo>
                <a:cubicBezTo>
                  <a:pt x="11680" y="42489"/>
                  <a:pt x="14594" y="37320"/>
                  <a:pt x="18242" y="32911"/>
                </a:cubicBezTo>
                <a:cubicBezTo>
                  <a:pt x="21891" y="28502"/>
                  <a:pt x="26072" y="25006"/>
                  <a:pt x="30784" y="22421"/>
                </a:cubicBezTo>
                <a:cubicBezTo>
                  <a:pt x="35496" y="19837"/>
                  <a:pt x="40335" y="18545"/>
                  <a:pt x="45302" y="18545"/>
                </a:cubicBezTo>
                <a:cubicBezTo>
                  <a:pt x="49153" y="18545"/>
                  <a:pt x="52649" y="19559"/>
                  <a:pt x="55789" y="21586"/>
                </a:cubicBezTo>
                <a:cubicBezTo>
                  <a:pt x="58932" y="23614"/>
                  <a:pt x="61364" y="26299"/>
                  <a:pt x="63087" y="29642"/>
                </a:cubicBezTo>
                <a:lnTo>
                  <a:pt x="63544" y="29642"/>
                </a:lnTo>
                <a:lnTo>
                  <a:pt x="66432" y="20371"/>
                </a:lnTo>
                <a:lnTo>
                  <a:pt x="76010" y="20371"/>
                </a:lnTo>
                <a:lnTo>
                  <a:pt x="60503" y="97747"/>
                </a:lnTo>
                <a:cubicBezTo>
                  <a:pt x="58477" y="107577"/>
                  <a:pt x="54524" y="115128"/>
                  <a:pt x="48645" y="120398"/>
                </a:cubicBezTo>
                <a:cubicBezTo>
                  <a:pt x="42767" y="125668"/>
                  <a:pt x="35166" y="128303"/>
                  <a:pt x="25843" y="128303"/>
                </a:cubicBezTo>
                <a:moveTo>
                  <a:pt x="31468" y="83762"/>
                </a:moveTo>
                <a:cubicBezTo>
                  <a:pt x="35016" y="83762"/>
                  <a:pt x="38816" y="82672"/>
                  <a:pt x="42869" y="80493"/>
                </a:cubicBezTo>
                <a:cubicBezTo>
                  <a:pt x="46924" y="78314"/>
                  <a:pt x="50724" y="75096"/>
                  <a:pt x="54270" y="70839"/>
                </a:cubicBezTo>
                <a:lnTo>
                  <a:pt x="60807" y="39220"/>
                </a:lnTo>
                <a:cubicBezTo>
                  <a:pt x="58476" y="35370"/>
                  <a:pt x="56095" y="32583"/>
                  <a:pt x="53662" y="30860"/>
                </a:cubicBezTo>
                <a:cubicBezTo>
                  <a:pt x="51230" y="29136"/>
                  <a:pt x="48595" y="28274"/>
                  <a:pt x="45757" y="28274"/>
                </a:cubicBezTo>
                <a:cubicBezTo>
                  <a:pt x="42211" y="28274"/>
                  <a:pt x="38766" y="29313"/>
                  <a:pt x="35421" y="31391"/>
                </a:cubicBezTo>
                <a:cubicBezTo>
                  <a:pt x="32076" y="33468"/>
                  <a:pt x="29136" y="36255"/>
                  <a:pt x="26601" y="39751"/>
                </a:cubicBezTo>
                <a:cubicBezTo>
                  <a:pt x="24068" y="43248"/>
                  <a:pt x="22042" y="47252"/>
                  <a:pt x="20522" y="51762"/>
                </a:cubicBezTo>
                <a:cubicBezTo>
                  <a:pt x="19002" y="56272"/>
                  <a:pt x="18242" y="60959"/>
                  <a:pt x="18242" y="65824"/>
                </a:cubicBezTo>
                <a:cubicBezTo>
                  <a:pt x="18242" y="71905"/>
                  <a:pt x="19407" y="76415"/>
                  <a:pt x="21737" y="79354"/>
                </a:cubicBezTo>
                <a:cubicBezTo>
                  <a:pt x="24069" y="82293"/>
                  <a:pt x="27313" y="83762"/>
                  <a:pt x="31468" y="83762"/>
                </a:cubicBezTo>
                <a:close/>
                <a:moveTo>
                  <a:pt x="87366" y="65216"/>
                </a:moveTo>
                <a:cubicBezTo>
                  <a:pt x="87366" y="58223"/>
                  <a:pt x="88531" y="51864"/>
                  <a:pt x="90861" y="46137"/>
                </a:cubicBezTo>
                <a:cubicBezTo>
                  <a:pt x="93192" y="40411"/>
                  <a:pt x="96207" y="35496"/>
                  <a:pt x="99906" y="31391"/>
                </a:cubicBezTo>
                <a:cubicBezTo>
                  <a:pt x="103606" y="27287"/>
                  <a:pt x="107812" y="24120"/>
                  <a:pt x="112524" y="21890"/>
                </a:cubicBezTo>
                <a:cubicBezTo>
                  <a:pt x="117236" y="19660"/>
                  <a:pt x="122025" y="18545"/>
                  <a:pt x="126890" y="18545"/>
                </a:cubicBezTo>
                <a:cubicBezTo>
                  <a:pt x="131045" y="18545"/>
                  <a:pt x="134567" y="19230"/>
                  <a:pt x="137456" y="20598"/>
                </a:cubicBezTo>
                <a:cubicBezTo>
                  <a:pt x="140344" y="21967"/>
                  <a:pt x="142700" y="23842"/>
                  <a:pt x="144524" y="26223"/>
                </a:cubicBezTo>
                <a:cubicBezTo>
                  <a:pt x="146348" y="28605"/>
                  <a:pt x="147666" y="31443"/>
                  <a:pt x="148476" y="34736"/>
                </a:cubicBezTo>
                <a:cubicBezTo>
                  <a:pt x="149288" y="38030"/>
                  <a:pt x="149694" y="41551"/>
                  <a:pt x="149694" y="45300"/>
                </a:cubicBezTo>
                <a:cubicBezTo>
                  <a:pt x="149694" y="48240"/>
                  <a:pt x="149389" y="51027"/>
                  <a:pt x="148780" y="53662"/>
                </a:cubicBezTo>
                <a:cubicBezTo>
                  <a:pt x="148172" y="56297"/>
                  <a:pt x="147615" y="58324"/>
                  <a:pt x="147108" y="59742"/>
                </a:cubicBezTo>
                <a:lnTo>
                  <a:pt x="99071" y="59742"/>
                </a:lnTo>
                <a:cubicBezTo>
                  <a:pt x="98361" y="64506"/>
                  <a:pt x="98411" y="68586"/>
                  <a:pt x="99221" y="71980"/>
                </a:cubicBezTo>
                <a:cubicBezTo>
                  <a:pt x="100033" y="75375"/>
                  <a:pt x="101376" y="78187"/>
                  <a:pt x="103251" y="80417"/>
                </a:cubicBezTo>
                <a:cubicBezTo>
                  <a:pt x="105126" y="82647"/>
                  <a:pt x="107432" y="84269"/>
                  <a:pt x="110168" y="85283"/>
                </a:cubicBezTo>
                <a:cubicBezTo>
                  <a:pt x="112905" y="86296"/>
                  <a:pt x="115895" y="86803"/>
                  <a:pt x="119138" y="86803"/>
                </a:cubicBezTo>
                <a:cubicBezTo>
                  <a:pt x="122076" y="86803"/>
                  <a:pt x="124989" y="86169"/>
                  <a:pt x="127878" y="84903"/>
                </a:cubicBezTo>
                <a:cubicBezTo>
                  <a:pt x="130767" y="83635"/>
                  <a:pt x="133376" y="82139"/>
                  <a:pt x="135707" y="80417"/>
                </a:cubicBezTo>
                <a:lnTo>
                  <a:pt x="140267" y="88171"/>
                </a:lnTo>
                <a:cubicBezTo>
                  <a:pt x="137329" y="90299"/>
                  <a:pt x="133832" y="92149"/>
                  <a:pt x="129778" y="93720"/>
                </a:cubicBezTo>
                <a:cubicBezTo>
                  <a:pt x="125725" y="95289"/>
                  <a:pt x="121265" y="96074"/>
                  <a:pt x="116400" y="96074"/>
                </a:cubicBezTo>
                <a:cubicBezTo>
                  <a:pt x="107584" y="96074"/>
                  <a:pt x="100541" y="93414"/>
                  <a:pt x="95271" y="88095"/>
                </a:cubicBezTo>
                <a:cubicBezTo>
                  <a:pt x="90001" y="82774"/>
                  <a:pt x="87366" y="75147"/>
                  <a:pt x="87366" y="65216"/>
                </a:cubicBezTo>
                <a:moveTo>
                  <a:pt x="100286" y="51837"/>
                </a:moveTo>
                <a:lnTo>
                  <a:pt x="139052" y="51837"/>
                </a:lnTo>
                <a:cubicBezTo>
                  <a:pt x="139254" y="50621"/>
                  <a:pt x="139431" y="49406"/>
                  <a:pt x="139583" y="48190"/>
                </a:cubicBezTo>
                <a:cubicBezTo>
                  <a:pt x="139736" y="46973"/>
                  <a:pt x="139812" y="45656"/>
                  <a:pt x="139812" y="44238"/>
                </a:cubicBezTo>
                <a:cubicBezTo>
                  <a:pt x="139812" y="42108"/>
                  <a:pt x="139559" y="40055"/>
                  <a:pt x="139052" y="38079"/>
                </a:cubicBezTo>
                <a:cubicBezTo>
                  <a:pt x="138544" y="36103"/>
                  <a:pt x="137733" y="34354"/>
                  <a:pt x="136618" y="32834"/>
                </a:cubicBezTo>
                <a:cubicBezTo>
                  <a:pt x="135505" y="31314"/>
                  <a:pt x="134036" y="30099"/>
                  <a:pt x="132211" y="29188"/>
                </a:cubicBezTo>
                <a:cubicBezTo>
                  <a:pt x="130386" y="28275"/>
                  <a:pt x="128156" y="27819"/>
                  <a:pt x="125521" y="27819"/>
                </a:cubicBezTo>
                <a:cubicBezTo>
                  <a:pt x="122786" y="27819"/>
                  <a:pt x="120126" y="28377"/>
                  <a:pt x="117542" y="29492"/>
                </a:cubicBezTo>
                <a:cubicBezTo>
                  <a:pt x="114958" y="30607"/>
                  <a:pt x="112551" y="32228"/>
                  <a:pt x="110321" y="34356"/>
                </a:cubicBezTo>
                <a:cubicBezTo>
                  <a:pt x="108091" y="36484"/>
                  <a:pt x="106089" y="39018"/>
                  <a:pt x="104315" y="41957"/>
                </a:cubicBezTo>
                <a:cubicBezTo>
                  <a:pt x="102541" y="44896"/>
                  <a:pt x="101198" y="48189"/>
                  <a:pt x="100286" y="51837"/>
                </a:cubicBezTo>
                <a:close/>
                <a:moveTo>
                  <a:pt x="183091" y="96074"/>
                </a:moveTo>
                <a:cubicBezTo>
                  <a:pt x="179848" y="96074"/>
                  <a:pt x="177112" y="95644"/>
                  <a:pt x="174882" y="94782"/>
                </a:cubicBezTo>
                <a:cubicBezTo>
                  <a:pt x="172652" y="93921"/>
                  <a:pt x="170827" y="92756"/>
                  <a:pt x="169408" y="91287"/>
                </a:cubicBezTo>
                <a:cubicBezTo>
                  <a:pt x="167990" y="89817"/>
                  <a:pt x="166977" y="88095"/>
                  <a:pt x="166369" y="86118"/>
                </a:cubicBezTo>
                <a:cubicBezTo>
                  <a:pt x="165761" y="84142"/>
                  <a:pt x="165457" y="81989"/>
                  <a:pt x="165457" y="79658"/>
                </a:cubicBezTo>
                <a:cubicBezTo>
                  <a:pt x="165457" y="78138"/>
                  <a:pt x="165533" y="76745"/>
                  <a:pt x="165685" y="75478"/>
                </a:cubicBezTo>
                <a:cubicBezTo>
                  <a:pt x="165838" y="74210"/>
                  <a:pt x="166016" y="72867"/>
                  <a:pt x="166218" y="71449"/>
                </a:cubicBezTo>
                <a:lnTo>
                  <a:pt x="174882" y="29796"/>
                </a:lnTo>
                <a:lnTo>
                  <a:pt x="164089" y="29796"/>
                </a:lnTo>
                <a:lnTo>
                  <a:pt x="165761" y="21129"/>
                </a:lnTo>
                <a:lnTo>
                  <a:pt x="177315" y="20371"/>
                </a:lnTo>
                <a:lnTo>
                  <a:pt x="182787" y="0"/>
                </a:lnTo>
                <a:lnTo>
                  <a:pt x="192669" y="0"/>
                </a:lnTo>
                <a:lnTo>
                  <a:pt x="188563" y="20371"/>
                </a:lnTo>
                <a:lnTo>
                  <a:pt x="207262" y="20371"/>
                </a:lnTo>
                <a:lnTo>
                  <a:pt x="205438" y="29796"/>
                </a:lnTo>
                <a:lnTo>
                  <a:pt x="186436" y="29796"/>
                </a:lnTo>
                <a:lnTo>
                  <a:pt x="177770" y="72057"/>
                </a:lnTo>
                <a:cubicBezTo>
                  <a:pt x="177467" y="73880"/>
                  <a:pt x="177315" y="75704"/>
                  <a:pt x="177315" y="77529"/>
                </a:cubicBezTo>
                <a:cubicBezTo>
                  <a:pt x="177315" y="80569"/>
                  <a:pt x="177999" y="82849"/>
                  <a:pt x="179366" y="84369"/>
                </a:cubicBezTo>
                <a:cubicBezTo>
                  <a:pt x="180734" y="85890"/>
                  <a:pt x="183192" y="86650"/>
                  <a:pt x="186740" y="86650"/>
                </a:cubicBezTo>
                <a:cubicBezTo>
                  <a:pt x="188160" y="86650"/>
                  <a:pt x="189527" y="86397"/>
                  <a:pt x="190843" y="85891"/>
                </a:cubicBezTo>
                <a:cubicBezTo>
                  <a:pt x="192161" y="85384"/>
                  <a:pt x="193377" y="84877"/>
                  <a:pt x="194492" y="84369"/>
                </a:cubicBezTo>
                <a:lnTo>
                  <a:pt x="197076" y="92732"/>
                </a:lnTo>
                <a:cubicBezTo>
                  <a:pt x="195354" y="93542"/>
                  <a:pt x="193327" y="94301"/>
                  <a:pt x="190996" y="95010"/>
                </a:cubicBezTo>
                <a:cubicBezTo>
                  <a:pt x="188666" y="95719"/>
                  <a:pt x="186031" y="96074"/>
                  <a:pt x="183091" y="9607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_extension..(">
            <a:extLst xmlns:a="http://schemas.openxmlformats.org/drawingml/2006/main">
              <a:ext uri="{FF2B5EF4-FFF2-40B4-BE49-F238E27FC236}">
                <a16:creationId xmlns:a16="http://schemas.microsoft.com/office/drawing/2014/main" id="{D665FC0F-C164-4990-A412-D0001FD0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095" y="3550213"/>
            <a:ext cx="801451" cy="137881"/>
          </a:xfrm>
          <a:custGeom xmlns:a="http://schemas.openxmlformats.org/drawingml/2006/main">
            <a:pathLst>
              <a:path w="801451" h="137881">
                <a:moveTo>
                  <a:pt x="0" y="129976"/>
                </a:moveTo>
                <a:lnTo>
                  <a:pt x="1672" y="122377"/>
                </a:lnTo>
                <a:lnTo>
                  <a:pt x="71145" y="122377"/>
                </a:lnTo>
                <a:lnTo>
                  <a:pt x="69624" y="129976"/>
                </a:lnTo>
                <a:lnTo>
                  <a:pt x="0" y="129976"/>
                </a:lnTo>
                <a:close/>
                <a:moveTo>
                  <a:pt x="84325" y="82092"/>
                </a:moveTo>
                <a:cubicBezTo>
                  <a:pt x="84325" y="75099"/>
                  <a:pt x="85490" y="68739"/>
                  <a:pt x="87820" y="63013"/>
                </a:cubicBezTo>
                <a:cubicBezTo>
                  <a:pt x="90151" y="57286"/>
                  <a:pt x="93166" y="52371"/>
                  <a:pt x="96865" y="48267"/>
                </a:cubicBezTo>
                <a:cubicBezTo>
                  <a:pt x="100565" y="44163"/>
                  <a:pt x="104772" y="40996"/>
                  <a:pt x="109483" y="38766"/>
                </a:cubicBezTo>
                <a:cubicBezTo>
                  <a:pt x="114195" y="36536"/>
                  <a:pt x="118984" y="35421"/>
                  <a:pt x="123849" y="35421"/>
                </a:cubicBezTo>
                <a:cubicBezTo>
                  <a:pt x="128004" y="35421"/>
                  <a:pt x="131526" y="36105"/>
                  <a:pt x="134415" y="37474"/>
                </a:cubicBezTo>
                <a:cubicBezTo>
                  <a:pt x="137304" y="38842"/>
                  <a:pt x="139659" y="40717"/>
                  <a:pt x="141483" y="43099"/>
                </a:cubicBezTo>
                <a:cubicBezTo>
                  <a:pt x="143307" y="45480"/>
                  <a:pt x="144625" y="48318"/>
                  <a:pt x="145435" y="51612"/>
                </a:cubicBezTo>
                <a:cubicBezTo>
                  <a:pt x="146247" y="54906"/>
                  <a:pt x="146653" y="58427"/>
                  <a:pt x="146653" y="62175"/>
                </a:cubicBezTo>
                <a:cubicBezTo>
                  <a:pt x="146653" y="65115"/>
                  <a:pt x="146349" y="67902"/>
                  <a:pt x="145739" y="70538"/>
                </a:cubicBezTo>
                <a:cubicBezTo>
                  <a:pt x="145131" y="73173"/>
                  <a:pt x="144574" y="75199"/>
                  <a:pt x="144067" y="76617"/>
                </a:cubicBezTo>
                <a:lnTo>
                  <a:pt x="96030" y="76617"/>
                </a:lnTo>
                <a:cubicBezTo>
                  <a:pt x="95320" y="81382"/>
                  <a:pt x="95370" y="85461"/>
                  <a:pt x="96180" y="88856"/>
                </a:cubicBezTo>
                <a:cubicBezTo>
                  <a:pt x="96992" y="92250"/>
                  <a:pt x="98335" y="95062"/>
                  <a:pt x="100210" y="97292"/>
                </a:cubicBezTo>
                <a:cubicBezTo>
                  <a:pt x="102085" y="99522"/>
                  <a:pt x="104391" y="101144"/>
                  <a:pt x="107127" y="102159"/>
                </a:cubicBezTo>
                <a:cubicBezTo>
                  <a:pt x="109864" y="103172"/>
                  <a:pt x="112854" y="103678"/>
                  <a:pt x="116097" y="103678"/>
                </a:cubicBezTo>
                <a:cubicBezTo>
                  <a:pt x="119035" y="103678"/>
                  <a:pt x="121948" y="103045"/>
                  <a:pt x="124837" y="101778"/>
                </a:cubicBezTo>
                <a:cubicBezTo>
                  <a:pt x="127726" y="100510"/>
                  <a:pt x="130335" y="99015"/>
                  <a:pt x="132666" y="97292"/>
                </a:cubicBezTo>
                <a:lnTo>
                  <a:pt x="137226" y="105047"/>
                </a:lnTo>
                <a:cubicBezTo>
                  <a:pt x="134288" y="107174"/>
                  <a:pt x="130792" y="109024"/>
                  <a:pt x="126737" y="110595"/>
                </a:cubicBezTo>
                <a:cubicBezTo>
                  <a:pt x="122684" y="112165"/>
                  <a:pt x="118225" y="112950"/>
                  <a:pt x="113360" y="112950"/>
                </a:cubicBezTo>
                <a:cubicBezTo>
                  <a:pt x="104543" y="112950"/>
                  <a:pt x="97500" y="110290"/>
                  <a:pt x="92230" y="104970"/>
                </a:cubicBezTo>
                <a:cubicBezTo>
                  <a:pt x="86960" y="99649"/>
                  <a:pt x="84325" y="92023"/>
                  <a:pt x="84325" y="82092"/>
                </a:cubicBezTo>
                <a:moveTo>
                  <a:pt x="97245" y="68712"/>
                </a:moveTo>
                <a:lnTo>
                  <a:pt x="136011" y="68712"/>
                </a:lnTo>
                <a:cubicBezTo>
                  <a:pt x="136213" y="67496"/>
                  <a:pt x="136390" y="66281"/>
                  <a:pt x="136542" y="65066"/>
                </a:cubicBezTo>
                <a:cubicBezTo>
                  <a:pt x="136695" y="63848"/>
                  <a:pt x="136772" y="62531"/>
                  <a:pt x="136772" y="61113"/>
                </a:cubicBezTo>
                <a:cubicBezTo>
                  <a:pt x="136772" y="58983"/>
                  <a:pt x="136518" y="56931"/>
                  <a:pt x="136011" y="54954"/>
                </a:cubicBezTo>
                <a:cubicBezTo>
                  <a:pt x="135503" y="52978"/>
                  <a:pt x="134692" y="51230"/>
                  <a:pt x="133577" y="49710"/>
                </a:cubicBezTo>
                <a:cubicBezTo>
                  <a:pt x="132464" y="48189"/>
                  <a:pt x="130995" y="46974"/>
                  <a:pt x="129170" y="46063"/>
                </a:cubicBezTo>
                <a:cubicBezTo>
                  <a:pt x="127345" y="45151"/>
                  <a:pt x="125115" y="44695"/>
                  <a:pt x="122480" y="44695"/>
                </a:cubicBezTo>
                <a:cubicBezTo>
                  <a:pt x="119745" y="44695"/>
                  <a:pt x="117085" y="45252"/>
                  <a:pt x="114501" y="46367"/>
                </a:cubicBezTo>
                <a:cubicBezTo>
                  <a:pt x="111917" y="47482"/>
                  <a:pt x="109510" y="49103"/>
                  <a:pt x="107280" y="51231"/>
                </a:cubicBezTo>
                <a:cubicBezTo>
                  <a:pt x="105050" y="53359"/>
                  <a:pt x="103048" y="55893"/>
                  <a:pt x="101274" y="58833"/>
                </a:cubicBezTo>
                <a:cubicBezTo>
                  <a:pt x="99501" y="61771"/>
                  <a:pt x="98158" y="65064"/>
                  <a:pt x="97245" y="68712"/>
                </a:cubicBezTo>
                <a:close/>
                <a:moveTo>
                  <a:pt x="145237" y="111126"/>
                </a:moveTo>
                <a:lnTo>
                  <a:pt x="178378" y="71906"/>
                </a:lnTo>
                <a:lnTo>
                  <a:pt x="164544" y="37246"/>
                </a:lnTo>
                <a:lnTo>
                  <a:pt x="176402" y="37246"/>
                </a:lnTo>
                <a:lnTo>
                  <a:pt x="182787" y="53662"/>
                </a:lnTo>
                <a:cubicBezTo>
                  <a:pt x="183598" y="55892"/>
                  <a:pt x="184332" y="57995"/>
                  <a:pt x="184991" y="59972"/>
                </a:cubicBezTo>
                <a:cubicBezTo>
                  <a:pt x="185650" y="61948"/>
                  <a:pt x="186384" y="64000"/>
                  <a:pt x="187195" y="66128"/>
                </a:cubicBezTo>
                <a:lnTo>
                  <a:pt x="187802" y="66128"/>
                </a:lnTo>
                <a:cubicBezTo>
                  <a:pt x="189324" y="64102"/>
                  <a:pt x="190895" y="62051"/>
                  <a:pt x="192516" y="59974"/>
                </a:cubicBezTo>
                <a:cubicBezTo>
                  <a:pt x="194138" y="57896"/>
                  <a:pt x="195709" y="55792"/>
                  <a:pt x="197229" y="53662"/>
                </a:cubicBezTo>
                <a:lnTo>
                  <a:pt x="210150" y="37246"/>
                </a:lnTo>
                <a:lnTo>
                  <a:pt x="222769" y="37246"/>
                </a:lnTo>
                <a:lnTo>
                  <a:pt x="192365" y="74490"/>
                </a:lnTo>
                <a:lnTo>
                  <a:pt x="207415" y="111126"/>
                </a:lnTo>
                <a:lnTo>
                  <a:pt x="195404" y="111126"/>
                </a:lnTo>
                <a:lnTo>
                  <a:pt x="188716" y="93796"/>
                </a:lnTo>
                <a:cubicBezTo>
                  <a:pt x="187905" y="91566"/>
                  <a:pt x="187068" y="89312"/>
                  <a:pt x="186207" y="87032"/>
                </a:cubicBezTo>
                <a:cubicBezTo>
                  <a:pt x="185345" y="84751"/>
                  <a:pt x="184408" y="82446"/>
                  <a:pt x="183395" y="80115"/>
                </a:cubicBezTo>
                <a:lnTo>
                  <a:pt x="182787" y="80115"/>
                </a:lnTo>
                <a:cubicBezTo>
                  <a:pt x="181165" y="82446"/>
                  <a:pt x="179493" y="84700"/>
                  <a:pt x="177770" y="86879"/>
                </a:cubicBezTo>
                <a:cubicBezTo>
                  <a:pt x="176047" y="89058"/>
                  <a:pt x="174223" y="91313"/>
                  <a:pt x="172298" y="93643"/>
                </a:cubicBezTo>
                <a:lnTo>
                  <a:pt x="158007" y="111126"/>
                </a:lnTo>
                <a:lnTo>
                  <a:pt x="145237" y="111126"/>
                </a:lnTo>
                <a:close/>
                <a:moveTo>
                  <a:pt x="245221" y="112950"/>
                </a:moveTo>
                <a:cubicBezTo>
                  <a:pt x="241978" y="112950"/>
                  <a:pt x="239242" y="112519"/>
                  <a:pt x="237012" y="111658"/>
                </a:cubicBezTo>
                <a:cubicBezTo>
                  <a:pt x="234782" y="110796"/>
                  <a:pt x="232957" y="109631"/>
                  <a:pt x="231537" y="108162"/>
                </a:cubicBezTo>
                <a:cubicBezTo>
                  <a:pt x="230119" y="106693"/>
                  <a:pt x="229106" y="104970"/>
                  <a:pt x="228499" y="102994"/>
                </a:cubicBezTo>
                <a:cubicBezTo>
                  <a:pt x="227891" y="101017"/>
                  <a:pt x="227587" y="98864"/>
                  <a:pt x="227587" y="96534"/>
                </a:cubicBezTo>
                <a:cubicBezTo>
                  <a:pt x="227587" y="95013"/>
                  <a:pt x="227663" y="93620"/>
                  <a:pt x="227814" y="92354"/>
                </a:cubicBezTo>
                <a:cubicBezTo>
                  <a:pt x="227967" y="91086"/>
                  <a:pt x="228145" y="89742"/>
                  <a:pt x="228348" y="88324"/>
                </a:cubicBezTo>
                <a:lnTo>
                  <a:pt x="237012" y="46671"/>
                </a:lnTo>
                <a:lnTo>
                  <a:pt x="226218" y="46671"/>
                </a:lnTo>
                <a:lnTo>
                  <a:pt x="227891" y="38005"/>
                </a:lnTo>
                <a:lnTo>
                  <a:pt x="239445" y="37246"/>
                </a:lnTo>
                <a:lnTo>
                  <a:pt x="244917" y="16875"/>
                </a:lnTo>
                <a:lnTo>
                  <a:pt x="254798" y="16875"/>
                </a:lnTo>
                <a:lnTo>
                  <a:pt x="250693" y="37246"/>
                </a:lnTo>
                <a:lnTo>
                  <a:pt x="269391" y="37246"/>
                </a:lnTo>
                <a:lnTo>
                  <a:pt x="267568" y="46671"/>
                </a:lnTo>
                <a:lnTo>
                  <a:pt x="248566" y="46671"/>
                </a:lnTo>
                <a:lnTo>
                  <a:pt x="239900" y="88932"/>
                </a:lnTo>
                <a:cubicBezTo>
                  <a:pt x="239596" y="90755"/>
                  <a:pt x="239445" y="92579"/>
                  <a:pt x="239445" y="94404"/>
                </a:cubicBezTo>
                <a:cubicBezTo>
                  <a:pt x="239445" y="97444"/>
                  <a:pt x="240128" y="99725"/>
                  <a:pt x="241495" y="101245"/>
                </a:cubicBezTo>
                <a:cubicBezTo>
                  <a:pt x="242864" y="102765"/>
                  <a:pt x="245322" y="103525"/>
                  <a:pt x="248870" y="103525"/>
                </a:cubicBezTo>
                <a:cubicBezTo>
                  <a:pt x="250289" y="103525"/>
                  <a:pt x="251657" y="103272"/>
                  <a:pt x="252973" y="102766"/>
                </a:cubicBezTo>
                <a:cubicBezTo>
                  <a:pt x="254290" y="102259"/>
                  <a:pt x="255507" y="101752"/>
                  <a:pt x="256622" y="101245"/>
                </a:cubicBezTo>
                <a:lnTo>
                  <a:pt x="259206" y="109607"/>
                </a:lnTo>
                <a:cubicBezTo>
                  <a:pt x="257483" y="110417"/>
                  <a:pt x="255456" y="111177"/>
                  <a:pt x="253126" y="111885"/>
                </a:cubicBezTo>
                <a:cubicBezTo>
                  <a:pt x="250796" y="112595"/>
                  <a:pt x="248160" y="112950"/>
                  <a:pt x="245221" y="112950"/>
                </a:cubicBezTo>
                <a:close/>
                <a:moveTo>
                  <a:pt x="271627" y="82092"/>
                </a:moveTo>
                <a:cubicBezTo>
                  <a:pt x="271627" y="75099"/>
                  <a:pt x="272793" y="68739"/>
                  <a:pt x="275123" y="63013"/>
                </a:cubicBezTo>
                <a:cubicBezTo>
                  <a:pt x="277453" y="57286"/>
                  <a:pt x="280468" y="52371"/>
                  <a:pt x="284167" y="48267"/>
                </a:cubicBezTo>
                <a:cubicBezTo>
                  <a:pt x="287868" y="44163"/>
                  <a:pt x="292074" y="40996"/>
                  <a:pt x="296786" y="38766"/>
                </a:cubicBezTo>
                <a:cubicBezTo>
                  <a:pt x="301498" y="36536"/>
                  <a:pt x="306286" y="35421"/>
                  <a:pt x="311151" y="35421"/>
                </a:cubicBezTo>
                <a:cubicBezTo>
                  <a:pt x="315307" y="35421"/>
                  <a:pt x="318829" y="36105"/>
                  <a:pt x="321717" y="37474"/>
                </a:cubicBezTo>
                <a:cubicBezTo>
                  <a:pt x="324606" y="38842"/>
                  <a:pt x="326962" y="40717"/>
                  <a:pt x="328785" y="43099"/>
                </a:cubicBezTo>
                <a:cubicBezTo>
                  <a:pt x="330610" y="45480"/>
                  <a:pt x="331928" y="48318"/>
                  <a:pt x="332738" y="51612"/>
                </a:cubicBezTo>
                <a:cubicBezTo>
                  <a:pt x="333550" y="54906"/>
                  <a:pt x="333956" y="58427"/>
                  <a:pt x="333956" y="62175"/>
                </a:cubicBezTo>
                <a:cubicBezTo>
                  <a:pt x="333956" y="65115"/>
                  <a:pt x="333651" y="67902"/>
                  <a:pt x="333042" y="70538"/>
                </a:cubicBezTo>
                <a:cubicBezTo>
                  <a:pt x="332434" y="73173"/>
                  <a:pt x="331877" y="75199"/>
                  <a:pt x="331369" y="76617"/>
                </a:cubicBezTo>
                <a:lnTo>
                  <a:pt x="283332" y="76617"/>
                </a:lnTo>
                <a:cubicBezTo>
                  <a:pt x="282622" y="81382"/>
                  <a:pt x="282673" y="85461"/>
                  <a:pt x="283483" y="88856"/>
                </a:cubicBezTo>
                <a:cubicBezTo>
                  <a:pt x="284295" y="92250"/>
                  <a:pt x="285638" y="95062"/>
                  <a:pt x="287512" y="97292"/>
                </a:cubicBezTo>
                <a:cubicBezTo>
                  <a:pt x="289388" y="99522"/>
                  <a:pt x="291694" y="101144"/>
                  <a:pt x="294429" y="102159"/>
                </a:cubicBezTo>
                <a:cubicBezTo>
                  <a:pt x="297166" y="103172"/>
                  <a:pt x="300156" y="103678"/>
                  <a:pt x="303399" y="103678"/>
                </a:cubicBezTo>
                <a:cubicBezTo>
                  <a:pt x="306337" y="103678"/>
                  <a:pt x="309251" y="103045"/>
                  <a:pt x="312140" y="101778"/>
                </a:cubicBezTo>
                <a:cubicBezTo>
                  <a:pt x="315028" y="100510"/>
                  <a:pt x="317638" y="99015"/>
                  <a:pt x="319968" y="97292"/>
                </a:cubicBezTo>
                <a:lnTo>
                  <a:pt x="324529" y="105047"/>
                </a:lnTo>
                <a:cubicBezTo>
                  <a:pt x="321591" y="107174"/>
                  <a:pt x="318094" y="109024"/>
                  <a:pt x="314039" y="110595"/>
                </a:cubicBezTo>
                <a:cubicBezTo>
                  <a:pt x="309986" y="112165"/>
                  <a:pt x="305527" y="112950"/>
                  <a:pt x="300662" y="112950"/>
                </a:cubicBezTo>
                <a:cubicBezTo>
                  <a:pt x="291846" y="112950"/>
                  <a:pt x="284803" y="110290"/>
                  <a:pt x="279533" y="104970"/>
                </a:cubicBezTo>
                <a:cubicBezTo>
                  <a:pt x="274262" y="99649"/>
                  <a:pt x="271627" y="92023"/>
                  <a:pt x="271627" y="82092"/>
                </a:cubicBezTo>
                <a:moveTo>
                  <a:pt x="284548" y="68712"/>
                </a:moveTo>
                <a:lnTo>
                  <a:pt x="323313" y="68712"/>
                </a:lnTo>
                <a:cubicBezTo>
                  <a:pt x="323516" y="67496"/>
                  <a:pt x="323693" y="66281"/>
                  <a:pt x="323844" y="65066"/>
                </a:cubicBezTo>
                <a:cubicBezTo>
                  <a:pt x="323998" y="63848"/>
                  <a:pt x="324074" y="62531"/>
                  <a:pt x="324074" y="61113"/>
                </a:cubicBezTo>
                <a:cubicBezTo>
                  <a:pt x="324074" y="58983"/>
                  <a:pt x="323820" y="56931"/>
                  <a:pt x="323313" y="54954"/>
                </a:cubicBezTo>
                <a:cubicBezTo>
                  <a:pt x="322806" y="52978"/>
                  <a:pt x="321995" y="51230"/>
                  <a:pt x="320880" y="49710"/>
                </a:cubicBezTo>
                <a:cubicBezTo>
                  <a:pt x="319767" y="48189"/>
                  <a:pt x="318297" y="46974"/>
                  <a:pt x="316473" y="46063"/>
                </a:cubicBezTo>
                <a:cubicBezTo>
                  <a:pt x="314648" y="45151"/>
                  <a:pt x="312418" y="44695"/>
                  <a:pt x="309783" y="44695"/>
                </a:cubicBezTo>
                <a:cubicBezTo>
                  <a:pt x="307047" y="44695"/>
                  <a:pt x="304387" y="45252"/>
                  <a:pt x="301803" y="46367"/>
                </a:cubicBezTo>
                <a:cubicBezTo>
                  <a:pt x="299219" y="47482"/>
                  <a:pt x="296812" y="49103"/>
                  <a:pt x="294582" y="51231"/>
                </a:cubicBezTo>
                <a:cubicBezTo>
                  <a:pt x="292352" y="53359"/>
                  <a:pt x="290351" y="55893"/>
                  <a:pt x="288577" y="58833"/>
                </a:cubicBezTo>
                <a:cubicBezTo>
                  <a:pt x="286803" y="61771"/>
                  <a:pt x="285460" y="65064"/>
                  <a:pt x="284548" y="68712"/>
                </a:cubicBezTo>
                <a:close/>
                <a:moveTo>
                  <a:pt x="343943" y="111126"/>
                </a:moveTo>
                <a:lnTo>
                  <a:pt x="358536" y="37246"/>
                </a:lnTo>
                <a:lnTo>
                  <a:pt x="368114" y="37246"/>
                </a:lnTo>
                <a:lnTo>
                  <a:pt x="367049" y="48343"/>
                </a:lnTo>
                <a:lnTo>
                  <a:pt x="367657" y="48343"/>
                </a:lnTo>
                <a:cubicBezTo>
                  <a:pt x="371914" y="44694"/>
                  <a:pt x="376121" y="41628"/>
                  <a:pt x="380276" y="39146"/>
                </a:cubicBezTo>
                <a:cubicBezTo>
                  <a:pt x="384431" y="36662"/>
                  <a:pt x="388839" y="35421"/>
                  <a:pt x="393500" y="35421"/>
                </a:cubicBezTo>
                <a:cubicBezTo>
                  <a:pt x="399785" y="35421"/>
                  <a:pt x="404269" y="37042"/>
                  <a:pt x="406954" y="40285"/>
                </a:cubicBezTo>
                <a:cubicBezTo>
                  <a:pt x="409640" y="43528"/>
                  <a:pt x="410983" y="48038"/>
                  <a:pt x="410983" y="53815"/>
                </a:cubicBezTo>
                <a:cubicBezTo>
                  <a:pt x="410983" y="55538"/>
                  <a:pt x="410906" y="57159"/>
                  <a:pt x="410753" y="58680"/>
                </a:cubicBezTo>
                <a:cubicBezTo>
                  <a:pt x="410602" y="60200"/>
                  <a:pt x="410273" y="61973"/>
                  <a:pt x="409768" y="64001"/>
                </a:cubicBezTo>
                <a:lnTo>
                  <a:pt x="400341" y="111126"/>
                </a:lnTo>
                <a:lnTo>
                  <a:pt x="388789" y="111126"/>
                </a:lnTo>
                <a:lnTo>
                  <a:pt x="397910" y="65520"/>
                </a:lnTo>
                <a:cubicBezTo>
                  <a:pt x="398315" y="63493"/>
                  <a:pt x="398619" y="61871"/>
                  <a:pt x="398821" y="60656"/>
                </a:cubicBezTo>
                <a:cubicBezTo>
                  <a:pt x="399024" y="59440"/>
                  <a:pt x="399125" y="58174"/>
                  <a:pt x="399125" y="56856"/>
                </a:cubicBezTo>
                <a:cubicBezTo>
                  <a:pt x="399125" y="53106"/>
                  <a:pt x="398264" y="50269"/>
                  <a:pt x="396541" y="48343"/>
                </a:cubicBezTo>
                <a:cubicBezTo>
                  <a:pt x="394818" y="46416"/>
                  <a:pt x="392032" y="45453"/>
                  <a:pt x="388181" y="45453"/>
                </a:cubicBezTo>
                <a:cubicBezTo>
                  <a:pt x="385241" y="45453"/>
                  <a:pt x="381972" y="46518"/>
                  <a:pt x="378374" y="48647"/>
                </a:cubicBezTo>
                <a:cubicBezTo>
                  <a:pt x="374777" y="50775"/>
                  <a:pt x="370647" y="54170"/>
                  <a:pt x="365985" y="58833"/>
                </a:cubicBezTo>
                <a:lnTo>
                  <a:pt x="355495" y="111126"/>
                </a:lnTo>
                <a:lnTo>
                  <a:pt x="343943" y="111126"/>
                </a:lnTo>
                <a:close/>
                <a:moveTo>
                  <a:pt x="442709" y="112950"/>
                </a:moveTo>
                <a:cubicBezTo>
                  <a:pt x="440278" y="112950"/>
                  <a:pt x="437820" y="112595"/>
                  <a:pt x="435337" y="111885"/>
                </a:cubicBezTo>
                <a:cubicBezTo>
                  <a:pt x="432853" y="111177"/>
                  <a:pt x="430471" y="110189"/>
                  <a:pt x="428190" y="108923"/>
                </a:cubicBezTo>
                <a:cubicBezTo>
                  <a:pt x="425911" y="107656"/>
                  <a:pt x="423833" y="106162"/>
                  <a:pt x="421957" y="104439"/>
                </a:cubicBezTo>
                <a:cubicBezTo>
                  <a:pt x="420083" y="102715"/>
                  <a:pt x="418538" y="100890"/>
                  <a:pt x="417323" y="98965"/>
                </a:cubicBezTo>
                <a:lnTo>
                  <a:pt x="424620" y="93189"/>
                </a:lnTo>
                <a:cubicBezTo>
                  <a:pt x="426951" y="96431"/>
                  <a:pt x="429737" y="99041"/>
                  <a:pt x="432980" y="101017"/>
                </a:cubicBezTo>
                <a:cubicBezTo>
                  <a:pt x="436223" y="102994"/>
                  <a:pt x="439770" y="103982"/>
                  <a:pt x="443623" y="103982"/>
                </a:cubicBezTo>
                <a:cubicBezTo>
                  <a:pt x="445750" y="103982"/>
                  <a:pt x="447752" y="103652"/>
                  <a:pt x="449626" y="102994"/>
                </a:cubicBezTo>
                <a:cubicBezTo>
                  <a:pt x="451502" y="102335"/>
                  <a:pt x="453174" y="101448"/>
                  <a:pt x="454643" y="100333"/>
                </a:cubicBezTo>
                <a:cubicBezTo>
                  <a:pt x="456112" y="99218"/>
                  <a:pt x="457252" y="97926"/>
                  <a:pt x="458062" y="96457"/>
                </a:cubicBezTo>
                <a:cubicBezTo>
                  <a:pt x="458874" y="94988"/>
                  <a:pt x="459280" y="93391"/>
                  <a:pt x="459280" y="91667"/>
                </a:cubicBezTo>
                <a:cubicBezTo>
                  <a:pt x="459280" y="90349"/>
                  <a:pt x="459052" y="89134"/>
                  <a:pt x="458596" y="88021"/>
                </a:cubicBezTo>
                <a:cubicBezTo>
                  <a:pt x="458140" y="86906"/>
                  <a:pt x="457404" y="85816"/>
                  <a:pt x="456390" y="84752"/>
                </a:cubicBezTo>
                <a:cubicBezTo>
                  <a:pt x="455377" y="83687"/>
                  <a:pt x="453984" y="82597"/>
                  <a:pt x="452210" y="81484"/>
                </a:cubicBezTo>
                <a:cubicBezTo>
                  <a:pt x="450436" y="80369"/>
                  <a:pt x="448283" y="79102"/>
                  <a:pt x="445750" y="77682"/>
                </a:cubicBezTo>
                <a:cubicBezTo>
                  <a:pt x="439974" y="74540"/>
                  <a:pt x="435717" y="71448"/>
                  <a:pt x="432980" y="68408"/>
                </a:cubicBezTo>
                <a:cubicBezTo>
                  <a:pt x="430245" y="65368"/>
                  <a:pt x="428877" y="61720"/>
                  <a:pt x="428877" y="57464"/>
                </a:cubicBezTo>
                <a:cubicBezTo>
                  <a:pt x="428877" y="54221"/>
                  <a:pt x="429560" y="51232"/>
                  <a:pt x="430927" y="48496"/>
                </a:cubicBezTo>
                <a:cubicBezTo>
                  <a:pt x="432296" y="45759"/>
                  <a:pt x="434120" y="43428"/>
                  <a:pt x="436399" y="41503"/>
                </a:cubicBezTo>
                <a:cubicBezTo>
                  <a:pt x="438680" y="39576"/>
                  <a:pt x="441366" y="38081"/>
                  <a:pt x="444458" y="37017"/>
                </a:cubicBezTo>
                <a:cubicBezTo>
                  <a:pt x="447549" y="35953"/>
                  <a:pt x="450817" y="35421"/>
                  <a:pt x="454263" y="35421"/>
                </a:cubicBezTo>
                <a:cubicBezTo>
                  <a:pt x="458823" y="35421"/>
                  <a:pt x="462902" y="36333"/>
                  <a:pt x="466499" y="38158"/>
                </a:cubicBezTo>
                <a:cubicBezTo>
                  <a:pt x="470097" y="39981"/>
                  <a:pt x="473265" y="42363"/>
                  <a:pt x="476002" y="45302"/>
                </a:cubicBezTo>
                <a:lnTo>
                  <a:pt x="469312" y="51839"/>
                </a:lnTo>
                <a:cubicBezTo>
                  <a:pt x="467285" y="49812"/>
                  <a:pt x="465055" y="48089"/>
                  <a:pt x="462623" y="46671"/>
                </a:cubicBezTo>
                <a:cubicBezTo>
                  <a:pt x="460192" y="45251"/>
                  <a:pt x="457304" y="44541"/>
                  <a:pt x="453959" y="44541"/>
                </a:cubicBezTo>
                <a:cubicBezTo>
                  <a:pt x="450006" y="44541"/>
                  <a:pt x="446687" y="45682"/>
                  <a:pt x="444001" y="47963"/>
                </a:cubicBezTo>
                <a:cubicBezTo>
                  <a:pt x="441316" y="50242"/>
                  <a:pt x="439974" y="52953"/>
                  <a:pt x="439974" y="56096"/>
                </a:cubicBezTo>
                <a:cubicBezTo>
                  <a:pt x="439974" y="57616"/>
                  <a:pt x="440328" y="58984"/>
                  <a:pt x="441036" y="60201"/>
                </a:cubicBezTo>
                <a:cubicBezTo>
                  <a:pt x="441746" y="61417"/>
                  <a:pt x="442709" y="62532"/>
                  <a:pt x="443924" y="63546"/>
                </a:cubicBezTo>
                <a:cubicBezTo>
                  <a:pt x="445141" y="64559"/>
                  <a:pt x="446535" y="65522"/>
                  <a:pt x="448106" y="66434"/>
                </a:cubicBezTo>
                <a:cubicBezTo>
                  <a:pt x="449678" y="67345"/>
                  <a:pt x="451325" y="68257"/>
                  <a:pt x="453047" y="69169"/>
                </a:cubicBezTo>
                <a:cubicBezTo>
                  <a:pt x="456392" y="70994"/>
                  <a:pt x="459154" y="72742"/>
                  <a:pt x="461333" y="74414"/>
                </a:cubicBezTo>
                <a:cubicBezTo>
                  <a:pt x="463512" y="76085"/>
                  <a:pt x="465285" y="77758"/>
                  <a:pt x="466652" y="79431"/>
                </a:cubicBezTo>
                <a:cubicBezTo>
                  <a:pt x="468020" y="81103"/>
                  <a:pt x="468983" y="82800"/>
                  <a:pt x="469540" y="84523"/>
                </a:cubicBezTo>
                <a:cubicBezTo>
                  <a:pt x="470098" y="86245"/>
                  <a:pt x="470377" y="88120"/>
                  <a:pt x="470377" y="90148"/>
                </a:cubicBezTo>
                <a:cubicBezTo>
                  <a:pt x="470377" y="93593"/>
                  <a:pt x="469693" y="96735"/>
                  <a:pt x="468324" y="99572"/>
                </a:cubicBezTo>
                <a:cubicBezTo>
                  <a:pt x="466956" y="102410"/>
                  <a:pt x="465030" y="104817"/>
                  <a:pt x="462546" y="106793"/>
                </a:cubicBezTo>
                <a:cubicBezTo>
                  <a:pt x="460064" y="108770"/>
                  <a:pt x="457125" y="110290"/>
                  <a:pt x="453729" y="111354"/>
                </a:cubicBezTo>
                <a:cubicBezTo>
                  <a:pt x="450335" y="112418"/>
                  <a:pt x="446661" y="112950"/>
                  <a:pt x="442709" y="112950"/>
                </a:cubicBezTo>
                <a:close/>
                <a:moveTo>
                  <a:pt x="485078" y="111126"/>
                </a:moveTo>
                <a:lnTo>
                  <a:pt x="499824" y="37246"/>
                </a:lnTo>
                <a:lnTo>
                  <a:pt x="511529" y="37246"/>
                </a:lnTo>
                <a:lnTo>
                  <a:pt x="496630" y="111126"/>
                </a:lnTo>
                <a:lnTo>
                  <a:pt x="485078" y="111126"/>
                </a:lnTo>
                <a:moveTo>
                  <a:pt x="509703" y="21890"/>
                </a:moveTo>
                <a:cubicBezTo>
                  <a:pt x="507677" y="21890"/>
                  <a:pt x="505929" y="21308"/>
                  <a:pt x="504458" y="20144"/>
                </a:cubicBezTo>
                <a:cubicBezTo>
                  <a:pt x="502989" y="18978"/>
                  <a:pt x="502255" y="17280"/>
                  <a:pt x="502255" y="15050"/>
                </a:cubicBezTo>
                <a:cubicBezTo>
                  <a:pt x="502255" y="12517"/>
                  <a:pt x="503142" y="10414"/>
                  <a:pt x="504915" y="8743"/>
                </a:cubicBezTo>
                <a:cubicBezTo>
                  <a:pt x="506689" y="7069"/>
                  <a:pt x="508741" y="6233"/>
                  <a:pt x="511072" y="6233"/>
                </a:cubicBezTo>
                <a:cubicBezTo>
                  <a:pt x="513099" y="6233"/>
                  <a:pt x="514847" y="6841"/>
                  <a:pt x="516316" y="8058"/>
                </a:cubicBezTo>
                <a:cubicBezTo>
                  <a:pt x="517787" y="9274"/>
                  <a:pt x="518522" y="10997"/>
                  <a:pt x="518522" y="13227"/>
                </a:cubicBezTo>
                <a:cubicBezTo>
                  <a:pt x="518522" y="15760"/>
                  <a:pt x="517635" y="17837"/>
                  <a:pt x="515862" y="19459"/>
                </a:cubicBezTo>
                <a:cubicBezTo>
                  <a:pt x="514088" y="21080"/>
                  <a:pt x="512035" y="21890"/>
                  <a:pt x="509703" y="21890"/>
                </a:cubicBezTo>
                <a:close/>
                <a:moveTo>
                  <a:pt x="547816" y="112950"/>
                </a:moveTo>
                <a:cubicBezTo>
                  <a:pt x="539808" y="112950"/>
                  <a:pt x="533423" y="110315"/>
                  <a:pt x="528660" y="105047"/>
                </a:cubicBezTo>
                <a:cubicBezTo>
                  <a:pt x="523897" y="99776"/>
                  <a:pt x="521516" y="92530"/>
                  <a:pt x="521516" y="83307"/>
                </a:cubicBezTo>
                <a:cubicBezTo>
                  <a:pt x="521516" y="76314"/>
                  <a:pt x="522630" y="69879"/>
                  <a:pt x="524858" y="64001"/>
                </a:cubicBezTo>
                <a:cubicBezTo>
                  <a:pt x="527088" y="58123"/>
                  <a:pt x="530078" y="53081"/>
                  <a:pt x="533828" y="48875"/>
                </a:cubicBezTo>
                <a:cubicBezTo>
                  <a:pt x="537578" y="44668"/>
                  <a:pt x="541835" y="41374"/>
                  <a:pt x="546598" y="38993"/>
                </a:cubicBezTo>
                <a:cubicBezTo>
                  <a:pt x="551362" y="36611"/>
                  <a:pt x="556278" y="35421"/>
                  <a:pt x="561344" y="35421"/>
                </a:cubicBezTo>
                <a:cubicBezTo>
                  <a:pt x="569351" y="35421"/>
                  <a:pt x="575762" y="38056"/>
                  <a:pt x="580576" y="43326"/>
                </a:cubicBezTo>
                <a:cubicBezTo>
                  <a:pt x="585390" y="48596"/>
                  <a:pt x="587797" y="55843"/>
                  <a:pt x="587797" y="65066"/>
                </a:cubicBezTo>
                <a:cubicBezTo>
                  <a:pt x="587797" y="72058"/>
                  <a:pt x="586656" y="78494"/>
                  <a:pt x="584375" y="84372"/>
                </a:cubicBezTo>
                <a:cubicBezTo>
                  <a:pt x="582094" y="90250"/>
                  <a:pt x="579104" y="95292"/>
                  <a:pt x="575405" y="99498"/>
                </a:cubicBezTo>
                <a:cubicBezTo>
                  <a:pt x="571706" y="103703"/>
                  <a:pt x="567450" y="106996"/>
                  <a:pt x="562636" y="109377"/>
                </a:cubicBezTo>
                <a:cubicBezTo>
                  <a:pt x="557822" y="111759"/>
                  <a:pt x="552882" y="112950"/>
                  <a:pt x="547816" y="112950"/>
                </a:cubicBezTo>
                <a:moveTo>
                  <a:pt x="549031" y="103221"/>
                </a:moveTo>
                <a:cubicBezTo>
                  <a:pt x="552477" y="103221"/>
                  <a:pt x="555795" y="102233"/>
                  <a:pt x="558987" y="100257"/>
                </a:cubicBezTo>
                <a:cubicBezTo>
                  <a:pt x="562180" y="98280"/>
                  <a:pt x="565044" y="95620"/>
                  <a:pt x="567577" y="92277"/>
                </a:cubicBezTo>
                <a:cubicBezTo>
                  <a:pt x="570111" y="88932"/>
                  <a:pt x="572139" y="84979"/>
                  <a:pt x="573659" y="80419"/>
                </a:cubicBezTo>
                <a:cubicBezTo>
                  <a:pt x="575179" y="75859"/>
                  <a:pt x="575939" y="70994"/>
                  <a:pt x="575939" y="65824"/>
                </a:cubicBezTo>
                <a:cubicBezTo>
                  <a:pt x="575939" y="59136"/>
                  <a:pt x="574596" y="53993"/>
                  <a:pt x="571910" y="50396"/>
                </a:cubicBezTo>
                <a:cubicBezTo>
                  <a:pt x="569224" y="46798"/>
                  <a:pt x="565296" y="44998"/>
                  <a:pt x="560128" y="44998"/>
                </a:cubicBezTo>
                <a:cubicBezTo>
                  <a:pt x="556783" y="44998"/>
                  <a:pt x="553490" y="45987"/>
                  <a:pt x="550247" y="47963"/>
                </a:cubicBezTo>
                <a:cubicBezTo>
                  <a:pt x="547004" y="49939"/>
                  <a:pt x="544115" y="52625"/>
                  <a:pt x="541581" y="56021"/>
                </a:cubicBezTo>
                <a:cubicBezTo>
                  <a:pt x="539048" y="59416"/>
                  <a:pt x="537021" y="63393"/>
                  <a:pt x="535501" y="67953"/>
                </a:cubicBezTo>
                <a:cubicBezTo>
                  <a:pt x="533981" y="72514"/>
                  <a:pt x="533221" y="77378"/>
                  <a:pt x="533221" y="82546"/>
                </a:cubicBezTo>
                <a:cubicBezTo>
                  <a:pt x="533221" y="89236"/>
                  <a:pt x="534564" y="94355"/>
                  <a:pt x="537250" y="97902"/>
                </a:cubicBezTo>
                <a:cubicBezTo>
                  <a:pt x="539936" y="101448"/>
                  <a:pt x="543863" y="103221"/>
                  <a:pt x="549031" y="103221"/>
                </a:cubicBezTo>
                <a:close/>
                <a:moveTo>
                  <a:pt x="599001" y="111126"/>
                </a:moveTo>
                <a:lnTo>
                  <a:pt x="613594" y="37246"/>
                </a:lnTo>
                <a:lnTo>
                  <a:pt x="623172" y="37246"/>
                </a:lnTo>
                <a:lnTo>
                  <a:pt x="622107" y="48343"/>
                </a:lnTo>
                <a:lnTo>
                  <a:pt x="622715" y="48343"/>
                </a:lnTo>
                <a:cubicBezTo>
                  <a:pt x="626972" y="44694"/>
                  <a:pt x="631178" y="41628"/>
                  <a:pt x="635333" y="39146"/>
                </a:cubicBezTo>
                <a:cubicBezTo>
                  <a:pt x="639489" y="36662"/>
                  <a:pt x="643897" y="35421"/>
                  <a:pt x="648558" y="35421"/>
                </a:cubicBezTo>
                <a:cubicBezTo>
                  <a:pt x="654842" y="35421"/>
                  <a:pt x="659327" y="37042"/>
                  <a:pt x="662011" y="40285"/>
                </a:cubicBezTo>
                <a:cubicBezTo>
                  <a:pt x="664698" y="43528"/>
                  <a:pt x="666041" y="48038"/>
                  <a:pt x="666041" y="53815"/>
                </a:cubicBezTo>
                <a:cubicBezTo>
                  <a:pt x="666041" y="55538"/>
                  <a:pt x="665964" y="57159"/>
                  <a:pt x="665811" y="58680"/>
                </a:cubicBezTo>
                <a:cubicBezTo>
                  <a:pt x="665659" y="60200"/>
                  <a:pt x="665331" y="61973"/>
                  <a:pt x="664825" y="64001"/>
                </a:cubicBezTo>
                <a:lnTo>
                  <a:pt x="655398" y="111126"/>
                </a:lnTo>
                <a:lnTo>
                  <a:pt x="643846" y="111126"/>
                </a:lnTo>
                <a:lnTo>
                  <a:pt x="652967" y="65520"/>
                </a:lnTo>
                <a:cubicBezTo>
                  <a:pt x="653372" y="63493"/>
                  <a:pt x="653676" y="61871"/>
                  <a:pt x="653879" y="60656"/>
                </a:cubicBezTo>
                <a:cubicBezTo>
                  <a:pt x="654081" y="59440"/>
                  <a:pt x="654183" y="58174"/>
                  <a:pt x="654183" y="56856"/>
                </a:cubicBezTo>
                <a:cubicBezTo>
                  <a:pt x="654183" y="53106"/>
                  <a:pt x="653321" y="50269"/>
                  <a:pt x="651599" y="48343"/>
                </a:cubicBezTo>
                <a:cubicBezTo>
                  <a:pt x="649876" y="46416"/>
                  <a:pt x="647089" y="45453"/>
                  <a:pt x="643239" y="45453"/>
                </a:cubicBezTo>
                <a:cubicBezTo>
                  <a:pt x="640299" y="45453"/>
                  <a:pt x="637030" y="46518"/>
                  <a:pt x="633431" y="48647"/>
                </a:cubicBezTo>
                <a:cubicBezTo>
                  <a:pt x="629834" y="50775"/>
                  <a:pt x="625705" y="54170"/>
                  <a:pt x="621042" y="58833"/>
                </a:cubicBezTo>
                <a:lnTo>
                  <a:pt x="610553" y="111126"/>
                </a:lnTo>
                <a:lnTo>
                  <a:pt x="599001" y="111126"/>
                </a:lnTo>
                <a:close/>
                <a:moveTo>
                  <a:pt x="683941" y="112950"/>
                </a:moveTo>
                <a:cubicBezTo>
                  <a:pt x="681711" y="112950"/>
                  <a:pt x="679962" y="112241"/>
                  <a:pt x="678694" y="110822"/>
                </a:cubicBezTo>
                <a:cubicBezTo>
                  <a:pt x="677427" y="109403"/>
                  <a:pt x="676794" y="107579"/>
                  <a:pt x="676794" y="105350"/>
                </a:cubicBezTo>
                <a:cubicBezTo>
                  <a:pt x="676794" y="102715"/>
                  <a:pt x="677757" y="100283"/>
                  <a:pt x="679682" y="98053"/>
                </a:cubicBezTo>
                <a:cubicBezTo>
                  <a:pt x="681609" y="95823"/>
                  <a:pt x="684041" y="94708"/>
                  <a:pt x="686979" y="94708"/>
                </a:cubicBezTo>
                <a:cubicBezTo>
                  <a:pt x="689209" y="94708"/>
                  <a:pt x="690932" y="95443"/>
                  <a:pt x="692148" y="96914"/>
                </a:cubicBezTo>
                <a:cubicBezTo>
                  <a:pt x="693365" y="98383"/>
                  <a:pt x="693973" y="100232"/>
                  <a:pt x="693973" y="102460"/>
                </a:cubicBezTo>
                <a:cubicBezTo>
                  <a:pt x="693973" y="105095"/>
                  <a:pt x="693035" y="107502"/>
                  <a:pt x="691159" y="109681"/>
                </a:cubicBezTo>
                <a:cubicBezTo>
                  <a:pt x="689285" y="111860"/>
                  <a:pt x="686879" y="112950"/>
                  <a:pt x="683941" y="112950"/>
                </a:cubicBezTo>
                <a:close/>
                <a:moveTo>
                  <a:pt x="721945" y="112950"/>
                </a:moveTo>
                <a:cubicBezTo>
                  <a:pt x="719715" y="112950"/>
                  <a:pt x="717966" y="112241"/>
                  <a:pt x="716698" y="110822"/>
                </a:cubicBezTo>
                <a:cubicBezTo>
                  <a:pt x="715431" y="109403"/>
                  <a:pt x="714798" y="107579"/>
                  <a:pt x="714798" y="105350"/>
                </a:cubicBezTo>
                <a:cubicBezTo>
                  <a:pt x="714798" y="102715"/>
                  <a:pt x="715761" y="100283"/>
                  <a:pt x="717686" y="98053"/>
                </a:cubicBezTo>
                <a:cubicBezTo>
                  <a:pt x="719613" y="95823"/>
                  <a:pt x="722045" y="94708"/>
                  <a:pt x="724983" y="94708"/>
                </a:cubicBezTo>
                <a:cubicBezTo>
                  <a:pt x="727213" y="94708"/>
                  <a:pt x="728936" y="95443"/>
                  <a:pt x="730151" y="96914"/>
                </a:cubicBezTo>
                <a:cubicBezTo>
                  <a:pt x="731369" y="98383"/>
                  <a:pt x="731977" y="100232"/>
                  <a:pt x="731977" y="102460"/>
                </a:cubicBezTo>
                <a:cubicBezTo>
                  <a:pt x="731977" y="105095"/>
                  <a:pt x="731039" y="107502"/>
                  <a:pt x="729163" y="109681"/>
                </a:cubicBezTo>
                <a:cubicBezTo>
                  <a:pt x="727289" y="111860"/>
                  <a:pt x="724883" y="112950"/>
                  <a:pt x="721945" y="112950"/>
                </a:cubicBezTo>
                <a:close/>
                <a:moveTo>
                  <a:pt x="767853" y="137881"/>
                </a:moveTo>
                <a:cubicBezTo>
                  <a:pt x="765422" y="131395"/>
                  <a:pt x="763370" y="124047"/>
                  <a:pt x="761697" y="115837"/>
                </a:cubicBezTo>
                <a:cubicBezTo>
                  <a:pt x="760025" y="107629"/>
                  <a:pt x="759189" y="99319"/>
                  <a:pt x="759189" y="90908"/>
                </a:cubicBezTo>
                <a:cubicBezTo>
                  <a:pt x="759189" y="82091"/>
                  <a:pt x="759974" y="73729"/>
                  <a:pt x="761544" y="65824"/>
                </a:cubicBezTo>
                <a:cubicBezTo>
                  <a:pt x="763115" y="57919"/>
                  <a:pt x="765421" y="50267"/>
                  <a:pt x="768461" y="42869"/>
                </a:cubicBezTo>
                <a:cubicBezTo>
                  <a:pt x="771503" y="35471"/>
                  <a:pt x="775203" y="28251"/>
                  <a:pt x="779560" y="21208"/>
                </a:cubicBezTo>
                <a:cubicBezTo>
                  <a:pt x="783918" y="14164"/>
                  <a:pt x="788935" y="7095"/>
                  <a:pt x="794610" y="0"/>
                </a:cubicBezTo>
                <a:lnTo>
                  <a:pt x="801451" y="3802"/>
                </a:lnTo>
                <a:cubicBezTo>
                  <a:pt x="790708" y="17483"/>
                  <a:pt x="782600" y="31620"/>
                  <a:pt x="777127" y="46214"/>
                </a:cubicBezTo>
                <a:cubicBezTo>
                  <a:pt x="771654" y="60807"/>
                  <a:pt x="768918" y="76111"/>
                  <a:pt x="768918" y="92124"/>
                </a:cubicBezTo>
                <a:cubicBezTo>
                  <a:pt x="768918" y="95671"/>
                  <a:pt x="769045" y="99346"/>
                  <a:pt x="769298" y="103147"/>
                </a:cubicBezTo>
                <a:cubicBezTo>
                  <a:pt x="769552" y="106946"/>
                  <a:pt x="769957" y="110721"/>
                  <a:pt x="770514" y="114471"/>
                </a:cubicBezTo>
                <a:cubicBezTo>
                  <a:pt x="771072" y="118221"/>
                  <a:pt x="771756" y="121869"/>
                  <a:pt x="772567" y="125415"/>
                </a:cubicBezTo>
                <a:cubicBezTo>
                  <a:pt x="773377" y="128963"/>
                  <a:pt x="774340" y="132155"/>
                  <a:pt x="775455" y="134993"/>
                </a:cubicBezTo>
                <a:lnTo>
                  <a:pt x="767853" y="13788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)">
            <a:extLst xmlns:a="http://schemas.openxmlformats.org/drawingml/2006/main">
              <a:ext uri="{FF2B5EF4-FFF2-40B4-BE49-F238E27FC236}">
                <a16:creationId xmlns:a16="http://schemas.microsoft.com/office/drawing/2014/main" id="{E56435B6-1750-4AB5-9176-23D65B2E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190" y="3550213"/>
            <a:ext cx="42261" cy="137881"/>
          </a:xfrm>
          <a:custGeom xmlns:a="http://schemas.openxmlformats.org/drawingml/2006/main">
            <a:pathLst>
              <a:path w="42261" h="137881">
                <a:moveTo>
                  <a:pt x="6843" y="137881"/>
                </a:moveTo>
                <a:lnTo>
                  <a:pt x="0" y="133928"/>
                </a:lnTo>
                <a:cubicBezTo>
                  <a:pt x="21588" y="106666"/>
                  <a:pt x="32382" y="77277"/>
                  <a:pt x="32382" y="45759"/>
                </a:cubicBezTo>
                <a:cubicBezTo>
                  <a:pt x="32382" y="42212"/>
                  <a:pt x="32255" y="38513"/>
                  <a:pt x="32002" y="34662"/>
                </a:cubicBezTo>
                <a:cubicBezTo>
                  <a:pt x="31748" y="30810"/>
                  <a:pt x="31368" y="27009"/>
                  <a:pt x="30860" y="23259"/>
                </a:cubicBezTo>
                <a:cubicBezTo>
                  <a:pt x="30355" y="19509"/>
                  <a:pt x="29696" y="15911"/>
                  <a:pt x="28884" y="12466"/>
                </a:cubicBezTo>
                <a:cubicBezTo>
                  <a:pt x="28074" y="9020"/>
                  <a:pt x="27111" y="5828"/>
                  <a:pt x="25996" y="2888"/>
                </a:cubicBezTo>
                <a:lnTo>
                  <a:pt x="33597" y="0"/>
                </a:lnTo>
                <a:cubicBezTo>
                  <a:pt x="36030" y="6486"/>
                  <a:pt x="38082" y="13833"/>
                  <a:pt x="39754" y="22043"/>
                </a:cubicBezTo>
                <a:cubicBezTo>
                  <a:pt x="41425" y="30252"/>
                  <a:pt x="42261" y="38511"/>
                  <a:pt x="42261" y="46822"/>
                </a:cubicBezTo>
                <a:cubicBezTo>
                  <a:pt x="42261" y="55740"/>
                  <a:pt x="41476" y="64152"/>
                  <a:pt x="39905" y="72057"/>
                </a:cubicBezTo>
                <a:cubicBezTo>
                  <a:pt x="38335" y="79962"/>
                  <a:pt x="36030" y="87614"/>
                  <a:pt x="32990" y="95012"/>
                </a:cubicBezTo>
                <a:cubicBezTo>
                  <a:pt x="29949" y="102410"/>
                  <a:pt x="26225" y="109631"/>
                  <a:pt x="21816" y="116675"/>
                </a:cubicBezTo>
                <a:cubicBezTo>
                  <a:pt x="17407" y="123719"/>
                  <a:pt x="12416" y="130787"/>
                  <a:pt x="6843" y="137881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Text getParameter">
            <a:extLst xmlns:a="http://schemas.openxmlformats.org/drawingml/2006/main">
              <a:ext uri="{FF2B5EF4-FFF2-40B4-BE49-F238E27FC236}">
                <a16:creationId xmlns:a16="http://schemas.microsoft.com/office/drawing/2014/main" id="{F34A8B01-6ED7-4BC0-B02E-667183B1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8695" y="3916035"/>
            <a:ext cx="877865" cy="133777"/>
          </a:xfrm>
          <a:custGeom xmlns:a="http://schemas.openxmlformats.org/drawingml/2006/main">
            <a:pathLst>
              <a:path w="877865" h="133777">
                <a:moveTo>
                  <a:pt x="25843" y="133777"/>
                </a:moveTo>
                <a:cubicBezTo>
                  <a:pt x="20877" y="133777"/>
                  <a:pt x="16216" y="132815"/>
                  <a:pt x="11858" y="130890"/>
                </a:cubicBezTo>
                <a:cubicBezTo>
                  <a:pt x="7500" y="128964"/>
                  <a:pt x="3547" y="126532"/>
                  <a:pt x="0" y="123592"/>
                </a:cubicBezTo>
                <a:lnTo>
                  <a:pt x="5472" y="115536"/>
                </a:lnTo>
                <a:cubicBezTo>
                  <a:pt x="8310" y="117968"/>
                  <a:pt x="11451" y="120046"/>
                  <a:pt x="14897" y="121769"/>
                </a:cubicBezTo>
                <a:cubicBezTo>
                  <a:pt x="18344" y="123491"/>
                  <a:pt x="22145" y="124353"/>
                  <a:pt x="26300" y="124353"/>
                </a:cubicBezTo>
                <a:cubicBezTo>
                  <a:pt x="32684" y="124353"/>
                  <a:pt x="37750" y="122351"/>
                  <a:pt x="41500" y="118347"/>
                </a:cubicBezTo>
                <a:cubicBezTo>
                  <a:pt x="45250" y="114344"/>
                  <a:pt x="47937" y="108998"/>
                  <a:pt x="49559" y="102309"/>
                </a:cubicBezTo>
                <a:lnTo>
                  <a:pt x="53358" y="86499"/>
                </a:lnTo>
                <a:cubicBezTo>
                  <a:pt x="49508" y="90351"/>
                  <a:pt x="45454" y="93392"/>
                  <a:pt x="41197" y="95622"/>
                </a:cubicBezTo>
                <a:cubicBezTo>
                  <a:pt x="36941" y="97850"/>
                  <a:pt x="32431" y="98965"/>
                  <a:pt x="27666" y="98965"/>
                </a:cubicBezTo>
                <a:cubicBezTo>
                  <a:pt x="21383" y="98965"/>
                  <a:pt x="16240" y="96786"/>
                  <a:pt x="12236" y="92428"/>
                </a:cubicBezTo>
                <a:cubicBezTo>
                  <a:pt x="8234" y="88070"/>
                  <a:pt x="6233" y="81584"/>
                  <a:pt x="6233" y="72971"/>
                </a:cubicBezTo>
                <a:cubicBezTo>
                  <a:pt x="6233" y="66180"/>
                  <a:pt x="7322" y="59821"/>
                  <a:pt x="9501" y="53892"/>
                </a:cubicBezTo>
                <a:cubicBezTo>
                  <a:pt x="11680" y="47963"/>
                  <a:pt x="14594" y="42794"/>
                  <a:pt x="18242" y="38385"/>
                </a:cubicBezTo>
                <a:cubicBezTo>
                  <a:pt x="21891" y="33976"/>
                  <a:pt x="26072" y="30480"/>
                  <a:pt x="30784" y="27896"/>
                </a:cubicBezTo>
                <a:cubicBezTo>
                  <a:pt x="35496" y="25312"/>
                  <a:pt x="40335" y="24020"/>
                  <a:pt x="45302" y="24020"/>
                </a:cubicBezTo>
                <a:cubicBezTo>
                  <a:pt x="49153" y="24020"/>
                  <a:pt x="52649" y="25033"/>
                  <a:pt x="55789" y="27061"/>
                </a:cubicBezTo>
                <a:cubicBezTo>
                  <a:pt x="58932" y="29088"/>
                  <a:pt x="61364" y="31773"/>
                  <a:pt x="63087" y="35117"/>
                </a:cubicBezTo>
                <a:lnTo>
                  <a:pt x="63544" y="35117"/>
                </a:lnTo>
                <a:lnTo>
                  <a:pt x="66432" y="25845"/>
                </a:lnTo>
                <a:lnTo>
                  <a:pt x="76010" y="25845"/>
                </a:lnTo>
                <a:lnTo>
                  <a:pt x="60503" y="103221"/>
                </a:lnTo>
                <a:cubicBezTo>
                  <a:pt x="58477" y="113052"/>
                  <a:pt x="54524" y="120602"/>
                  <a:pt x="48645" y="125872"/>
                </a:cubicBezTo>
                <a:cubicBezTo>
                  <a:pt x="42767" y="131142"/>
                  <a:pt x="35166" y="133777"/>
                  <a:pt x="25843" y="133777"/>
                </a:cubicBezTo>
                <a:moveTo>
                  <a:pt x="31468" y="89236"/>
                </a:moveTo>
                <a:cubicBezTo>
                  <a:pt x="35016" y="89236"/>
                  <a:pt x="38816" y="88147"/>
                  <a:pt x="42869" y="85968"/>
                </a:cubicBezTo>
                <a:cubicBezTo>
                  <a:pt x="46924" y="83789"/>
                  <a:pt x="50724" y="80571"/>
                  <a:pt x="54270" y="76313"/>
                </a:cubicBezTo>
                <a:lnTo>
                  <a:pt x="60807" y="44695"/>
                </a:lnTo>
                <a:cubicBezTo>
                  <a:pt x="58476" y="40844"/>
                  <a:pt x="56095" y="38057"/>
                  <a:pt x="53662" y="36335"/>
                </a:cubicBezTo>
                <a:cubicBezTo>
                  <a:pt x="51230" y="34610"/>
                  <a:pt x="48595" y="33748"/>
                  <a:pt x="45757" y="33748"/>
                </a:cubicBezTo>
                <a:cubicBezTo>
                  <a:pt x="42211" y="33748"/>
                  <a:pt x="38766" y="34787"/>
                  <a:pt x="35421" y="36866"/>
                </a:cubicBezTo>
                <a:cubicBezTo>
                  <a:pt x="32076" y="38943"/>
                  <a:pt x="29136" y="41729"/>
                  <a:pt x="26601" y="45226"/>
                </a:cubicBezTo>
                <a:cubicBezTo>
                  <a:pt x="24068" y="48722"/>
                  <a:pt x="22042" y="52726"/>
                  <a:pt x="20522" y="57237"/>
                </a:cubicBezTo>
                <a:cubicBezTo>
                  <a:pt x="19002" y="61746"/>
                  <a:pt x="18242" y="66433"/>
                  <a:pt x="18242" y="71298"/>
                </a:cubicBezTo>
                <a:cubicBezTo>
                  <a:pt x="18242" y="77379"/>
                  <a:pt x="19407" y="81889"/>
                  <a:pt x="21737" y="84829"/>
                </a:cubicBezTo>
                <a:cubicBezTo>
                  <a:pt x="24069" y="87767"/>
                  <a:pt x="27313" y="89236"/>
                  <a:pt x="31468" y="89236"/>
                </a:cubicBezTo>
                <a:close/>
                <a:moveTo>
                  <a:pt x="87366" y="70691"/>
                </a:moveTo>
                <a:cubicBezTo>
                  <a:pt x="87366" y="63698"/>
                  <a:pt x="88531" y="57338"/>
                  <a:pt x="90861" y="51612"/>
                </a:cubicBezTo>
                <a:cubicBezTo>
                  <a:pt x="93192" y="45885"/>
                  <a:pt x="96207" y="40970"/>
                  <a:pt x="99906" y="36866"/>
                </a:cubicBezTo>
                <a:cubicBezTo>
                  <a:pt x="103606" y="32762"/>
                  <a:pt x="107812" y="29595"/>
                  <a:pt x="112524" y="27365"/>
                </a:cubicBezTo>
                <a:cubicBezTo>
                  <a:pt x="117236" y="25135"/>
                  <a:pt x="122025" y="24020"/>
                  <a:pt x="126890" y="24020"/>
                </a:cubicBezTo>
                <a:cubicBezTo>
                  <a:pt x="131045" y="24020"/>
                  <a:pt x="134567" y="24704"/>
                  <a:pt x="137456" y="26073"/>
                </a:cubicBezTo>
                <a:cubicBezTo>
                  <a:pt x="140344" y="27441"/>
                  <a:pt x="142700" y="29316"/>
                  <a:pt x="144524" y="31698"/>
                </a:cubicBezTo>
                <a:cubicBezTo>
                  <a:pt x="146348" y="34079"/>
                  <a:pt x="147666" y="36917"/>
                  <a:pt x="148476" y="40211"/>
                </a:cubicBezTo>
                <a:cubicBezTo>
                  <a:pt x="149288" y="43505"/>
                  <a:pt x="149694" y="47026"/>
                  <a:pt x="149694" y="50774"/>
                </a:cubicBezTo>
                <a:cubicBezTo>
                  <a:pt x="149694" y="53714"/>
                  <a:pt x="149389" y="56501"/>
                  <a:pt x="148780" y="59137"/>
                </a:cubicBezTo>
                <a:cubicBezTo>
                  <a:pt x="148172" y="61772"/>
                  <a:pt x="147615" y="63798"/>
                  <a:pt x="147108" y="65216"/>
                </a:cubicBezTo>
                <a:lnTo>
                  <a:pt x="99071" y="65216"/>
                </a:lnTo>
                <a:cubicBezTo>
                  <a:pt x="98361" y="69981"/>
                  <a:pt x="98411" y="74060"/>
                  <a:pt x="99221" y="77455"/>
                </a:cubicBezTo>
                <a:cubicBezTo>
                  <a:pt x="100033" y="80849"/>
                  <a:pt x="101376" y="83661"/>
                  <a:pt x="103251" y="85891"/>
                </a:cubicBezTo>
                <a:cubicBezTo>
                  <a:pt x="105126" y="88121"/>
                  <a:pt x="107432" y="89743"/>
                  <a:pt x="110168" y="90758"/>
                </a:cubicBezTo>
                <a:cubicBezTo>
                  <a:pt x="112905" y="91771"/>
                  <a:pt x="115895" y="92277"/>
                  <a:pt x="119138" y="92277"/>
                </a:cubicBezTo>
                <a:cubicBezTo>
                  <a:pt x="122076" y="92277"/>
                  <a:pt x="124989" y="91644"/>
                  <a:pt x="127878" y="90377"/>
                </a:cubicBezTo>
                <a:cubicBezTo>
                  <a:pt x="130767" y="89109"/>
                  <a:pt x="133376" y="87614"/>
                  <a:pt x="135707" y="85891"/>
                </a:cubicBezTo>
                <a:lnTo>
                  <a:pt x="140267" y="93646"/>
                </a:lnTo>
                <a:cubicBezTo>
                  <a:pt x="137329" y="95773"/>
                  <a:pt x="133832" y="97623"/>
                  <a:pt x="129778" y="99194"/>
                </a:cubicBezTo>
                <a:cubicBezTo>
                  <a:pt x="125725" y="100764"/>
                  <a:pt x="121265" y="101549"/>
                  <a:pt x="116400" y="101549"/>
                </a:cubicBezTo>
                <a:cubicBezTo>
                  <a:pt x="107584" y="101549"/>
                  <a:pt x="100541" y="98889"/>
                  <a:pt x="95271" y="93569"/>
                </a:cubicBezTo>
                <a:cubicBezTo>
                  <a:pt x="90001" y="88248"/>
                  <a:pt x="87366" y="80622"/>
                  <a:pt x="87366" y="70691"/>
                </a:cubicBezTo>
                <a:moveTo>
                  <a:pt x="100286" y="57311"/>
                </a:moveTo>
                <a:lnTo>
                  <a:pt x="139052" y="57311"/>
                </a:lnTo>
                <a:cubicBezTo>
                  <a:pt x="139254" y="56096"/>
                  <a:pt x="139431" y="54880"/>
                  <a:pt x="139583" y="53665"/>
                </a:cubicBezTo>
                <a:cubicBezTo>
                  <a:pt x="139736" y="52448"/>
                  <a:pt x="139812" y="51130"/>
                  <a:pt x="139812" y="49712"/>
                </a:cubicBezTo>
                <a:cubicBezTo>
                  <a:pt x="139812" y="47582"/>
                  <a:pt x="139559" y="45530"/>
                  <a:pt x="139052" y="43553"/>
                </a:cubicBezTo>
                <a:cubicBezTo>
                  <a:pt x="138544" y="41577"/>
                  <a:pt x="137733" y="39829"/>
                  <a:pt x="136618" y="38309"/>
                </a:cubicBezTo>
                <a:cubicBezTo>
                  <a:pt x="135505" y="36788"/>
                  <a:pt x="134036" y="35573"/>
                  <a:pt x="132211" y="34662"/>
                </a:cubicBezTo>
                <a:cubicBezTo>
                  <a:pt x="130386" y="33750"/>
                  <a:pt x="128156" y="33294"/>
                  <a:pt x="125521" y="33294"/>
                </a:cubicBezTo>
                <a:cubicBezTo>
                  <a:pt x="122786" y="33294"/>
                  <a:pt x="120126" y="33851"/>
                  <a:pt x="117542" y="34966"/>
                </a:cubicBezTo>
                <a:cubicBezTo>
                  <a:pt x="114958" y="36081"/>
                  <a:pt x="112551" y="37702"/>
                  <a:pt x="110321" y="39830"/>
                </a:cubicBezTo>
                <a:cubicBezTo>
                  <a:pt x="108091" y="41958"/>
                  <a:pt x="106089" y="44492"/>
                  <a:pt x="104315" y="47432"/>
                </a:cubicBezTo>
                <a:cubicBezTo>
                  <a:pt x="102541" y="50370"/>
                  <a:pt x="101198" y="53663"/>
                  <a:pt x="100286" y="57311"/>
                </a:cubicBezTo>
                <a:close/>
                <a:moveTo>
                  <a:pt x="183091" y="101549"/>
                </a:moveTo>
                <a:cubicBezTo>
                  <a:pt x="179848" y="101549"/>
                  <a:pt x="177112" y="101118"/>
                  <a:pt x="174882" y="100257"/>
                </a:cubicBezTo>
                <a:cubicBezTo>
                  <a:pt x="172652" y="99395"/>
                  <a:pt x="170827" y="98230"/>
                  <a:pt x="169408" y="96761"/>
                </a:cubicBezTo>
                <a:cubicBezTo>
                  <a:pt x="167990" y="95292"/>
                  <a:pt x="166977" y="93569"/>
                  <a:pt x="166369" y="91593"/>
                </a:cubicBezTo>
                <a:cubicBezTo>
                  <a:pt x="165761" y="89616"/>
                  <a:pt x="165457" y="87463"/>
                  <a:pt x="165457" y="85133"/>
                </a:cubicBezTo>
                <a:cubicBezTo>
                  <a:pt x="165457" y="83612"/>
                  <a:pt x="165533" y="82219"/>
                  <a:pt x="165685" y="80953"/>
                </a:cubicBezTo>
                <a:cubicBezTo>
                  <a:pt x="165838" y="79685"/>
                  <a:pt x="166016" y="78341"/>
                  <a:pt x="166218" y="76923"/>
                </a:cubicBezTo>
                <a:lnTo>
                  <a:pt x="174882" y="35270"/>
                </a:lnTo>
                <a:lnTo>
                  <a:pt x="164089" y="35270"/>
                </a:lnTo>
                <a:lnTo>
                  <a:pt x="165761" y="26604"/>
                </a:lnTo>
                <a:lnTo>
                  <a:pt x="177315" y="25845"/>
                </a:lnTo>
                <a:lnTo>
                  <a:pt x="182787" y="5474"/>
                </a:lnTo>
                <a:lnTo>
                  <a:pt x="192669" y="5474"/>
                </a:lnTo>
                <a:lnTo>
                  <a:pt x="188563" y="25845"/>
                </a:lnTo>
                <a:lnTo>
                  <a:pt x="207262" y="25845"/>
                </a:lnTo>
                <a:lnTo>
                  <a:pt x="205438" y="35270"/>
                </a:lnTo>
                <a:lnTo>
                  <a:pt x="186436" y="35270"/>
                </a:lnTo>
                <a:lnTo>
                  <a:pt x="177770" y="77531"/>
                </a:lnTo>
                <a:cubicBezTo>
                  <a:pt x="177467" y="79354"/>
                  <a:pt x="177315" y="81178"/>
                  <a:pt x="177315" y="83003"/>
                </a:cubicBezTo>
                <a:cubicBezTo>
                  <a:pt x="177315" y="86043"/>
                  <a:pt x="177999" y="88324"/>
                  <a:pt x="179366" y="89844"/>
                </a:cubicBezTo>
                <a:cubicBezTo>
                  <a:pt x="180734" y="91364"/>
                  <a:pt x="183192" y="92124"/>
                  <a:pt x="186740" y="92124"/>
                </a:cubicBezTo>
                <a:cubicBezTo>
                  <a:pt x="188160" y="92124"/>
                  <a:pt x="189527" y="91871"/>
                  <a:pt x="190843" y="91365"/>
                </a:cubicBezTo>
                <a:cubicBezTo>
                  <a:pt x="192161" y="90858"/>
                  <a:pt x="193377" y="90351"/>
                  <a:pt x="194492" y="89844"/>
                </a:cubicBezTo>
                <a:lnTo>
                  <a:pt x="197076" y="98206"/>
                </a:lnTo>
                <a:cubicBezTo>
                  <a:pt x="195354" y="99016"/>
                  <a:pt x="193327" y="99776"/>
                  <a:pt x="190996" y="100484"/>
                </a:cubicBezTo>
                <a:cubicBezTo>
                  <a:pt x="188666" y="101194"/>
                  <a:pt x="186031" y="101549"/>
                  <a:pt x="183091" y="101549"/>
                </a:cubicBezTo>
                <a:close/>
                <a:moveTo>
                  <a:pt x="209194" y="99725"/>
                </a:moveTo>
                <a:lnTo>
                  <a:pt x="229108" y="0"/>
                </a:lnTo>
                <a:lnTo>
                  <a:pt x="257231" y="0"/>
                </a:lnTo>
                <a:cubicBezTo>
                  <a:pt x="261893" y="0"/>
                  <a:pt x="266150" y="456"/>
                  <a:pt x="270000" y="1369"/>
                </a:cubicBezTo>
                <a:cubicBezTo>
                  <a:pt x="273852" y="2281"/>
                  <a:pt x="277146" y="3725"/>
                  <a:pt x="279882" y="5702"/>
                </a:cubicBezTo>
                <a:cubicBezTo>
                  <a:pt x="282618" y="7678"/>
                  <a:pt x="284745" y="10186"/>
                  <a:pt x="286266" y="13227"/>
                </a:cubicBezTo>
                <a:cubicBezTo>
                  <a:pt x="287787" y="16267"/>
                  <a:pt x="288548" y="19966"/>
                  <a:pt x="288548" y="24324"/>
                </a:cubicBezTo>
                <a:cubicBezTo>
                  <a:pt x="288548" y="30404"/>
                  <a:pt x="287459" y="35674"/>
                  <a:pt x="285280" y="40134"/>
                </a:cubicBezTo>
                <a:cubicBezTo>
                  <a:pt x="283101" y="44592"/>
                  <a:pt x="280085" y="48266"/>
                  <a:pt x="276233" y="51155"/>
                </a:cubicBezTo>
                <a:cubicBezTo>
                  <a:pt x="272383" y="54043"/>
                  <a:pt x="267797" y="56172"/>
                  <a:pt x="262475" y="57541"/>
                </a:cubicBezTo>
                <a:cubicBezTo>
                  <a:pt x="257154" y="58908"/>
                  <a:pt x="251302" y="59591"/>
                  <a:pt x="244918" y="59591"/>
                </a:cubicBezTo>
                <a:lnTo>
                  <a:pt x="228955" y="59591"/>
                </a:lnTo>
                <a:lnTo>
                  <a:pt x="221052" y="99725"/>
                </a:lnTo>
                <a:lnTo>
                  <a:pt x="209194" y="99725"/>
                </a:lnTo>
                <a:moveTo>
                  <a:pt x="230931" y="50016"/>
                </a:moveTo>
                <a:lnTo>
                  <a:pt x="245373" y="50016"/>
                </a:lnTo>
                <a:cubicBezTo>
                  <a:pt x="255711" y="50016"/>
                  <a:pt x="263539" y="47989"/>
                  <a:pt x="268859" y="43936"/>
                </a:cubicBezTo>
                <a:cubicBezTo>
                  <a:pt x="274180" y="39881"/>
                  <a:pt x="276841" y="33851"/>
                  <a:pt x="276841" y="25845"/>
                </a:cubicBezTo>
                <a:cubicBezTo>
                  <a:pt x="276841" y="20068"/>
                  <a:pt x="274916" y="15887"/>
                  <a:pt x="271065" y="13303"/>
                </a:cubicBezTo>
                <a:cubicBezTo>
                  <a:pt x="267214" y="10719"/>
                  <a:pt x="261640" y="9427"/>
                  <a:pt x="254343" y="9427"/>
                </a:cubicBezTo>
                <a:lnTo>
                  <a:pt x="238989" y="9427"/>
                </a:lnTo>
                <a:lnTo>
                  <a:pt x="230931" y="50016"/>
                </a:lnTo>
                <a:close/>
                <a:moveTo>
                  <a:pt x="315257" y="101549"/>
                </a:moveTo>
                <a:cubicBezTo>
                  <a:pt x="308772" y="101549"/>
                  <a:pt x="303603" y="99268"/>
                  <a:pt x="299751" y="94708"/>
                </a:cubicBezTo>
                <a:cubicBezTo>
                  <a:pt x="295900" y="90148"/>
                  <a:pt x="293975" y="83510"/>
                  <a:pt x="293975" y="74794"/>
                </a:cubicBezTo>
                <a:cubicBezTo>
                  <a:pt x="293975" y="67701"/>
                  <a:pt x="295089" y="61063"/>
                  <a:pt x="297317" y="54880"/>
                </a:cubicBezTo>
                <a:cubicBezTo>
                  <a:pt x="299547" y="48697"/>
                  <a:pt x="302537" y="43326"/>
                  <a:pt x="306287" y="38766"/>
                </a:cubicBezTo>
                <a:cubicBezTo>
                  <a:pt x="310037" y="34205"/>
                  <a:pt x="314294" y="30607"/>
                  <a:pt x="319057" y="27972"/>
                </a:cubicBezTo>
                <a:cubicBezTo>
                  <a:pt x="323821" y="25337"/>
                  <a:pt x="328788" y="24020"/>
                  <a:pt x="333956" y="24020"/>
                </a:cubicBezTo>
                <a:cubicBezTo>
                  <a:pt x="337909" y="24020"/>
                  <a:pt x="341430" y="25033"/>
                  <a:pt x="344519" y="27061"/>
                </a:cubicBezTo>
                <a:cubicBezTo>
                  <a:pt x="347611" y="29088"/>
                  <a:pt x="350019" y="31773"/>
                  <a:pt x="351743" y="35117"/>
                </a:cubicBezTo>
                <a:lnTo>
                  <a:pt x="352351" y="35117"/>
                </a:lnTo>
                <a:lnTo>
                  <a:pt x="355238" y="25845"/>
                </a:lnTo>
                <a:lnTo>
                  <a:pt x="364663" y="25845"/>
                </a:lnTo>
                <a:lnTo>
                  <a:pt x="349917" y="99725"/>
                </a:lnTo>
                <a:lnTo>
                  <a:pt x="340339" y="99725"/>
                </a:lnTo>
                <a:lnTo>
                  <a:pt x="341557" y="88779"/>
                </a:lnTo>
                <a:lnTo>
                  <a:pt x="340950" y="88779"/>
                </a:lnTo>
                <a:cubicBezTo>
                  <a:pt x="337402" y="92631"/>
                  <a:pt x="333398" y="95722"/>
                  <a:pt x="328939" y="98053"/>
                </a:cubicBezTo>
                <a:cubicBezTo>
                  <a:pt x="324480" y="100383"/>
                  <a:pt x="319920" y="101549"/>
                  <a:pt x="315257" y="101549"/>
                </a:cubicBezTo>
                <a:moveTo>
                  <a:pt x="319514" y="91820"/>
                </a:moveTo>
                <a:cubicBezTo>
                  <a:pt x="323364" y="91820"/>
                  <a:pt x="327292" y="90680"/>
                  <a:pt x="331295" y="88401"/>
                </a:cubicBezTo>
                <a:cubicBezTo>
                  <a:pt x="335299" y="86120"/>
                  <a:pt x="339125" y="82547"/>
                  <a:pt x="342773" y="77682"/>
                </a:cubicBezTo>
                <a:lnTo>
                  <a:pt x="349463" y="44695"/>
                </a:lnTo>
                <a:cubicBezTo>
                  <a:pt x="347333" y="40844"/>
                  <a:pt x="345001" y="38057"/>
                  <a:pt x="342467" y="36335"/>
                </a:cubicBezTo>
                <a:cubicBezTo>
                  <a:pt x="339934" y="34610"/>
                  <a:pt x="337248" y="33748"/>
                  <a:pt x="334411" y="33748"/>
                </a:cubicBezTo>
                <a:cubicBezTo>
                  <a:pt x="330763" y="33748"/>
                  <a:pt x="327216" y="34838"/>
                  <a:pt x="323770" y="37017"/>
                </a:cubicBezTo>
                <a:cubicBezTo>
                  <a:pt x="320325" y="39195"/>
                  <a:pt x="317285" y="42110"/>
                  <a:pt x="314650" y="45759"/>
                </a:cubicBezTo>
                <a:cubicBezTo>
                  <a:pt x="312015" y="49407"/>
                  <a:pt x="309911" y="53588"/>
                  <a:pt x="308340" y="58301"/>
                </a:cubicBezTo>
                <a:cubicBezTo>
                  <a:pt x="306769" y="63013"/>
                  <a:pt x="305984" y="67903"/>
                  <a:pt x="305984" y="72971"/>
                </a:cubicBezTo>
                <a:cubicBezTo>
                  <a:pt x="305984" y="79354"/>
                  <a:pt x="307200" y="84092"/>
                  <a:pt x="309632" y="87183"/>
                </a:cubicBezTo>
                <a:cubicBezTo>
                  <a:pt x="312065" y="90274"/>
                  <a:pt x="315359" y="91820"/>
                  <a:pt x="319514" y="91820"/>
                </a:cubicBezTo>
                <a:close/>
                <a:moveTo>
                  <a:pt x="374195" y="99725"/>
                </a:moveTo>
                <a:lnTo>
                  <a:pt x="388788" y="25845"/>
                </a:lnTo>
                <a:lnTo>
                  <a:pt x="398366" y="25845"/>
                </a:lnTo>
                <a:lnTo>
                  <a:pt x="396694" y="39981"/>
                </a:lnTo>
                <a:lnTo>
                  <a:pt x="397301" y="39981"/>
                </a:lnTo>
                <a:cubicBezTo>
                  <a:pt x="400241" y="35421"/>
                  <a:pt x="403662" y="31620"/>
                  <a:pt x="407563" y="28580"/>
                </a:cubicBezTo>
                <a:cubicBezTo>
                  <a:pt x="411465" y="25540"/>
                  <a:pt x="415696" y="24020"/>
                  <a:pt x="420256" y="24020"/>
                </a:cubicBezTo>
                <a:cubicBezTo>
                  <a:pt x="422789" y="24020"/>
                  <a:pt x="425121" y="24476"/>
                  <a:pt x="427250" y="25388"/>
                </a:cubicBezTo>
                <a:lnTo>
                  <a:pt x="423144" y="35725"/>
                </a:lnTo>
                <a:cubicBezTo>
                  <a:pt x="421524" y="34914"/>
                  <a:pt x="419396" y="34509"/>
                  <a:pt x="416761" y="34509"/>
                </a:cubicBezTo>
                <a:cubicBezTo>
                  <a:pt x="413111" y="34509"/>
                  <a:pt x="409361" y="36080"/>
                  <a:pt x="405510" y="39223"/>
                </a:cubicBezTo>
                <a:cubicBezTo>
                  <a:pt x="401660" y="42363"/>
                  <a:pt x="398163" y="46974"/>
                  <a:pt x="395021" y="53054"/>
                </a:cubicBezTo>
                <a:lnTo>
                  <a:pt x="385747" y="99725"/>
                </a:lnTo>
                <a:lnTo>
                  <a:pt x="374195" y="99725"/>
                </a:lnTo>
                <a:close/>
                <a:moveTo>
                  <a:pt x="448335" y="101549"/>
                </a:moveTo>
                <a:cubicBezTo>
                  <a:pt x="441849" y="101549"/>
                  <a:pt x="436680" y="99268"/>
                  <a:pt x="432828" y="94708"/>
                </a:cubicBezTo>
                <a:cubicBezTo>
                  <a:pt x="428977" y="90148"/>
                  <a:pt x="427052" y="83510"/>
                  <a:pt x="427052" y="74794"/>
                </a:cubicBezTo>
                <a:cubicBezTo>
                  <a:pt x="427052" y="67701"/>
                  <a:pt x="428166" y="61063"/>
                  <a:pt x="430395" y="54880"/>
                </a:cubicBezTo>
                <a:cubicBezTo>
                  <a:pt x="432625" y="48697"/>
                  <a:pt x="435615" y="43326"/>
                  <a:pt x="439365" y="38766"/>
                </a:cubicBezTo>
                <a:cubicBezTo>
                  <a:pt x="443115" y="34205"/>
                  <a:pt x="447371" y="30607"/>
                  <a:pt x="452134" y="27972"/>
                </a:cubicBezTo>
                <a:cubicBezTo>
                  <a:pt x="456899" y="25337"/>
                  <a:pt x="461865" y="24020"/>
                  <a:pt x="467033" y="24020"/>
                </a:cubicBezTo>
                <a:cubicBezTo>
                  <a:pt x="470986" y="24020"/>
                  <a:pt x="474507" y="25033"/>
                  <a:pt x="477597" y="27061"/>
                </a:cubicBezTo>
                <a:cubicBezTo>
                  <a:pt x="480688" y="29088"/>
                  <a:pt x="483096" y="31773"/>
                  <a:pt x="484820" y="35117"/>
                </a:cubicBezTo>
                <a:lnTo>
                  <a:pt x="485428" y="35117"/>
                </a:lnTo>
                <a:lnTo>
                  <a:pt x="488316" y="25845"/>
                </a:lnTo>
                <a:lnTo>
                  <a:pt x="497740" y="25845"/>
                </a:lnTo>
                <a:lnTo>
                  <a:pt x="482994" y="99725"/>
                </a:lnTo>
                <a:lnTo>
                  <a:pt x="473417" y="99725"/>
                </a:lnTo>
                <a:lnTo>
                  <a:pt x="474634" y="88779"/>
                </a:lnTo>
                <a:lnTo>
                  <a:pt x="474027" y="88779"/>
                </a:lnTo>
                <a:cubicBezTo>
                  <a:pt x="470479" y="92631"/>
                  <a:pt x="466476" y="95722"/>
                  <a:pt x="462016" y="98053"/>
                </a:cubicBezTo>
                <a:cubicBezTo>
                  <a:pt x="457557" y="100383"/>
                  <a:pt x="452997" y="101549"/>
                  <a:pt x="448335" y="101549"/>
                </a:cubicBezTo>
                <a:moveTo>
                  <a:pt x="452591" y="91820"/>
                </a:moveTo>
                <a:cubicBezTo>
                  <a:pt x="456442" y="91820"/>
                  <a:pt x="460369" y="90680"/>
                  <a:pt x="464372" y="88401"/>
                </a:cubicBezTo>
                <a:cubicBezTo>
                  <a:pt x="468376" y="86120"/>
                  <a:pt x="472202" y="82547"/>
                  <a:pt x="475850" y="77682"/>
                </a:cubicBezTo>
                <a:lnTo>
                  <a:pt x="482540" y="44695"/>
                </a:lnTo>
                <a:cubicBezTo>
                  <a:pt x="480410" y="40844"/>
                  <a:pt x="478078" y="38057"/>
                  <a:pt x="475544" y="36335"/>
                </a:cubicBezTo>
                <a:cubicBezTo>
                  <a:pt x="473011" y="34610"/>
                  <a:pt x="470325" y="33748"/>
                  <a:pt x="467488" y="33748"/>
                </a:cubicBezTo>
                <a:cubicBezTo>
                  <a:pt x="463840" y="33748"/>
                  <a:pt x="460293" y="34838"/>
                  <a:pt x="456848" y="37017"/>
                </a:cubicBezTo>
                <a:cubicBezTo>
                  <a:pt x="453402" y="39195"/>
                  <a:pt x="450362" y="42110"/>
                  <a:pt x="447727" y="45759"/>
                </a:cubicBezTo>
                <a:cubicBezTo>
                  <a:pt x="445092" y="49407"/>
                  <a:pt x="442989" y="53588"/>
                  <a:pt x="441417" y="58301"/>
                </a:cubicBezTo>
                <a:cubicBezTo>
                  <a:pt x="439846" y="63013"/>
                  <a:pt x="439061" y="67903"/>
                  <a:pt x="439061" y="72971"/>
                </a:cubicBezTo>
                <a:cubicBezTo>
                  <a:pt x="439061" y="79354"/>
                  <a:pt x="440277" y="84092"/>
                  <a:pt x="442709" y="87183"/>
                </a:cubicBezTo>
                <a:cubicBezTo>
                  <a:pt x="445142" y="90274"/>
                  <a:pt x="448436" y="91820"/>
                  <a:pt x="452591" y="91820"/>
                </a:cubicBezTo>
                <a:close/>
                <a:moveTo>
                  <a:pt x="507273" y="99725"/>
                </a:moveTo>
                <a:lnTo>
                  <a:pt x="521866" y="25845"/>
                </a:lnTo>
                <a:lnTo>
                  <a:pt x="531443" y="25845"/>
                </a:lnTo>
                <a:lnTo>
                  <a:pt x="530379" y="36942"/>
                </a:lnTo>
                <a:lnTo>
                  <a:pt x="530987" y="36942"/>
                </a:lnTo>
                <a:cubicBezTo>
                  <a:pt x="534839" y="33293"/>
                  <a:pt x="538893" y="30227"/>
                  <a:pt x="543148" y="27745"/>
                </a:cubicBezTo>
                <a:cubicBezTo>
                  <a:pt x="547406" y="25262"/>
                  <a:pt x="551460" y="24020"/>
                  <a:pt x="555310" y="24020"/>
                </a:cubicBezTo>
                <a:cubicBezTo>
                  <a:pt x="558250" y="24020"/>
                  <a:pt x="560733" y="24400"/>
                  <a:pt x="562758" y="25161"/>
                </a:cubicBezTo>
                <a:cubicBezTo>
                  <a:pt x="564786" y="25920"/>
                  <a:pt x="566458" y="26934"/>
                  <a:pt x="567776" y="28202"/>
                </a:cubicBezTo>
                <a:cubicBezTo>
                  <a:pt x="569093" y="29469"/>
                  <a:pt x="570106" y="30989"/>
                  <a:pt x="570814" y="32762"/>
                </a:cubicBezTo>
                <a:cubicBezTo>
                  <a:pt x="571524" y="34535"/>
                  <a:pt x="572032" y="36434"/>
                  <a:pt x="572336" y="38462"/>
                </a:cubicBezTo>
                <a:cubicBezTo>
                  <a:pt x="577099" y="33901"/>
                  <a:pt x="581685" y="30355"/>
                  <a:pt x="586094" y="27822"/>
                </a:cubicBezTo>
                <a:cubicBezTo>
                  <a:pt x="590503" y="25287"/>
                  <a:pt x="594632" y="24020"/>
                  <a:pt x="598483" y="24020"/>
                </a:cubicBezTo>
                <a:cubicBezTo>
                  <a:pt x="604666" y="24020"/>
                  <a:pt x="609125" y="25641"/>
                  <a:pt x="611860" y="28884"/>
                </a:cubicBezTo>
                <a:cubicBezTo>
                  <a:pt x="614597" y="32127"/>
                  <a:pt x="615966" y="36637"/>
                  <a:pt x="615966" y="42414"/>
                </a:cubicBezTo>
                <a:cubicBezTo>
                  <a:pt x="615966" y="44137"/>
                  <a:pt x="615865" y="45758"/>
                  <a:pt x="615662" y="47279"/>
                </a:cubicBezTo>
                <a:cubicBezTo>
                  <a:pt x="615460" y="48799"/>
                  <a:pt x="615156" y="50572"/>
                  <a:pt x="614751" y="52600"/>
                </a:cubicBezTo>
                <a:lnTo>
                  <a:pt x="605324" y="99725"/>
                </a:lnTo>
                <a:lnTo>
                  <a:pt x="593619" y="99725"/>
                </a:lnTo>
                <a:lnTo>
                  <a:pt x="602893" y="54119"/>
                </a:lnTo>
                <a:cubicBezTo>
                  <a:pt x="603298" y="52092"/>
                  <a:pt x="603602" y="50470"/>
                  <a:pt x="603804" y="49255"/>
                </a:cubicBezTo>
                <a:cubicBezTo>
                  <a:pt x="604007" y="48039"/>
                  <a:pt x="604108" y="46773"/>
                  <a:pt x="604108" y="45455"/>
                </a:cubicBezTo>
                <a:cubicBezTo>
                  <a:pt x="604108" y="37853"/>
                  <a:pt x="600510" y="34052"/>
                  <a:pt x="593315" y="34052"/>
                </a:cubicBezTo>
                <a:cubicBezTo>
                  <a:pt x="591187" y="34052"/>
                  <a:pt x="588298" y="35117"/>
                  <a:pt x="584649" y="37246"/>
                </a:cubicBezTo>
                <a:cubicBezTo>
                  <a:pt x="581001" y="39374"/>
                  <a:pt x="576948" y="42769"/>
                  <a:pt x="572489" y="47432"/>
                </a:cubicBezTo>
                <a:lnTo>
                  <a:pt x="562000" y="99725"/>
                </a:lnTo>
                <a:lnTo>
                  <a:pt x="550446" y="99725"/>
                </a:lnTo>
                <a:lnTo>
                  <a:pt x="559567" y="54119"/>
                </a:lnTo>
                <a:cubicBezTo>
                  <a:pt x="559972" y="52092"/>
                  <a:pt x="560276" y="50470"/>
                  <a:pt x="560478" y="49255"/>
                </a:cubicBezTo>
                <a:cubicBezTo>
                  <a:pt x="560681" y="48039"/>
                  <a:pt x="560782" y="46773"/>
                  <a:pt x="560782" y="45455"/>
                </a:cubicBezTo>
                <a:cubicBezTo>
                  <a:pt x="560782" y="37853"/>
                  <a:pt x="557235" y="34052"/>
                  <a:pt x="550142" y="34052"/>
                </a:cubicBezTo>
                <a:cubicBezTo>
                  <a:pt x="547912" y="34052"/>
                  <a:pt x="544972" y="35117"/>
                  <a:pt x="541323" y="37246"/>
                </a:cubicBezTo>
                <a:cubicBezTo>
                  <a:pt x="537675" y="39374"/>
                  <a:pt x="533672" y="42769"/>
                  <a:pt x="529314" y="47432"/>
                </a:cubicBezTo>
                <a:lnTo>
                  <a:pt x="518825" y="99725"/>
                </a:lnTo>
                <a:lnTo>
                  <a:pt x="507273" y="99725"/>
                </a:lnTo>
                <a:close/>
                <a:moveTo>
                  <a:pt x="630362" y="70691"/>
                </a:moveTo>
                <a:cubicBezTo>
                  <a:pt x="630362" y="63698"/>
                  <a:pt x="631528" y="57338"/>
                  <a:pt x="633858" y="51612"/>
                </a:cubicBezTo>
                <a:cubicBezTo>
                  <a:pt x="636189" y="45885"/>
                  <a:pt x="639203" y="40970"/>
                  <a:pt x="642902" y="36866"/>
                </a:cubicBezTo>
                <a:cubicBezTo>
                  <a:pt x="646603" y="32762"/>
                  <a:pt x="650809" y="29595"/>
                  <a:pt x="655521" y="27365"/>
                </a:cubicBezTo>
                <a:cubicBezTo>
                  <a:pt x="660233" y="25135"/>
                  <a:pt x="665022" y="24020"/>
                  <a:pt x="669887" y="24020"/>
                </a:cubicBezTo>
                <a:cubicBezTo>
                  <a:pt x="674042" y="24020"/>
                  <a:pt x="677564" y="24704"/>
                  <a:pt x="680452" y="26073"/>
                </a:cubicBezTo>
                <a:cubicBezTo>
                  <a:pt x="683341" y="27441"/>
                  <a:pt x="685697" y="29316"/>
                  <a:pt x="687520" y="31698"/>
                </a:cubicBezTo>
                <a:cubicBezTo>
                  <a:pt x="689345" y="34079"/>
                  <a:pt x="690663" y="36917"/>
                  <a:pt x="691473" y="40211"/>
                </a:cubicBezTo>
                <a:cubicBezTo>
                  <a:pt x="692285" y="43505"/>
                  <a:pt x="692691" y="47026"/>
                  <a:pt x="692691" y="50774"/>
                </a:cubicBezTo>
                <a:cubicBezTo>
                  <a:pt x="692691" y="53714"/>
                  <a:pt x="692386" y="56501"/>
                  <a:pt x="691777" y="59137"/>
                </a:cubicBezTo>
                <a:cubicBezTo>
                  <a:pt x="691169" y="61772"/>
                  <a:pt x="690612" y="63798"/>
                  <a:pt x="690104" y="65216"/>
                </a:cubicBezTo>
                <a:lnTo>
                  <a:pt x="642067" y="65216"/>
                </a:lnTo>
                <a:cubicBezTo>
                  <a:pt x="641357" y="69981"/>
                  <a:pt x="641408" y="74060"/>
                  <a:pt x="642218" y="77455"/>
                </a:cubicBezTo>
                <a:cubicBezTo>
                  <a:pt x="643030" y="80849"/>
                  <a:pt x="644373" y="83661"/>
                  <a:pt x="646247" y="85891"/>
                </a:cubicBezTo>
                <a:cubicBezTo>
                  <a:pt x="648123" y="88121"/>
                  <a:pt x="650429" y="89743"/>
                  <a:pt x="653164" y="90758"/>
                </a:cubicBezTo>
                <a:cubicBezTo>
                  <a:pt x="655902" y="91771"/>
                  <a:pt x="658892" y="92277"/>
                  <a:pt x="662134" y="92277"/>
                </a:cubicBezTo>
                <a:cubicBezTo>
                  <a:pt x="665073" y="92277"/>
                  <a:pt x="667986" y="91644"/>
                  <a:pt x="670875" y="90377"/>
                </a:cubicBezTo>
                <a:cubicBezTo>
                  <a:pt x="673763" y="89109"/>
                  <a:pt x="676373" y="87614"/>
                  <a:pt x="678703" y="85891"/>
                </a:cubicBezTo>
                <a:lnTo>
                  <a:pt x="683264" y="93646"/>
                </a:lnTo>
                <a:cubicBezTo>
                  <a:pt x="680326" y="95773"/>
                  <a:pt x="676829" y="97623"/>
                  <a:pt x="672774" y="99194"/>
                </a:cubicBezTo>
                <a:cubicBezTo>
                  <a:pt x="668721" y="100764"/>
                  <a:pt x="664262" y="101549"/>
                  <a:pt x="659397" y="101549"/>
                </a:cubicBezTo>
                <a:cubicBezTo>
                  <a:pt x="650581" y="101549"/>
                  <a:pt x="643538" y="98889"/>
                  <a:pt x="638268" y="93569"/>
                </a:cubicBezTo>
                <a:cubicBezTo>
                  <a:pt x="632998" y="88248"/>
                  <a:pt x="630362" y="80622"/>
                  <a:pt x="630362" y="70691"/>
                </a:cubicBezTo>
                <a:moveTo>
                  <a:pt x="643283" y="57311"/>
                </a:moveTo>
                <a:lnTo>
                  <a:pt x="682048" y="57311"/>
                </a:lnTo>
                <a:cubicBezTo>
                  <a:pt x="682251" y="56096"/>
                  <a:pt x="682428" y="54880"/>
                  <a:pt x="682580" y="53665"/>
                </a:cubicBezTo>
                <a:cubicBezTo>
                  <a:pt x="682733" y="52448"/>
                  <a:pt x="682809" y="51130"/>
                  <a:pt x="682809" y="49712"/>
                </a:cubicBezTo>
                <a:cubicBezTo>
                  <a:pt x="682809" y="47582"/>
                  <a:pt x="682556" y="45530"/>
                  <a:pt x="682048" y="43553"/>
                </a:cubicBezTo>
                <a:cubicBezTo>
                  <a:pt x="681541" y="41577"/>
                  <a:pt x="680730" y="39829"/>
                  <a:pt x="679615" y="38309"/>
                </a:cubicBezTo>
                <a:cubicBezTo>
                  <a:pt x="678502" y="36788"/>
                  <a:pt x="677033" y="35573"/>
                  <a:pt x="675208" y="34662"/>
                </a:cubicBezTo>
                <a:cubicBezTo>
                  <a:pt x="673383" y="33750"/>
                  <a:pt x="671153" y="33294"/>
                  <a:pt x="668518" y="33294"/>
                </a:cubicBezTo>
                <a:cubicBezTo>
                  <a:pt x="665782" y="33294"/>
                  <a:pt x="663123" y="33851"/>
                  <a:pt x="660538" y="34966"/>
                </a:cubicBezTo>
                <a:cubicBezTo>
                  <a:pt x="657954" y="36081"/>
                  <a:pt x="655547" y="37702"/>
                  <a:pt x="653317" y="39830"/>
                </a:cubicBezTo>
                <a:cubicBezTo>
                  <a:pt x="651088" y="41958"/>
                  <a:pt x="649086" y="44492"/>
                  <a:pt x="647312" y="47432"/>
                </a:cubicBezTo>
                <a:cubicBezTo>
                  <a:pt x="645538" y="50370"/>
                  <a:pt x="644195" y="53663"/>
                  <a:pt x="643283" y="57311"/>
                </a:cubicBezTo>
                <a:close/>
                <a:moveTo>
                  <a:pt x="726088" y="101549"/>
                </a:moveTo>
                <a:cubicBezTo>
                  <a:pt x="722845" y="101549"/>
                  <a:pt x="720108" y="101118"/>
                  <a:pt x="717878" y="100257"/>
                </a:cubicBezTo>
                <a:cubicBezTo>
                  <a:pt x="715649" y="99395"/>
                  <a:pt x="713824" y="98230"/>
                  <a:pt x="712404" y="96761"/>
                </a:cubicBezTo>
                <a:cubicBezTo>
                  <a:pt x="710986" y="95292"/>
                  <a:pt x="709973" y="93569"/>
                  <a:pt x="709365" y="91593"/>
                </a:cubicBezTo>
                <a:cubicBezTo>
                  <a:pt x="708758" y="89616"/>
                  <a:pt x="708454" y="87463"/>
                  <a:pt x="708454" y="85133"/>
                </a:cubicBezTo>
                <a:cubicBezTo>
                  <a:pt x="708454" y="83612"/>
                  <a:pt x="708530" y="82219"/>
                  <a:pt x="708681" y="80953"/>
                </a:cubicBezTo>
                <a:cubicBezTo>
                  <a:pt x="708834" y="79685"/>
                  <a:pt x="709012" y="78341"/>
                  <a:pt x="709215" y="76923"/>
                </a:cubicBezTo>
                <a:lnTo>
                  <a:pt x="717878" y="35270"/>
                </a:lnTo>
                <a:lnTo>
                  <a:pt x="707085" y="35270"/>
                </a:lnTo>
                <a:lnTo>
                  <a:pt x="708758" y="26604"/>
                </a:lnTo>
                <a:lnTo>
                  <a:pt x="720312" y="25845"/>
                </a:lnTo>
                <a:lnTo>
                  <a:pt x="725784" y="5474"/>
                </a:lnTo>
                <a:lnTo>
                  <a:pt x="735665" y="5474"/>
                </a:lnTo>
                <a:lnTo>
                  <a:pt x="731560" y="25845"/>
                </a:lnTo>
                <a:lnTo>
                  <a:pt x="750258" y="25845"/>
                </a:lnTo>
                <a:lnTo>
                  <a:pt x="748435" y="35270"/>
                </a:lnTo>
                <a:lnTo>
                  <a:pt x="729433" y="35270"/>
                </a:lnTo>
                <a:lnTo>
                  <a:pt x="720766" y="77531"/>
                </a:lnTo>
                <a:cubicBezTo>
                  <a:pt x="720463" y="79354"/>
                  <a:pt x="720312" y="81178"/>
                  <a:pt x="720312" y="83003"/>
                </a:cubicBezTo>
                <a:cubicBezTo>
                  <a:pt x="720312" y="86043"/>
                  <a:pt x="720995" y="88324"/>
                  <a:pt x="722362" y="89844"/>
                </a:cubicBezTo>
                <a:cubicBezTo>
                  <a:pt x="723731" y="91364"/>
                  <a:pt x="726189" y="92124"/>
                  <a:pt x="729736" y="92124"/>
                </a:cubicBezTo>
                <a:cubicBezTo>
                  <a:pt x="731156" y="92124"/>
                  <a:pt x="732524" y="91871"/>
                  <a:pt x="733840" y="91365"/>
                </a:cubicBezTo>
                <a:cubicBezTo>
                  <a:pt x="735157" y="90858"/>
                  <a:pt x="736374" y="90351"/>
                  <a:pt x="737489" y="89844"/>
                </a:cubicBezTo>
                <a:lnTo>
                  <a:pt x="740073" y="98206"/>
                </a:lnTo>
                <a:cubicBezTo>
                  <a:pt x="738350" y="99016"/>
                  <a:pt x="736323" y="99776"/>
                  <a:pt x="733993" y="100484"/>
                </a:cubicBezTo>
                <a:cubicBezTo>
                  <a:pt x="731662" y="101194"/>
                  <a:pt x="729027" y="101549"/>
                  <a:pt x="726088" y="101549"/>
                </a:cubicBezTo>
                <a:close/>
                <a:moveTo>
                  <a:pt x="752495" y="70691"/>
                </a:moveTo>
                <a:cubicBezTo>
                  <a:pt x="752495" y="63698"/>
                  <a:pt x="753660" y="57338"/>
                  <a:pt x="755991" y="51612"/>
                </a:cubicBezTo>
                <a:cubicBezTo>
                  <a:pt x="758321" y="45885"/>
                  <a:pt x="761336" y="40970"/>
                  <a:pt x="765035" y="36866"/>
                </a:cubicBezTo>
                <a:cubicBezTo>
                  <a:pt x="768735" y="32762"/>
                  <a:pt x="772942" y="29595"/>
                  <a:pt x="777654" y="27365"/>
                </a:cubicBezTo>
                <a:cubicBezTo>
                  <a:pt x="782365" y="25135"/>
                  <a:pt x="787154" y="24020"/>
                  <a:pt x="792019" y="24020"/>
                </a:cubicBezTo>
                <a:cubicBezTo>
                  <a:pt x="796174" y="24020"/>
                  <a:pt x="799696" y="24704"/>
                  <a:pt x="802585" y="26073"/>
                </a:cubicBezTo>
                <a:cubicBezTo>
                  <a:pt x="805474" y="27441"/>
                  <a:pt x="807830" y="29316"/>
                  <a:pt x="809653" y="31698"/>
                </a:cubicBezTo>
                <a:cubicBezTo>
                  <a:pt x="811478" y="34079"/>
                  <a:pt x="812795" y="36917"/>
                  <a:pt x="813605" y="40211"/>
                </a:cubicBezTo>
                <a:cubicBezTo>
                  <a:pt x="814417" y="43505"/>
                  <a:pt x="814823" y="47026"/>
                  <a:pt x="814823" y="50774"/>
                </a:cubicBezTo>
                <a:cubicBezTo>
                  <a:pt x="814823" y="53714"/>
                  <a:pt x="814519" y="56501"/>
                  <a:pt x="813909" y="59137"/>
                </a:cubicBezTo>
                <a:cubicBezTo>
                  <a:pt x="813302" y="61772"/>
                  <a:pt x="812744" y="63798"/>
                  <a:pt x="812237" y="65216"/>
                </a:cubicBezTo>
                <a:lnTo>
                  <a:pt x="764200" y="65216"/>
                </a:lnTo>
                <a:cubicBezTo>
                  <a:pt x="763490" y="69981"/>
                  <a:pt x="763540" y="74060"/>
                  <a:pt x="764350" y="77455"/>
                </a:cubicBezTo>
                <a:cubicBezTo>
                  <a:pt x="765162" y="80849"/>
                  <a:pt x="766505" y="83661"/>
                  <a:pt x="768380" y="85891"/>
                </a:cubicBezTo>
                <a:cubicBezTo>
                  <a:pt x="770255" y="88121"/>
                  <a:pt x="772561" y="89743"/>
                  <a:pt x="775297" y="90758"/>
                </a:cubicBezTo>
                <a:cubicBezTo>
                  <a:pt x="778034" y="91771"/>
                  <a:pt x="781024" y="92277"/>
                  <a:pt x="784267" y="92277"/>
                </a:cubicBezTo>
                <a:cubicBezTo>
                  <a:pt x="787205" y="92277"/>
                  <a:pt x="790118" y="91644"/>
                  <a:pt x="793007" y="90377"/>
                </a:cubicBezTo>
                <a:cubicBezTo>
                  <a:pt x="795896" y="89109"/>
                  <a:pt x="798505" y="87614"/>
                  <a:pt x="800836" y="85891"/>
                </a:cubicBezTo>
                <a:lnTo>
                  <a:pt x="805396" y="93646"/>
                </a:lnTo>
                <a:cubicBezTo>
                  <a:pt x="802458" y="95773"/>
                  <a:pt x="798962" y="97623"/>
                  <a:pt x="794907" y="99194"/>
                </a:cubicBezTo>
                <a:cubicBezTo>
                  <a:pt x="790854" y="100764"/>
                  <a:pt x="786395" y="101549"/>
                  <a:pt x="781530" y="101549"/>
                </a:cubicBezTo>
                <a:cubicBezTo>
                  <a:pt x="772713" y="101549"/>
                  <a:pt x="765670" y="98889"/>
                  <a:pt x="760400" y="93569"/>
                </a:cubicBezTo>
                <a:cubicBezTo>
                  <a:pt x="755130" y="88248"/>
                  <a:pt x="752495" y="80622"/>
                  <a:pt x="752495" y="70691"/>
                </a:cubicBezTo>
                <a:moveTo>
                  <a:pt x="765415" y="57311"/>
                </a:moveTo>
                <a:lnTo>
                  <a:pt x="804181" y="57311"/>
                </a:lnTo>
                <a:cubicBezTo>
                  <a:pt x="804383" y="56096"/>
                  <a:pt x="804560" y="54880"/>
                  <a:pt x="804712" y="53665"/>
                </a:cubicBezTo>
                <a:cubicBezTo>
                  <a:pt x="804865" y="52448"/>
                  <a:pt x="804942" y="51130"/>
                  <a:pt x="804942" y="49712"/>
                </a:cubicBezTo>
                <a:cubicBezTo>
                  <a:pt x="804942" y="47582"/>
                  <a:pt x="804688" y="45530"/>
                  <a:pt x="804181" y="43553"/>
                </a:cubicBezTo>
                <a:cubicBezTo>
                  <a:pt x="803674" y="41577"/>
                  <a:pt x="802862" y="39829"/>
                  <a:pt x="801747" y="38309"/>
                </a:cubicBezTo>
                <a:cubicBezTo>
                  <a:pt x="800634" y="36788"/>
                  <a:pt x="799165" y="35573"/>
                  <a:pt x="797340" y="34662"/>
                </a:cubicBezTo>
                <a:cubicBezTo>
                  <a:pt x="795515" y="33750"/>
                  <a:pt x="793285" y="33294"/>
                  <a:pt x="790650" y="33294"/>
                </a:cubicBezTo>
                <a:cubicBezTo>
                  <a:pt x="787915" y="33294"/>
                  <a:pt x="785255" y="33851"/>
                  <a:pt x="782671" y="34966"/>
                </a:cubicBezTo>
                <a:cubicBezTo>
                  <a:pt x="780087" y="36081"/>
                  <a:pt x="777680" y="37702"/>
                  <a:pt x="775450" y="39830"/>
                </a:cubicBezTo>
                <a:cubicBezTo>
                  <a:pt x="773220" y="41958"/>
                  <a:pt x="771218" y="44492"/>
                  <a:pt x="769444" y="47432"/>
                </a:cubicBezTo>
                <a:cubicBezTo>
                  <a:pt x="767671" y="50370"/>
                  <a:pt x="766328" y="53663"/>
                  <a:pt x="765415" y="57311"/>
                </a:cubicBezTo>
                <a:close/>
                <a:moveTo>
                  <a:pt x="824811" y="99725"/>
                </a:moveTo>
                <a:lnTo>
                  <a:pt x="839403" y="25845"/>
                </a:lnTo>
                <a:lnTo>
                  <a:pt x="848981" y="25845"/>
                </a:lnTo>
                <a:lnTo>
                  <a:pt x="847309" y="39981"/>
                </a:lnTo>
                <a:lnTo>
                  <a:pt x="847916" y="39981"/>
                </a:lnTo>
                <a:cubicBezTo>
                  <a:pt x="850856" y="35421"/>
                  <a:pt x="854277" y="31620"/>
                  <a:pt x="858178" y="28580"/>
                </a:cubicBezTo>
                <a:cubicBezTo>
                  <a:pt x="862080" y="25540"/>
                  <a:pt x="866311" y="24020"/>
                  <a:pt x="870871" y="24020"/>
                </a:cubicBezTo>
                <a:cubicBezTo>
                  <a:pt x="873405" y="24020"/>
                  <a:pt x="875736" y="24476"/>
                  <a:pt x="877865" y="25388"/>
                </a:cubicBezTo>
                <a:lnTo>
                  <a:pt x="873759" y="35725"/>
                </a:lnTo>
                <a:cubicBezTo>
                  <a:pt x="872139" y="34914"/>
                  <a:pt x="870011" y="34509"/>
                  <a:pt x="867376" y="34509"/>
                </a:cubicBezTo>
                <a:cubicBezTo>
                  <a:pt x="863726" y="34509"/>
                  <a:pt x="859976" y="36080"/>
                  <a:pt x="856126" y="39223"/>
                </a:cubicBezTo>
                <a:cubicBezTo>
                  <a:pt x="852275" y="42363"/>
                  <a:pt x="848779" y="46974"/>
                  <a:pt x="845636" y="53054"/>
                </a:cubicBezTo>
                <a:lnTo>
                  <a:pt x="836362" y="99725"/>
                </a:lnTo>
                <a:lnTo>
                  <a:pt x="824811" y="9972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s(">
            <a:extLst xmlns:a="http://schemas.openxmlformats.org/drawingml/2006/main">
              <a:ext uri="{FF2B5EF4-FFF2-40B4-BE49-F238E27FC236}">
                <a16:creationId xmlns:a16="http://schemas.microsoft.com/office/drawing/2014/main" id="{0274A2CC-A3A6-46B7-9386-8BA6D321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825" y="3904634"/>
            <a:ext cx="115147" cy="137881"/>
          </a:xfrm>
          <a:custGeom xmlns:a="http://schemas.openxmlformats.org/drawingml/2006/main">
            <a:pathLst>
              <a:path w="115147" h="137881">
                <a:moveTo>
                  <a:pt x="25386" y="112950"/>
                </a:moveTo>
                <a:cubicBezTo>
                  <a:pt x="22955" y="112950"/>
                  <a:pt x="20498" y="112595"/>
                  <a:pt x="18014" y="111885"/>
                </a:cubicBezTo>
                <a:cubicBezTo>
                  <a:pt x="15531" y="111177"/>
                  <a:pt x="13148" y="110189"/>
                  <a:pt x="10867" y="108923"/>
                </a:cubicBezTo>
                <a:cubicBezTo>
                  <a:pt x="8588" y="107656"/>
                  <a:pt x="6510" y="106162"/>
                  <a:pt x="4635" y="104439"/>
                </a:cubicBezTo>
                <a:cubicBezTo>
                  <a:pt x="2760" y="102715"/>
                  <a:pt x="1215" y="100890"/>
                  <a:pt x="0" y="98965"/>
                </a:cubicBezTo>
                <a:lnTo>
                  <a:pt x="7298" y="93189"/>
                </a:lnTo>
                <a:cubicBezTo>
                  <a:pt x="9628" y="96431"/>
                  <a:pt x="12415" y="99041"/>
                  <a:pt x="15657" y="101017"/>
                </a:cubicBezTo>
                <a:cubicBezTo>
                  <a:pt x="18900" y="102994"/>
                  <a:pt x="22448" y="103982"/>
                  <a:pt x="26300" y="103982"/>
                </a:cubicBezTo>
                <a:cubicBezTo>
                  <a:pt x="28428" y="103982"/>
                  <a:pt x="30429" y="103652"/>
                  <a:pt x="32303" y="102994"/>
                </a:cubicBezTo>
                <a:cubicBezTo>
                  <a:pt x="34179" y="102335"/>
                  <a:pt x="35851" y="101448"/>
                  <a:pt x="37320" y="100333"/>
                </a:cubicBezTo>
                <a:cubicBezTo>
                  <a:pt x="38790" y="99218"/>
                  <a:pt x="39929" y="97926"/>
                  <a:pt x="40740" y="96457"/>
                </a:cubicBezTo>
                <a:cubicBezTo>
                  <a:pt x="41551" y="94988"/>
                  <a:pt x="41957" y="93391"/>
                  <a:pt x="41957" y="91667"/>
                </a:cubicBezTo>
                <a:cubicBezTo>
                  <a:pt x="41957" y="90349"/>
                  <a:pt x="41729" y="89134"/>
                  <a:pt x="41273" y="88021"/>
                </a:cubicBezTo>
                <a:cubicBezTo>
                  <a:pt x="40817" y="86906"/>
                  <a:pt x="40082" y="85816"/>
                  <a:pt x="39067" y="84752"/>
                </a:cubicBezTo>
                <a:cubicBezTo>
                  <a:pt x="38054" y="83687"/>
                  <a:pt x="36661" y="82597"/>
                  <a:pt x="34887" y="81484"/>
                </a:cubicBezTo>
                <a:cubicBezTo>
                  <a:pt x="33113" y="80369"/>
                  <a:pt x="30960" y="79102"/>
                  <a:pt x="28427" y="77682"/>
                </a:cubicBezTo>
                <a:cubicBezTo>
                  <a:pt x="22651" y="74540"/>
                  <a:pt x="18395" y="71448"/>
                  <a:pt x="15657" y="68408"/>
                </a:cubicBezTo>
                <a:cubicBezTo>
                  <a:pt x="12922" y="65368"/>
                  <a:pt x="11554" y="61720"/>
                  <a:pt x="11554" y="57464"/>
                </a:cubicBezTo>
                <a:cubicBezTo>
                  <a:pt x="11554" y="54221"/>
                  <a:pt x="12238" y="51232"/>
                  <a:pt x="13605" y="48496"/>
                </a:cubicBezTo>
                <a:cubicBezTo>
                  <a:pt x="14973" y="45759"/>
                  <a:pt x="16797" y="43428"/>
                  <a:pt x="19077" y="41503"/>
                </a:cubicBezTo>
                <a:cubicBezTo>
                  <a:pt x="21358" y="39576"/>
                  <a:pt x="24044" y="38081"/>
                  <a:pt x="27135" y="37017"/>
                </a:cubicBezTo>
                <a:cubicBezTo>
                  <a:pt x="30226" y="35953"/>
                  <a:pt x="33495" y="35421"/>
                  <a:pt x="36940" y="35421"/>
                </a:cubicBezTo>
                <a:cubicBezTo>
                  <a:pt x="41500" y="35421"/>
                  <a:pt x="45579" y="36333"/>
                  <a:pt x="49176" y="38158"/>
                </a:cubicBezTo>
                <a:cubicBezTo>
                  <a:pt x="52775" y="39981"/>
                  <a:pt x="55942" y="42363"/>
                  <a:pt x="58680" y="45302"/>
                </a:cubicBezTo>
                <a:lnTo>
                  <a:pt x="51990" y="51839"/>
                </a:lnTo>
                <a:cubicBezTo>
                  <a:pt x="49962" y="49812"/>
                  <a:pt x="47732" y="48089"/>
                  <a:pt x="45300" y="46671"/>
                </a:cubicBezTo>
                <a:cubicBezTo>
                  <a:pt x="42869" y="45251"/>
                  <a:pt x="39981" y="44541"/>
                  <a:pt x="36636" y="44541"/>
                </a:cubicBezTo>
                <a:cubicBezTo>
                  <a:pt x="32684" y="44541"/>
                  <a:pt x="29364" y="45682"/>
                  <a:pt x="26678" y="47963"/>
                </a:cubicBezTo>
                <a:cubicBezTo>
                  <a:pt x="23993" y="50242"/>
                  <a:pt x="22651" y="52953"/>
                  <a:pt x="22651" y="56096"/>
                </a:cubicBezTo>
                <a:cubicBezTo>
                  <a:pt x="22651" y="57616"/>
                  <a:pt x="23005" y="58984"/>
                  <a:pt x="23714" y="60201"/>
                </a:cubicBezTo>
                <a:cubicBezTo>
                  <a:pt x="24423" y="61417"/>
                  <a:pt x="25386" y="62532"/>
                  <a:pt x="26601" y="63546"/>
                </a:cubicBezTo>
                <a:cubicBezTo>
                  <a:pt x="27819" y="64559"/>
                  <a:pt x="29213" y="65522"/>
                  <a:pt x="30784" y="66434"/>
                </a:cubicBezTo>
                <a:cubicBezTo>
                  <a:pt x="32355" y="67345"/>
                  <a:pt x="34002" y="68257"/>
                  <a:pt x="35725" y="69169"/>
                </a:cubicBezTo>
                <a:cubicBezTo>
                  <a:pt x="39069" y="70994"/>
                  <a:pt x="41831" y="72742"/>
                  <a:pt x="44010" y="74414"/>
                </a:cubicBezTo>
                <a:cubicBezTo>
                  <a:pt x="46189" y="76085"/>
                  <a:pt x="47962" y="77758"/>
                  <a:pt x="49329" y="79431"/>
                </a:cubicBezTo>
                <a:cubicBezTo>
                  <a:pt x="50698" y="81103"/>
                  <a:pt x="51660" y="82800"/>
                  <a:pt x="52217" y="84523"/>
                </a:cubicBezTo>
                <a:cubicBezTo>
                  <a:pt x="52775" y="86245"/>
                  <a:pt x="53054" y="88120"/>
                  <a:pt x="53054" y="90148"/>
                </a:cubicBezTo>
                <a:cubicBezTo>
                  <a:pt x="53054" y="93593"/>
                  <a:pt x="52370" y="96735"/>
                  <a:pt x="51002" y="99572"/>
                </a:cubicBezTo>
                <a:cubicBezTo>
                  <a:pt x="49633" y="102410"/>
                  <a:pt x="47707" y="104817"/>
                  <a:pt x="45223" y="106793"/>
                </a:cubicBezTo>
                <a:cubicBezTo>
                  <a:pt x="42741" y="108770"/>
                  <a:pt x="39802" y="110290"/>
                  <a:pt x="36407" y="111354"/>
                </a:cubicBezTo>
                <a:cubicBezTo>
                  <a:pt x="33012" y="112418"/>
                  <a:pt x="29339" y="112950"/>
                  <a:pt x="25386" y="112950"/>
                </a:cubicBezTo>
                <a:close/>
                <a:moveTo>
                  <a:pt x="81550" y="137881"/>
                </a:moveTo>
                <a:cubicBezTo>
                  <a:pt x="79119" y="131395"/>
                  <a:pt x="77066" y="124047"/>
                  <a:pt x="75393" y="115837"/>
                </a:cubicBezTo>
                <a:cubicBezTo>
                  <a:pt x="73722" y="107629"/>
                  <a:pt x="72886" y="99319"/>
                  <a:pt x="72886" y="90908"/>
                </a:cubicBezTo>
                <a:cubicBezTo>
                  <a:pt x="72886" y="82091"/>
                  <a:pt x="73671" y="73729"/>
                  <a:pt x="75240" y="65824"/>
                </a:cubicBezTo>
                <a:cubicBezTo>
                  <a:pt x="76811" y="57919"/>
                  <a:pt x="79117" y="50267"/>
                  <a:pt x="82157" y="42869"/>
                </a:cubicBezTo>
                <a:cubicBezTo>
                  <a:pt x="85199" y="35471"/>
                  <a:pt x="88899" y="28251"/>
                  <a:pt x="93257" y="21208"/>
                </a:cubicBezTo>
                <a:cubicBezTo>
                  <a:pt x="97614" y="14164"/>
                  <a:pt x="102631" y="7095"/>
                  <a:pt x="108306" y="0"/>
                </a:cubicBezTo>
                <a:lnTo>
                  <a:pt x="115147" y="3802"/>
                </a:lnTo>
                <a:cubicBezTo>
                  <a:pt x="104404" y="17483"/>
                  <a:pt x="96296" y="31620"/>
                  <a:pt x="90823" y="46214"/>
                </a:cubicBezTo>
                <a:cubicBezTo>
                  <a:pt x="85351" y="60807"/>
                  <a:pt x="82614" y="76111"/>
                  <a:pt x="82614" y="92124"/>
                </a:cubicBezTo>
                <a:cubicBezTo>
                  <a:pt x="82614" y="95671"/>
                  <a:pt x="82741" y="99346"/>
                  <a:pt x="82995" y="103147"/>
                </a:cubicBezTo>
                <a:cubicBezTo>
                  <a:pt x="83248" y="106946"/>
                  <a:pt x="83653" y="110721"/>
                  <a:pt x="84210" y="114471"/>
                </a:cubicBezTo>
                <a:cubicBezTo>
                  <a:pt x="84768" y="118221"/>
                  <a:pt x="85453" y="121869"/>
                  <a:pt x="86263" y="125415"/>
                </a:cubicBezTo>
                <a:cubicBezTo>
                  <a:pt x="87073" y="128963"/>
                  <a:pt x="88036" y="132155"/>
                  <a:pt x="89151" y="134993"/>
                </a:cubicBezTo>
                <a:lnTo>
                  <a:pt x="81550" y="13788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)">
            <a:extLst xmlns:a="http://schemas.openxmlformats.org/drawingml/2006/main">
              <a:ext uri="{FF2B5EF4-FFF2-40B4-BE49-F238E27FC236}">
                <a16:creationId xmlns:a16="http://schemas.microsoft.com/office/drawing/2014/main" id="{111092B7-9E41-45A9-BFA4-5FF477EE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572" y="3904634"/>
            <a:ext cx="42261" cy="137881"/>
          </a:xfrm>
          <a:custGeom xmlns:a="http://schemas.openxmlformats.org/drawingml/2006/main">
            <a:pathLst>
              <a:path w="42261" h="137881">
                <a:moveTo>
                  <a:pt x="6843" y="137881"/>
                </a:moveTo>
                <a:lnTo>
                  <a:pt x="0" y="133928"/>
                </a:lnTo>
                <a:cubicBezTo>
                  <a:pt x="21588" y="106666"/>
                  <a:pt x="32382" y="77277"/>
                  <a:pt x="32382" y="45759"/>
                </a:cubicBezTo>
                <a:cubicBezTo>
                  <a:pt x="32382" y="42212"/>
                  <a:pt x="32255" y="38513"/>
                  <a:pt x="32002" y="34662"/>
                </a:cubicBezTo>
                <a:cubicBezTo>
                  <a:pt x="31748" y="30810"/>
                  <a:pt x="31368" y="27009"/>
                  <a:pt x="30860" y="23259"/>
                </a:cubicBezTo>
                <a:cubicBezTo>
                  <a:pt x="30355" y="19509"/>
                  <a:pt x="29696" y="15911"/>
                  <a:pt x="28884" y="12466"/>
                </a:cubicBezTo>
                <a:cubicBezTo>
                  <a:pt x="28074" y="9020"/>
                  <a:pt x="27111" y="5828"/>
                  <a:pt x="25996" y="2888"/>
                </a:cubicBezTo>
                <a:lnTo>
                  <a:pt x="33597" y="0"/>
                </a:lnTo>
                <a:cubicBezTo>
                  <a:pt x="36030" y="6486"/>
                  <a:pt x="38082" y="13833"/>
                  <a:pt x="39754" y="22043"/>
                </a:cubicBezTo>
                <a:cubicBezTo>
                  <a:pt x="41425" y="30252"/>
                  <a:pt x="42261" y="38511"/>
                  <a:pt x="42261" y="46822"/>
                </a:cubicBezTo>
                <a:cubicBezTo>
                  <a:pt x="42261" y="55740"/>
                  <a:pt x="41476" y="64152"/>
                  <a:pt x="39905" y="72057"/>
                </a:cubicBezTo>
                <a:cubicBezTo>
                  <a:pt x="38335" y="79962"/>
                  <a:pt x="36030" y="87614"/>
                  <a:pt x="32990" y="95012"/>
                </a:cubicBezTo>
                <a:cubicBezTo>
                  <a:pt x="29949" y="102410"/>
                  <a:pt x="26225" y="109631"/>
                  <a:pt x="21816" y="116675"/>
                </a:cubicBezTo>
                <a:cubicBezTo>
                  <a:pt x="17407" y="123719"/>
                  <a:pt x="12416" y="130787"/>
                  <a:pt x="6843" y="137881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Ref">
            <a:extLst xmlns:a="http://schemas.openxmlformats.org/drawingml/2006/main">
              <a:ext uri="{FF2B5EF4-FFF2-40B4-BE49-F238E27FC236}">
                <a16:creationId xmlns:a16="http://schemas.microsoft.com/office/drawing/2014/main" id="{EDC04BE4-F695-413E-9AAA-B2EEC8CC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4320" y="4234060"/>
            <a:ext cx="212553" cy="111885"/>
          </a:xfrm>
          <a:custGeom xmlns:a="http://schemas.openxmlformats.org/drawingml/2006/main">
            <a:pathLst>
              <a:path w="212553" h="111885">
                <a:moveTo>
                  <a:pt x="0" y="110062"/>
                </a:moveTo>
                <a:lnTo>
                  <a:pt x="19914" y="10336"/>
                </a:lnTo>
                <a:lnTo>
                  <a:pt x="47276" y="10336"/>
                </a:lnTo>
                <a:cubicBezTo>
                  <a:pt x="51939" y="10336"/>
                  <a:pt x="56170" y="10767"/>
                  <a:pt x="59969" y="11628"/>
                </a:cubicBezTo>
                <a:cubicBezTo>
                  <a:pt x="63770" y="12490"/>
                  <a:pt x="67039" y="13858"/>
                  <a:pt x="69774" y="15734"/>
                </a:cubicBezTo>
                <a:cubicBezTo>
                  <a:pt x="72512" y="17608"/>
                  <a:pt x="74640" y="20015"/>
                  <a:pt x="76160" y="22955"/>
                </a:cubicBezTo>
                <a:cubicBezTo>
                  <a:pt x="77680" y="25893"/>
                  <a:pt x="78440" y="29440"/>
                  <a:pt x="78440" y="33595"/>
                </a:cubicBezTo>
                <a:cubicBezTo>
                  <a:pt x="78440" y="38157"/>
                  <a:pt x="77706" y="42313"/>
                  <a:pt x="76237" y="46063"/>
                </a:cubicBezTo>
                <a:cubicBezTo>
                  <a:pt x="74768" y="49812"/>
                  <a:pt x="72716" y="53080"/>
                  <a:pt x="70081" y="55868"/>
                </a:cubicBezTo>
                <a:cubicBezTo>
                  <a:pt x="67445" y="58655"/>
                  <a:pt x="64354" y="60961"/>
                  <a:pt x="60807" y="62785"/>
                </a:cubicBezTo>
                <a:cubicBezTo>
                  <a:pt x="57259" y="64609"/>
                  <a:pt x="53358" y="65925"/>
                  <a:pt x="49102" y="66736"/>
                </a:cubicBezTo>
                <a:lnTo>
                  <a:pt x="66585" y="110062"/>
                </a:lnTo>
                <a:lnTo>
                  <a:pt x="53966" y="110062"/>
                </a:lnTo>
                <a:lnTo>
                  <a:pt x="37548" y="67800"/>
                </a:lnTo>
                <a:lnTo>
                  <a:pt x="20218" y="67800"/>
                </a:lnTo>
                <a:lnTo>
                  <a:pt x="11858" y="110062"/>
                </a:lnTo>
                <a:lnTo>
                  <a:pt x="0" y="110062"/>
                </a:lnTo>
                <a:moveTo>
                  <a:pt x="22194" y="58223"/>
                </a:moveTo>
                <a:lnTo>
                  <a:pt x="37244" y="58223"/>
                </a:lnTo>
                <a:cubicBezTo>
                  <a:pt x="46770" y="58223"/>
                  <a:pt x="54067" y="56145"/>
                  <a:pt x="59134" y="51990"/>
                </a:cubicBezTo>
                <a:cubicBezTo>
                  <a:pt x="64202" y="47835"/>
                  <a:pt x="66736" y="42210"/>
                  <a:pt x="66736" y="35117"/>
                </a:cubicBezTo>
                <a:cubicBezTo>
                  <a:pt x="66736" y="29644"/>
                  <a:pt x="64835" y="25717"/>
                  <a:pt x="61034" y="23335"/>
                </a:cubicBezTo>
                <a:cubicBezTo>
                  <a:pt x="57234" y="20954"/>
                  <a:pt x="51686" y="19763"/>
                  <a:pt x="44388" y="19763"/>
                </a:cubicBezTo>
                <a:lnTo>
                  <a:pt x="29796" y="19763"/>
                </a:lnTo>
                <a:lnTo>
                  <a:pt x="22194" y="58223"/>
                </a:lnTo>
                <a:close/>
                <a:moveTo>
                  <a:pt x="84462" y="81027"/>
                </a:moveTo>
                <a:cubicBezTo>
                  <a:pt x="84462" y="74034"/>
                  <a:pt x="85627" y="67674"/>
                  <a:pt x="87957" y="61948"/>
                </a:cubicBezTo>
                <a:cubicBezTo>
                  <a:pt x="90288" y="56222"/>
                  <a:pt x="93303" y="51306"/>
                  <a:pt x="97002" y="47202"/>
                </a:cubicBezTo>
                <a:cubicBezTo>
                  <a:pt x="100702" y="43098"/>
                  <a:pt x="104909" y="39931"/>
                  <a:pt x="109620" y="37701"/>
                </a:cubicBezTo>
                <a:cubicBezTo>
                  <a:pt x="114332" y="35471"/>
                  <a:pt x="119121" y="34356"/>
                  <a:pt x="123986" y="34356"/>
                </a:cubicBezTo>
                <a:cubicBezTo>
                  <a:pt x="128141" y="34356"/>
                  <a:pt x="131663" y="35040"/>
                  <a:pt x="134552" y="36409"/>
                </a:cubicBezTo>
                <a:cubicBezTo>
                  <a:pt x="137441" y="37777"/>
                  <a:pt x="139796" y="39652"/>
                  <a:pt x="141620" y="42034"/>
                </a:cubicBezTo>
                <a:cubicBezTo>
                  <a:pt x="143444" y="44415"/>
                  <a:pt x="144762" y="47253"/>
                  <a:pt x="145572" y="50547"/>
                </a:cubicBezTo>
                <a:cubicBezTo>
                  <a:pt x="146384" y="53841"/>
                  <a:pt x="146790" y="57362"/>
                  <a:pt x="146790" y="61111"/>
                </a:cubicBezTo>
                <a:cubicBezTo>
                  <a:pt x="146790" y="64050"/>
                  <a:pt x="146486" y="66838"/>
                  <a:pt x="145876" y="69473"/>
                </a:cubicBezTo>
                <a:cubicBezTo>
                  <a:pt x="145268" y="72108"/>
                  <a:pt x="144711" y="74134"/>
                  <a:pt x="144204" y="75553"/>
                </a:cubicBezTo>
                <a:lnTo>
                  <a:pt x="96167" y="75553"/>
                </a:lnTo>
                <a:cubicBezTo>
                  <a:pt x="95457" y="80317"/>
                  <a:pt x="95507" y="84396"/>
                  <a:pt x="96317" y="87791"/>
                </a:cubicBezTo>
                <a:cubicBezTo>
                  <a:pt x="97129" y="91185"/>
                  <a:pt x="98472" y="93997"/>
                  <a:pt x="100347" y="96227"/>
                </a:cubicBezTo>
                <a:cubicBezTo>
                  <a:pt x="102222" y="98457"/>
                  <a:pt x="104528" y="100079"/>
                  <a:pt x="107264" y="101094"/>
                </a:cubicBezTo>
                <a:cubicBezTo>
                  <a:pt x="110001" y="102107"/>
                  <a:pt x="112991" y="102613"/>
                  <a:pt x="116234" y="102613"/>
                </a:cubicBezTo>
                <a:cubicBezTo>
                  <a:pt x="119172" y="102613"/>
                  <a:pt x="122085" y="101980"/>
                  <a:pt x="124974" y="100714"/>
                </a:cubicBezTo>
                <a:cubicBezTo>
                  <a:pt x="127863" y="99445"/>
                  <a:pt x="130472" y="97950"/>
                  <a:pt x="132803" y="96227"/>
                </a:cubicBezTo>
                <a:lnTo>
                  <a:pt x="137363" y="103982"/>
                </a:lnTo>
                <a:cubicBezTo>
                  <a:pt x="134425" y="106110"/>
                  <a:pt x="130929" y="107959"/>
                  <a:pt x="126874" y="109530"/>
                </a:cubicBezTo>
                <a:cubicBezTo>
                  <a:pt x="122821" y="111100"/>
                  <a:pt x="118362" y="111885"/>
                  <a:pt x="113497" y="111885"/>
                </a:cubicBezTo>
                <a:cubicBezTo>
                  <a:pt x="104680" y="111885"/>
                  <a:pt x="97637" y="109225"/>
                  <a:pt x="92367" y="103905"/>
                </a:cubicBezTo>
                <a:cubicBezTo>
                  <a:pt x="87097" y="98584"/>
                  <a:pt x="84462" y="90958"/>
                  <a:pt x="84462" y="81027"/>
                </a:cubicBezTo>
                <a:moveTo>
                  <a:pt x="97382" y="67647"/>
                </a:moveTo>
                <a:lnTo>
                  <a:pt x="136148" y="67647"/>
                </a:lnTo>
                <a:cubicBezTo>
                  <a:pt x="136350" y="66432"/>
                  <a:pt x="136527" y="65216"/>
                  <a:pt x="136679" y="64001"/>
                </a:cubicBezTo>
                <a:cubicBezTo>
                  <a:pt x="136832" y="62784"/>
                  <a:pt x="136909" y="61466"/>
                  <a:pt x="136909" y="60048"/>
                </a:cubicBezTo>
                <a:cubicBezTo>
                  <a:pt x="136909" y="57919"/>
                  <a:pt x="136655" y="55866"/>
                  <a:pt x="136148" y="53890"/>
                </a:cubicBezTo>
                <a:cubicBezTo>
                  <a:pt x="135640" y="51913"/>
                  <a:pt x="134829" y="50165"/>
                  <a:pt x="133714" y="48645"/>
                </a:cubicBezTo>
                <a:cubicBezTo>
                  <a:pt x="132601" y="47125"/>
                  <a:pt x="131132" y="45909"/>
                  <a:pt x="129307" y="44998"/>
                </a:cubicBezTo>
                <a:cubicBezTo>
                  <a:pt x="127482" y="44086"/>
                  <a:pt x="125252" y="43630"/>
                  <a:pt x="122617" y="43630"/>
                </a:cubicBezTo>
                <a:cubicBezTo>
                  <a:pt x="119882" y="43630"/>
                  <a:pt x="117222" y="44187"/>
                  <a:pt x="114638" y="45302"/>
                </a:cubicBezTo>
                <a:cubicBezTo>
                  <a:pt x="112054" y="46417"/>
                  <a:pt x="109647" y="48039"/>
                  <a:pt x="107417" y="50167"/>
                </a:cubicBezTo>
                <a:cubicBezTo>
                  <a:pt x="105187" y="52294"/>
                  <a:pt x="103185" y="54828"/>
                  <a:pt x="101411" y="57768"/>
                </a:cubicBezTo>
                <a:cubicBezTo>
                  <a:pt x="99638" y="60706"/>
                  <a:pt x="98295" y="63999"/>
                  <a:pt x="97382" y="67647"/>
                </a:cubicBezTo>
                <a:close/>
                <a:moveTo>
                  <a:pt x="162083" y="45606"/>
                </a:moveTo>
                <a:lnTo>
                  <a:pt x="163755" y="36940"/>
                </a:lnTo>
                <a:lnTo>
                  <a:pt x="173637" y="36182"/>
                </a:lnTo>
                <a:lnTo>
                  <a:pt x="176068" y="23867"/>
                </a:lnTo>
                <a:cubicBezTo>
                  <a:pt x="177588" y="16367"/>
                  <a:pt x="180299" y="10514"/>
                  <a:pt x="184200" y="6309"/>
                </a:cubicBezTo>
                <a:cubicBezTo>
                  <a:pt x="188102" y="2103"/>
                  <a:pt x="193195" y="0"/>
                  <a:pt x="199480" y="0"/>
                </a:cubicBezTo>
                <a:cubicBezTo>
                  <a:pt x="202115" y="0"/>
                  <a:pt x="204496" y="329"/>
                  <a:pt x="206624" y="988"/>
                </a:cubicBezTo>
                <a:cubicBezTo>
                  <a:pt x="208752" y="1647"/>
                  <a:pt x="210728" y="2534"/>
                  <a:pt x="212553" y="3649"/>
                </a:cubicBezTo>
                <a:lnTo>
                  <a:pt x="208447" y="12009"/>
                </a:lnTo>
                <a:cubicBezTo>
                  <a:pt x="207332" y="11300"/>
                  <a:pt x="206116" y="10693"/>
                  <a:pt x="204799" y="10185"/>
                </a:cubicBezTo>
                <a:cubicBezTo>
                  <a:pt x="203481" y="9678"/>
                  <a:pt x="201961" y="9425"/>
                  <a:pt x="200238" y="9425"/>
                </a:cubicBezTo>
                <a:cubicBezTo>
                  <a:pt x="196895" y="9425"/>
                  <a:pt x="194184" y="10692"/>
                  <a:pt x="192106" y="13227"/>
                </a:cubicBezTo>
                <a:cubicBezTo>
                  <a:pt x="190029" y="15760"/>
                  <a:pt x="188584" y="19205"/>
                  <a:pt x="187772" y="23563"/>
                </a:cubicBezTo>
                <a:lnTo>
                  <a:pt x="185188" y="36182"/>
                </a:lnTo>
                <a:lnTo>
                  <a:pt x="200087" y="36182"/>
                </a:lnTo>
                <a:lnTo>
                  <a:pt x="198262" y="45606"/>
                </a:lnTo>
                <a:lnTo>
                  <a:pt x="183212" y="45606"/>
                </a:lnTo>
                <a:lnTo>
                  <a:pt x="170292" y="110062"/>
                </a:lnTo>
                <a:lnTo>
                  <a:pt x="158738" y="110062"/>
                </a:lnTo>
                <a:lnTo>
                  <a:pt x="171660" y="45606"/>
                </a:lnTo>
                <a:lnTo>
                  <a:pt x="162083" y="45606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Text lectionClass..">
            <a:extLst xmlns:a="http://schemas.openxmlformats.org/drawingml/2006/main">
              <a:ext uri="{FF2B5EF4-FFF2-40B4-BE49-F238E27FC236}">
                <a16:creationId xmlns:a16="http://schemas.microsoft.com/office/drawing/2014/main" id="{1B187FAC-E80F-4C67-AB6B-A5C05A3C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627" y="4235884"/>
            <a:ext cx="798454" cy="110062"/>
          </a:xfrm>
          <a:custGeom xmlns:a="http://schemas.openxmlformats.org/drawingml/2006/main">
            <a:pathLst>
              <a:path w="798454" h="110062">
                <a:moveTo>
                  <a:pt x="9879" y="110062"/>
                </a:moveTo>
                <a:cubicBezTo>
                  <a:pt x="6636" y="110062"/>
                  <a:pt x="4179" y="109226"/>
                  <a:pt x="2508" y="107554"/>
                </a:cubicBezTo>
                <a:cubicBezTo>
                  <a:pt x="836" y="105882"/>
                  <a:pt x="0" y="103526"/>
                  <a:pt x="0" y="100486"/>
                </a:cubicBezTo>
                <a:cubicBezTo>
                  <a:pt x="0" y="98864"/>
                  <a:pt x="304" y="96735"/>
                  <a:pt x="912" y="94100"/>
                </a:cubicBezTo>
                <a:lnTo>
                  <a:pt x="19610" y="0"/>
                </a:lnTo>
                <a:lnTo>
                  <a:pt x="31315" y="0"/>
                </a:lnTo>
                <a:lnTo>
                  <a:pt x="12313" y="94708"/>
                </a:lnTo>
                <a:cubicBezTo>
                  <a:pt x="12110" y="95520"/>
                  <a:pt x="12009" y="96128"/>
                  <a:pt x="12009" y="96534"/>
                </a:cubicBezTo>
                <a:cubicBezTo>
                  <a:pt x="12009" y="96939"/>
                  <a:pt x="12009" y="97293"/>
                  <a:pt x="12009" y="97596"/>
                </a:cubicBezTo>
                <a:cubicBezTo>
                  <a:pt x="12009" y="99421"/>
                  <a:pt x="12870" y="100333"/>
                  <a:pt x="14593" y="100333"/>
                </a:cubicBezTo>
                <a:cubicBezTo>
                  <a:pt x="14897" y="100333"/>
                  <a:pt x="15201" y="100308"/>
                  <a:pt x="15504" y="100259"/>
                </a:cubicBezTo>
                <a:cubicBezTo>
                  <a:pt x="15809" y="100208"/>
                  <a:pt x="16316" y="100081"/>
                  <a:pt x="17026" y="99878"/>
                </a:cubicBezTo>
                <a:lnTo>
                  <a:pt x="17177" y="108846"/>
                </a:lnTo>
                <a:cubicBezTo>
                  <a:pt x="16164" y="109251"/>
                  <a:pt x="15100" y="109555"/>
                  <a:pt x="13985" y="109758"/>
                </a:cubicBezTo>
                <a:cubicBezTo>
                  <a:pt x="12870" y="109960"/>
                  <a:pt x="11501" y="110062"/>
                  <a:pt x="9879" y="110062"/>
                </a:cubicBezTo>
                <a:close/>
                <a:moveTo>
                  <a:pt x="36879" y="79204"/>
                </a:moveTo>
                <a:cubicBezTo>
                  <a:pt x="36879" y="72211"/>
                  <a:pt x="38044" y="65851"/>
                  <a:pt x="40375" y="60125"/>
                </a:cubicBezTo>
                <a:cubicBezTo>
                  <a:pt x="42705" y="54398"/>
                  <a:pt x="45720" y="49483"/>
                  <a:pt x="49419" y="45379"/>
                </a:cubicBezTo>
                <a:cubicBezTo>
                  <a:pt x="53120" y="41275"/>
                  <a:pt x="57326" y="38108"/>
                  <a:pt x="62038" y="35878"/>
                </a:cubicBezTo>
                <a:cubicBezTo>
                  <a:pt x="66750" y="33648"/>
                  <a:pt x="71538" y="32533"/>
                  <a:pt x="76403" y="32533"/>
                </a:cubicBezTo>
                <a:cubicBezTo>
                  <a:pt x="80559" y="32533"/>
                  <a:pt x="84080" y="33217"/>
                  <a:pt x="86969" y="34586"/>
                </a:cubicBezTo>
                <a:cubicBezTo>
                  <a:pt x="89858" y="35954"/>
                  <a:pt x="92214" y="37829"/>
                  <a:pt x="94037" y="40211"/>
                </a:cubicBezTo>
                <a:cubicBezTo>
                  <a:pt x="95862" y="42592"/>
                  <a:pt x="97179" y="45430"/>
                  <a:pt x="97990" y="48724"/>
                </a:cubicBezTo>
                <a:cubicBezTo>
                  <a:pt x="98802" y="52018"/>
                  <a:pt x="99208" y="55539"/>
                  <a:pt x="99208" y="59287"/>
                </a:cubicBezTo>
                <a:cubicBezTo>
                  <a:pt x="99208" y="62227"/>
                  <a:pt x="98903" y="65014"/>
                  <a:pt x="98294" y="67650"/>
                </a:cubicBezTo>
                <a:cubicBezTo>
                  <a:pt x="97686" y="70285"/>
                  <a:pt x="97128" y="72311"/>
                  <a:pt x="96621" y="73729"/>
                </a:cubicBezTo>
                <a:lnTo>
                  <a:pt x="48584" y="73729"/>
                </a:lnTo>
                <a:cubicBezTo>
                  <a:pt x="47874" y="78494"/>
                  <a:pt x="47924" y="82573"/>
                  <a:pt x="48735" y="85968"/>
                </a:cubicBezTo>
                <a:cubicBezTo>
                  <a:pt x="49547" y="89362"/>
                  <a:pt x="50890" y="92174"/>
                  <a:pt x="52764" y="94404"/>
                </a:cubicBezTo>
                <a:cubicBezTo>
                  <a:pt x="54640" y="96634"/>
                  <a:pt x="56945" y="98256"/>
                  <a:pt x="59681" y="99271"/>
                </a:cubicBezTo>
                <a:cubicBezTo>
                  <a:pt x="62418" y="100284"/>
                  <a:pt x="65408" y="100790"/>
                  <a:pt x="68651" y="100790"/>
                </a:cubicBezTo>
                <a:cubicBezTo>
                  <a:pt x="71589" y="100790"/>
                  <a:pt x="74503" y="100157"/>
                  <a:pt x="77391" y="98890"/>
                </a:cubicBezTo>
                <a:cubicBezTo>
                  <a:pt x="80280" y="97622"/>
                  <a:pt x="82890" y="96127"/>
                  <a:pt x="85220" y="94404"/>
                </a:cubicBezTo>
                <a:lnTo>
                  <a:pt x="89781" y="102159"/>
                </a:lnTo>
                <a:cubicBezTo>
                  <a:pt x="86842" y="104287"/>
                  <a:pt x="83346" y="106136"/>
                  <a:pt x="79291" y="107707"/>
                </a:cubicBezTo>
                <a:cubicBezTo>
                  <a:pt x="75238" y="109277"/>
                  <a:pt x="70779" y="110062"/>
                  <a:pt x="65914" y="110062"/>
                </a:cubicBezTo>
                <a:cubicBezTo>
                  <a:pt x="57098" y="110062"/>
                  <a:pt x="50055" y="107402"/>
                  <a:pt x="44784" y="102082"/>
                </a:cubicBezTo>
                <a:cubicBezTo>
                  <a:pt x="39514" y="96761"/>
                  <a:pt x="36879" y="89135"/>
                  <a:pt x="36879" y="79204"/>
                </a:cubicBezTo>
                <a:moveTo>
                  <a:pt x="49799" y="65824"/>
                </a:moveTo>
                <a:lnTo>
                  <a:pt x="88565" y="65824"/>
                </a:lnTo>
                <a:cubicBezTo>
                  <a:pt x="88768" y="64609"/>
                  <a:pt x="88945" y="63393"/>
                  <a:pt x="89096" y="62178"/>
                </a:cubicBezTo>
                <a:cubicBezTo>
                  <a:pt x="89249" y="60961"/>
                  <a:pt x="89326" y="59643"/>
                  <a:pt x="89326" y="58225"/>
                </a:cubicBezTo>
                <a:cubicBezTo>
                  <a:pt x="89326" y="56096"/>
                  <a:pt x="89072" y="54043"/>
                  <a:pt x="88565" y="52066"/>
                </a:cubicBezTo>
                <a:cubicBezTo>
                  <a:pt x="88058" y="50090"/>
                  <a:pt x="87247" y="48342"/>
                  <a:pt x="86132" y="46822"/>
                </a:cubicBezTo>
                <a:cubicBezTo>
                  <a:pt x="85018" y="45302"/>
                  <a:pt x="83549" y="44086"/>
                  <a:pt x="81725" y="43175"/>
                </a:cubicBezTo>
                <a:cubicBezTo>
                  <a:pt x="79900" y="42263"/>
                  <a:pt x="77670" y="41807"/>
                  <a:pt x="75035" y="41807"/>
                </a:cubicBezTo>
                <a:cubicBezTo>
                  <a:pt x="72299" y="41807"/>
                  <a:pt x="69639" y="42364"/>
                  <a:pt x="67055" y="43479"/>
                </a:cubicBezTo>
                <a:cubicBezTo>
                  <a:pt x="64471" y="44594"/>
                  <a:pt x="62064" y="46215"/>
                  <a:pt x="59834" y="48343"/>
                </a:cubicBezTo>
                <a:cubicBezTo>
                  <a:pt x="57604" y="50471"/>
                  <a:pt x="55602" y="53005"/>
                  <a:pt x="53829" y="55945"/>
                </a:cubicBezTo>
                <a:cubicBezTo>
                  <a:pt x="52055" y="58883"/>
                  <a:pt x="50712" y="62176"/>
                  <a:pt x="49799" y="65824"/>
                </a:cubicBezTo>
                <a:close/>
                <a:moveTo>
                  <a:pt x="137455" y="110062"/>
                </a:moveTo>
                <a:cubicBezTo>
                  <a:pt x="129347" y="110062"/>
                  <a:pt x="122785" y="107503"/>
                  <a:pt x="117768" y="102386"/>
                </a:cubicBezTo>
                <a:cubicBezTo>
                  <a:pt x="112752" y="97267"/>
                  <a:pt x="110243" y="89945"/>
                  <a:pt x="110243" y="80419"/>
                </a:cubicBezTo>
                <a:cubicBezTo>
                  <a:pt x="110243" y="73527"/>
                  <a:pt x="111383" y="67167"/>
                  <a:pt x="113663" y="61340"/>
                </a:cubicBezTo>
                <a:cubicBezTo>
                  <a:pt x="115944" y="55513"/>
                  <a:pt x="118984" y="50472"/>
                  <a:pt x="122783" y="46216"/>
                </a:cubicBezTo>
                <a:cubicBezTo>
                  <a:pt x="126584" y="41959"/>
                  <a:pt x="130968" y="38614"/>
                  <a:pt x="135933" y="36182"/>
                </a:cubicBezTo>
                <a:cubicBezTo>
                  <a:pt x="140900" y="33749"/>
                  <a:pt x="146069" y="32533"/>
                  <a:pt x="151440" y="32533"/>
                </a:cubicBezTo>
                <a:cubicBezTo>
                  <a:pt x="155900" y="32533"/>
                  <a:pt x="159650" y="33394"/>
                  <a:pt x="162690" y="35117"/>
                </a:cubicBezTo>
                <a:cubicBezTo>
                  <a:pt x="165730" y="36840"/>
                  <a:pt x="168366" y="38968"/>
                  <a:pt x="170596" y="41503"/>
                </a:cubicBezTo>
                <a:lnTo>
                  <a:pt x="163755" y="48798"/>
                </a:lnTo>
                <a:cubicBezTo>
                  <a:pt x="161828" y="46468"/>
                  <a:pt x="159902" y="44770"/>
                  <a:pt x="157977" y="43706"/>
                </a:cubicBezTo>
                <a:cubicBezTo>
                  <a:pt x="156051" y="42642"/>
                  <a:pt x="153619" y="42110"/>
                  <a:pt x="150679" y="42110"/>
                </a:cubicBezTo>
                <a:cubicBezTo>
                  <a:pt x="147031" y="42110"/>
                  <a:pt x="143485" y="43124"/>
                  <a:pt x="140039" y="45152"/>
                </a:cubicBezTo>
                <a:cubicBezTo>
                  <a:pt x="136594" y="47177"/>
                  <a:pt x="133528" y="49888"/>
                  <a:pt x="130842" y="53284"/>
                </a:cubicBezTo>
                <a:cubicBezTo>
                  <a:pt x="128156" y="56679"/>
                  <a:pt x="126027" y="60656"/>
                  <a:pt x="124456" y="65216"/>
                </a:cubicBezTo>
                <a:cubicBezTo>
                  <a:pt x="122886" y="69777"/>
                  <a:pt x="122101" y="74591"/>
                  <a:pt x="122101" y="79658"/>
                </a:cubicBezTo>
                <a:cubicBezTo>
                  <a:pt x="122101" y="86348"/>
                  <a:pt x="123545" y="91467"/>
                  <a:pt x="126432" y="95014"/>
                </a:cubicBezTo>
                <a:cubicBezTo>
                  <a:pt x="129321" y="98560"/>
                  <a:pt x="133704" y="100333"/>
                  <a:pt x="139582" y="100333"/>
                </a:cubicBezTo>
                <a:cubicBezTo>
                  <a:pt x="142825" y="100333"/>
                  <a:pt x="145789" y="99674"/>
                  <a:pt x="148476" y="98357"/>
                </a:cubicBezTo>
                <a:cubicBezTo>
                  <a:pt x="151162" y="97039"/>
                  <a:pt x="153670" y="95519"/>
                  <a:pt x="156000" y="93796"/>
                </a:cubicBezTo>
                <a:lnTo>
                  <a:pt x="161169" y="101398"/>
                </a:lnTo>
                <a:cubicBezTo>
                  <a:pt x="158533" y="103425"/>
                  <a:pt x="155291" y="105376"/>
                  <a:pt x="151440" y="107250"/>
                </a:cubicBezTo>
                <a:cubicBezTo>
                  <a:pt x="147589" y="109124"/>
                  <a:pt x="142928" y="110062"/>
                  <a:pt x="137455" y="110062"/>
                </a:cubicBezTo>
                <a:close/>
                <a:moveTo>
                  <a:pt x="197897" y="110062"/>
                </a:moveTo>
                <a:cubicBezTo>
                  <a:pt x="194654" y="110062"/>
                  <a:pt x="191918" y="109631"/>
                  <a:pt x="189688" y="108770"/>
                </a:cubicBezTo>
                <a:cubicBezTo>
                  <a:pt x="187458" y="107908"/>
                  <a:pt x="185633" y="106743"/>
                  <a:pt x="184213" y="105274"/>
                </a:cubicBezTo>
                <a:cubicBezTo>
                  <a:pt x="182795" y="103805"/>
                  <a:pt x="181782" y="102082"/>
                  <a:pt x="181175" y="100106"/>
                </a:cubicBezTo>
                <a:cubicBezTo>
                  <a:pt x="180567" y="98129"/>
                  <a:pt x="180263" y="95976"/>
                  <a:pt x="180263" y="93646"/>
                </a:cubicBezTo>
                <a:cubicBezTo>
                  <a:pt x="180263" y="92125"/>
                  <a:pt x="180339" y="90732"/>
                  <a:pt x="180490" y="89466"/>
                </a:cubicBezTo>
                <a:cubicBezTo>
                  <a:pt x="180643" y="88198"/>
                  <a:pt x="180821" y="86855"/>
                  <a:pt x="181024" y="85436"/>
                </a:cubicBezTo>
                <a:lnTo>
                  <a:pt x="189688" y="43783"/>
                </a:lnTo>
                <a:lnTo>
                  <a:pt x="178894" y="43783"/>
                </a:lnTo>
                <a:lnTo>
                  <a:pt x="180567" y="35117"/>
                </a:lnTo>
                <a:lnTo>
                  <a:pt x="192121" y="34358"/>
                </a:lnTo>
                <a:lnTo>
                  <a:pt x="197593" y="13987"/>
                </a:lnTo>
                <a:lnTo>
                  <a:pt x="207475" y="13987"/>
                </a:lnTo>
                <a:lnTo>
                  <a:pt x="203369" y="34358"/>
                </a:lnTo>
                <a:lnTo>
                  <a:pt x="222067" y="34358"/>
                </a:lnTo>
                <a:lnTo>
                  <a:pt x="220244" y="43783"/>
                </a:lnTo>
                <a:lnTo>
                  <a:pt x="201242" y="43783"/>
                </a:lnTo>
                <a:lnTo>
                  <a:pt x="192576" y="86044"/>
                </a:lnTo>
                <a:cubicBezTo>
                  <a:pt x="192273" y="87867"/>
                  <a:pt x="192121" y="89691"/>
                  <a:pt x="192121" y="91516"/>
                </a:cubicBezTo>
                <a:cubicBezTo>
                  <a:pt x="192121" y="94556"/>
                  <a:pt x="192804" y="96837"/>
                  <a:pt x="194172" y="98357"/>
                </a:cubicBezTo>
                <a:cubicBezTo>
                  <a:pt x="195540" y="99877"/>
                  <a:pt x="197998" y="100637"/>
                  <a:pt x="201546" y="100637"/>
                </a:cubicBezTo>
                <a:cubicBezTo>
                  <a:pt x="202965" y="100637"/>
                  <a:pt x="204333" y="100384"/>
                  <a:pt x="205649" y="99878"/>
                </a:cubicBezTo>
                <a:cubicBezTo>
                  <a:pt x="206967" y="99371"/>
                  <a:pt x="208183" y="98864"/>
                  <a:pt x="209298" y="98357"/>
                </a:cubicBezTo>
                <a:lnTo>
                  <a:pt x="211882" y="106719"/>
                </a:lnTo>
                <a:cubicBezTo>
                  <a:pt x="210159" y="107529"/>
                  <a:pt x="208133" y="108289"/>
                  <a:pt x="205802" y="108997"/>
                </a:cubicBezTo>
                <a:cubicBezTo>
                  <a:pt x="203472" y="109707"/>
                  <a:pt x="200837" y="110062"/>
                  <a:pt x="197897" y="110062"/>
                </a:cubicBezTo>
                <a:close/>
                <a:moveTo>
                  <a:pt x="223377" y="108238"/>
                </a:moveTo>
                <a:lnTo>
                  <a:pt x="238123" y="34358"/>
                </a:lnTo>
                <a:lnTo>
                  <a:pt x="249827" y="34358"/>
                </a:lnTo>
                <a:lnTo>
                  <a:pt x="234928" y="108238"/>
                </a:lnTo>
                <a:lnTo>
                  <a:pt x="223377" y="108238"/>
                </a:lnTo>
                <a:moveTo>
                  <a:pt x="248002" y="19002"/>
                </a:moveTo>
                <a:cubicBezTo>
                  <a:pt x="245976" y="19002"/>
                  <a:pt x="244228" y="18420"/>
                  <a:pt x="242757" y="17256"/>
                </a:cubicBezTo>
                <a:cubicBezTo>
                  <a:pt x="241288" y="16090"/>
                  <a:pt x="240554" y="14392"/>
                  <a:pt x="240554" y="12162"/>
                </a:cubicBezTo>
                <a:cubicBezTo>
                  <a:pt x="240554" y="9629"/>
                  <a:pt x="241440" y="7526"/>
                  <a:pt x="243214" y="5855"/>
                </a:cubicBezTo>
                <a:cubicBezTo>
                  <a:pt x="244988" y="4182"/>
                  <a:pt x="247040" y="3345"/>
                  <a:pt x="249370" y="3345"/>
                </a:cubicBezTo>
                <a:cubicBezTo>
                  <a:pt x="251398" y="3345"/>
                  <a:pt x="253146" y="3953"/>
                  <a:pt x="254615" y="5170"/>
                </a:cubicBezTo>
                <a:cubicBezTo>
                  <a:pt x="256086" y="6386"/>
                  <a:pt x="256821" y="8109"/>
                  <a:pt x="256821" y="10339"/>
                </a:cubicBezTo>
                <a:cubicBezTo>
                  <a:pt x="256821" y="12872"/>
                  <a:pt x="255934" y="14949"/>
                  <a:pt x="254160" y="16571"/>
                </a:cubicBezTo>
                <a:cubicBezTo>
                  <a:pt x="252387" y="18192"/>
                  <a:pt x="250334" y="19002"/>
                  <a:pt x="248002" y="19002"/>
                </a:cubicBezTo>
                <a:close/>
                <a:moveTo>
                  <a:pt x="286099" y="110062"/>
                </a:moveTo>
                <a:cubicBezTo>
                  <a:pt x="278092" y="110062"/>
                  <a:pt x="271707" y="107427"/>
                  <a:pt x="266944" y="102159"/>
                </a:cubicBezTo>
                <a:cubicBezTo>
                  <a:pt x="262181" y="96888"/>
                  <a:pt x="259799" y="89642"/>
                  <a:pt x="259799" y="80419"/>
                </a:cubicBezTo>
                <a:cubicBezTo>
                  <a:pt x="259799" y="73426"/>
                  <a:pt x="260914" y="66991"/>
                  <a:pt x="263142" y="61113"/>
                </a:cubicBezTo>
                <a:cubicBezTo>
                  <a:pt x="265372" y="55235"/>
                  <a:pt x="268362" y="50193"/>
                  <a:pt x="272112" y="45987"/>
                </a:cubicBezTo>
                <a:cubicBezTo>
                  <a:pt x="275862" y="41780"/>
                  <a:pt x="280119" y="38486"/>
                  <a:pt x="284882" y="36105"/>
                </a:cubicBezTo>
                <a:cubicBezTo>
                  <a:pt x="289646" y="33723"/>
                  <a:pt x="294561" y="32533"/>
                  <a:pt x="299627" y="32533"/>
                </a:cubicBezTo>
                <a:cubicBezTo>
                  <a:pt x="307635" y="32533"/>
                  <a:pt x="314045" y="35168"/>
                  <a:pt x="318859" y="40438"/>
                </a:cubicBezTo>
                <a:cubicBezTo>
                  <a:pt x="323673" y="45708"/>
                  <a:pt x="326080" y="52955"/>
                  <a:pt x="326080" y="62178"/>
                </a:cubicBezTo>
                <a:cubicBezTo>
                  <a:pt x="326080" y="69170"/>
                  <a:pt x="324940" y="75606"/>
                  <a:pt x="322659" y="81484"/>
                </a:cubicBezTo>
                <a:cubicBezTo>
                  <a:pt x="320378" y="87362"/>
                  <a:pt x="317388" y="92404"/>
                  <a:pt x="313689" y="96610"/>
                </a:cubicBezTo>
                <a:cubicBezTo>
                  <a:pt x="309990" y="100815"/>
                  <a:pt x="305733" y="104108"/>
                  <a:pt x="300919" y="106489"/>
                </a:cubicBezTo>
                <a:cubicBezTo>
                  <a:pt x="296105" y="108871"/>
                  <a:pt x="291165" y="110062"/>
                  <a:pt x="286099" y="110062"/>
                </a:cubicBezTo>
                <a:moveTo>
                  <a:pt x="287315" y="100333"/>
                </a:moveTo>
                <a:cubicBezTo>
                  <a:pt x="290760" y="100333"/>
                  <a:pt x="294079" y="99345"/>
                  <a:pt x="297271" y="97369"/>
                </a:cubicBezTo>
                <a:cubicBezTo>
                  <a:pt x="300464" y="95392"/>
                  <a:pt x="303327" y="92732"/>
                  <a:pt x="305860" y="89389"/>
                </a:cubicBezTo>
                <a:cubicBezTo>
                  <a:pt x="308395" y="86044"/>
                  <a:pt x="310422" y="82092"/>
                  <a:pt x="311942" y="77531"/>
                </a:cubicBezTo>
                <a:cubicBezTo>
                  <a:pt x="313462" y="72971"/>
                  <a:pt x="314223" y="68106"/>
                  <a:pt x="314223" y="62936"/>
                </a:cubicBezTo>
                <a:cubicBezTo>
                  <a:pt x="314223" y="56248"/>
                  <a:pt x="312879" y="51105"/>
                  <a:pt x="310193" y="47508"/>
                </a:cubicBezTo>
                <a:cubicBezTo>
                  <a:pt x="307507" y="43910"/>
                  <a:pt x="303580" y="42110"/>
                  <a:pt x="298412" y="42110"/>
                </a:cubicBezTo>
                <a:cubicBezTo>
                  <a:pt x="295067" y="42110"/>
                  <a:pt x="291773" y="43099"/>
                  <a:pt x="288530" y="45075"/>
                </a:cubicBezTo>
                <a:cubicBezTo>
                  <a:pt x="285287" y="47051"/>
                  <a:pt x="282399" y="49737"/>
                  <a:pt x="279864" y="53133"/>
                </a:cubicBezTo>
                <a:cubicBezTo>
                  <a:pt x="277331" y="56528"/>
                  <a:pt x="275305" y="60505"/>
                  <a:pt x="273784" y="65066"/>
                </a:cubicBezTo>
                <a:cubicBezTo>
                  <a:pt x="272264" y="69626"/>
                  <a:pt x="271504" y="74490"/>
                  <a:pt x="271504" y="79658"/>
                </a:cubicBezTo>
                <a:cubicBezTo>
                  <a:pt x="271504" y="86348"/>
                  <a:pt x="272847" y="91467"/>
                  <a:pt x="275533" y="95014"/>
                </a:cubicBezTo>
                <a:cubicBezTo>
                  <a:pt x="278220" y="98560"/>
                  <a:pt x="282147" y="100333"/>
                  <a:pt x="287315" y="100333"/>
                </a:cubicBezTo>
                <a:close/>
                <a:moveTo>
                  <a:pt x="337269" y="108238"/>
                </a:moveTo>
                <a:lnTo>
                  <a:pt x="351862" y="34358"/>
                </a:lnTo>
                <a:lnTo>
                  <a:pt x="361439" y="34358"/>
                </a:lnTo>
                <a:lnTo>
                  <a:pt x="360375" y="45455"/>
                </a:lnTo>
                <a:lnTo>
                  <a:pt x="360982" y="45455"/>
                </a:lnTo>
                <a:cubicBezTo>
                  <a:pt x="365240" y="41806"/>
                  <a:pt x="369446" y="38740"/>
                  <a:pt x="373601" y="36258"/>
                </a:cubicBezTo>
                <a:cubicBezTo>
                  <a:pt x="377756" y="33775"/>
                  <a:pt x="382165" y="32533"/>
                  <a:pt x="386825" y="32533"/>
                </a:cubicBezTo>
                <a:cubicBezTo>
                  <a:pt x="393110" y="32533"/>
                  <a:pt x="397595" y="34154"/>
                  <a:pt x="400279" y="37397"/>
                </a:cubicBezTo>
                <a:cubicBezTo>
                  <a:pt x="402965" y="40640"/>
                  <a:pt x="404308" y="45150"/>
                  <a:pt x="404308" y="50927"/>
                </a:cubicBezTo>
                <a:cubicBezTo>
                  <a:pt x="404308" y="52650"/>
                  <a:pt x="404232" y="54272"/>
                  <a:pt x="404079" y="55792"/>
                </a:cubicBezTo>
                <a:cubicBezTo>
                  <a:pt x="403927" y="57312"/>
                  <a:pt x="403599" y="59086"/>
                  <a:pt x="403093" y="61113"/>
                </a:cubicBezTo>
                <a:lnTo>
                  <a:pt x="393666" y="108238"/>
                </a:lnTo>
                <a:lnTo>
                  <a:pt x="382114" y="108238"/>
                </a:lnTo>
                <a:lnTo>
                  <a:pt x="391235" y="62632"/>
                </a:lnTo>
                <a:cubicBezTo>
                  <a:pt x="391640" y="60605"/>
                  <a:pt x="391944" y="58983"/>
                  <a:pt x="392147" y="57768"/>
                </a:cubicBezTo>
                <a:cubicBezTo>
                  <a:pt x="392349" y="56552"/>
                  <a:pt x="392451" y="55286"/>
                  <a:pt x="392451" y="53968"/>
                </a:cubicBezTo>
                <a:cubicBezTo>
                  <a:pt x="392451" y="50218"/>
                  <a:pt x="391589" y="47381"/>
                  <a:pt x="389866" y="45455"/>
                </a:cubicBezTo>
                <a:cubicBezTo>
                  <a:pt x="388144" y="43529"/>
                  <a:pt x="385357" y="42565"/>
                  <a:pt x="381507" y="42565"/>
                </a:cubicBezTo>
                <a:cubicBezTo>
                  <a:pt x="378567" y="42565"/>
                  <a:pt x="375298" y="43630"/>
                  <a:pt x="371699" y="45759"/>
                </a:cubicBezTo>
                <a:cubicBezTo>
                  <a:pt x="368102" y="47887"/>
                  <a:pt x="363972" y="51282"/>
                  <a:pt x="359310" y="55945"/>
                </a:cubicBezTo>
                <a:lnTo>
                  <a:pt x="348821" y="108238"/>
                </a:lnTo>
                <a:lnTo>
                  <a:pt x="337269" y="108238"/>
                </a:lnTo>
                <a:close/>
                <a:moveTo>
                  <a:pt x="455325" y="110062"/>
                </a:moveTo>
                <a:cubicBezTo>
                  <a:pt x="449650" y="110062"/>
                  <a:pt x="444608" y="109074"/>
                  <a:pt x="440199" y="107099"/>
                </a:cubicBezTo>
                <a:cubicBezTo>
                  <a:pt x="435792" y="105123"/>
                  <a:pt x="432093" y="102361"/>
                  <a:pt x="429102" y="98814"/>
                </a:cubicBezTo>
                <a:cubicBezTo>
                  <a:pt x="426113" y="95266"/>
                  <a:pt x="423832" y="91035"/>
                  <a:pt x="422261" y="86121"/>
                </a:cubicBezTo>
                <a:cubicBezTo>
                  <a:pt x="420692" y="81205"/>
                  <a:pt x="419907" y="75757"/>
                  <a:pt x="419907" y="69777"/>
                </a:cubicBezTo>
                <a:cubicBezTo>
                  <a:pt x="419907" y="61973"/>
                  <a:pt x="421148" y="54297"/>
                  <a:pt x="423630" y="46747"/>
                </a:cubicBezTo>
                <a:cubicBezTo>
                  <a:pt x="426113" y="39196"/>
                  <a:pt x="429610" y="32457"/>
                  <a:pt x="434119" y="26530"/>
                </a:cubicBezTo>
                <a:cubicBezTo>
                  <a:pt x="438630" y="20601"/>
                  <a:pt x="444053" y="15812"/>
                  <a:pt x="450387" y="12164"/>
                </a:cubicBezTo>
                <a:cubicBezTo>
                  <a:pt x="456721" y="8515"/>
                  <a:pt x="463738" y="6690"/>
                  <a:pt x="471440" y="6690"/>
                </a:cubicBezTo>
                <a:cubicBezTo>
                  <a:pt x="477217" y="6690"/>
                  <a:pt x="482132" y="8083"/>
                  <a:pt x="486186" y="10870"/>
                </a:cubicBezTo>
                <a:cubicBezTo>
                  <a:pt x="490240" y="13656"/>
                  <a:pt x="493484" y="17178"/>
                  <a:pt x="495916" y="21436"/>
                </a:cubicBezTo>
                <a:lnTo>
                  <a:pt x="487707" y="27668"/>
                </a:lnTo>
                <a:cubicBezTo>
                  <a:pt x="485680" y="24426"/>
                  <a:pt x="483323" y="21816"/>
                  <a:pt x="480637" y="19840"/>
                </a:cubicBezTo>
                <a:cubicBezTo>
                  <a:pt x="477951" y="17863"/>
                  <a:pt x="474682" y="16875"/>
                  <a:pt x="470832" y="16875"/>
                </a:cubicBezTo>
                <a:cubicBezTo>
                  <a:pt x="464852" y="16875"/>
                  <a:pt x="459480" y="18446"/>
                  <a:pt x="454717" y="21589"/>
                </a:cubicBezTo>
                <a:cubicBezTo>
                  <a:pt x="449955" y="24730"/>
                  <a:pt x="445901" y="28783"/>
                  <a:pt x="442556" y="33751"/>
                </a:cubicBezTo>
                <a:cubicBezTo>
                  <a:pt x="439212" y="38716"/>
                  <a:pt x="436628" y="44265"/>
                  <a:pt x="434803" y="50396"/>
                </a:cubicBezTo>
                <a:cubicBezTo>
                  <a:pt x="432979" y="56526"/>
                  <a:pt x="432066" y="62632"/>
                  <a:pt x="432066" y="68714"/>
                </a:cubicBezTo>
                <a:cubicBezTo>
                  <a:pt x="432066" y="73275"/>
                  <a:pt x="432548" y="77455"/>
                  <a:pt x="433511" y="81256"/>
                </a:cubicBezTo>
                <a:cubicBezTo>
                  <a:pt x="434475" y="85056"/>
                  <a:pt x="435969" y="88324"/>
                  <a:pt x="437995" y="91062"/>
                </a:cubicBezTo>
                <a:cubicBezTo>
                  <a:pt x="440023" y="93797"/>
                  <a:pt x="442658" y="95951"/>
                  <a:pt x="445901" y="97522"/>
                </a:cubicBezTo>
                <a:cubicBezTo>
                  <a:pt x="449143" y="99093"/>
                  <a:pt x="452995" y="99878"/>
                  <a:pt x="457455" y="99878"/>
                </a:cubicBezTo>
                <a:cubicBezTo>
                  <a:pt x="461508" y="99878"/>
                  <a:pt x="465232" y="99067"/>
                  <a:pt x="468626" y="97445"/>
                </a:cubicBezTo>
                <a:cubicBezTo>
                  <a:pt x="472022" y="95823"/>
                  <a:pt x="475341" y="93644"/>
                  <a:pt x="478584" y="90908"/>
                </a:cubicBezTo>
                <a:lnTo>
                  <a:pt x="483905" y="98510"/>
                </a:lnTo>
                <a:cubicBezTo>
                  <a:pt x="480257" y="101753"/>
                  <a:pt x="476102" y="104489"/>
                  <a:pt x="471440" y="106719"/>
                </a:cubicBezTo>
                <a:cubicBezTo>
                  <a:pt x="466779" y="108947"/>
                  <a:pt x="461407" y="110062"/>
                  <a:pt x="455325" y="110062"/>
                </a:cubicBezTo>
                <a:close/>
                <a:moveTo>
                  <a:pt x="511968" y="110062"/>
                </a:moveTo>
                <a:cubicBezTo>
                  <a:pt x="508725" y="110062"/>
                  <a:pt x="506268" y="109226"/>
                  <a:pt x="504596" y="107554"/>
                </a:cubicBezTo>
                <a:cubicBezTo>
                  <a:pt x="502924" y="105882"/>
                  <a:pt x="502088" y="103526"/>
                  <a:pt x="502088" y="100486"/>
                </a:cubicBezTo>
                <a:cubicBezTo>
                  <a:pt x="502088" y="98864"/>
                  <a:pt x="502392" y="96735"/>
                  <a:pt x="503000" y="94100"/>
                </a:cubicBezTo>
                <a:lnTo>
                  <a:pt x="521699" y="0"/>
                </a:lnTo>
                <a:lnTo>
                  <a:pt x="533403" y="0"/>
                </a:lnTo>
                <a:lnTo>
                  <a:pt x="514401" y="94708"/>
                </a:lnTo>
                <a:cubicBezTo>
                  <a:pt x="514198" y="95520"/>
                  <a:pt x="514097" y="96128"/>
                  <a:pt x="514097" y="96534"/>
                </a:cubicBezTo>
                <a:cubicBezTo>
                  <a:pt x="514097" y="96939"/>
                  <a:pt x="514097" y="97293"/>
                  <a:pt x="514097" y="97596"/>
                </a:cubicBezTo>
                <a:cubicBezTo>
                  <a:pt x="514097" y="99421"/>
                  <a:pt x="514959" y="100333"/>
                  <a:pt x="516681" y="100333"/>
                </a:cubicBezTo>
                <a:cubicBezTo>
                  <a:pt x="516986" y="100333"/>
                  <a:pt x="517290" y="100308"/>
                  <a:pt x="517593" y="100259"/>
                </a:cubicBezTo>
                <a:cubicBezTo>
                  <a:pt x="517897" y="100208"/>
                  <a:pt x="518405" y="100081"/>
                  <a:pt x="519115" y="99878"/>
                </a:cubicBezTo>
                <a:lnTo>
                  <a:pt x="519265" y="108846"/>
                </a:lnTo>
                <a:cubicBezTo>
                  <a:pt x="518252" y="109251"/>
                  <a:pt x="517188" y="109555"/>
                  <a:pt x="516073" y="109758"/>
                </a:cubicBezTo>
                <a:cubicBezTo>
                  <a:pt x="514959" y="109960"/>
                  <a:pt x="513590" y="110062"/>
                  <a:pt x="511968" y="110062"/>
                </a:cubicBezTo>
                <a:close/>
                <a:moveTo>
                  <a:pt x="560555" y="110062"/>
                </a:moveTo>
                <a:cubicBezTo>
                  <a:pt x="554069" y="110062"/>
                  <a:pt x="548900" y="107781"/>
                  <a:pt x="545048" y="103221"/>
                </a:cubicBezTo>
                <a:cubicBezTo>
                  <a:pt x="541197" y="98661"/>
                  <a:pt x="539272" y="92023"/>
                  <a:pt x="539272" y="83307"/>
                </a:cubicBezTo>
                <a:cubicBezTo>
                  <a:pt x="539272" y="76214"/>
                  <a:pt x="540386" y="69576"/>
                  <a:pt x="542615" y="63393"/>
                </a:cubicBezTo>
                <a:cubicBezTo>
                  <a:pt x="544845" y="57210"/>
                  <a:pt x="547835" y="51839"/>
                  <a:pt x="551585" y="47279"/>
                </a:cubicBezTo>
                <a:cubicBezTo>
                  <a:pt x="555335" y="42718"/>
                  <a:pt x="559591" y="39120"/>
                  <a:pt x="564354" y="36485"/>
                </a:cubicBezTo>
                <a:cubicBezTo>
                  <a:pt x="569119" y="33850"/>
                  <a:pt x="574085" y="32533"/>
                  <a:pt x="579253" y="32533"/>
                </a:cubicBezTo>
                <a:cubicBezTo>
                  <a:pt x="583206" y="32533"/>
                  <a:pt x="586727" y="33546"/>
                  <a:pt x="589817" y="35574"/>
                </a:cubicBezTo>
                <a:cubicBezTo>
                  <a:pt x="592908" y="37601"/>
                  <a:pt x="595316" y="40286"/>
                  <a:pt x="597040" y="43630"/>
                </a:cubicBezTo>
                <a:lnTo>
                  <a:pt x="597648" y="43630"/>
                </a:lnTo>
                <a:lnTo>
                  <a:pt x="600536" y="34358"/>
                </a:lnTo>
                <a:lnTo>
                  <a:pt x="609960" y="34358"/>
                </a:lnTo>
                <a:lnTo>
                  <a:pt x="595215" y="108238"/>
                </a:lnTo>
                <a:lnTo>
                  <a:pt x="585637" y="108238"/>
                </a:lnTo>
                <a:lnTo>
                  <a:pt x="586855" y="97292"/>
                </a:lnTo>
                <a:lnTo>
                  <a:pt x="586247" y="97292"/>
                </a:lnTo>
                <a:cubicBezTo>
                  <a:pt x="582699" y="101144"/>
                  <a:pt x="578696" y="104235"/>
                  <a:pt x="574236" y="106566"/>
                </a:cubicBezTo>
                <a:cubicBezTo>
                  <a:pt x="569777" y="108896"/>
                  <a:pt x="565217" y="110062"/>
                  <a:pt x="560555" y="110062"/>
                </a:cubicBezTo>
                <a:moveTo>
                  <a:pt x="564811" y="100333"/>
                </a:moveTo>
                <a:cubicBezTo>
                  <a:pt x="568662" y="100333"/>
                  <a:pt x="572589" y="99193"/>
                  <a:pt x="576593" y="96914"/>
                </a:cubicBezTo>
                <a:cubicBezTo>
                  <a:pt x="580596" y="94633"/>
                  <a:pt x="584422" y="91060"/>
                  <a:pt x="588070" y="86195"/>
                </a:cubicBezTo>
                <a:lnTo>
                  <a:pt x="594760" y="53208"/>
                </a:lnTo>
                <a:cubicBezTo>
                  <a:pt x="592630" y="49357"/>
                  <a:pt x="590298" y="46570"/>
                  <a:pt x="587764" y="44848"/>
                </a:cubicBezTo>
                <a:cubicBezTo>
                  <a:pt x="585231" y="43123"/>
                  <a:pt x="582545" y="42261"/>
                  <a:pt x="579708" y="42261"/>
                </a:cubicBezTo>
                <a:cubicBezTo>
                  <a:pt x="576060" y="42261"/>
                  <a:pt x="572513" y="43351"/>
                  <a:pt x="569068" y="45530"/>
                </a:cubicBezTo>
                <a:cubicBezTo>
                  <a:pt x="565622" y="47709"/>
                  <a:pt x="562582" y="50623"/>
                  <a:pt x="559947" y="54272"/>
                </a:cubicBezTo>
                <a:cubicBezTo>
                  <a:pt x="557312" y="57920"/>
                  <a:pt x="555209" y="62101"/>
                  <a:pt x="553638" y="66815"/>
                </a:cubicBezTo>
                <a:cubicBezTo>
                  <a:pt x="552066" y="71526"/>
                  <a:pt x="551281" y="76416"/>
                  <a:pt x="551281" y="81484"/>
                </a:cubicBezTo>
                <a:cubicBezTo>
                  <a:pt x="551281" y="87867"/>
                  <a:pt x="552497" y="92605"/>
                  <a:pt x="554930" y="95696"/>
                </a:cubicBezTo>
                <a:cubicBezTo>
                  <a:pt x="557362" y="98787"/>
                  <a:pt x="560656" y="100333"/>
                  <a:pt x="564811" y="100333"/>
                </a:cubicBezTo>
                <a:close/>
                <a:moveTo>
                  <a:pt x="639543" y="110062"/>
                </a:moveTo>
                <a:cubicBezTo>
                  <a:pt x="637112" y="110062"/>
                  <a:pt x="634654" y="109707"/>
                  <a:pt x="632171" y="108997"/>
                </a:cubicBezTo>
                <a:cubicBezTo>
                  <a:pt x="629687" y="108289"/>
                  <a:pt x="627305" y="107301"/>
                  <a:pt x="625024" y="106035"/>
                </a:cubicBezTo>
                <a:cubicBezTo>
                  <a:pt x="622745" y="104768"/>
                  <a:pt x="620667" y="103274"/>
                  <a:pt x="618791" y="101551"/>
                </a:cubicBezTo>
                <a:cubicBezTo>
                  <a:pt x="616917" y="99827"/>
                  <a:pt x="615372" y="98002"/>
                  <a:pt x="614157" y="96077"/>
                </a:cubicBezTo>
                <a:lnTo>
                  <a:pt x="621454" y="90301"/>
                </a:lnTo>
                <a:cubicBezTo>
                  <a:pt x="623785" y="93544"/>
                  <a:pt x="626571" y="96153"/>
                  <a:pt x="629814" y="98129"/>
                </a:cubicBezTo>
                <a:cubicBezTo>
                  <a:pt x="633057" y="100106"/>
                  <a:pt x="636604" y="101094"/>
                  <a:pt x="640457" y="101094"/>
                </a:cubicBezTo>
                <a:cubicBezTo>
                  <a:pt x="642584" y="101094"/>
                  <a:pt x="644586" y="100765"/>
                  <a:pt x="646460" y="100106"/>
                </a:cubicBezTo>
                <a:cubicBezTo>
                  <a:pt x="648336" y="99447"/>
                  <a:pt x="650008" y="98560"/>
                  <a:pt x="651477" y="97445"/>
                </a:cubicBezTo>
                <a:cubicBezTo>
                  <a:pt x="652946" y="96330"/>
                  <a:pt x="654086" y="95038"/>
                  <a:pt x="654896" y="93569"/>
                </a:cubicBezTo>
                <a:cubicBezTo>
                  <a:pt x="655708" y="92100"/>
                  <a:pt x="656114" y="90503"/>
                  <a:pt x="656114" y="88779"/>
                </a:cubicBezTo>
                <a:cubicBezTo>
                  <a:pt x="656114" y="87461"/>
                  <a:pt x="655886" y="86246"/>
                  <a:pt x="655430" y="85133"/>
                </a:cubicBezTo>
                <a:cubicBezTo>
                  <a:pt x="654974" y="84018"/>
                  <a:pt x="654238" y="82928"/>
                  <a:pt x="653224" y="81864"/>
                </a:cubicBezTo>
                <a:cubicBezTo>
                  <a:pt x="652211" y="80799"/>
                  <a:pt x="650818" y="79709"/>
                  <a:pt x="649044" y="78596"/>
                </a:cubicBezTo>
                <a:cubicBezTo>
                  <a:pt x="647270" y="77481"/>
                  <a:pt x="645117" y="76214"/>
                  <a:pt x="642584" y="74794"/>
                </a:cubicBezTo>
                <a:cubicBezTo>
                  <a:pt x="636808" y="71652"/>
                  <a:pt x="632551" y="68560"/>
                  <a:pt x="629814" y="65520"/>
                </a:cubicBezTo>
                <a:cubicBezTo>
                  <a:pt x="627079" y="62480"/>
                  <a:pt x="625711" y="58832"/>
                  <a:pt x="625711" y="54576"/>
                </a:cubicBezTo>
                <a:cubicBezTo>
                  <a:pt x="625711" y="51333"/>
                  <a:pt x="626394" y="48344"/>
                  <a:pt x="627761" y="45608"/>
                </a:cubicBezTo>
                <a:cubicBezTo>
                  <a:pt x="629130" y="42871"/>
                  <a:pt x="630954" y="40540"/>
                  <a:pt x="633233" y="38615"/>
                </a:cubicBezTo>
                <a:cubicBezTo>
                  <a:pt x="635514" y="36688"/>
                  <a:pt x="638200" y="35193"/>
                  <a:pt x="641292" y="34129"/>
                </a:cubicBezTo>
                <a:cubicBezTo>
                  <a:pt x="644383" y="33065"/>
                  <a:pt x="647651" y="32533"/>
                  <a:pt x="651097" y="32533"/>
                </a:cubicBezTo>
                <a:cubicBezTo>
                  <a:pt x="655657" y="32533"/>
                  <a:pt x="659736" y="33445"/>
                  <a:pt x="663333" y="35270"/>
                </a:cubicBezTo>
                <a:cubicBezTo>
                  <a:pt x="666931" y="37093"/>
                  <a:pt x="670099" y="39475"/>
                  <a:pt x="672836" y="42414"/>
                </a:cubicBezTo>
                <a:lnTo>
                  <a:pt x="666146" y="48951"/>
                </a:lnTo>
                <a:cubicBezTo>
                  <a:pt x="664119" y="46924"/>
                  <a:pt x="661889" y="45201"/>
                  <a:pt x="659457" y="43783"/>
                </a:cubicBezTo>
                <a:cubicBezTo>
                  <a:pt x="657026" y="42363"/>
                  <a:pt x="654138" y="41654"/>
                  <a:pt x="650793" y="41654"/>
                </a:cubicBezTo>
                <a:cubicBezTo>
                  <a:pt x="646840" y="41654"/>
                  <a:pt x="643521" y="42794"/>
                  <a:pt x="640835" y="45075"/>
                </a:cubicBezTo>
                <a:cubicBezTo>
                  <a:pt x="638150" y="47354"/>
                  <a:pt x="636808" y="50065"/>
                  <a:pt x="636808" y="53208"/>
                </a:cubicBezTo>
                <a:cubicBezTo>
                  <a:pt x="636808" y="54728"/>
                  <a:pt x="637162" y="56096"/>
                  <a:pt x="637870" y="57313"/>
                </a:cubicBezTo>
                <a:cubicBezTo>
                  <a:pt x="638580" y="58529"/>
                  <a:pt x="639543" y="59644"/>
                  <a:pt x="640758" y="60658"/>
                </a:cubicBezTo>
                <a:cubicBezTo>
                  <a:pt x="641975" y="61671"/>
                  <a:pt x="643369" y="62634"/>
                  <a:pt x="644940" y="63546"/>
                </a:cubicBezTo>
                <a:cubicBezTo>
                  <a:pt x="646512" y="64457"/>
                  <a:pt x="648159" y="65369"/>
                  <a:pt x="649881" y="66281"/>
                </a:cubicBezTo>
                <a:cubicBezTo>
                  <a:pt x="653226" y="68106"/>
                  <a:pt x="655988" y="69854"/>
                  <a:pt x="658167" y="71526"/>
                </a:cubicBezTo>
                <a:cubicBezTo>
                  <a:pt x="660346" y="73197"/>
                  <a:pt x="662119" y="74870"/>
                  <a:pt x="663486" y="76543"/>
                </a:cubicBezTo>
                <a:cubicBezTo>
                  <a:pt x="664854" y="78215"/>
                  <a:pt x="665817" y="79912"/>
                  <a:pt x="666374" y="81635"/>
                </a:cubicBezTo>
                <a:cubicBezTo>
                  <a:pt x="666932" y="83357"/>
                  <a:pt x="667211" y="85232"/>
                  <a:pt x="667211" y="87260"/>
                </a:cubicBezTo>
                <a:cubicBezTo>
                  <a:pt x="667211" y="90705"/>
                  <a:pt x="666527" y="93847"/>
                  <a:pt x="665158" y="96684"/>
                </a:cubicBezTo>
                <a:cubicBezTo>
                  <a:pt x="663790" y="99522"/>
                  <a:pt x="661864" y="101929"/>
                  <a:pt x="659380" y="103905"/>
                </a:cubicBezTo>
                <a:cubicBezTo>
                  <a:pt x="656898" y="105882"/>
                  <a:pt x="653959" y="107402"/>
                  <a:pt x="650563" y="108466"/>
                </a:cubicBezTo>
                <a:cubicBezTo>
                  <a:pt x="647169" y="109530"/>
                  <a:pt x="643495" y="110062"/>
                  <a:pt x="639543" y="110062"/>
                </a:cubicBezTo>
                <a:close/>
                <a:moveTo>
                  <a:pt x="701962" y="110062"/>
                </a:moveTo>
                <a:cubicBezTo>
                  <a:pt x="699531" y="110062"/>
                  <a:pt x="697073" y="109707"/>
                  <a:pt x="694590" y="108997"/>
                </a:cubicBezTo>
                <a:cubicBezTo>
                  <a:pt x="692106" y="108289"/>
                  <a:pt x="689724" y="107301"/>
                  <a:pt x="687443" y="106035"/>
                </a:cubicBezTo>
                <a:cubicBezTo>
                  <a:pt x="685164" y="104768"/>
                  <a:pt x="683086" y="103274"/>
                  <a:pt x="681210" y="101551"/>
                </a:cubicBezTo>
                <a:cubicBezTo>
                  <a:pt x="679336" y="99827"/>
                  <a:pt x="677791" y="98002"/>
                  <a:pt x="676576" y="96077"/>
                </a:cubicBezTo>
                <a:lnTo>
                  <a:pt x="683873" y="90301"/>
                </a:lnTo>
                <a:cubicBezTo>
                  <a:pt x="686204" y="93544"/>
                  <a:pt x="688990" y="96153"/>
                  <a:pt x="692233" y="98129"/>
                </a:cubicBezTo>
                <a:cubicBezTo>
                  <a:pt x="695476" y="100106"/>
                  <a:pt x="699023" y="101094"/>
                  <a:pt x="702876" y="101094"/>
                </a:cubicBezTo>
                <a:cubicBezTo>
                  <a:pt x="705003" y="101094"/>
                  <a:pt x="707004" y="100765"/>
                  <a:pt x="708879" y="100106"/>
                </a:cubicBezTo>
                <a:cubicBezTo>
                  <a:pt x="710755" y="99447"/>
                  <a:pt x="712427" y="98560"/>
                  <a:pt x="713896" y="97445"/>
                </a:cubicBezTo>
                <a:cubicBezTo>
                  <a:pt x="715365" y="96330"/>
                  <a:pt x="716505" y="95038"/>
                  <a:pt x="717315" y="93569"/>
                </a:cubicBezTo>
                <a:cubicBezTo>
                  <a:pt x="718127" y="92100"/>
                  <a:pt x="718533" y="90503"/>
                  <a:pt x="718533" y="88779"/>
                </a:cubicBezTo>
                <a:cubicBezTo>
                  <a:pt x="718533" y="87461"/>
                  <a:pt x="718305" y="86246"/>
                  <a:pt x="717849" y="85133"/>
                </a:cubicBezTo>
                <a:cubicBezTo>
                  <a:pt x="717393" y="84018"/>
                  <a:pt x="716657" y="82928"/>
                  <a:pt x="715643" y="81864"/>
                </a:cubicBezTo>
                <a:cubicBezTo>
                  <a:pt x="714630" y="80799"/>
                  <a:pt x="713237" y="79709"/>
                  <a:pt x="711463" y="78596"/>
                </a:cubicBezTo>
                <a:cubicBezTo>
                  <a:pt x="709689" y="77481"/>
                  <a:pt x="707536" y="76214"/>
                  <a:pt x="705003" y="74794"/>
                </a:cubicBezTo>
                <a:cubicBezTo>
                  <a:pt x="699227" y="71652"/>
                  <a:pt x="694970" y="68560"/>
                  <a:pt x="692233" y="65520"/>
                </a:cubicBezTo>
                <a:cubicBezTo>
                  <a:pt x="689498" y="62480"/>
                  <a:pt x="688130" y="58832"/>
                  <a:pt x="688130" y="54576"/>
                </a:cubicBezTo>
                <a:cubicBezTo>
                  <a:pt x="688130" y="51333"/>
                  <a:pt x="688813" y="48344"/>
                  <a:pt x="690180" y="45608"/>
                </a:cubicBezTo>
                <a:cubicBezTo>
                  <a:pt x="691549" y="42871"/>
                  <a:pt x="693373" y="40540"/>
                  <a:pt x="695652" y="38615"/>
                </a:cubicBezTo>
                <a:cubicBezTo>
                  <a:pt x="697933" y="36688"/>
                  <a:pt x="700619" y="35193"/>
                  <a:pt x="703711" y="34129"/>
                </a:cubicBezTo>
                <a:cubicBezTo>
                  <a:pt x="706802" y="33065"/>
                  <a:pt x="710070" y="32533"/>
                  <a:pt x="713516" y="32533"/>
                </a:cubicBezTo>
                <a:cubicBezTo>
                  <a:pt x="718076" y="32533"/>
                  <a:pt x="722155" y="33445"/>
                  <a:pt x="725752" y="35270"/>
                </a:cubicBezTo>
                <a:cubicBezTo>
                  <a:pt x="729350" y="37093"/>
                  <a:pt x="732518" y="39475"/>
                  <a:pt x="735255" y="42414"/>
                </a:cubicBezTo>
                <a:lnTo>
                  <a:pt x="728565" y="48951"/>
                </a:lnTo>
                <a:cubicBezTo>
                  <a:pt x="726538" y="46924"/>
                  <a:pt x="724308" y="45201"/>
                  <a:pt x="721876" y="43783"/>
                </a:cubicBezTo>
                <a:cubicBezTo>
                  <a:pt x="719445" y="42363"/>
                  <a:pt x="716557" y="41654"/>
                  <a:pt x="713212" y="41654"/>
                </a:cubicBezTo>
                <a:cubicBezTo>
                  <a:pt x="709259" y="41654"/>
                  <a:pt x="705940" y="42794"/>
                  <a:pt x="703254" y="45075"/>
                </a:cubicBezTo>
                <a:cubicBezTo>
                  <a:pt x="700569" y="47354"/>
                  <a:pt x="699227" y="50065"/>
                  <a:pt x="699227" y="53208"/>
                </a:cubicBezTo>
                <a:cubicBezTo>
                  <a:pt x="699227" y="54728"/>
                  <a:pt x="699581" y="56096"/>
                  <a:pt x="700289" y="57313"/>
                </a:cubicBezTo>
                <a:cubicBezTo>
                  <a:pt x="700999" y="58529"/>
                  <a:pt x="701962" y="59644"/>
                  <a:pt x="703177" y="60658"/>
                </a:cubicBezTo>
                <a:cubicBezTo>
                  <a:pt x="704394" y="61671"/>
                  <a:pt x="705788" y="62634"/>
                  <a:pt x="707359" y="63546"/>
                </a:cubicBezTo>
                <a:cubicBezTo>
                  <a:pt x="708931" y="64457"/>
                  <a:pt x="710577" y="65369"/>
                  <a:pt x="712300" y="66281"/>
                </a:cubicBezTo>
                <a:cubicBezTo>
                  <a:pt x="715645" y="68106"/>
                  <a:pt x="718407" y="69854"/>
                  <a:pt x="720586" y="71526"/>
                </a:cubicBezTo>
                <a:cubicBezTo>
                  <a:pt x="722765" y="73197"/>
                  <a:pt x="724538" y="74870"/>
                  <a:pt x="725905" y="76543"/>
                </a:cubicBezTo>
                <a:cubicBezTo>
                  <a:pt x="727273" y="78215"/>
                  <a:pt x="728236" y="79912"/>
                  <a:pt x="728793" y="81635"/>
                </a:cubicBezTo>
                <a:cubicBezTo>
                  <a:pt x="729351" y="83357"/>
                  <a:pt x="729630" y="85232"/>
                  <a:pt x="729630" y="87260"/>
                </a:cubicBezTo>
                <a:cubicBezTo>
                  <a:pt x="729630" y="90705"/>
                  <a:pt x="728946" y="93847"/>
                  <a:pt x="727577" y="96684"/>
                </a:cubicBezTo>
                <a:cubicBezTo>
                  <a:pt x="726209" y="99522"/>
                  <a:pt x="724283" y="101929"/>
                  <a:pt x="721799" y="103905"/>
                </a:cubicBezTo>
                <a:cubicBezTo>
                  <a:pt x="719317" y="105882"/>
                  <a:pt x="716378" y="107402"/>
                  <a:pt x="712982" y="108466"/>
                </a:cubicBezTo>
                <a:cubicBezTo>
                  <a:pt x="709588" y="109530"/>
                  <a:pt x="705914" y="110062"/>
                  <a:pt x="701962" y="110062"/>
                </a:cubicBezTo>
                <a:close/>
                <a:moveTo>
                  <a:pt x="750418" y="110062"/>
                </a:moveTo>
                <a:cubicBezTo>
                  <a:pt x="748188" y="110062"/>
                  <a:pt x="746439" y="109353"/>
                  <a:pt x="745171" y="107935"/>
                </a:cubicBezTo>
                <a:cubicBezTo>
                  <a:pt x="743905" y="106515"/>
                  <a:pt x="743271" y="104691"/>
                  <a:pt x="743271" y="102463"/>
                </a:cubicBezTo>
                <a:cubicBezTo>
                  <a:pt x="743271" y="99827"/>
                  <a:pt x="744234" y="97395"/>
                  <a:pt x="746159" y="95165"/>
                </a:cubicBezTo>
                <a:cubicBezTo>
                  <a:pt x="748086" y="92935"/>
                  <a:pt x="750519" y="91820"/>
                  <a:pt x="753457" y="91820"/>
                </a:cubicBezTo>
                <a:cubicBezTo>
                  <a:pt x="755687" y="91820"/>
                  <a:pt x="757410" y="92555"/>
                  <a:pt x="758625" y="94026"/>
                </a:cubicBezTo>
                <a:cubicBezTo>
                  <a:pt x="759842" y="95495"/>
                  <a:pt x="760451" y="97344"/>
                  <a:pt x="760451" y="99572"/>
                </a:cubicBezTo>
                <a:cubicBezTo>
                  <a:pt x="760451" y="102207"/>
                  <a:pt x="759513" y="104614"/>
                  <a:pt x="757637" y="106793"/>
                </a:cubicBezTo>
                <a:cubicBezTo>
                  <a:pt x="755763" y="108972"/>
                  <a:pt x="753356" y="110062"/>
                  <a:pt x="750418" y="110062"/>
                </a:cubicBezTo>
                <a:close/>
                <a:moveTo>
                  <a:pt x="788422" y="110062"/>
                </a:moveTo>
                <a:cubicBezTo>
                  <a:pt x="786192" y="110062"/>
                  <a:pt x="784443" y="109353"/>
                  <a:pt x="783175" y="107935"/>
                </a:cubicBezTo>
                <a:cubicBezTo>
                  <a:pt x="781909" y="106515"/>
                  <a:pt x="781275" y="104691"/>
                  <a:pt x="781275" y="102463"/>
                </a:cubicBezTo>
                <a:cubicBezTo>
                  <a:pt x="781275" y="99827"/>
                  <a:pt x="782238" y="97395"/>
                  <a:pt x="784163" y="95165"/>
                </a:cubicBezTo>
                <a:cubicBezTo>
                  <a:pt x="786090" y="92935"/>
                  <a:pt x="788523" y="91820"/>
                  <a:pt x="791461" y="91820"/>
                </a:cubicBezTo>
                <a:cubicBezTo>
                  <a:pt x="793691" y="91820"/>
                  <a:pt x="795413" y="92555"/>
                  <a:pt x="796629" y="94026"/>
                </a:cubicBezTo>
                <a:cubicBezTo>
                  <a:pt x="797846" y="95495"/>
                  <a:pt x="798454" y="97344"/>
                  <a:pt x="798454" y="99572"/>
                </a:cubicBezTo>
                <a:cubicBezTo>
                  <a:pt x="798454" y="102207"/>
                  <a:pt x="797517" y="104614"/>
                  <a:pt x="795641" y="106793"/>
                </a:cubicBezTo>
                <a:cubicBezTo>
                  <a:pt x="793767" y="108972"/>
                  <a:pt x="791360" y="110062"/>
                  <a:pt x="788422" y="11006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FCC27-8997-4506-A84B-968989B7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7740" y="1310113"/>
            <a:ext cx="110809" cy="110807"/>
          </a:xfrm>
          <a:custGeom xmlns:a="http://schemas.openxmlformats.org/drawingml/2006/main">
            <a:pathLst>
              <a:path w="110809" h="110807">
                <a:moveTo>
                  <a:pt x="0" y="42324"/>
                </a:moveTo>
                <a:lnTo>
                  <a:pt x="55404" y="0"/>
                </a:lnTo>
                <a:lnTo>
                  <a:pt x="110809" y="42324"/>
                </a:lnTo>
                <a:lnTo>
                  <a:pt x="89646" y="110807"/>
                </a:lnTo>
                <a:lnTo>
                  <a:pt x="21163" y="110807"/>
                </a:lnTo>
                <a:lnTo>
                  <a:pt x="0" y="423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EBC3E-5680-404E-AA6C-C37004DC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7740" y="1310113"/>
            <a:ext cx="110808" cy="110808"/>
          </a:xfrm>
          <a:custGeom xmlns:a="http://schemas.openxmlformats.org/drawingml/2006/main">
            <a:pathLst>
              <a:path w="110808" h="110808" fill="none">
                <a:moveTo>
                  <a:pt x="0" y="42325"/>
                </a:moveTo>
                <a:lnTo>
                  <a:pt x="55404" y="0"/>
                </a:lnTo>
                <a:lnTo>
                  <a:pt x="110808" y="42325"/>
                </a:lnTo>
                <a:lnTo>
                  <a:pt x="89645" y="110808"/>
                </a:lnTo>
                <a:lnTo>
                  <a:pt x="21162" y="110808"/>
                </a:lnTo>
                <a:lnTo>
                  <a:pt x="0" y="42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26270-D509-4EA0-A07D-8F020E3D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818" y="1311900"/>
            <a:ext cx="110809" cy="110807"/>
          </a:xfrm>
          <a:custGeom xmlns:a="http://schemas.openxmlformats.org/drawingml/2006/main">
            <a:pathLst>
              <a:path w="110809" h="110807">
                <a:moveTo>
                  <a:pt x="0" y="42324"/>
                </a:moveTo>
                <a:lnTo>
                  <a:pt x="55404" y="0"/>
                </a:lnTo>
                <a:lnTo>
                  <a:pt x="110809" y="42324"/>
                </a:lnTo>
                <a:lnTo>
                  <a:pt x="89646" y="110807"/>
                </a:lnTo>
                <a:lnTo>
                  <a:pt x="21163" y="110807"/>
                </a:lnTo>
                <a:lnTo>
                  <a:pt x="0" y="423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24E8BD-8ADF-446C-BBBE-1DB39092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818" y="1311900"/>
            <a:ext cx="110808" cy="110808"/>
          </a:xfrm>
          <a:custGeom xmlns:a="http://schemas.openxmlformats.org/drawingml/2006/main">
            <a:pathLst>
              <a:path w="110808" h="110808" fill="none">
                <a:moveTo>
                  <a:pt x="0" y="42325"/>
                </a:moveTo>
                <a:lnTo>
                  <a:pt x="55404" y="0"/>
                </a:lnTo>
                <a:lnTo>
                  <a:pt x="110808" y="42325"/>
                </a:lnTo>
                <a:lnTo>
                  <a:pt x="89645" y="110808"/>
                </a:lnTo>
                <a:lnTo>
                  <a:pt x="21162" y="110808"/>
                </a:lnTo>
                <a:lnTo>
                  <a:pt x="0" y="42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61DF12-53A3-45A0-A4E6-D23F285D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170" y="1310113"/>
            <a:ext cx="110809" cy="110807"/>
          </a:xfrm>
          <a:custGeom xmlns:a="http://schemas.openxmlformats.org/drawingml/2006/main">
            <a:pathLst>
              <a:path w="110809" h="110807">
                <a:moveTo>
                  <a:pt x="0" y="42324"/>
                </a:moveTo>
                <a:lnTo>
                  <a:pt x="55404" y="0"/>
                </a:lnTo>
                <a:lnTo>
                  <a:pt x="110809" y="42324"/>
                </a:lnTo>
                <a:lnTo>
                  <a:pt x="89646" y="110807"/>
                </a:lnTo>
                <a:lnTo>
                  <a:pt x="21163" y="110807"/>
                </a:lnTo>
                <a:lnTo>
                  <a:pt x="0" y="423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324EC1-1563-4111-8EF1-64C0B1AD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170" y="1310113"/>
            <a:ext cx="110808" cy="110808"/>
          </a:xfrm>
          <a:custGeom xmlns:a="http://schemas.openxmlformats.org/drawingml/2006/main">
            <a:pathLst>
              <a:path w="110808" h="110808" fill="none">
                <a:moveTo>
                  <a:pt x="0" y="42325"/>
                </a:moveTo>
                <a:lnTo>
                  <a:pt x="55404" y="0"/>
                </a:lnTo>
                <a:lnTo>
                  <a:pt x="110808" y="42325"/>
                </a:lnTo>
                <a:lnTo>
                  <a:pt x="89645" y="110808"/>
                </a:lnTo>
                <a:lnTo>
                  <a:pt x="21162" y="110808"/>
                </a:lnTo>
                <a:lnTo>
                  <a:pt x="0" y="42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C9E22-54A0-4495-81E7-A86FD6C8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231" y="1445197"/>
            <a:ext cx="110807" cy="110809"/>
          </a:xfrm>
          <a:custGeom xmlns:a="http://schemas.openxmlformats.org/drawingml/2006/main">
            <a:pathLst>
              <a:path w="110807" h="110809">
                <a:moveTo>
                  <a:pt x="0" y="42324"/>
                </a:moveTo>
                <a:lnTo>
                  <a:pt x="55402" y="0"/>
                </a:lnTo>
                <a:lnTo>
                  <a:pt x="110807" y="42324"/>
                </a:lnTo>
                <a:lnTo>
                  <a:pt x="89643" y="110809"/>
                </a:lnTo>
                <a:lnTo>
                  <a:pt x="21161" y="110809"/>
                </a:lnTo>
                <a:lnTo>
                  <a:pt x="0" y="423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23D40-3A3B-478C-B512-E1258CED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229" y="1445197"/>
            <a:ext cx="110808" cy="110808"/>
          </a:xfrm>
          <a:custGeom xmlns:a="http://schemas.openxmlformats.org/drawingml/2006/main">
            <a:pathLst>
              <a:path w="110808" h="110808" fill="none">
                <a:moveTo>
                  <a:pt x="0" y="42325"/>
                </a:moveTo>
                <a:lnTo>
                  <a:pt x="55404" y="0"/>
                </a:lnTo>
                <a:lnTo>
                  <a:pt x="110808" y="42325"/>
                </a:lnTo>
                <a:lnTo>
                  <a:pt x="89645" y="110808"/>
                </a:lnTo>
                <a:lnTo>
                  <a:pt x="21162" y="110808"/>
                </a:lnTo>
                <a:lnTo>
                  <a:pt x="0" y="42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CEA8B-1FDB-4AD3-BCAF-ACDC2C84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200" y="1252708"/>
            <a:ext cx="110807" cy="110807"/>
          </a:xfrm>
          <a:custGeom xmlns:a="http://schemas.openxmlformats.org/drawingml/2006/main">
            <a:pathLst>
              <a:path w="110807" h="110807">
                <a:moveTo>
                  <a:pt x="0" y="42324"/>
                </a:moveTo>
                <a:lnTo>
                  <a:pt x="55404" y="0"/>
                </a:lnTo>
                <a:lnTo>
                  <a:pt x="110807" y="42324"/>
                </a:lnTo>
                <a:lnTo>
                  <a:pt x="89646" y="110807"/>
                </a:lnTo>
                <a:lnTo>
                  <a:pt x="21161" y="110807"/>
                </a:lnTo>
                <a:lnTo>
                  <a:pt x="0" y="423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759DB-54FD-4546-B515-ADE13847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1200" y="1252708"/>
            <a:ext cx="110808" cy="110808"/>
          </a:xfrm>
          <a:custGeom xmlns:a="http://schemas.openxmlformats.org/drawingml/2006/main">
            <a:pathLst>
              <a:path w="110808" h="110808" fill="none">
                <a:moveTo>
                  <a:pt x="0" y="42325"/>
                </a:moveTo>
                <a:lnTo>
                  <a:pt x="55404" y="0"/>
                </a:lnTo>
                <a:lnTo>
                  <a:pt x="110808" y="42325"/>
                </a:lnTo>
                <a:lnTo>
                  <a:pt x="89645" y="110808"/>
                </a:lnTo>
                <a:lnTo>
                  <a:pt x="21162" y="110808"/>
                </a:lnTo>
                <a:lnTo>
                  <a:pt x="0" y="42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C1FBE-B1FA-45FE-BA39-87BFDFD3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566" y="1634068"/>
            <a:ext cx="110809" cy="110807"/>
          </a:xfrm>
          <a:custGeom xmlns:a="http://schemas.openxmlformats.org/drawingml/2006/main">
            <a:pathLst>
              <a:path w="110809" h="110807">
                <a:moveTo>
                  <a:pt x="0" y="42324"/>
                </a:moveTo>
                <a:lnTo>
                  <a:pt x="55404" y="0"/>
                </a:lnTo>
                <a:lnTo>
                  <a:pt x="110809" y="42324"/>
                </a:lnTo>
                <a:lnTo>
                  <a:pt x="89646" y="110807"/>
                </a:lnTo>
                <a:lnTo>
                  <a:pt x="21163" y="110807"/>
                </a:lnTo>
                <a:lnTo>
                  <a:pt x="0" y="423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B8D0A-0B87-4D58-9C86-0BCE14B6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567" y="1634067"/>
            <a:ext cx="110808" cy="110808"/>
          </a:xfrm>
          <a:custGeom xmlns:a="http://schemas.openxmlformats.org/drawingml/2006/main">
            <a:pathLst>
              <a:path w="110808" h="110808" fill="none">
                <a:moveTo>
                  <a:pt x="0" y="42325"/>
                </a:moveTo>
                <a:lnTo>
                  <a:pt x="55404" y="0"/>
                </a:lnTo>
                <a:lnTo>
                  <a:pt x="110808" y="42325"/>
                </a:lnTo>
                <a:lnTo>
                  <a:pt x="89645" y="110808"/>
                </a:lnTo>
                <a:lnTo>
                  <a:pt x="21162" y="110808"/>
                </a:lnTo>
                <a:lnTo>
                  <a:pt x="0" y="42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61EE4-9A0B-427E-8663-79C0CFA4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12" y="1442393"/>
            <a:ext cx="110807" cy="110807"/>
          </a:xfrm>
          <a:custGeom xmlns:a="http://schemas.openxmlformats.org/drawingml/2006/main">
            <a:pathLst>
              <a:path w="110807" h="110807">
                <a:moveTo>
                  <a:pt x="0" y="42324"/>
                </a:moveTo>
                <a:lnTo>
                  <a:pt x="55404" y="0"/>
                </a:lnTo>
                <a:lnTo>
                  <a:pt x="110807" y="42324"/>
                </a:lnTo>
                <a:lnTo>
                  <a:pt x="89646" y="110807"/>
                </a:lnTo>
                <a:lnTo>
                  <a:pt x="21163" y="110807"/>
                </a:lnTo>
                <a:lnTo>
                  <a:pt x="0" y="4232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FF1E8D-3F9B-4051-B1F0-2322495F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13" y="1442393"/>
            <a:ext cx="110808" cy="110808"/>
          </a:xfrm>
          <a:custGeom xmlns:a="http://schemas.openxmlformats.org/drawingml/2006/main">
            <a:pathLst>
              <a:path w="110808" h="110808" fill="none">
                <a:moveTo>
                  <a:pt x="0" y="42325"/>
                </a:moveTo>
                <a:lnTo>
                  <a:pt x="55404" y="0"/>
                </a:lnTo>
                <a:lnTo>
                  <a:pt x="110808" y="42325"/>
                </a:lnTo>
                <a:lnTo>
                  <a:pt x="89645" y="110808"/>
                </a:lnTo>
                <a:lnTo>
                  <a:pt x="21162" y="110808"/>
                </a:lnTo>
                <a:lnTo>
                  <a:pt x="0" y="423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06D09-8E2C-4DE2-97D0-B027D45E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450" y="1741311"/>
            <a:ext cx="110807" cy="110807"/>
          </a:xfrm>
          <a:custGeom xmlns:a="http://schemas.openxmlformats.org/drawingml/2006/main">
            <a:pathLst>
              <a:path w="110807" h="110807">
                <a:moveTo>
                  <a:pt x="0" y="55402"/>
                </a:moveTo>
                <a:lnTo>
                  <a:pt x="55402" y="0"/>
                </a:lnTo>
                <a:lnTo>
                  <a:pt x="110807" y="55402"/>
                </a:lnTo>
                <a:lnTo>
                  <a:pt x="55402" y="110807"/>
                </a:lnTo>
                <a:lnTo>
                  <a:pt x="0" y="554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90E7B9-04F4-44FD-8C25-2682E355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450" y="1741311"/>
            <a:ext cx="110808" cy="110808"/>
          </a:xfrm>
          <a:custGeom xmlns:a="http://schemas.openxmlformats.org/drawingml/2006/main">
            <a:pathLst>
              <a:path w="110808" h="110808" fill="none">
                <a:moveTo>
                  <a:pt x="0" y="55404"/>
                </a:moveTo>
                <a:lnTo>
                  <a:pt x="55404" y="0"/>
                </a:lnTo>
                <a:lnTo>
                  <a:pt x="110808" y="55404"/>
                </a:lnTo>
                <a:lnTo>
                  <a:pt x="55404" y="110808"/>
                </a:lnTo>
                <a:lnTo>
                  <a:pt x="0" y="554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DEAE0-AB71-4ED6-8750-EE9DCDC0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555" y="1744800"/>
            <a:ext cx="110809" cy="110809"/>
          </a:xfrm>
          <a:custGeom xmlns:a="http://schemas.openxmlformats.org/drawingml/2006/main">
            <a:pathLst>
              <a:path w="110809" h="110809">
                <a:moveTo>
                  <a:pt x="0" y="55404"/>
                </a:moveTo>
                <a:lnTo>
                  <a:pt x="55404" y="0"/>
                </a:lnTo>
                <a:lnTo>
                  <a:pt x="110809" y="55404"/>
                </a:lnTo>
                <a:lnTo>
                  <a:pt x="55404" y="110809"/>
                </a:lnTo>
                <a:lnTo>
                  <a:pt x="0" y="5540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221BB-6930-413A-83E7-14E05E94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555" y="1744800"/>
            <a:ext cx="110808" cy="110808"/>
          </a:xfrm>
          <a:custGeom xmlns:a="http://schemas.openxmlformats.org/drawingml/2006/main">
            <a:pathLst>
              <a:path w="110808" h="110808" fill="none">
                <a:moveTo>
                  <a:pt x="0" y="55404"/>
                </a:moveTo>
                <a:lnTo>
                  <a:pt x="55404" y="0"/>
                </a:lnTo>
                <a:lnTo>
                  <a:pt x="110808" y="55404"/>
                </a:lnTo>
                <a:lnTo>
                  <a:pt x="55404" y="110808"/>
                </a:lnTo>
                <a:lnTo>
                  <a:pt x="0" y="554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FEECA1-5A1F-42F1-AD67-BEC235A9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018" y="1547104"/>
            <a:ext cx="110809" cy="110807"/>
          </a:xfrm>
          <a:custGeom xmlns:a="http://schemas.openxmlformats.org/drawingml/2006/main">
            <a:pathLst>
              <a:path w="110809" h="110807">
                <a:moveTo>
                  <a:pt x="0" y="55402"/>
                </a:moveTo>
                <a:lnTo>
                  <a:pt x="55404" y="0"/>
                </a:lnTo>
                <a:lnTo>
                  <a:pt x="110809" y="55402"/>
                </a:lnTo>
                <a:lnTo>
                  <a:pt x="55404" y="110807"/>
                </a:lnTo>
                <a:lnTo>
                  <a:pt x="0" y="554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FFCE7-8395-4EEF-81FB-8DC4FEFF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018" y="1547103"/>
            <a:ext cx="110808" cy="110808"/>
          </a:xfrm>
          <a:custGeom xmlns:a="http://schemas.openxmlformats.org/drawingml/2006/main">
            <a:pathLst>
              <a:path w="110808" h="110808" fill="none">
                <a:moveTo>
                  <a:pt x="0" y="55404"/>
                </a:moveTo>
                <a:lnTo>
                  <a:pt x="55404" y="0"/>
                </a:lnTo>
                <a:lnTo>
                  <a:pt x="110808" y="55404"/>
                </a:lnTo>
                <a:lnTo>
                  <a:pt x="55404" y="110808"/>
                </a:lnTo>
                <a:lnTo>
                  <a:pt x="0" y="554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6E2E9-28FF-4AF6-8DC5-D40C52F8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144" y="1931408"/>
            <a:ext cx="110809" cy="110809"/>
          </a:xfrm>
          <a:custGeom xmlns:a="http://schemas.openxmlformats.org/drawingml/2006/main">
            <a:pathLst>
              <a:path w="110809" h="110809">
                <a:moveTo>
                  <a:pt x="0" y="55404"/>
                </a:moveTo>
                <a:lnTo>
                  <a:pt x="55404" y="0"/>
                </a:lnTo>
                <a:lnTo>
                  <a:pt x="110809" y="55404"/>
                </a:lnTo>
                <a:lnTo>
                  <a:pt x="55404" y="110809"/>
                </a:lnTo>
                <a:lnTo>
                  <a:pt x="0" y="5540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4CF72-2F6D-4A19-8833-A8599C36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144" y="1931408"/>
            <a:ext cx="110808" cy="110808"/>
          </a:xfrm>
          <a:custGeom xmlns:a="http://schemas.openxmlformats.org/drawingml/2006/main">
            <a:pathLst>
              <a:path w="110808" h="110808" fill="none">
                <a:moveTo>
                  <a:pt x="0" y="55404"/>
                </a:moveTo>
                <a:lnTo>
                  <a:pt x="55404" y="0"/>
                </a:lnTo>
                <a:lnTo>
                  <a:pt x="110808" y="55404"/>
                </a:lnTo>
                <a:lnTo>
                  <a:pt x="55404" y="110808"/>
                </a:lnTo>
                <a:lnTo>
                  <a:pt x="0" y="554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AC864-A963-4B92-A97D-D70BEB73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445" y="1900281"/>
            <a:ext cx="110809" cy="110809"/>
          </a:xfrm>
          <a:custGeom xmlns:a="http://schemas.openxmlformats.org/drawingml/2006/main">
            <a:pathLst>
              <a:path w="110809" h="110809">
                <a:moveTo>
                  <a:pt x="0" y="55404"/>
                </a:moveTo>
                <a:lnTo>
                  <a:pt x="55404" y="0"/>
                </a:lnTo>
                <a:lnTo>
                  <a:pt x="110809" y="55404"/>
                </a:lnTo>
                <a:lnTo>
                  <a:pt x="55404" y="110809"/>
                </a:lnTo>
                <a:lnTo>
                  <a:pt x="0" y="5540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A3076-9131-43F4-8684-1B2ADDC9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445" y="1900281"/>
            <a:ext cx="110808" cy="110808"/>
          </a:xfrm>
          <a:custGeom xmlns:a="http://schemas.openxmlformats.org/drawingml/2006/main">
            <a:pathLst>
              <a:path w="110808" h="110808" fill="none">
                <a:moveTo>
                  <a:pt x="0" y="55404"/>
                </a:moveTo>
                <a:lnTo>
                  <a:pt x="55404" y="0"/>
                </a:lnTo>
                <a:lnTo>
                  <a:pt x="110808" y="55404"/>
                </a:lnTo>
                <a:lnTo>
                  <a:pt x="55404" y="110808"/>
                </a:lnTo>
                <a:lnTo>
                  <a:pt x="0" y="554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B20D3-5F51-4433-A988-38AF4B6C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8984" y="1900650"/>
            <a:ext cx="110809" cy="110809"/>
          </a:xfrm>
          <a:custGeom xmlns:a="http://schemas.openxmlformats.org/drawingml/2006/main">
            <a:pathLst>
              <a:path w="110809" h="110809">
                <a:moveTo>
                  <a:pt x="0" y="55404"/>
                </a:moveTo>
                <a:lnTo>
                  <a:pt x="55404" y="0"/>
                </a:lnTo>
                <a:lnTo>
                  <a:pt x="110809" y="55404"/>
                </a:lnTo>
                <a:lnTo>
                  <a:pt x="55404" y="110809"/>
                </a:lnTo>
                <a:lnTo>
                  <a:pt x="0" y="5540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1A14A-B95E-4891-A3CC-9F665318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8984" y="1900650"/>
            <a:ext cx="110808" cy="110808"/>
          </a:xfrm>
          <a:custGeom xmlns:a="http://schemas.openxmlformats.org/drawingml/2006/main">
            <a:pathLst>
              <a:path w="110808" h="110808" fill="none">
                <a:moveTo>
                  <a:pt x="0" y="55404"/>
                </a:moveTo>
                <a:lnTo>
                  <a:pt x="55404" y="0"/>
                </a:lnTo>
                <a:lnTo>
                  <a:pt x="110808" y="55404"/>
                </a:lnTo>
                <a:lnTo>
                  <a:pt x="55404" y="110808"/>
                </a:lnTo>
                <a:lnTo>
                  <a:pt x="0" y="554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2D013-D2F3-45F5-86E1-FC6A5FBC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948" y="1898850"/>
            <a:ext cx="110809" cy="110809"/>
          </a:xfrm>
          <a:custGeom xmlns:a="http://schemas.openxmlformats.org/drawingml/2006/main">
            <a:pathLst>
              <a:path w="110809" h="110809">
                <a:moveTo>
                  <a:pt x="0" y="55404"/>
                </a:moveTo>
                <a:lnTo>
                  <a:pt x="55404" y="0"/>
                </a:lnTo>
                <a:lnTo>
                  <a:pt x="110809" y="55404"/>
                </a:lnTo>
                <a:lnTo>
                  <a:pt x="55404" y="110809"/>
                </a:lnTo>
                <a:lnTo>
                  <a:pt x="0" y="5540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5DA606-A6F1-4D60-BBC2-66DE255A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948" y="1898849"/>
            <a:ext cx="110808" cy="110808"/>
          </a:xfrm>
          <a:custGeom xmlns:a="http://schemas.openxmlformats.org/drawingml/2006/main">
            <a:pathLst>
              <a:path w="110808" h="110808" fill="none">
                <a:moveTo>
                  <a:pt x="0" y="55404"/>
                </a:moveTo>
                <a:lnTo>
                  <a:pt x="55404" y="0"/>
                </a:lnTo>
                <a:lnTo>
                  <a:pt x="110808" y="55404"/>
                </a:lnTo>
                <a:lnTo>
                  <a:pt x="55404" y="110808"/>
                </a:lnTo>
                <a:lnTo>
                  <a:pt x="0" y="554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CEC47-D329-4786-B8AE-F3F87E46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8245" y="1143958"/>
            <a:ext cx="598197" cy="3098149"/>
          </a:xfrm>
          <a:custGeom xmlns:a="http://schemas.openxmlformats.org/drawingml/2006/main">
            <a:pathLst>
              <a:path w="598197" h="3098149">
                <a:moveTo>
                  <a:pt x="541190" y="1809469"/>
                </a:moveTo>
                <a:lnTo>
                  <a:pt x="524902" y="1809469"/>
                </a:lnTo>
                <a:lnTo>
                  <a:pt x="524902" y="1858332"/>
                </a:lnTo>
                <a:lnTo>
                  <a:pt x="541190" y="1858332"/>
                </a:lnTo>
                <a:lnTo>
                  <a:pt x="541190" y="1809469"/>
                </a:lnTo>
                <a:close/>
                <a:moveTo>
                  <a:pt x="541190" y="2460979"/>
                </a:moveTo>
                <a:lnTo>
                  <a:pt x="524902" y="2460979"/>
                </a:lnTo>
                <a:lnTo>
                  <a:pt x="524902" y="2509842"/>
                </a:lnTo>
                <a:lnTo>
                  <a:pt x="541190" y="2509842"/>
                </a:lnTo>
                <a:lnTo>
                  <a:pt x="541190" y="2460979"/>
                </a:lnTo>
                <a:close/>
                <a:moveTo>
                  <a:pt x="541190" y="2526130"/>
                </a:moveTo>
                <a:lnTo>
                  <a:pt x="524902" y="2526130"/>
                </a:lnTo>
                <a:lnTo>
                  <a:pt x="524902" y="2574993"/>
                </a:lnTo>
                <a:lnTo>
                  <a:pt x="541190" y="2574993"/>
                </a:lnTo>
                <a:lnTo>
                  <a:pt x="541190" y="2526130"/>
                </a:lnTo>
                <a:close/>
                <a:moveTo>
                  <a:pt x="541190" y="2591281"/>
                </a:moveTo>
                <a:lnTo>
                  <a:pt x="524902" y="2591281"/>
                </a:lnTo>
                <a:lnTo>
                  <a:pt x="524902" y="2640144"/>
                </a:lnTo>
                <a:lnTo>
                  <a:pt x="541190" y="2640144"/>
                </a:lnTo>
                <a:lnTo>
                  <a:pt x="541190" y="2591281"/>
                </a:lnTo>
                <a:close/>
                <a:moveTo>
                  <a:pt x="541190" y="2656432"/>
                </a:moveTo>
                <a:lnTo>
                  <a:pt x="524902" y="2656432"/>
                </a:lnTo>
                <a:lnTo>
                  <a:pt x="524902" y="2705295"/>
                </a:lnTo>
                <a:lnTo>
                  <a:pt x="541190" y="2705295"/>
                </a:lnTo>
                <a:lnTo>
                  <a:pt x="541190" y="2656432"/>
                </a:lnTo>
                <a:close/>
                <a:moveTo>
                  <a:pt x="541190" y="2721583"/>
                </a:moveTo>
                <a:lnTo>
                  <a:pt x="524902" y="2721583"/>
                </a:lnTo>
                <a:lnTo>
                  <a:pt x="524902" y="2770446"/>
                </a:lnTo>
                <a:lnTo>
                  <a:pt x="541190" y="2770446"/>
                </a:lnTo>
                <a:lnTo>
                  <a:pt x="541190" y="2721583"/>
                </a:lnTo>
                <a:close/>
                <a:moveTo>
                  <a:pt x="541190" y="2835597"/>
                </a:moveTo>
                <a:lnTo>
                  <a:pt x="541190" y="2786734"/>
                </a:lnTo>
                <a:lnTo>
                  <a:pt x="524902" y="2786734"/>
                </a:lnTo>
                <a:lnTo>
                  <a:pt x="524902" y="2835597"/>
                </a:lnTo>
                <a:lnTo>
                  <a:pt x="541190" y="2835597"/>
                </a:lnTo>
                <a:close/>
                <a:moveTo>
                  <a:pt x="541190" y="2851885"/>
                </a:moveTo>
                <a:lnTo>
                  <a:pt x="524902" y="2851885"/>
                </a:lnTo>
                <a:lnTo>
                  <a:pt x="524902" y="2900748"/>
                </a:lnTo>
                <a:lnTo>
                  <a:pt x="541190" y="2900748"/>
                </a:lnTo>
                <a:lnTo>
                  <a:pt x="541190" y="2851885"/>
                </a:lnTo>
                <a:close/>
                <a:moveTo>
                  <a:pt x="541190" y="2917036"/>
                </a:moveTo>
                <a:lnTo>
                  <a:pt x="524902" y="2917036"/>
                </a:lnTo>
                <a:lnTo>
                  <a:pt x="524902" y="2965899"/>
                </a:lnTo>
                <a:lnTo>
                  <a:pt x="541190" y="2965899"/>
                </a:lnTo>
                <a:lnTo>
                  <a:pt x="541190" y="2917036"/>
                </a:lnTo>
                <a:close/>
                <a:moveTo>
                  <a:pt x="13786" y="3087504"/>
                </a:moveTo>
                <a:lnTo>
                  <a:pt x="0" y="3087504"/>
                </a:lnTo>
                <a:lnTo>
                  <a:pt x="0" y="3098149"/>
                </a:lnTo>
                <a:lnTo>
                  <a:pt x="54505" y="3098149"/>
                </a:lnTo>
                <a:lnTo>
                  <a:pt x="54505" y="3081862"/>
                </a:lnTo>
                <a:lnTo>
                  <a:pt x="8144" y="3081862"/>
                </a:lnTo>
                <a:lnTo>
                  <a:pt x="13786" y="3087504"/>
                </a:lnTo>
                <a:close/>
                <a:moveTo>
                  <a:pt x="119656" y="3098149"/>
                </a:moveTo>
                <a:lnTo>
                  <a:pt x="119656" y="3081862"/>
                </a:lnTo>
                <a:lnTo>
                  <a:pt x="70793" y="3081862"/>
                </a:lnTo>
                <a:lnTo>
                  <a:pt x="70793" y="3098149"/>
                </a:lnTo>
                <a:lnTo>
                  <a:pt x="119656" y="3098149"/>
                </a:lnTo>
                <a:close/>
                <a:moveTo>
                  <a:pt x="135944" y="3098149"/>
                </a:moveTo>
                <a:lnTo>
                  <a:pt x="184807" y="3098149"/>
                </a:lnTo>
                <a:lnTo>
                  <a:pt x="184807" y="3081862"/>
                </a:lnTo>
                <a:lnTo>
                  <a:pt x="135944" y="3081862"/>
                </a:lnTo>
                <a:lnTo>
                  <a:pt x="135944" y="3098149"/>
                </a:lnTo>
                <a:close/>
                <a:moveTo>
                  <a:pt x="249958" y="3098149"/>
                </a:moveTo>
                <a:lnTo>
                  <a:pt x="249958" y="3081862"/>
                </a:lnTo>
                <a:lnTo>
                  <a:pt x="201095" y="3081862"/>
                </a:lnTo>
                <a:lnTo>
                  <a:pt x="201095" y="3098149"/>
                </a:lnTo>
                <a:lnTo>
                  <a:pt x="249958" y="3098149"/>
                </a:lnTo>
                <a:close/>
                <a:moveTo>
                  <a:pt x="315109" y="3098149"/>
                </a:moveTo>
                <a:lnTo>
                  <a:pt x="315109" y="3081862"/>
                </a:lnTo>
                <a:lnTo>
                  <a:pt x="266246" y="3081862"/>
                </a:lnTo>
                <a:lnTo>
                  <a:pt x="266246" y="3098149"/>
                </a:lnTo>
                <a:lnTo>
                  <a:pt x="315109" y="3098149"/>
                </a:lnTo>
                <a:close/>
                <a:moveTo>
                  <a:pt x="380260" y="3098149"/>
                </a:moveTo>
                <a:lnTo>
                  <a:pt x="380260" y="3081862"/>
                </a:lnTo>
                <a:lnTo>
                  <a:pt x="331397" y="3081862"/>
                </a:lnTo>
                <a:lnTo>
                  <a:pt x="331397" y="3098149"/>
                </a:lnTo>
                <a:lnTo>
                  <a:pt x="380260" y="3098149"/>
                </a:lnTo>
                <a:close/>
                <a:moveTo>
                  <a:pt x="445411" y="3098149"/>
                </a:moveTo>
                <a:lnTo>
                  <a:pt x="445411" y="3081862"/>
                </a:lnTo>
                <a:lnTo>
                  <a:pt x="396548" y="3081862"/>
                </a:lnTo>
                <a:lnTo>
                  <a:pt x="396548" y="3098149"/>
                </a:lnTo>
                <a:lnTo>
                  <a:pt x="445411" y="3098149"/>
                </a:lnTo>
                <a:close/>
                <a:moveTo>
                  <a:pt x="510562" y="3098149"/>
                </a:moveTo>
                <a:lnTo>
                  <a:pt x="510562" y="3081862"/>
                </a:lnTo>
                <a:lnTo>
                  <a:pt x="461699" y="3081862"/>
                </a:lnTo>
                <a:lnTo>
                  <a:pt x="461699" y="3098149"/>
                </a:lnTo>
                <a:lnTo>
                  <a:pt x="510562" y="3098149"/>
                </a:lnTo>
                <a:close/>
                <a:moveTo>
                  <a:pt x="541190" y="1157959"/>
                </a:moveTo>
                <a:lnTo>
                  <a:pt x="524902" y="1157959"/>
                </a:lnTo>
                <a:lnTo>
                  <a:pt x="524902" y="1206822"/>
                </a:lnTo>
                <a:lnTo>
                  <a:pt x="541190" y="1206822"/>
                </a:lnTo>
                <a:lnTo>
                  <a:pt x="541190" y="1157959"/>
                </a:lnTo>
                <a:close/>
                <a:moveTo>
                  <a:pt x="541190" y="1223110"/>
                </a:moveTo>
                <a:lnTo>
                  <a:pt x="524902" y="1223110"/>
                </a:lnTo>
                <a:lnTo>
                  <a:pt x="524902" y="1271973"/>
                </a:lnTo>
                <a:lnTo>
                  <a:pt x="541190" y="1271973"/>
                </a:lnTo>
                <a:lnTo>
                  <a:pt x="541190" y="1223110"/>
                </a:lnTo>
                <a:close/>
                <a:moveTo>
                  <a:pt x="541190" y="1288261"/>
                </a:moveTo>
                <a:lnTo>
                  <a:pt x="524902" y="1288261"/>
                </a:lnTo>
                <a:lnTo>
                  <a:pt x="524902" y="1337124"/>
                </a:lnTo>
                <a:lnTo>
                  <a:pt x="541190" y="1337124"/>
                </a:lnTo>
                <a:lnTo>
                  <a:pt x="541190" y="1288261"/>
                </a:lnTo>
                <a:close/>
                <a:moveTo>
                  <a:pt x="541190" y="1353412"/>
                </a:moveTo>
                <a:lnTo>
                  <a:pt x="524902" y="1353412"/>
                </a:lnTo>
                <a:lnTo>
                  <a:pt x="524902" y="1402275"/>
                </a:lnTo>
                <a:lnTo>
                  <a:pt x="541190" y="1402275"/>
                </a:lnTo>
                <a:lnTo>
                  <a:pt x="541190" y="1353412"/>
                </a:lnTo>
                <a:close/>
                <a:moveTo>
                  <a:pt x="541190" y="1418563"/>
                </a:moveTo>
                <a:lnTo>
                  <a:pt x="524902" y="1418563"/>
                </a:lnTo>
                <a:lnTo>
                  <a:pt x="524902" y="1467426"/>
                </a:lnTo>
                <a:lnTo>
                  <a:pt x="541190" y="1467426"/>
                </a:lnTo>
                <a:lnTo>
                  <a:pt x="541190" y="1418563"/>
                </a:lnTo>
                <a:close/>
                <a:moveTo>
                  <a:pt x="541190" y="1483714"/>
                </a:moveTo>
                <a:lnTo>
                  <a:pt x="524902" y="1483714"/>
                </a:lnTo>
                <a:lnTo>
                  <a:pt x="524902" y="1532577"/>
                </a:lnTo>
                <a:lnTo>
                  <a:pt x="541190" y="1532577"/>
                </a:lnTo>
                <a:lnTo>
                  <a:pt x="541190" y="1483714"/>
                </a:lnTo>
                <a:close/>
                <a:moveTo>
                  <a:pt x="541190" y="1548865"/>
                </a:moveTo>
                <a:lnTo>
                  <a:pt x="524902" y="1548865"/>
                </a:lnTo>
                <a:lnTo>
                  <a:pt x="524902" y="1597728"/>
                </a:lnTo>
                <a:lnTo>
                  <a:pt x="541190" y="1597728"/>
                </a:lnTo>
                <a:lnTo>
                  <a:pt x="541190" y="1548865"/>
                </a:lnTo>
                <a:close/>
                <a:moveTo>
                  <a:pt x="541190" y="1614016"/>
                </a:moveTo>
                <a:lnTo>
                  <a:pt x="524902" y="1614016"/>
                </a:lnTo>
                <a:lnTo>
                  <a:pt x="524902" y="1662879"/>
                </a:lnTo>
                <a:lnTo>
                  <a:pt x="541190" y="1662879"/>
                </a:lnTo>
                <a:lnTo>
                  <a:pt x="541190" y="1614016"/>
                </a:lnTo>
                <a:close/>
                <a:moveTo>
                  <a:pt x="541190" y="1679167"/>
                </a:moveTo>
                <a:lnTo>
                  <a:pt x="524902" y="1679167"/>
                </a:lnTo>
                <a:lnTo>
                  <a:pt x="524902" y="1728030"/>
                </a:lnTo>
                <a:lnTo>
                  <a:pt x="541190" y="1728030"/>
                </a:lnTo>
                <a:lnTo>
                  <a:pt x="541190" y="1679167"/>
                </a:lnTo>
                <a:close/>
                <a:moveTo>
                  <a:pt x="541190" y="1793181"/>
                </a:moveTo>
                <a:lnTo>
                  <a:pt x="541190" y="1744318"/>
                </a:lnTo>
                <a:lnTo>
                  <a:pt x="524902" y="1744318"/>
                </a:lnTo>
                <a:lnTo>
                  <a:pt x="524902" y="1793181"/>
                </a:lnTo>
                <a:lnTo>
                  <a:pt x="541190" y="1793181"/>
                </a:lnTo>
                <a:close/>
                <a:moveTo>
                  <a:pt x="541190" y="1874620"/>
                </a:moveTo>
                <a:lnTo>
                  <a:pt x="524902" y="1874620"/>
                </a:lnTo>
                <a:lnTo>
                  <a:pt x="524902" y="1923483"/>
                </a:lnTo>
                <a:lnTo>
                  <a:pt x="541190" y="1923483"/>
                </a:lnTo>
                <a:lnTo>
                  <a:pt x="541190" y="1874620"/>
                </a:lnTo>
                <a:close/>
                <a:moveTo>
                  <a:pt x="541190" y="1939771"/>
                </a:moveTo>
                <a:lnTo>
                  <a:pt x="524902" y="1939771"/>
                </a:lnTo>
                <a:lnTo>
                  <a:pt x="524902" y="1988634"/>
                </a:lnTo>
                <a:lnTo>
                  <a:pt x="541190" y="1988634"/>
                </a:lnTo>
                <a:lnTo>
                  <a:pt x="541190" y="1939771"/>
                </a:lnTo>
                <a:close/>
                <a:moveTo>
                  <a:pt x="541190" y="2004922"/>
                </a:moveTo>
                <a:lnTo>
                  <a:pt x="524902" y="2004922"/>
                </a:lnTo>
                <a:lnTo>
                  <a:pt x="524902" y="2053785"/>
                </a:lnTo>
                <a:lnTo>
                  <a:pt x="541190" y="2053785"/>
                </a:lnTo>
                <a:lnTo>
                  <a:pt x="541190" y="2004922"/>
                </a:lnTo>
                <a:close/>
                <a:moveTo>
                  <a:pt x="541190" y="2070073"/>
                </a:moveTo>
                <a:lnTo>
                  <a:pt x="524902" y="2070073"/>
                </a:lnTo>
                <a:lnTo>
                  <a:pt x="524902" y="2118936"/>
                </a:lnTo>
                <a:lnTo>
                  <a:pt x="541190" y="2118936"/>
                </a:lnTo>
                <a:lnTo>
                  <a:pt x="541190" y="2070073"/>
                </a:lnTo>
                <a:close/>
                <a:moveTo>
                  <a:pt x="541190" y="2135224"/>
                </a:moveTo>
                <a:lnTo>
                  <a:pt x="524902" y="2135224"/>
                </a:lnTo>
                <a:lnTo>
                  <a:pt x="524902" y="2184087"/>
                </a:lnTo>
                <a:lnTo>
                  <a:pt x="541190" y="2184087"/>
                </a:lnTo>
                <a:lnTo>
                  <a:pt x="541190" y="2135224"/>
                </a:lnTo>
                <a:close/>
                <a:moveTo>
                  <a:pt x="541190" y="2200375"/>
                </a:moveTo>
                <a:lnTo>
                  <a:pt x="524902" y="2200375"/>
                </a:lnTo>
                <a:lnTo>
                  <a:pt x="524902" y="2249238"/>
                </a:lnTo>
                <a:lnTo>
                  <a:pt x="541190" y="2249238"/>
                </a:lnTo>
                <a:lnTo>
                  <a:pt x="541190" y="2200375"/>
                </a:lnTo>
                <a:close/>
                <a:moveTo>
                  <a:pt x="541190" y="2314389"/>
                </a:moveTo>
                <a:lnTo>
                  <a:pt x="541190" y="2265526"/>
                </a:lnTo>
                <a:lnTo>
                  <a:pt x="524902" y="2265526"/>
                </a:lnTo>
                <a:lnTo>
                  <a:pt x="524902" y="2314389"/>
                </a:lnTo>
                <a:lnTo>
                  <a:pt x="541190" y="2314389"/>
                </a:lnTo>
                <a:close/>
                <a:moveTo>
                  <a:pt x="541190" y="2330677"/>
                </a:moveTo>
                <a:lnTo>
                  <a:pt x="524902" y="2330677"/>
                </a:lnTo>
                <a:lnTo>
                  <a:pt x="524902" y="2379540"/>
                </a:lnTo>
                <a:lnTo>
                  <a:pt x="541190" y="2379540"/>
                </a:lnTo>
                <a:lnTo>
                  <a:pt x="541190" y="2330677"/>
                </a:lnTo>
                <a:close/>
                <a:moveTo>
                  <a:pt x="541190" y="2395828"/>
                </a:moveTo>
                <a:lnTo>
                  <a:pt x="524902" y="2395828"/>
                </a:lnTo>
                <a:lnTo>
                  <a:pt x="524902" y="2444691"/>
                </a:lnTo>
                <a:lnTo>
                  <a:pt x="541190" y="2444691"/>
                </a:lnTo>
                <a:lnTo>
                  <a:pt x="541190" y="2395828"/>
                </a:lnTo>
                <a:close/>
                <a:moveTo>
                  <a:pt x="526850" y="3088058"/>
                </a:moveTo>
                <a:lnTo>
                  <a:pt x="526850" y="3098149"/>
                </a:lnTo>
                <a:lnTo>
                  <a:pt x="541190" y="3098149"/>
                </a:lnTo>
                <a:lnTo>
                  <a:pt x="541190" y="3047338"/>
                </a:lnTo>
                <a:lnTo>
                  <a:pt x="524902" y="3047338"/>
                </a:lnTo>
                <a:lnTo>
                  <a:pt x="524902" y="3090006"/>
                </a:lnTo>
                <a:lnTo>
                  <a:pt x="526850" y="3088058"/>
                </a:lnTo>
                <a:close/>
                <a:moveTo>
                  <a:pt x="467895" y="130302"/>
                </a:moveTo>
                <a:lnTo>
                  <a:pt x="524902" y="130302"/>
                </a:lnTo>
                <a:lnTo>
                  <a:pt x="524902" y="164406"/>
                </a:lnTo>
                <a:lnTo>
                  <a:pt x="541190" y="164406"/>
                </a:lnTo>
                <a:lnTo>
                  <a:pt x="541190" y="130302"/>
                </a:lnTo>
                <a:lnTo>
                  <a:pt x="598197" y="130302"/>
                </a:lnTo>
                <a:lnTo>
                  <a:pt x="533046" y="0"/>
                </a:lnTo>
                <a:lnTo>
                  <a:pt x="467895" y="130302"/>
                </a:lnTo>
                <a:close/>
                <a:moveTo>
                  <a:pt x="541190" y="180694"/>
                </a:moveTo>
                <a:lnTo>
                  <a:pt x="524902" y="180694"/>
                </a:lnTo>
                <a:lnTo>
                  <a:pt x="524902" y="229557"/>
                </a:lnTo>
                <a:lnTo>
                  <a:pt x="541190" y="229557"/>
                </a:lnTo>
                <a:lnTo>
                  <a:pt x="541190" y="180694"/>
                </a:lnTo>
                <a:close/>
                <a:moveTo>
                  <a:pt x="541190" y="294708"/>
                </a:moveTo>
                <a:lnTo>
                  <a:pt x="541190" y="245845"/>
                </a:lnTo>
                <a:lnTo>
                  <a:pt x="524902" y="245845"/>
                </a:lnTo>
                <a:lnTo>
                  <a:pt x="524902" y="294708"/>
                </a:lnTo>
                <a:lnTo>
                  <a:pt x="541190" y="294708"/>
                </a:lnTo>
                <a:close/>
                <a:moveTo>
                  <a:pt x="541190" y="310996"/>
                </a:moveTo>
                <a:lnTo>
                  <a:pt x="524902" y="310996"/>
                </a:lnTo>
                <a:lnTo>
                  <a:pt x="524902" y="359859"/>
                </a:lnTo>
                <a:lnTo>
                  <a:pt x="541190" y="359859"/>
                </a:lnTo>
                <a:lnTo>
                  <a:pt x="541190" y="310996"/>
                </a:lnTo>
                <a:close/>
                <a:moveTo>
                  <a:pt x="541190" y="376147"/>
                </a:moveTo>
                <a:lnTo>
                  <a:pt x="524902" y="376147"/>
                </a:lnTo>
                <a:lnTo>
                  <a:pt x="524902" y="425010"/>
                </a:lnTo>
                <a:lnTo>
                  <a:pt x="541190" y="425010"/>
                </a:lnTo>
                <a:lnTo>
                  <a:pt x="541190" y="376147"/>
                </a:lnTo>
                <a:close/>
                <a:moveTo>
                  <a:pt x="541190" y="441298"/>
                </a:moveTo>
                <a:lnTo>
                  <a:pt x="524902" y="441298"/>
                </a:lnTo>
                <a:lnTo>
                  <a:pt x="524902" y="490161"/>
                </a:lnTo>
                <a:lnTo>
                  <a:pt x="541190" y="490161"/>
                </a:lnTo>
                <a:lnTo>
                  <a:pt x="541190" y="441298"/>
                </a:lnTo>
                <a:close/>
                <a:moveTo>
                  <a:pt x="541190" y="506449"/>
                </a:moveTo>
                <a:lnTo>
                  <a:pt x="524902" y="506449"/>
                </a:lnTo>
                <a:lnTo>
                  <a:pt x="524902" y="555312"/>
                </a:lnTo>
                <a:lnTo>
                  <a:pt x="541190" y="555312"/>
                </a:lnTo>
                <a:lnTo>
                  <a:pt x="541190" y="506449"/>
                </a:lnTo>
                <a:close/>
                <a:moveTo>
                  <a:pt x="541190" y="571600"/>
                </a:moveTo>
                <a:lnTo>
                  <a:pt x="524902" y="571600"/>
                </a:lnTo>
                <a:lnTo>
                  <a:pt x="524902" y="620463"/>
                </a:lnTo>
                <a:lnTo>
                  <a:pt x="541190" y="620463"/>
                </a:lnTo>
                <a:lnTo>
                  <a:pt x="541190" y="571600"/>
                </a:lnTo>
                <a:close/>
                <a:moveTo>
                  <a:pt x="541190" y="636751"/>
                </a:moveTo>
                <a:lnTo>
                  <a:pt x="524902" y="636751"/>
                </a:lnTo>
                <a:lnTo>
                  <a:pt x="524902" y="685614"/>
                </a:lnTo>
                <a:lnTo>
                  <a:pt x="541190" y="685614"/>
                </a:lnTo>
                <a:lnTo>
                  <a:pt x="541190" y="636751"/>
                </a:lnTo>
                <a:close/>
                <a:moveTo>
                  <a:pt x="541190" y="701902"/>
                </a:moveTo>
                <a:lnTo>
                  <a:pt x="524902" y="701902"/>
                </a:lnTo>
                <a:lnTo>
                  <a:pt x="524902" y="750765"/>
                </a:lnTo>
                <a:lnTo>
                  <a:pt x="541190" y="750765"/>
                </a:lnTo>
                <a:lnTo>
                  <a:pt x="541190" y="701902"/>
                </a:lnTo>
                <a:close/>
                <a:moveTo>
                  <a:pt x="541190" y="767053"/>
                </a:moveTo>
                <a:lnTo>
                  <a:pt x="524902" y="767053"/>
                </a:lnTo>
                <a:lnTo>
                  <a:pt x="524902" y="815916"/>
                </a:lnTo>
                <a:lnTo>
                  <a:pt x="541190" y="815916"/>
                </a:lnTo>
                <a:lnTo>
                  <a:pt x="541190" y="767053"/>
                </a:lnTo>
                <a:close/>
                <a:moveTo>
                  <a:pt x="541190" y="832204"/>
                </a:moveTo>
                <a:lnTo>
                  <a:pt x="524902" y="832204"/>
                </a:lnTo>
                <a:lnTo>
                  <a:pt x="524902" y="881067"/>
                </a:lnTo>
                <a:lnTo>
                  <a:pt x="541190" y="881067"/>
                </a:lnTo>
                <a:lnTo>
                  <a:pt x="541190" y="832204"/>
                </a:lnTo>
                <a:close/>
                <a:moveTo>
                  <a:pt x="541190" y="897355"/>
                </a:moveTo>
                <a:lnTo>
                  <a:pt x="524902" y="897355"/>
                </a:lnTo>
                <a:lnTo>
                  <a:pt x="524902" y="946218"/>
                </a:lnTo>
                <a:lnTo>
                  <a:pt x="541190" y="946218"/>
                </a:lnTo>
                <a:lnTo>
                  <a:pt x="541190" y="897355"/>
                </a:lnTo>
                <a:close/>
                <a:moveTo>
                  <a:pt x="541190" y="962506"/>
                </a:moveTo>
                <a:lnTo>
                  <a:pt x="524902" y="962506"/>
                </a:lnTo>
                <a:lnTo>
                  <a:pt x="524902" y="1011369"/>
                </a:lnTo>
                <a:lnTo>
                  <a:pt x="541190" y="1011369"/>
                </a:lnTo>
                <a:lnTo>
                  <a:pt x="541190" y="962506"/>
                </a:lnTo>
                <a:close/>
                <a:moveTo>
                  <a:pt x="541190" y="1027657"/>
                </a:moveTo>
                <a:lnTo>
                  <a:pt x="524902" y="1027657"/>
                </a:lnTo>
                <a:lnTo>
                  <a:pt x="524902" y="1076520"/>
                </a:lnTo>
                <a:lnTo>
                  <a:pt x="541190" y="1076520"/>
                </a:lnTo>
                <a:lnTo>
                  <a:pt x="541190" y="1027657"/>
                </a:lnTo>
                <a:close/>
                <a:moveTo>
                  <a:pt x="541190" y="1092808"/>
                </a:moveTo>
                <a:lnTo>
                  <a:pt x="524902" y="1092808"/>
                </a:lnTo>
                <a:lnTo>
                  <a:pt x="524902" y="1141671"/>
                </a:lnTo>
                <a:lnTo>
                  <a:pt x="541190" y="1141671"/>
                </a:lnTo>
                <a:lnTo>
                  <a:pt x="541190" y="1092808"/>
                </a:lnTo>
                <a:close/>
                <a:moveTo>
                  <a:pt x="541190" y="2982187"/>
                </a:moveTo>
                <a:lnTo>
                  <a:pt x="524902" y="2982187"/>
                </a:lnTo>
                <a:lnTo>
                  <a:pt x="524902" y="3031050"/>
                </a:lnTo>
                <a:lnTo>
                  <a:pt x="541190" y="3031050"/>
                </a:lnTo>
                <a:lnTo>
                  <a:pt x="541190" y="298218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DB4CA5-3A5C-4536-A3EA-B9B852F0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7839" y="3183272"/>
            <a:ext cx="1413025" cy="412862"/>
          </a:xfrm>
          <a:custGeom xmlns:a="http://schemas.openxmlformats.org/drawingml/2006/main">
            <a:pathLst>
              <a:path w="1413025" h="412862">
                <a:moveTo>
                  <a:pt x="0" y="141393"/>
                </a:moveTo>
                <a:cubicBezTo>
                  <a:pt x="0" y="63305"/>
                  <a:pt x="63305" y="0"/>
                  <a:pt x="141393" y="0"/>
                </a:cubicBezTo>
                <a:lnTo>
                  <a:pt x="1271632" y="0"/>
                </a:lnTo>
                <a:cubicBezTo>
                  <a:pt x="1349722" y="0"/>
                  <a:pt x="1413025" y="63305"/>
                  <a:pt x="1413025" y="141393"/>
                </a:cubicBezTo>
                <a:lnTo>
                  <a:pt x="1413025" y="271469"/>
                </a:lnTo>
                <a:cubicBezTo>
                  <a:pt x="1413025" y="349557"/>
                  <a:pt x="1349722" y="412862"/>
                  <a:pt x="1271632" y="412862"/>
                </a:cubicBezTo>
                <a:lnTo>
                  <a:pt x="141393" y="412862"/>
                </a:lnTo>
                <a:cubicBezTo>
                  <a:pt x="63305" y="412862"/>
                  <a:pt x="0" y="349557"/>
                  <a:pt x="0" y="271469"/>
                </a:cubicBezTo>
                <a:lnTo>
                  <a:pt x="0" y="141393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Dataflow">
            <a:extLst xmlns:a="http://schemas.openxmlformats.org/drawingml/2006/main">
              <a:ext uri="{FF2B5EF4-FFF2-40B4-BE49-F238E27FC236}">
                <a16:creationId xmlns:a16="http://schemas.microsoft.com/office/drawing/2014/main" id="{EDAC3C8B-DAD3-4EE6-9C3A-B3729062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4828" y="3229953"/>
            <a:ext cx="687509" cy="125957"/>
          </a:xfrm>
          <a:custGeom xmlns:a="http://schemas.openxmlformats.org/drawingml/2006/main">
            <a:pathLst>
              <a:path w="687509" h="125957">
                <a:moveTo>
                  <a:pt x="0" y="123873"/>
                </a:moveTo>
                <a:lnTo>
                  <a:pt x="0" y="10599"/>
                </a:lnTo>
                <a:lnTo>
                  <a:pt x="31968" y="10599"/>
                </a:lnTo>
                <a:cubicBezTo>
                  <a:pt x="40655" y="10599"/>
                  <a:pt x="48473" y="11699"/>
                  <a:pt x="55422" y="13899"/>
                </a:cubicBezTo>
                <a:cubicBezTo>
                  <a:pt x="62371" y="16100"/>
                  <a:pt x="68336" y="19488"/>
                  <a:pt x="73316" y="24063"/>
                </a:cubicBezTo>
                <a:cubicBezTo>
                  <a:pt x="78298" y="28637"/>
                  <a:pt x="82121" y="34457"/>
                  <a:pt x="84784" y="41523"/>
                </a:cubicBezTo>
                <a:cubicBezTo>
                  <a:pt x="87448" y="48588"/>
                  <a:pt x="88779" y="56986"/>
                  <a:pt x="88779" y="66715"/>
                </a:cubicBezTo>
                <a:cubicBezTo>
                  <a:pt x="88779" y="76444"/>
                  <a:pt x="87448" y="84899"/>
                  <a:pt x="84784" y="92080"/>
                </a:cubicBezTo>
                <a:cubicBezTo>
                  <a:pt x="82121" y="99261"/>
                  <a:pt x="78357" y="105197"/>
                  <a:pt x="73491" y="109889"/>
                </a:cubicBezTo>
                <a:cubicBezTo>
                  <a:pt x="68626" y="114580"/>
                  <a:pt x="62805" y="118084"/>
                  <a:pt x="56029" y="120400"/>
                </a:cubicBezTo>
                <a:cubicBezTo>
                  <a:pt x="49255" y="122716"/>
                  <a:pt x="41698" y="123873"/>
                  <a:pt x="33358" y="123873"/>
                </a:cubicBezTo>
                <a:lnTo>
                  <a:pt x="0" y="123873"/>
                </a:lnTo>
                <a:moveTo>
                  <a:pt x="25540" y="103198"/>
                </a:moveTo>
                <a:lnTo>
                  <a:pt x="30404" y="103198"/>
                </a:lnTo>
                <a:cubicBezTo>
                  <a:pt x="35270" y="103198"/>
                  <a:pt x="39671" y="102561"/>
                  <a:pt x="43609" y="101287"/>
                </a:cubicBezTo>
                <a:cubicBezTo>
                  <a:pt x="47547" y="100013"/>
                  <a:pt x="50905" y="97957"/>
                  <a:pt x="53685" y="95121"/>
                </a:cubicBezTo>
                <a:cubicBezTo>
                  <a:pt x="56465" y="92282"/>
                  <a:pt x="58637" y="88547"/>
                  <a:pt x="60199" y="83915"/>
                </a:cubicBezTo>
                <a:cubicBezTo>
                  <a:pt x="61763" y="79281"/>
                  <a:pt x="62545" y="73548"/>
                  <a:pt x="62545" y="66715"/>
                </a:cubicBezTo>
                <a:cubicBezTo>
                  <a:pt x="62545" y="59997"/>
                  <a:pt x="61763" y="54351"/>
                  <a:pt x="60199" y="49775"/>
                </a:cubicBezTo>
                <a:cubicBezTo>
                  <a:pt x="58637" y="45200"/>
                  <a:pt x="56465" y="41551"/>
                  <a:pt x="53685" y="38829"/>
                </a:cubicBezTo>
                <a:cubicBezTo>
                  <a:pt x="50905" y="36108"/>
                  <a:pt x="47547" y="34168"/>
                  <a:pt x="43609" y="33010"/>
                </a:cubicBezTo>
                <a:cubicBezTo>
                  <a:pt x="39671" y="31851"/>
                  <a:pt x="35270" y="31271"/>
                  <a:pt x="30404" y="31271"/>
                </a:cubicBezTo>
                <a:lnTo>
                  <a:pt x="25540" y="31271"/>
                </a:lnTo>
                <a:lnTo>
                  <a:pt x="25540" y="103198"/>
                </a:lnTo>
                <a:close/>
                <a:moveTo>
                  <a:pt x="130928" y="125957"/>
                </a:moveTo>
                <a:cubicBezTo>
                  <a:pt x="126991" y="125957"/>
                  <a:pt x="123429" y="125291"/>
                  <a:pt x="120242" y="123958"/>
                </a:cubicBezTo>
                <a:cubicBezTo>
                  <a:pt x="117057" y="122627"/>
                  <a:pt x="114365" y="120775"/>
                  <a:pt x="112165" y="118402"/>
                </a:cubicBezTo>
                <a:cubicBezTo>
                  <a:pt x="109964" y="116026"/>
                  <a:pt x="108256" y="113275"/>
                  <a:pt x="107040" y="110149"/>
                </a:cubicBezTo>
                <a:cubicBezTo>
                  <a:pt x="105824" y="107021"/>
                  <a:pt x="105216" y="103604"/>
                  <a:pt x="105216" y="99898"/>
                </a:cubicBezTo>
                <a:cubicBezTo>
                  <a:pt x="105216" y="90863"/>
                  <a:pt x="109038" y="83798"/>
                  <a:pt x="116682" y="78703"/>
                </a:cubicBezTo>
                <a:cubicBezTo>
                  <a:pt x="124326" y="73606"/>
                  <a:pt x="136661" y="70189"/>
                  <a:pt x="153687" y="68451"/>
                </a:cubicBezTo>
                <a:cubicBezTo>
                  <a:pt x="153456" y="64629"/>
                  <a:pt x="152326" y="61588"/>
                  <a:pt x="150299" y="59329"/>
                </a:cubicBezTo>
                <a:cubicBezTo>
                  <a:pt x="148272" y="57071"/>
                  <a:pt x="144884" y="55941"/>
                  <a:pt x="140135" y="55941"/>
                </a:cubicBezTo>
                <a:cubicBezTo>
                  <a:pt x="136429" y="55941"/>
                  <a:pt x="132751" y="56637"/>
                  <a:pt x="129102" y="58028"/>
                </a:cubicBezTo>
                <a:cubicBezTo>
                  <a:pt x="125454" y="59417"/>
                  <a:pt x="121546" y="61328"/>
                  <a:pt x="117376" y="63762"/>
                </a:cubicBezTo>
                <a:lnTo>
                  <a:pt x="108170" y="46909"/>
                </a:lnTo>
                <a:cubicBezTo>
                  <a:pt x="113728" y="43550"/>
                  <a:pt x="119548" y="40828"/>
                  <a:pt x="125629" y="38744"/>
                </a:cubicBezTo>
                <a:cubicBezTo>
                  <a:pt x="131710" y="36659"/>
                  <a:pt x="138167" y="35616"/>
                  <a:pt x="145000" y="35616"/>
                </a:cubicBezTo>
                <a:cubicBezTo>
                  <a:pt x="156120" y="35616"/>
                  <a:pt x="164604" y="38773"/>
                  <a:pt x="170452" y="45086"/>
                </a:cubicBezTo>
                <a:cubicBezTo>
                  <a:pt x="176302" y="51397"/>
                  <a:pt x="179227" y="61212"/>
                  <a:pt x="179227" y="74533"/>
                </a:cubicBezTo>
                <a:lnTo>
                  <a:pt x="179227" y="123873"/>
                </a:lnTo>
                <a:lnTo>
                  <a:pt x="158379" y="123873"/>
                </a:lnTo>
                <a:lnTo>
                  <a:pt x="156640" y="115014"/>
                </a:lnTo>
                <a:lnTo>
                  <a:pt x="155946" y="115014"/>
                </a:lnTo>
                <a:cubicBezTo>
                  <a:pt x="152240" y="118257"/>
                  <a:pt x="148360" y="120892"/>
                  <a:pt x="144305" y="122919"/>
                </a:cubicBezTo>
                <a:cubicBezTo>
                  <a:pt x="140251" y="124944"/>
                  <a:pt x="135792" y="125957"/>
                  <a:pt x="130928" y="125957"/>
                </a:cubicBezTo>
                <a:moveTo>
                  <a:pt x="139616" y="106151"/>
                </a:moveTo>
                <a:cubicBezTo>
                  <a:pt x="142511" y="106151"/>
                  <a:pt x="145000" y="105515"/>
                  <a:pt x="147084" y="104243"/>
                </a:cubicBezTo>
                <a:cubicBezTo>
                  <a:pt x="149169" y="102968"/>
                  <a:pt x="151370" y="101173"/>
                  <a:pt x="153687" y="98856"/>
                </a:cubicBezTo>
                <a:lnTo>
                  <a:pt x="153687" y="83740"/>
                </a:lnTo>
                <a:cubicBezTo>
                  <a:pt x="144653" y="85014"/>
                  <a:pt x="138398" y="86868"/>
                  <a:pt x="134923" y="89302"/>
                </a:cubicBezTo>
                <a:cubicBezTo>
                  <a:pt x="131449" y="91733"/>
                  <a:pt x="129712" y="94628"/>
                  <a:pt x="129712" y="97986"/>
                </a:cubicBezTo>
                <a:cubicBezTo>
                  <a:pt x="129712" y="100766"/>
                  <a:pt x="130609" y="102823"/>
                  <a:pt x="132405" y="104155"/>
                </a:cubicBezTo>
                <a:cubicBezTo>
                  <a:pt x="134201" y="105486"/>
                  <a:pt x="136604" y="106151"/>
                  <a:pt x="139616" y="106151"/>
                </a:cubicBezTo>
                <a:close/>
                <a:moveTo>
                  <a:pt x="234753" y="125957"/>
                </a:moveTo>
                <a:cubicBezTo>
                  <a:pt x="229426" y="125957"/>
                  <a:pt x="224880" y="125147"/>
                  <a:pt x="221116" y="123526"/>
                </a:cubicBezTo>
                <a:cubicBezTo>
                  <a:pt x="217351" y="121904"/>
                  <a:pt x="214282" y="119645"/>
                  <a:pt x="211906" y="116750"/>
                </a:cubicBezTo>
                <a:cubicBezTo>
                  <a:pt x="209533" y="113855"/>
                  <a:pt x="207795" y="110352"/>
                  <a:pt x="206694" y="106241"/>
                </a:cubicBezTo>
                <a:cubicBezTo>
                  <a:pt x="205595" y="102129"/>
                  <a:pt x="205046" y="97582"/>
                  <a:pt x="205046" y="92602"/>
                </a:cubicBezTo>
                <a:lnTo>
                  <a:pt x="205046" y="57680"/>
                </a:lnTo>
                <a:lnTo>
                  <a:pt x="193230" y="57680"/>
                </a:lnTo>
                <a:lnTo>
                  <a:pt x="193230" y="38742"/>
                </a:lnTo>
                <a:lnTo>
                  <a:pt x="206435" y="37700"/>
                </a:lnTo>
                <a:lnTo>
                  <a:pt x="209388" y="14766"/>
                </a:lnTo>
                <a:lnTo>
                  <a:pt x="230583" y="14766"/>
                </a:lnTo>
                <a:lnTo>
                  <a:pt x="230583" y="37700"/>
                </a:lnTo>
                <a:lnTo>
                  <a:pt x="251258" y="37700"/>
                </a:lnTo>
                <a:lnTo>
                  <a:pt x="251258" y="57680"/>
                </a:lnTo>
                <a:lnTo>
                  <a:pt x="230583" y="57680"/>
                </a:lnTo>
                <a:lnTo>
                  <a:pt x="230583" y="92252"/>
                </a:lnTo>
                <a:cubicBezTo>
                  <a:pt x="230583" y="97118"/>
                  <a:pt x="231596" y="100622"/>
                  <a:pt x="233623" y="102766"/>
                </a:cubicBezTo>
                <a:cubicBezTo>
                  <a:pt x="235650" y="104908"/>
                  <a:pt x="238344" y="105979"/>
                  <a:pt x="241704" y="105979"/>
                </a:cubicBezTo>
                <a:cubicBezTo>
                  <a:pt x="243093" y="105979"/>
                  <a:pt x="244511" y="105806"/>
                  <a:pt x="245958" y="105459"/>
                </a:cubicBezTo>
                <a:cubicBezTo>
                  <a:pt x="247406" y="105111"/>
                  <a:pt x="248709" y="104705"/>
                  <a:pt x="249869" y="104240"/>
                </a:cubicBezTo>
                <a:lnTo>
                  <a:pt x="253864" y="122831"/>
                </a:lnTo>
                <a:cubicBezTo>
                  <a:pt x="251547" y="123526"/>
                  <a:pt x="248825" y="124221"/>
                  <a:pt x="245699" y="124915"/>
                </a:cubicBezTo>
                <a:cubicBezTo>
                  <a:pt x="242572" y="125610"/>
                  <a:pt x="238924" y="125957"/>
                  <a:pt x="234753" y="125957"/>
                </a:cubicBezTo>
                <a:close/>
                <a:moveTo>
                  <a:pt x="291148" y="125957"/>
                </a:moveTo>
                <a:cubicBezTo>
                  <a:pt x="287211" y="125957"/>
                  <a:pt x="283649" y="125291"/>
                  <a:pt x="280462" y="123958"/>
                </a:cubicBezTo>
                <a:cubicBezTo>
                  <a:pt x="277277" y="122627"/>
                  <a:pt x="274585" y="120775"/>
                  <a:pt x="272385" y="118402"/>
                </a:cubicBezTo>
                <a:cubicBezTo>
                  <a:pt x="270184" y="116026"/>
                  <a:pt x="268476" y="113275"/>
                  <a:pt x="267260" y="110149"/>
                </a:cubicBezTo>
                <a:cubicBezTo>
                  <a:pt x="266044" y="107021"/>
                  <a:pt x="265436" y="103604"/>
                  <a:pt x="265436" y="99898"/>
                </a:cubicBezTo>
                <a:cubicBezTo>
                  <a:pt x="265436" y="90863"/>
                  <a:pt x="269258" y="83798"/>
                  <a:pt x="276902" y="78703"/>
                </a:cubicBezTo>
                <a:cubicBezTo>
                  <a:pt x="284546" y="73606"/>
                  <a:pt x="296881" y="70189"/>
                  <a:pt x="313907" y="68451"/>
                </a:cubicBezTo>
                <a:cubicBezTo>
                  <a:pt x="313676" y="64629"/>
                  <a:pt x="312546" y="61588"/>
                  <a:pt x="310519" y="59329"/>
                </a:cubicBezTo>
                <a:cubicBezTo>
                  <a:pt x="308492" y="57071"/>
                  <a:pt x="305104" y="55941"/>
                  <a:pt x="300355" y="55941"/>
                </a:cubicBezTo>
                <a:cubicBezTo>
                  <a:pt x="296649" y="55941"/>
                  <a:pt x="292971" y="56637"/>
                  <a:pt x="289322" y="58028"/>
                </a:cubicBezTo>
                <a:cubicBezTo>
                  <a:pt x="285674" y="59417"/>
                  <a:pt x="281766" y="61328"/>
                  <a:pt x="277596" y="63762"/>
                </a:cubicBezTo>
                <a:lnTo>
                  <a:pt x="268390" y="46909"/>
                </a:lnTo>
                <a:cubicBezTo>
                  <a:pt x="273948" y="43550"/>
                  <a:pt x="279768" y="40828"/>
                  <a:pt x="285849" y="38744"/>
                </a:cubicBezTo>
                <a:cubicBezTo>
                  <a:pt x="291930" y="36659"/>
                  <a:pt x="298387" y="35616"/>
                  <a:pt x="305220" y="35616"/>
                </a:cubicBezTo>
                <a:cubicBezTo>
                  <a:pt x="316340" y="35616"/>
                  <a:pt x="324824" y="38773"/>
                  <a:pt x="330672" y="45086"/>
                </a:cubicBezTo>
                <a:cubicBezTo>
                  <a:pt x="336522" y="51397"/>
                  <a:pt x="339447" y="61212"/>
                  <a:pt x="339447" y="74533"/>
                </a:cubicBezTo>
                <a:lnTo>
                  <a:pt x="339447" y="123873"/>
                </a:lnTo>
                <a:lnTo>
                  <a:pt x="318599" y="123873"/>
                </a:lnTo>
                <a:lnTo>
                  <a:pt x="316860" y="115014"/>
                </a:lnTo>
                <a:lnTo>
                  <a:pt x="316166" y="115014"/>
                </a:lnTo>
                <a:cubicBezTo>
                  <a:pt x="312460" y="118257"/>
                  <a:pt x="308580" y="120892"/>
                  <a:pt x="304525" y="122919"/>
                </a:cubicBezTo>
                <a:cubicBezTo>
                  <a:pt x="300471" y="124944"/>
                  <a:pt x="296012" y="125957"/>
                  <a:pt x="291148" y="125957"/>
                </a:cubicBezTo>
                <a:moveTo>
                  <a:pt x="299836" y="106151"/>
                </a:moveTo>
                <a:cubicBezTo>
                  <a:pt x="302731" y="106151"/>
                  <a:pt x="305220" y="105515"/>
                  <a:pt x="307304" y="104243"/>
                </a:cubicBezTo>
                <a:cubicBezTo>
                  <a:pt x="309389" y="102968"/>
                  <a:pt x="311590" y="101173"/>
                  <a:pt x="313907" y="98856"/>
                </a:cubicBezTo>
                <a:lnTo>
                  <a:pt x="313907" y="83740"/>
                </a:lnTo>
                <a:cubicBezTo>
                  <a:pt x="304873" y="85014"/>
                  <a:pt x="298618" y="86868"/>
                  <a:pt x="295143" y="89302"/>
                </a:cubicBezTo>
                <a:cubicBezTo>
                  <a:pt x="291669" y="91733"/>
                  <a:pt x="289932" y="94628"/>
                  <a:pt x="289932" y="97986"/>
                </a:cubicBezTo>
                <a:cubicBezTo>
                  <a:pt x="289932" y="100766"/>
                  <a:pt x="290829" y="102823"/>
                  <a:pt x="292625" y="104155"/>
                </a:cubicBezTo>
                <a:cubicBezTo>
                  <a:pt x="294421" y="105486"/>
                  <a:pt x="296824" y="106151"/>
                  <a:pt x="299836" y="106151"/>
                </a:cubicBezTo>
                <a:close/>
                <a:moveTo>
                  <a:pt x="366131" y="123873"/>
                </a:moveTo>
                <a:lnTo>
                  <a:pt x="366131" y="57680"/>
                </a:lnTo>
                <a:lnTo>
                  <a:pt x="354665" y="57680"/>
                </a:lnTo>
                <a:lnTo>
                  <a:pt x="354665" y="38742"/>
                </a:lnTo>
                <a:lnTo>
                  <a:pt x="366131" y="37875"/>
                </a:lnTo>
                <a:lnTo>
                  <a:pt x="366131" y="33183"/>
                </a:lnTo>
                <a:cubicBezTo>
                  <a:pt x="366131" y="28665"/>
                  <a:pt x="366681" y="24380"/>
                  <a:pt x="367780" y="20328"/>
                </a:cubicBezTo>
                <a:cubicBezTo>
                  <a:pt x="368881" y="16274"/>
                  <a:pt x="370706" y="12741"/>
                  <a:pt x="373254" y="9729"/>
                </a:cubicBezTo>
                <a:cubicBezTo>
                  <a:pt x="375803" y="6718"/>
                  <a:pt x="379104" y="4343"/>
                  <a:pt x="383158" y="2606"/>
                </a:cubicBezTo>
                <a:cubicBezTo>
                  <a:pt x="387213" y="869"/>
                  <a:pt x="392135" y="0"/>
                  <a:pt x="397924" y="0"/>
                </a:cubicBezTo>
                <a:cubicBezTo>
                  <a:pt x="401516" y="0"/>
                  <a:pt x="404788" y="347"/>
                  <a:pt x="407741" y="1042"/>
                </a:cubicBezTo>
                <a:cubicBezTo>
                  <a:pt x="410694" y="1736"/>
                  <a:pt x="413155" y="2431"/>
                  <a:pt x="415124" y="3126"/>
                </a:cubicBezTo>
                <a:lnTo>
                  <a:pt x="410435" y="21889"/>
                </a:lnTo>
                <a:cubicBezTo>
                  <a:pt x="407191" y="20732"/>
                  <a:pt x="404238" y="20153"/>
                  <a:pt x="401575" y="20153"/>
                </a:cubicBezTo>
                <a:cubicBezTo>
                  <a:pt x="398447" y="20153"/>
                  <a:pt x="396014" y="21109"/>
                  <a:pt x="394277" y="23021"/>
                </a:cubicBezTo>
                <a:cubicBezTo>
                  <a:pt x="392539" y="24932"/>
                  <a:pt x="391671" y="28087"/>
                  <a:pt x="391671" y="32488"/>
                </a:cubicBezTo>
                <a:lnTo>
                  <a:pt x="391671" y="37700"/>
                </a:lnTo>
                <a:lnTo>
                  <a:pt x="407134" y="37700"/>
                </a:lnTo>
                <a:lnTo>
                  <a:pt x="407134" y="57680"/>
                </a:lnTo>
                <a:lnTo>
                  <a:pt x="391671" y="57680"/>
                </a:lnTo>
                <a:lnTo>
                  <a:pt x="391671" y="123873"/>
                </a:lnTo>
                <a:lnTo>
                  <a:pt x="366131" y="123873"/>
                </a:lnTo>
                <a:close/>
                <a:moveTo>
                  <a:pt x="444938" y="125957"/>
                </a:moveTo>
                <a:cubicBezTo>
                  <a:pt x="440537" y="125957"/>
                  <a:pt x="436831" y="125262"/>
                  <a:pt x="433820" y="123873"/>
                </a:cubicBezTo>
                <a:cubicBezTo>
                  <a:pt x="430808" y="122484"/>
                  <a:pt x="428404" y="120545"/>
                  <a:pt x="426609" y="118054"/>
                </a:cubicBezTo>
                <a:cubicBezTo>
                  <a:pt x="424813" y="115564"/>
                  <a:pt x="423510" y="112553"/>
                  <a:pt x="422699" y="109020"/>
                </a:cubicBezTo>
                <a:cubicBezTo>
                  <a:pt x="421889" y="105487"/>
                  <a:pt x="421484" y="101519"/>
                  <a:pt x="421484" y="97117"/>
                </a:cubicBezTo>
                <a:lnTo>
                  <a:pt x="421484" y="2084"/>
                </a:lnTo>
                <a:lnTo>
                  <a:pt x="447024" y="2084"/>
                </a:lnTo>
                <a:lnTo>
                  <a:pt x="447024" y="98161"/>
                </a:lnTo>
                <a:cubicBezTo>
                  <a:pt x="447024" y="100825"/>
                  <a:pt x="447516" y="102678"/>
                  <a:pt x="448501" y="103720"/>
                </a:cubicBezTo>
                <a:cubicBezTo>
                  <a:pt x="449485" y="104763"/>
                  <a:pt x="450499" y="105284"/>
                  <a:pt x="451541" y="105284"/>
                </a:cubicBezTo>
                <a:cubicBezTo>
                  <a:pt x="452119" y="105284"/>
                  <a:pt x="452611" y="105284"/>
                  <a:pt x="453015" y="105284"/>
                </a:cubicBezTo>
                <a:cubicBezTo>
                  <a:pt x="453422" y="105284"/>
                  <a:pt x="453972" y="105169"/>
                  <a:pt x="454667" y="104937"/>
                </a:cubicBezTo>
                <a:lnTo>
                  <a:pt x="457795" y="123873"/>
                </a:lnTo>
                <a:cubicBezTo>
                  <a:pt x="456404" y="124453"/>
                  <a:pt x="454638" y="124945"/>
                  <a:pt x="452496" y="125350"/>
                </a:cubicBezTo>
                <a:cubicBezTo>
                  <a:pt x="450354" y="125755"/>
                  <a:pt x="447834" y="125957"/>
                  <a:pt x="444938" y="125957"/>
                </a:cubicBezTo>
                <a:close/>
                <a:moveTo>
                  <a:pt x="507413" y="125957"/>
                </a:moveTo>
                <a:cubicBezTo>
                  <a:pt x="501970" y="125957"/>
                  <a:pt x="496700" y="124944"/>
                  <a:pt x="491603" y="122919"/>
                </a:cubicBezTo>
                <a:cubicBezTo>
                  <a:pt x="486507" y="120892"/>
                  <a:pt x="482019" y="117967"/>
                  <a:pt x="478138" y="114144"/>
                </a:cubicBezTo>
                <a:cubicBezTo>
                  <a:pt x="474259" y="110321"/>
                  <a:pt x="471161" y="105602"/>
                  <a:pt x="468844" y="99985"/>
                </a:cubicBezTo>
                <a:cubicBezTo>
                  <a:pt x="466527" y="94367"/>
                  <a:pt x="465368" y="87967"/>
                  <a:pt x="465368" y="80787"/>
                </a:cubicBezTo>
                <a:cubicBezTo>
                  <a:pt x="465368" y="73606"/>
                  <a:pt x="466527" y="67207"/>
                  <a:pt x="468844" y="61591"/>
                </a:cubicBezTo>
                <a:cubicBezTo>
                  <a:pt x="471161" y="55972"/>
                  <a:pt x="474259" y="51252"/>
                  <a:pt x="478138" y="47429"/>
                </a:cubicBezTo>
                <a:cubicBezTo>
                  <a:pt x="482019" y="43606"/>
                  <a:pt x="486507" y="40682"/>
                  <a:pt x="491603" y="38657"/>
                </a:cubicBezTo>
                <a:cubicBezTo>
                  <a:pt x="496700" y="36630"/>
                  <a:pt x="501970" y="35616"/>
                  <a:pt x="507413" y="35616"/>
                </a:cubicBezTo>
                <a:cubicBezTo>
                  <a:pt x="512857" y="35616"/>
                  <a:pt x="518098" y="36630"/>
                  <a:pt x="523136" y="38657"/>
                </a:cubicBezTo>
                <a:cubicBezTo>
                  <a:pt x="528175" y="40682"/>
                  <a:pt x="532634" y="43606"/>
                  <a:pt x="536513" y="47429"/>
                </a:cubicBezTo>
                <a:cubicBezTo>
                  <a:pt x="540394" y="51252"/>
                  <a:pt x="543492" y="55972"/>
                  <a:pt x="545808" y="61591"/>
                </a:cubicBezTo>
                <a:cubicBezTo>
                  <a:pt x="548125" y="67207"/>
                  <a:pt x="549283" y="73606"/>
                  <a:pt x="549283" y="80787"/>
                </a:cubicBezTo>
                <a:cubicBezTo>
                  <a:pt x="549283" y="87967"/>
                  <a:pt x="548125" y="94367"/>
                  <a:pt x="545808" y="99985"/>
                </a:cubicBezTo>
                <a:cubicBezTo>
                  <a:pt x="543492" y="105602"/>
                  <a:pt x="540394" y="110321"/>
                  <a:pt x="536513" y="114144"/>
                </a:cubicBezTo>
                <a:cubicBezTo>
                  <a:pt x="532634" y="117967"/>
                  <a:pt x="528175" y="120892"/>
                  <a:pt x="523136" y="122919"/>
                </a:cubicBezTo>
                <a:cubicBezTo>
                  <a:pt x="518098" y="124944"/>
                  <a:pt x="512857" y="125957"/>
                  <a:pt x="507413" y="125957"/>
                </a:cubicBezTo>
                <a:moveTo>
                  <a:pt x="507413" y="105284"/>
                </a:moveTo>
                <a:cubicBezTo>
                  <a:pt x="512625" y="105284"/>
                  <a:pt x="516563" y="103084"/>
                  <a:pt x="519226" y="98683"/>
                </a:cubicBezTo>
                <a:cubicBezTo>
                  <a:pt x="521891" y="94281"/>
                  <a:pt x="523224" y="88315"/>
                  <a:pt x="523224" y="80787"/>
                </a:cubicBezTo>
                <a:cubicBezTo>
                  <a:pt x="523224" y="73258"/>
                  <a:pt x="521891" y="67293"/>
                  <a:pt x="519226" y="62892"/>
                </a:cubicBezTo>
                <a:cubicBezTo>
                  <a:pt x="516563" y="58490"/>
                  <a:pt x="512625" y="56289"/>
                  <a:pt x="507413" y="56289"/>
                </a:cubicBezTo>
                <a:cubicBezTo>
                  <a:pt x="502085" y="56289"/>
                  <a:pt x="498117" y="58490"/>
                  <a:pt x="495510" y="62892"/>
                </a:cubicBezTo>
                <a:cubicBezTo>
                  <a:pt x="492905" y="67293"/>
                  <a:pt x="491603" y="73258"/>
                  <a:pt x="491603" y="80787"/>
                </a:cubicBezTo>
                <a:cubicBezTo>
                  <a:pt x="491603" y="88315"/>
                  <a:pt x="492905" y="94281"/>
                  <a:pt x="495510" y="98683"/>
                </a:cubicBezTo>
                <a:cubicBezTo>
                  <a:pt x="498117" y="103084"/>
                  <a:pt x="502085" y="105284"/>
                  <a:pt x="507413" y="105284"/>
                </a:cubicBezTo>
                <a:close/>
                <a:moveTo>
                  <a:pt x="582572" y="123873"/>
                </a:moveTo>
                <a:lnTo>
                  <a:pt x="561029" y="37700"/>
                </a:lnTo>
                <a:lnTo>
                  <a:pt x="586394" y="37700"/>
                </a:lnTo>
                <a:lnTo>
                  <a:pt x="594734" y="77658"/>
                </a:lnTo>
                <a:cubicBezTo>
                  <a:pt x="595429" y="81944"/>
                  <a:pt x="596065" y="86173"/>
                  <a:pt x="596643" y="90343"/>
                </a:cubicBezTo>
                <a:cubicBezTo>
                  <a:pt x="597223" y="94513"/>
                  <a:pt x="597861" y="98797"/>
                  <a:pt x="598557" y="103198"/>
                </a:cubicBezTo>
                <a:lnTo>
                  <a:pt x="599252" y="103198"/>
                </a:lnTo>
                <a:cubicBezTo>
                  <a:pt x="600063" y="98797"/>
                  <a:pt x="600845" y="94454"/>
                  <a:pt x="601598" y="90168"/>
                </a:cubicBezTo>
                <a:cubicBezTo>
                  <a:pt x="602351" y="85883"/>
                  <a:pt x="603248" y="81713"/>
                  <a:pt x="604289" y="77658"/>
                </a:cubicBezTo>
                <a:lnTo>
                  <a:pt x="613845" y="37700"/>
                </a:lnTo>
                <a:lnTo>
                  <a:pt x="635910" y="37700"/>
                </a:lnTo>
                <a:lnTo>
                  <a:pt x="645639" y="77658"/>
                </a:lnTo>
                <a:cubicBezTo>
                  <a:pt x="646682" y="81944"/>
                  <a:pt x="647608" y="86173"/>
                  <a:pt x="648417" y="90343"/>
                </a:cubicBezTo>
                <a:cubicBezTo>
                  <a:pt x="649228" y="94513"/>
                  <a:pt x="650098" y="98797"/>
                  <a:pt x="651026" y="103198"/>
                </a:cubicBezTo>
                <a:lnTo>
                  <a:pt x="651720" y="103198"/>
                </a:lnTo>
                <a:cubicBezTo>
                  <a:pt x="652530" y="98797"/>
                  <a:pt x="653195" y="94513"/>
                  <a:pt x="653716" y="90343"/>
                </a:cubicBezTo>
                <a:cubicBezTo>
                  <a:pt x="654238" y="86173"/>
                  <a:pt x="654904" y="81944"/>
                  <a:pt x="655715" y="77658"/>
                </a:cubicBezTo>
                <a:lnTo>
                  <a:pt x="663880" y="37700"/>
                </a:lnTo>
                <a:lnTo>
                  <a:pt x="687509" y="37700"/>
                </a:lnTo>
                <a:lnTo>
                  <a:pt x="666834" y="123873"/>
                </a:lnTo>
                <a:lnTo>
                  <a:pt x="636951" y="123873"/>
                </a:lnTo>
                <a:lnTo>
                  <a:pt x="629134" y="89474"/>
                </a:lnTo>
                <a:cubicBezTo>
                  <a:pt x="628208" y="85420"/>
                  <a:pt x="627396" y="81366"/>
                  <a:pt x="626700" y="77314"/>
                </a:cubicBezTo>
                <a:cubicBezTo>
                  <a:pt x="626006" y="73260"/>
                  <a:pt x="625254" y="68915"/>
                  <a:pt x="624444" y="64281"/>
                </a:cubicBezTo>
                <a:lnTo>
                  <a:pt x="623747" y="64281"/>
                </a:lnTo>
                <a:cubicBezTo>
                  <a:pt x="622937" y="68915"/>
                  <a:pt x="622214" y="73260"/>
                  <a:pt x="621576" y="77314"/>
                </a:cubicBezTo>
                <a:cubicBezTo>
                  <a:pt x="620939" y="81366"/>
                  <a:pt x="620216" y="85420"/>
                  <a:pt x="619405" y="89474"/>
                </a:cubicBezTo>
                <a:lnTo>
                  <a:pt x="611759" y="123873"/>
                </a:lnTo>
                <a:lnTo>
                  <a:pt x="582572" y="1238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Interleaving">
            <a:extLst xmlns:a="http://schemas.openxmlformats.org/drawingml/2006/main">
              <a:ext uri="{FF2B5EF4-FFF2-40B4-BE49-F238E27FC236}">
                <a16:creationId xmlns:a16="http://schemas.microsoft.com/office/drawing/2014/main" id="{6576E177-BD2B-4B8D-B47E-295ABD6D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8100" y="3426449"/>
            <a:ext cx="923738" cy="162095"/>
          </a:xfrm>
          <a:custGeom xmlns:a="http://schemas.openxmlformats.org/drawingml/2006/main">
            <a:pathLst>
              <a:path w="923738" h="162095">
                <a:moveTo>
                  <a:pt x="0" y="125437"/>
                </a:moveTo>
                <a:lnTo>
                  <a:pt x="0" y="12163"/>
                </a:lnTo>
                <a:lnTo>
                  <a:pt x="25540" y="12163"/>
                </a:lnTo>
                <a:lnTo>
                  <a:pt x="25540" y="125437"/>
                </a:lnTo>
                <a:lnTo>
                  <a:pt x="0" y="125437"/>
                </a:lnTo>
                <a:close/>
                <a:moveTo>
                  <a:pt x="49498" y="125437"/>
                </a:moveTo>
                <a:lnTo>
                  <a:pt x="49498" y="39264"/>
                </a:lnTo>
                <a:lnTo>
                  <a:pt x="70345" y="39264"/>
                </a:lnTo>
                <a:lnTo>
                  <a:pt x="72084" y="50210"/>
                </a:lnTo>
                <a:lnTo>
                  <a:pt x="72779" y="50210"/>
                </a:lnTo>
                <a:cubicBezTo>
                  <a:pt x="76485" y="46735"/>
                  <a:pt x="80538" y="43696"/>
                  <a:pt x="84939" y="41091"/>
                </a:cubicBezTo>
                <a:cubicBezTo>
                  <a:pt x="89342" y="38484"/>
                  <a:pt x="94496" y="37180"/>
                  <a:pt x="100402" y="37180"/>
                </a:cubicBezTo>
                <a:cubicBezTo>
                  <a:pt x="109783" y="37180"/>
                  <a:pt x="116588" y="40250"/>
                  <a:pt x="120815" y="46390"/>
                </a:cubicBezTo>
                <a:cubicBezTo>
                  <a:pt x="125043" y="52528"/>
                  <a:pt x="127156" y="61040"/>
                  <a:pt x="127156" y="71927"/>
                </a:cubicBezTo>
                <a:lnTo>
                  <a:pt x="127156" y="125437"/>
                </a:lnTo>
                <a:lnTo>
                  <a:pt x="101619" y="125437"/>
                </a:lnTo>
                <a:lnTo>
                  <a:pt x="101619" y="75227"/>
                </a:lnTo>
                <a:cubicBezTo>
                  <a:pt x="101619" y="68973"/>
                  <a:pt x="100779" y="64688"/>
                  <a:pt x="99098" y="62373"/>
                </a:cubicBezTo>
                <a:cubicBezTo>
                  <a:pt x="97419" y="60056"/>
                  <a:pt x="94727" y="58897"/>
                  <a:pt x="91021" y="58897"/>
                </a:cubicBezTo>
                <a:cubicBezTo>
                  <a:pt x="87777" y="58897"/>
                  <a:pt x="84997" y="59621"/>
                  <a:pt x="82680" y="61068"/>
                </a:cubicBezTo>
                <a:cubicBezTo>
                  <a:pt x="80364" y="62516"/>
                  <a:pt x="77816" y="64571"/>
                  <a:pt x="75038" y="67235"/>
                </a:cubicBezTo>
                <a:lnTo>
                  <a:pt x="75038" y="125437"/>
                </a:lnTo>
                <a:lnTo>
                  <a:pt x="49498" y="125437"/>
                </a:lnTo>
                <a:close/>
                <a:moveTo>
                  <a:pt x="183083" y="127521"/>
                </a:moveTo>
                <a:cubicBezTo>
                  <a:pt x="177757" y="127521"/>
                  <a:pt x="173211" y="126711"/>
                  <a:pt x="169447" y="125090"/>
                </a:cubicBezTo>
                <a:cubicBezTo>
                  <a:pt x="165682" y="123468"/>
                  <a:pt x="162612" y="121209"/>
                  <a:pt x="160237" y="118314"/>
                </a:cubicBezTo>
                <a:cubicBezTo>
                  <a:pt x="157863" y="115419"/>
                  <a:pt x="156126" y="111916"/>
                  <a:pt x="155025" y="107806"/>
                </a:cubicBezTo>
                <a:cubicBezTo>
                  <a:pt x="153926" y="103693"/>
                  <a:pt x="153376" y="99147"/>
                  <a:pt x="153376" y="94166"/>
                </a:cubicBezTo>
                <a:lnTo>
                  <a:pt x="153376" y="59245"/>
                </a:lnTo>
                <a:lnTo>
                  <a:pt x="141561" y="59245"/>
                </a:lnTo>
                <a:lnTo>
                  <a:pt x="141561" y="40306"/>
                </a:lnTo>
                <a:lnTo>
                  <a:pt x="154765" y="39264"/>
                </a:lnTo>
                <a:lnTo>
                  <a:pt x="157719" y="16330"/>
                </a:lnTo>
                <a:lnTo>
                  <a:pt x="178913" y="16330"/>
                </a:lnTo>
                <a:lnTo>
                  <a:pt x="178913" y="39264"/>
                </a:lnTo>
                <a:lnTo>
                  <a:pt x="199588" y="39264"/>
                </a:lnTo>
                <a:lnTo>
                  <a:pt x="199588" y="59245"/>
                </a:lnTo>
                <a:lnTo>
                  <a:pt x="178913" y="59245"/>
                </a:lnTo>
                <a:lnTo>
                  <a:pt x="178913" y="93816"/>
                </a:lnTo>
                <a:cubicBezTo>
                  <a:pt x="178913" y="98682"/>
                  <a:pt x="179927" y="102186"/>
                  <a:pt x="181954" y="104330"/>
                </a:cubicBezTo>
                <a:cubicBezTo>
                  <a:pt x="183981" y="106472"/>
                  <a:pt x="186675" y="107543"/>
                  <a:pt x="190034" y="107543"/>
                </a:cubicBezTo>
                <a:cubicBezTo>
                  <a:pt x="191423" y="107543"/>
                  <a:pt x="192842" y="107370"/>
                  <a:pt x="194289" y="107024"/>
                </a:cubicBezTo>
                <a:cubicBezTo>
                  <a:pt x="195737" y="106675"/>
                  <a:pt x="197040" y="106269"/>
                  <a:pt x="198199" y="105804"/>
                </a:cubicBezTo>
                <a:lnTo>
                  <a:pt x="202194" y="124396"/>
                </a:lnTo>
                <a:cubicBezTo>
                  <a:pt x="199877" y="125090"/>
                  <a:pt x="197156" y="125785"/>
                  <a:pt x="194029" y="126479"/>
                </a:cubicBezTo>
                <a:cubicBezTo>
                  <a:pt x="190903" y="127174"/>
                  <a:pt x="187254" y="127521"/>
                  <a:pt x="183083" y="127521"/>
                </a:cubicBezTo>
                <a:close/>
                <a:moveTo>
                  <a:pt x="256384" y="127521"/>
                </a:moveTo>
                <a:cubicBezTo>
                  <a:pt x="250244" y="127521"/>
                  <a:pt x="244510" y="126508"/>
                  <a:pt x="239181" y="124483"/>
                </a:cubicBezTo>
                <a:cubicBezTo>
                  <a:pt x="233855" y="122456"/>
                  <a:pt x="229223" y="119503"/>
                  <a:pt x="225285" y="115623"/>
                </a:cubicBezTo>
                <a:cubicBezTo>
                  <a:pt x="221347" y="111742"/>
                  <a:pt x="218277" y="107022"/>
                  <a:pt x="216075" y="101462"/>
                </a:cubicBezTo>
                <a:cubicBezTo>
                  <a:pt x="213875" y="95902"/>
                  <a:pt x="212775" y="89531"/>
                  <a:pt x="212775" y="82351"/>
                </a:cubicBezTo>
                <a:cubicBezTo>
                  <a:pt x="212775" y="75402"/>
                  <a:pt x="213933" y="69119"/>
                  <a:pt x="216250" y="63502"/>
                </a:cubicBezTo>
                <a:cubicBezTo>
                  <a:pt x="218567" y="57884"/>
                  <a:pt x="221608" y="53135"/>
                  <a:pt x="225372" y="49256"/>
                </a:cubicBezTo>
                <a:cubicBezTo>
                  <a:pt x="229137" y="45375"/>
                  <a:pt x="233451" y="42392"/>
                  <a:pt x="238315" y="40308"/>
                </a:cubicBezTo>
                <a:cubicBezTo>
                  <a:pt x="243180" y="38223"/>
                  <a:pt x="248219" y="37180"/>
                  <a:pt x="253431" y="37180"/>
                </a:cubicBezTo>
                <a:cubicBezTo>
                  <a:pt x="259569" y="37180"/>
                  <a:pt x="264924" y="38223"/>
                  <a:pt x="269498" y="40308"/>
                </a:cubicBezTo>
                <a:cubicBezTo>
                  <a:pt x="274074" y="42392"/>
                  <a:pt x="277897" y="45287"/>
                  <a:pt x="280966" y="48993"/>
                </a:cubicBezTo>
                <a:cubicBezTo>
                  <a:pt x="284036" y="52699"/>
                  <a:pt x="286324" y="57072"/>
                  <a:pt x="287830" y="62110"/>
                </a:cubicBezTo>
                <a:cubicBezTo>
                  <a:pt x="289336" y="67149"/>
                  <a:pt x="290089" y="72622"/>
                  <a:pt x="290089" y="78528"/>
                </a:cubicBezTo>
                <a:cubicBezTo>
                  <a:pt x="290089" y="80845"/>
                  <a:pt x="289973" y="83046"/>
                  <a:pt x="289741" y="85132"/>
                </a:cubicBezTo>
                <a:cubicBezTo>
                  <a:pt x="289510" y="87215"/>
                  <a:pt x="289278" y="88778"/>
                  <a:pt x="289047" y="89821"/>
                </a:cubicBezTo>
                <a:lnTo>
                  <a:pt x="237445" y="89821"/>
                </a:lnTo>
                <a:cubicBezTo>
                  <a:pt x="238604" y="96076"/>
                  <a:pt x="241182" y="100680"/>
                  <a:pt x="245178" y="103633"/>
                </a:cubicBezTo>
                <a:cubicBezTo>
                  <a:pt x="249174" y="106586"/>
                  <a:pt x="254068" y="108063"/>
                  <a:pt x="259859" y="108063"/>
                </a:cubicBezTo>
                <a:cubicBezTo>
                  <a:pt x="265997" y="108063"/>
                  <a:pt x="272193" y="106152"/>
                  <a:pt x="278448" y="102331"/>
                </a:cubicBezTo>
                <a:lnTo>
                  <a:pt x="286960" y="117792"/>
                </a:lnTo>
                <a:cubicBezTo>
                  <a:pt x="282560" y="120803"/>
                  <a:pt x="277666" y="123178"/>
                  <a:pt x="272279" y="124915"/>
                </a:cubicBezTo>
                <a:cubicBezTo>
                  <a:pt x="266894" y="126652"/>
                  <a:pt x="261596" y="127521"/>
                  <a:pt x="256384" y="127521"/>
                </a:cubicBezTo>
                <a:moveTo>
                  <a:pt x="237273" y="72969"/>
                </a:moveTo>
                <a:lnTo>
                  <a:pt x="268372" y="72969"/>
                </a:lnTo>
                <a:cubicBezTo>
                  <a:pt x="268372" y="68105"/>
                  <a:pt x="267271" y="64167"/>
                  <a:pt x="265068" y="61156"/>
                </a:cubicBezTo>
                <a:cubicBezTo>
                  <a:pt x="262868" y="58144"/>
                  <a:pt x="259162" y="56639"/>
                  <a:pt x="253950" y="56639"/>
                </a:cubicBezTo>
                <a:cubicBezTo>
                  <a:pt x="249898" y="56639"/>
                  <a:pt x="246336" y="57970"/>
                  <a:pt x="243267" y="60634"/>
                </a:cubicBezTo>
                <a:cubicBezTo>
                  <a:pt x="240197" y="63297"/>
                  <a:pt x="238199" y="67409"/>
                  <a:pt x="237273" y="72969"/>
                </a:cubicBezTo>
                <a:close/>
                <a:moveTo>
                  <a:pt x="307444" y="125437"/>
                </a:moveTo>
                <a:lnTo>
                  <a:pt x="307444" y="39264"/>
                </a:lnTo>
                <a:lnTo>
                  <a:pt x="328292" y="39264"/>
                </a:lnTo>
                <a:lnTo>
                  <a:pt x="330031" y="54380"/>
                </a:lnTo>
                <a:lnTo>
                  <a:pt x="330726" y="54380"/>
                </a:lnTo>
                <a:cubicBezTo>
                  <a:pt x="333852" y="48472"/>
                  <a:pt x="337615" y="44129"/>
                  <a:pt x="342016" y="41350"/>
                </a:cubicBezTo>
                <a:cubicBezTo>
                  <a:pt x="346419" y="38570"/>
                  <a:pt x="350820" y="37180"/>
                  <a:pt x="355221" y="37180"/>
                </a:cubicBezTo>
                <a:cubicBezTo>
                  <a:pt x="357653" y="37180"/>
                  <a:pt x="359651" y="37325"/>
                  <a:pt x="361215" y="37615"/>
                </a:cubicBezTo>
                <a:cubicBezTo>
                  <a:pt x="362779" y="37903"/>
                  <a:pt x="364198" y="38337"/>
                  <a:pt x="365472" y="38917"/>
                </a:cubicBezTo>
                <a:lnTo>
                  <a:pt x="361302" y="60981"/>
                </a:lnTo>
                <a:cubicBezTo>
                  <a:pt x="359680" y="60518"/>
                  <a:pt x="358174" y="60171"/>
                  <a:pt x="356785" y="59939"/>
                </a:cubicBezTo>
                <a:cubicBezTo>
                  <a:pt x="355396" y="59708"/>
                  <a:pt x="353774" y="59592"/>
                  <a:pt x="351920" y="59592"/>
                </a:cubicBezTo>
                <a:cubicBezTo>
                  <a:pt x="348677" y="59592"/>
                  <a:pt x="345289" y="60750"/>
                  <a:pt x="341756" y="63067"/>
                </a:cubicBezTo>
                <a:cubicBezTo>
                  <a:pt x="338223" y="65383"/>
                  <a:pt x="335299" y="69494"/>
                  <a:pt x="332984" y="75402"/>
                </a:cubicBezTo>
                <a:lnTo>
                  <a:pt x="332984" y="125437"/>
                </a:lnTo>
                <a:lnTo>
                  <a:pt x="307444" y="125437"/>
                </a:lnTo>
                <a:close/>
                <a:moveTo>
                  <a:pt x="398811" y="127521"/>
                </a:moveTo>
                <a:cubicBezTo>
                  <a:pt x="394411" y="127521"/>
                  <a:pt x="390704" y="126827"/>
                  <a:pt x="387693" y="125437"/>
                </a:cubicBezTo>
                <a:cubicBezTo>
                  <a:pt x="384681" y="124048"/>
                  <a:pt x="382278" y="122109"/>
                  <a:pt x="380482" y="119618"/>
                </a:cubicBezTo>
                <a:cubicBezTo>
                  <a:pt x="378687" y="117128"/>
                  <a:pt x="377383" y="114117"/>
                  <a:pt x="376572" y="110584"/>
                </a:cubicBezTo>
                <a:cubicBezTo>
                  <a:pt x="375762" y="107051"/>
                  <a:pt x="375358" y="103083"/>
                  <a:pt x="375358" y="98681"/>
                </a:cubicBezTo>
                <a:lnTo>
                  <a:pt x="375358" y="3648"/>
                </a:lnTo>
                <a:lnTo>
                  <a:pt x="400898" y="3648"/>
                </a:lnTo>
                <a:lnTo>
                  <a:pt x="400898" y="99725"/>
                </a:lnTo>
                <a:cubicBezTo>
                  <a:pt x="400898" y="102389"/>
                  <a:pt x="401390" y="104242"/>
                  <a:pt x="402374" y="105284"/>
                </a:cubicBezTo>
                <a:cubicBezTo>
                  <a:pt x="403359" y="106327"/>
                  <a:pt x="404372" y="106849"/>
                  <a:pt x="405415" y="106849"/>
                </a:cubicBezTo>
                <a:cubicBezTo>
                  <a:pt x="405993" y="106849"/>
                  <a:pt x="406484" y="106849"/>
                  <a:pt x="406889" y="106849"/>
                </a:cubicBezTo>
                <a:cubicBezTo>
                  <a:pt x="407295" y="106849"/>
                  <a:pt x="407846" y="106733"/>
                  <a:pt x="408540" y="106501"/>
                </a:cubicBezTo>
                <a:lnTo>
                  <a:pt x="411669" y="125437"/>
                </a:lnTo>
                <a:cubicBezTo>
                  <a:pt x="410278" y="126017"/>
                  <a:pt x="408511" y="126509"/>
                  <a:pt x="406369" y="126914"/>
                </a:cubicBezTo>
                <a:cubicBezTo>
                  <a:pt x="404227" y="127319"/>
                  <a:pt x="401708" y="127521"/>
                  <a:pt x="398811" y="127521"/>
                </a:cubicBezTo>
                <a:close/>
                <a:moveTo>
                  <a:pt x="462729" y="127521"/>
                </a:moveTo>
                <a:cubicBezTo>
                  <a:pt x="456590" y="127521"/>
                  <a:pt x="450855" y="126508"/>
                  <a:pt x="445527" y="124483"/>
                </a:cubicBezTo>
                <a:cubicBezTo>
                  <a:pt x="440200" y="122456"/>
                  <a:pt x="435568" y="119503"/>
                  <a:pt x="431630" y="115623"/>
                </a:cubicBezTo>
                <a:cubicBezTo>
                  <a:pt x="427693" y="111742"/>
                  <a:pt x="424623" y="107022"/>
                  <a:pt x="422421" y="101462"/>
                </a:cubicBezTo>
                <a:cubicBezTo>
                  <a:pt x="420220" y="95902"/>
                  <a:pt x="419120" y="89531"/>
                  <a:pt x="419120" y="82351"/>
                </a:cubicBezTo>
                <a:cubicBezTo>
                  <a:pt x="419120" y="75402"/>
                  <a:pt x="420279" y="69119"/>
                  <a:pt x="422596" y="63502"/>
                </a:cubicBezTo>
                <a:cubicBezTo>
                  <a:pt x="424913" y="57884"/>
                  <a:pt x="427953" y="53135"/>
                  <a:pt x="431718" y="49256"/>
                </a:cubicBezTo>
                <a:cubicBezTo>
                  <a:pt x="435482" y="45375"/>
                  <a:pt x="439796" y="42392"/>
                  <a:pt x="444660" y="40308"/>
                </a:cubicBezTo>
                <a:cubicBezTo>
                  <a:pt x="449526" y="38223"/>
                  <a:pt x="454564" y="37180"/>
                  <a:pt x="459776" y="37180"/>
                </a:cubicBezTo>
                <a:cubicBezTo>
                  <a:pt x="465914" y="37180"/>
                  <a:pt x="471270" y="38223"/>
                  <a:pt x="475844" y="40308"/>
                </a:cubicBezTo>
                <a:cubicBezTo>
                  <a:pt x="480419" y="42392"/>
                  <a:pt x="484242" y="45287"/>
                  <a:pt x="487312" y="48993"/>
                </a:cubicBezTo>
                <a:cubicBezTo>
                  <a:pt x="490382" y="52699"/>
                  <a:pt x="492670" y="57072"/>
                  <a:pt x="494175" y="62110"/>
                </a:cubicBezTo>
                <a:cubicBezTo>
                  <a:pt x="495681" y="67149"/>
                  <a:pt x="496434" y="72622"/>
                  <a:pt x="496434" y="78528"/>
                </a:cubicBezTo>
                <a:cubicBezTo>
                  <a:pt x="496434" y="80845"/>
                  <a:pt x="496318" y="83046"/>
                  <a:pt x="496087" y="85132"/>
                </a:cubicBezTo>
                <a:cubicBezTo>
                  <a:pt x="495855" y="87215"/>
                  <a:pt x="495624" y="88778"/>
                  <a:pt x="495392" y="89821"/>
                </a:cubicBezTo>
                <a:lnTo>
                  <a:pt x="443791" y="89821"/>
                </a:lnTo>
                <a:cubicBezTo>
                  <a:pt x="444950" y="96076"/>
                  <a:pt x="447528" y="100680"/>
                  <a:pt x="451523" y="103633"/>
                </a:cubicBezTo>
                <a:cubicBezTo>
                  <a:pt x="455519" y="106586"/>
                  <a:pt x="460413" y="108063"/>
                  <a:pt x="466205" y="108063"/>
                </a:cubicBezTo>
                <a:cubicBezTo>
                  <a:pt x="472343" y="108063"/>
                  <a:pt x="478539" y="106152"/>
                  <a:pt x="484794" y="102331"/>
                </a:cubicBezTo>
                <a:lnTo>
                  <a:pt x="493306" y="117792"/>
                </a:lnTo>
                <a:cubicBezTo>
                  <a:pt x="488905" y="120803"/>
                  <a:pt x="484012" y="123178"/>
                  <a:pt x="478625" y="124915"/>
                </a:cubicBezTo>
                <a:cubicBezTo>
                  <a:pt x="473240" y="126652"/>
                  <a:pt x="467941" y="127521"/>
                  <a:pt x="462729" y="127521"/>
                </a:cubicBezTo>
                <a:moveTo>
                  <a:pt x="443618" y="72969"/>
                </a:moveTo>
                <a:lnTo>
                  <a:pt x="474717" y="72969"/>
                </a:lnTo>
                <a:cubicBezTo>
                  <a:pt x="474717" y="68105"/>
                  <a:pt x="473616" y="64167"/>
                  <a:pt x="471414" y="61156"/>
                </a:cubicBezTo>
                <a:cubicBezTo>
                  <a:pt x="469214" y="58144"/>
                  <a:pt x="465508" y="56639"/>
                  <a:pt x="460296" y="56639"/>
                </a:cubicBezTo>
                <a:cubicBezTo>
                  <a:pt x="456243" y="56639"/>
                  <a:pt x="452682" y="57970"/>
                  <a:pt x="449612" y="60634"/>
                </a:cubicBezTo>
                <a:cubicBezTo>
                  <a:pt x="446542" y="63297"/>
                  <a:pt x="444544" y="67409"/>
                  <a:pt x="443618" y="72969"/>
                </a:cubicBezTo>
                <a:close/>
                <a:moveTo>
                  <a:pt x="535507" y="127521"/>
                </a:moveTo>
                <a:cubicBezTo>
                  <a:pt x="531570" y="127521"/>
                  <a:pt x="528008" y="126855"/>
                  <a:pt x="524821" y="125522"/>
                </a:cubicBezTo>
                <a:cubicBezTo>
                  <a:pt x="521636" y="124191"/>
                  <a:pt x="518944" y="122339"/>
                  <a:pt x="516743" y="119966"/>
                </a:cubicBezTo>
                <a:cubicBezTo>
                  <a:pt x="514543" y="117590"/>
                  <a:pt x="512835" y="114840"/>
                  <a:pt x="511619" y="111713"/>
                </a:cubicBezTo>
                <a:cubicBezTo>
                  <a:pt x="510403" y="108585"/>
                  <a:pt x="509795" y="105168"/>
                  <a:pt x="509795" y="101462"/>
                </a:cubicBezTo>
                <a:cubicBezTo>
                  <a:pt x="509795" y="92427"/>
                  <a:pt x="513617" y="85362"/>
                  <a:pt x="521261" y="80267"/>
                </a:cubicBezTo>
                <a:cubicBezTo>
                  <a:pt x="528904" y="75170"/>
                  <a:pt x="541240" y="71753"/>
                  <a:pt x="558266" y="70016"/>
                </a:cubicBezTo>
                <a:cubicBezTo>
                  <a:pt x="558035" y="66193"/>
                  <a:pt x="556905" y="63152"/>
                  <a:pt x="554878" y="60893"/>
                </a:cubicBezTo>
                <a:cubicBezTo>
                  <a:pt x="552851" y="58635"/>
                  <a:pt x="549463" y="57505"/>
                  <a:pt x="544714" y="57505"/>
                </a:cubicBezTo>
                <a:cubicBezTo>
                  <a:pt x="541008" y="57505"/>
                  <a:pt x="537330" y="58201"/>
                  <a:pt x="533681" y="59592"/>
                </a:cubicBezTo>
                <a:cubicBezTo>
                  <a:pt x="530033" y="60981"/>
                  <a:pt x="526124" y="62892"/>
                  <a:pt x="521955" y="65326"/>
                </a:cubicBezTo>
                <a:lnTo>
                  <a:pt x="512748" y="48474"/>
                </a:lnTo>
                <a:cubicBezTo>
                  <a:pt x="518307" y="45114"/>
                  <a:pt x="524126" y="42392"/>
                  <a:pt x="530208" y="40308"/>
                </a:cubicBezTo>
                <a:cubicBezTo>
                  <a:pt x="536289" y="38223"/>
                  <a:pt x="542746" y="37180"/>
                  <a:pt x="549579" y="37180"/>
                </a:cubicBezTo>
                <a:cubicBezTo>
                  <a:pt x="560699" y="37180"/>
                  <a:pt x="569183" y="40337"/>
                  <a:pt x="575031" y="46650"/>
                </a:cubicBezTo>
                <a:cubicBezTo>
                  <a:pt x="580881" y="52961"/>
                  <a:pt x="583806" y="62777"/>
                  <a:pt x="583806" y="76097"/>
                </a:cubicBezTo>
                <a:lnTo>
                  <a:pt x="583806" y="125437"/>
                </a:lnTo>
                <a:lnTo>
                  <a:pt x="562958" y="125437"/>
                </a:lnTo>
                <a:lnTo>
                  <a:pt x="561219" y="116578"/>
                </a:lnTo>
                <a:lnTo>
                  <a:pt x="560525" y="116578"/>
                </a:lnTo>
                <a:cubicBezTo>
                  <a:pt x="556819" y="119821"/>
                  <a:pt x="552938" y="122456"/>
                  <a:pt x="548884" y="124483"/>
                </a:cubicBezTo>
                <a:cubicBezTo>
                  <a:pt x="544830" y="126508"/>
                  <a:pt x="540371" y="127521"/>
                  <a:pt x="535507" y="127521"/>
                </a:cubicBezTo>
                <a:moveTo>
                  <a:pt x="544195" y="107715"/>
                </a:moveTo>
                <a:cubicBezTo>
                  <a:pt x="547089" y="107715"/>
                  <a:pt x="549579" y="107079"/>
                  <a:pt x="551662" y="105807"/>
                </a:cubicBezTo>
                <a:cubicBezTo>
                  <a:pt x="553748" y="104532"/>
                  <a:pt x="555949" y="102737"/>
                  <a:pt x="558266" y="100420"/>
                </a:cubicBezTo>
                <a:lnTo>
                  <a:pt x="558266" y="85304"/>
                </a:lnTo>
                <a:cubicBezTo>
                  <a:pt x="549231" y="86578"/>
                  <a:pt x="542977" y="88432"/>
                  <a:pt x="539502" y="90866"/>
                </a:cubicBezTo>
                <a:cubicBezTo>
                  <a:pt x="536028" y="93298"/>
                  <a:pt x="534290" y="96192"/>
                  <a:pt x="534290" y="99550"/>
                </a:cubicBezTo>
                <a:cubicBezTo>
                  <a:pt x="534290" y="102330"/>
                  <a:pt x="535188" y="104387"/>
                  <a:pt x="536984" y="105719"/>
                </a:cubicBezTo>
                <a:cubicBezTo>
                  <a:pt x="538779" y="107050"/>
                  <a:pt x="541183" y="107715"/>
                  <a:pt x="544195" y="107715"/>
                </a:cubicBezTo>
                <a:close/>
                <a:moveTo>
                  <a:pt x="625833" y="125437"/>
                </a:moveTo>
                <a:lnTo>
                  <a:pt x="596818" y="39264"/>
                </a:lnTo>
                <a:lnTo>
                  <a:pt x="622532" y="39264"/>
                </a:lnTo>
                <a:lnTo>
                  <a:pt x="633651" y="79920"/>
                </a:lnTo>
                <a:cubicBezTo>
                  <a:pt x="634808" y="84204"/>
                  <a:pt x="635938" y="88576"/>
                  <a:pt x="637039" y="93037"/>
                </a:cubicBezTo>
                <a:cubicBezTo>
                  <a:pt x="638140" y="97496"/>
                  <a:pt x="639269" y="101984"/>
                  <a:pt x="640427" y="106501"/>
                </a:cubicBezTo>
                <a:lnTo>
                  <a:pt x="641121" y="106501"/>
                </a:lnTo>
                <a:cubicBezTo>
                  <a:pt x="642164" y="101984"/>
                  <a:pt x="643235" y="97496"/>
                  <a:pt x="644334" y="93037"/>
                </a:cubicBezTo>
                <a:cubicBezTo>
                  <a:pt x="645435" y="88576"/>
                  <a:pt x="646565" y="84204"/>
                  <a:pt x="647722" y="79920"/>
                </a:cubicBezTo>
                <a:lnTo>
                  <a:pt x="659015" y="39264"/>
                </a:lnTo>
                <a:lnTo>
                  <a:pt x="683513" y="39264"/>
                </a:lnTo>
                <a:lnTo>
                  <a:pt x="655368" y="125437"/>
                </a:lnTo>
                <a:lnTo>
                  <a:pt x="625833" y="125437"/>
                </a:lnTo>
                <a:close/>
                <a:moveTo>
                  <a:pt x="695657" y="125437"/>
                </a:moveTo>
                <a:lnTo>
                  <a:pt x="695657" y="39264"/>
                </a:lnTo>
                <a:lnTo>
                  <a:pt x="721197" y="39264"/>
                </a:lnTo>
                <a:lnTo>
                  <a:pt x="721197" y="125437"/>
                </a:lnTo>
                <a:lnTo>
                  <a:pt x="695657" y="125437"/>
                </a:lnTo>
                <a:moveTo>
                  <a:pt x="708340" y="26582"/>
                </a:moveTo>
                <a:cubicBezTo>
                  <a:pt x="704054" y="26582"/>
                  <a:pt x="700521" y="25336"/>
                  <a:pt x="697741" y="22846"/>
                </a:cubicBezTo>
                <a:cubicBezTo>
                  <a:pt x="694961" y="20356"/>
                  <a:pt x="693571" y="17142"/>
                  <a:pt x="693571" y="13205"/>
                </a:cubicBezTo>
                <a:cubicBezTo>
                  <a:pt x="693571" y="9267"/>
                  <a:pt x="694961" y="6082"/>
                  <a:pt x="697741" y="3650"/>
                </a:cubicBezTo>
                <a:cubicBezTo>
                  <a:pt x="700521" y="1217"/>
                  <a:pt x="704054" y="0"/>
                  <a:pt x="708340" y="0"/>
                </a:cubicBezTo>
                <a:cubicBezTo>
                  <a:pt x="712740" y="0"/>
                  <a:pt x="716301" y="1217"/>
                  <a:pt x="719023" y="3650"/>
                </a:cubicBezTo>
                <a:cubicBezTo>
                  <a:pt x="721747" y="6082"/>
                  <a:pt x="723108" y="9267"/>
                  <a:pt x="723108" y="13205"/>
                </a:cubicBezTo>
                <a:cubicBezTo>
                  <a:pt x="723108" y="17142"/>
                  <a:pt x="721747" y="20356"/>
                  <a:pt x="719023" y="22846"/>
                </a:cubicBezTo>
                <a:cubicBezTo>
                  <a:pt x="716301" y="25336"/>
                  <a:pt x="712740" y="26582"/>
                  <a:pt x="708340" y="26582"/>
                </a:cubicBezTo>
                <a:close/>
                <a:moveTo>
                  <a:pt x="744460" y="125437"/>
                </a:moveTo>
                <a:lnTo>
                  <a:pt x="744460" y="39264"/>
                </a:lnTo>
                <a:lnTo>
                  <a:pt x="765308" y="39264"/>
                </a:lnTo>
                <a:lnTo>
                  <a:pt x="767047" y="50210"/>
                </a:lnTo>
                <a:lnTo>
                  <a:pt x="767741" y="50210"/>
                </a:lnTo>
                <a:cubicBezTo>
                  <a:pt x="771447" y="46735"/>
                  <a:pt x="775501" y="43696"/>
                  <a:pt x="779901" y="41091"/>
                </a:cubicBezTo>
                <a:cubicBezTo>
                  <a:pt x="784304" y="38484"/>
                  <a:pt x="789458" y="37180"/>
                  <a:pt x="795365" y="37180"/>
                </a:cubicBezTo>
                <a:cubicBezTo>
                  <a:pt x="804746" y="37180"/>
                  <a:pt x="811550" y="40250"/>
                  <a:pt x="815777" y="46390"/>
                </a:cubicBezTo>
                <a:cubicBezTo>
                  <a:pt x="820005" y="52528"/>
                  <a:pt x="822119" y="61040"/>
                  <a:pt x="822119" y="71927"/>
                </a:cubicBezTo>
                <a:lnTo>
                  <a:pt x="822119" y="125437"/>
                </a:lnTo>
                <a:lnTo>
                  <a:pt x="796582" y="125437"/>
                </a:lnTo>
                <a:lnTo>
                  <a:pt x="796582" y="75227"/>
                </a:lnTo>
                <a:cubicBezTo>
                  <a:pt x="796582" y="68973"/>
                  <a:pt x="795741" y="64688"/>
                  <a:pt x="794060" y="62373"/>
                </a:cubicBezTo>
                <a:cubicBezTo>
                  <a:pt x="792381" y="60056"/>
                  <a:pt x="789689" y="58897"/>
                  <a:pt x="785983" y="58897"/>
                </a:cubicBezTo>
                <a:cubicBezTo>
                  <a:pt x="782740" y="58897"/>
                  <a:pt x="779960" y="59621"/>
                  <a:pt x="777643" y="61068"/>
                </a:cubicBezTo>
                <a:cubicBezTo>
                  <a:pt x="775326" y="62516"/>
                  <a:pt x="772778" y="64571"/>
                  <a:pt x="770000" y="67235"/>
                </a:cubicBezTo>
                <a:lnTo>
                  <a:pt x="770000" y="125437"/>
                </a:lnTo>
                <a:lnTo>
                  <a:pt x="744460" y="125437"/>
                </a:lnTo>
                <a:close/>
                <a:moveTo>
                  <a:pt x="875614" y="162095"/>
                </a:moveTo>
                <a:cubicBezTo>
                  <a:pt x="870517" y="162095"/>
                  <a:pt x="865797" y="161661"/>
                  <a:pt x="861452" y="160791"/>
                </a:cubicBezTo>
                <a:cubicBezTo>
                  <a:pt x="857110" y="159923"/>
                  <a:pt x="853288" y="158621"/>
                  <a:pt x="849987" y="156884"/>
                </a:cubicBezTo>
                <a:cubicBezTo>
                  <a:pt x="846685" y="155146"/>
                  <a:pt x="844108" y="152888"/>
                  <a:pt x="842254" y="150108"/>
                </a:cubicBezTo>
                <a:cubicBezTo>
                  <a:pt x="840402" y="147328"/>
                  <a:pt x="839476" y="144027"/>
                  <a:pt x="839476" y="140206"/>
                </a:cubicBezTo>
                <a:cubicBezTo>
                  <a:pt x="839476" y="133255"/>
                  <a:pt x="843587" y="127464"/>
                  <a:pt x="851811" y="122831"/>
                </a:cubicBezTo>
                <a:lnTo>
                  <a:pt x="851811" y="122137"/>
                </a:lnTo>
                <a:cubicBezTo>
                  <a:pt x="849496" y="120631"/>
                  <a:pt x="847585" y="118720"/>
                  <a:pt x="846079" y="116403"/>
                </a:cubicBezTo>
                <a:cubicBezTo>
                  <a:pt x="844573" y="114086"/>
                  <a:pt x="843821" y="111133"/>
                  <a:pt x="843821" y="107543"/>
                </a:cubicBezTo>
                <a:cubicBezTo>
                  <a:pt x="843821" y="104415"/>
                  <a:pt x="844747" y="101433"/>
                  <a:pt x="846599" y="98596"/>
                </a:cubicBezTo>
                <a:cubicBezTo>
                  <a:pt x="848453" y="95758"/>
                  <a:pt x="850770" y="93354"/>
                  <a:pt x="853550" y="91385"/>
                </a:cubicBezTo>
                <a:lnTo>
                  <a:pt x="853550" y="90691"/>
                </a:lnTo>
                <a:cubicBezTo>
                  <a:pt x="850538" y="88605"/>
                  <a:pt x="847845" y="85623"/>
                  <a:pt x="845470" y="81744"/>
                </a:cubicBezTo>
                <a:cubicBezTo>
                  <a:pt x="843096" y="77863"/>
                  <a:pt x="841909" y="73374"/>
                  <a:pt x="841909" y="68279"/>
                </a:cubicBezTo>
                <a:cubicBezTo>
                  <a:pt x="841909" y="63067"/>
                  <a:pt x="842894" y="58522"/>
                  <a:pt x="844862" y="54642"/>
                </a:cubicBezTo>
                <a:cubicBezTo>
                  <a:pt x="846831" y="50761"/>
                  <a:pt x="849466" y="47518"/>
                  <a:pt x="852768" y="44913"/>
                </a:cubicBezTo>
                <a:cubicBezTo>
                  <a:pt x="856069" y="42306"/>
                  <a:pt x="859862" y="40366"/>
                  <a:pt x="864146" y="39092"/>
                </a:cubicBezTo>
                <a:cubicBezTo>
                  <a:pt x="868432" y="37817"/>
                  <a:pt x="872891" y="37180"/>
                  <a:pt x="877525" y="37180"/>
                </a:cubicBezTo>
                <a:cubicBezTo>
                  <a:pt x="882621" y="37180"/>
                  <a:pt x="887080" y="37875"/>
                  <a:pt x="890902" y="39264"/>
                </a:cubicBezTo>
                <a:lnTo>
                  <a:pt x="922349" y="39264"/>
                </a:lnTo>
                <a:lnTo>
                  <a:pt x="922349" y="57853"/>
                </a:lnTo>
                <a:lnTo>
                  <a:pt x="908624" y="57853"/>
                </a:lnTo>
                <a:cubicBezTo>
                  <a:pt x="909434" y="59127"/>
                  <a:pt x="910099" y="60749"/>
                  <a:pt x="910621" y="62720"/>
                </a:cubicBezTo>
                <a:cubicBezTo>
                  <a:pt x="911142" y="64689"/>
                  <a:pt x="911403" y="66831"/>
                  <a:pt x="911403" y="69146"/>
                </a:cubicBezTo>
                <a:cubicBezTo>
                  <a:pt x="911403" y="74126"/>
                  <a:pt x="910534" y="78441"/>
                  <a:pt x="908797" y="82091"/>
                </a:cubicBezTo>
                <a:cubicBezTo>
                  <a:pt x="907059" y="85739"/>
                  <a:pt x="904656" y="88750"/>
                  <a:pt x="901586" y="91125"/>
                </a:cubicBezTo>
                <a:cubicBezTo>
                  <a:pt x="898518" y="93499"/>
                  <a:pt x="894927" y="95265"/>
                  <a:pt x="890815" y="96425"/>
                </a:cubicBezTo>
                <a:cubicBezTo>
                  <a:pt x="886704" y="97582"/>
                  <a:pt x="882274" y="98161"/>
                  <a:pt x="877525" y="98161"/>
                </a:cubicBezTo>
                <a:cubicBezTo>
                  <a:pt x="874166" y="98161"/>
                  <a:pt x="870690" y="97582"/>
                  <a:pt x="867099" y="96422"/>
                </a:cubicBezTo>
                <a:cubicBezTo>
                  <a:pt x="865941" y="97350"/>
                  <a:pt x="865131" y="98277"/>
                  <a:pt x="864668" y="99203"/>
                </a:cubicBezTo>
                <a:cubicBezTo>
                  <a:pt x="864205" y="100129"/>
                  <a:pt x="863974" y="101345"/>
                  <a:pt x="863974" y="102851"/>
                </a:cubicBezTo>
                <a:cubicBezTo>
                  <a:pt x="863974" y="105053"/>
                  <a:pt x="864929" y="106675"/>
                  <a:pt x="866839" y="107718"/>
                </a:cubicBezTo>
                <a:cubicBezTo>
                  <a:pt x="868750" y="108759"/>
                  <a:pt x="872138" y="109280"/>
                  <a:pt x="877003" y="109280"/>
                </a:cubicBezTo>
                <a:lnTo>
                  <a:pt x="890902" y="109280"/>
                </a:lnTo>
                <a:cubicBezTo>
                  <a:pt x="901558" y="109280"/>
                  <a:pt x="909694" y="110989"/>
                  <a:pt x="915310" y="114407"/>
                </a:cubicBezTo>
                <a:cubicBezTo>
                  <a:pt x="920928" y="117823"/>
                  <a:pt x="923738" y="123411"/>
                  <a:pt x="923738" y="131171"/>
                </a:cubicBezTo>
                <a:cubicBezTo>
                  <a:pt x="923738" y="135689"/>
                  <a:pt x="922608" y="139829"/>
                  <a:pt x="920350" y="143591"/>
                </a:cubicBezTo>
                <a:cubicBezTo>
                  <a:pt x="918091" y="147356"/>
                  <a:pt x="914877" y="150599"/>
                  <a:pt x="910708" y="153321"/>
                </a:cubicBezTo>
                <a:cubicBezTo>
                  <a:pt x="906539" y="156044"/>
                  <a:pt x="901500" y="158187"/>
                  <a:pt x="895592" y="159749"/>
                </a:cubicBezTo>
                <a:cubicBezTo>
                  <a:pt x="889686" y="161313"/>
                  <a:pt x="883026" y="162095"/>
                  <a:pt x="875614" y="162095"/>
                </a:cubicBezTo>
                <a:moveTo>
                  <a:pt x="877525" y="82698"/>
                </a:moveTo>
                <a:cubicBezTo>
                  <a:pt x="880883" y="82698"/>
                  <a:pt x="883692" y="81511"/>
                  <a:pt x="885950" y="79138"/>
                </a:cubicBezTo>
                <a:cubicBezTo>
                  <a:pt x="888209" y="76762"/>
                  <a:pt x="889338" y="73143"/>
                  <a:pt x="889338" y="68279"/>
                </a:cubicBezTo>
                <a:cubicBezTo>
                  <a:pt x="889338" y="63762"/>
                  <a:pt x="888209" y="60316"/>
                  <a:pt x="885950" y="57943"/>
                </a:cubicBezTo>
                <a:cubicBezTo>
                  <a:pt x="883692" y="55568"/>
                  <a:pt x="880883" y="54380"/>
                  <a:pt x="877525" y="54380"/>
                </a:cubicBezTo>
                <a:cubicBezTo>
                  <a:pt x="874166" y="54380"/>
                  <a:pt x="871357" y="55538"/>
                  <a:pt x="869098" y="57855"/>
                </a:cubicBezTo>
                <a:cubicBezTo>
                  <a:pt x="866839" y="60171"/>
                  <a:pt x="865710" y="63645"/>
                  <a:pt x="865710" y="68279"/>
                </a:cubicBezTo>
                <a:cubicBezTo>
                  <a:pt x="865710" y="73143"/>
                  <a:pt x="866839" y="76762"/>
                  <a:pt x="869098" y="79138"/>
                </a:cubicBezTo>
                <a:cubicBezTo>
                  <a:pt x="871357" y="81511"/>
                  <a:pt x="874166" y="82698"/>
                  <a:pt x="877525" y="82698"/>
                </a:cubicBezTo>
                <a:moveTo>
                  <a:pt x="879609" y="146113"/>
                </a:moveTo>
                <a:cubicBezTo>
                  <a:pt x="885401" y="146113"/>
                  <a:pt x="890149" y="145099"/>
                  <a:pt x="893856" y="143072"/>
                </a:cubicBezTo>
                <a:cubicBezTo>
                  <a:pt x="897562" y="141045"/>
                  <a:pt x="899415" y="138525"/>
                  <a:pt x="899415" y="135514"/>
                </a:cubicBezTo>
                <a:cubicBezTo>
                  <a:pt x="899415" y="132850"/>
                  <a:pt x="898285" y="131055"/>
                  <a:pt x="896027" y="130127"/>
                </a:cubicBezTo>
                <a:cubicBezTo>
                  <a:pt x="893768" y="129201"/>
                  <a:pt x="890496" y="128738"/>
                  <a:pt x="886210" y="128738"/>
                </a:cubicBezTo>
                <a:lnTo>
                  <a:pt x="877350" y="128738"/>
                </a:lnTo>
                <a:cubicBezTo>
                  <a:pt x="874339" y="128738"/>
                  <a:pt x="871906" y="128651"/>
                  <a:pt x="870052" y="128478"/>
                </a:cubicBezTo>
                <a:cubicBezTo>
                  <a:pt x="868200" y="128305"/>
                  <a:pt x="866579" y="128044"/>
                  <a:pt x="865190" y="127696"/>
                </a:cubicBezTo>
                <a:cubicBezTo>
                  <a:pt x="862062" y="130476"/>
                  <a:pt x="860498" y="133314"/>
                  <a:pt x="860498" y="136208"/>
                </a:cubicBezTo>
                <a:cubicBezTo>
                  <a:pt x="860498" y="139451"/>
                  <a:pt x="862235" y="141912"/>
                  <a:pt x="865710" y="143591"/>
                </a:cubicBezTo>
                <a:cubicBezTo>
                  <a:pt x="869185" y="145272"/>
                  <a:pt x="873818" y="146113"/>
                  <a:pt x="879609" y="1461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FF578-FC55-422D-B6D8-BBE99699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0694" y="2801217"/>
            <a:ext cx="1054643" cy="245604"/>
          </a:xfrm>
          <a:custGeom xmlns:a="http://schemas.openxmlformats.org/drawingml/2006/main">
            <a:pathLst>
              <a:path w="1054643" h="245604">
                <a:moveTo>
                  <a:pt x="0" y="40934"/>
                </a:moveTo>
                <a:cubicBezTo>
                  <a:pt x="0" y="18327"/>
                  <a:pt x="18327" y="0"/>
                  <a:pt x="40934" y="0"/>
                </a:cubicBezTo>
                <a:lnTo>
                  <a:pt x="1013708" y="0"/>
                </a:lnTo>
                <a:cubicBezTo>
                  <a:pt x="1036316" y="0"/>
                  <a:pt x="1054643" y="18327"/>
                  <a:pt x="1054643" y="40934"/>
                </a:cubicBezTo>
                <a:lnTo>
                  <a:pt x="1054643" y="204670"/>
                </a:lnTo>
                <a:cubicBezTo>
                  <a:pt x="1054643" y="227277"/>
                  <a:pt x="1036316" y="245604"/>
                  <a:pt x="1013708" y="245604"/>
                </a:cubicBezTo>
                <a:lnTo>
                  <a:pt x="40934" y="245604"/>
                </a:lnTo>
                <a:cubicBezTo>
                  <a:pt x="18327" y="245604"/>
                  <a:pt x="0" y="227277"/>
                  <a:pt x="0" y="204670"/>
                </a:cubicBezTo>
                <a:lnTo>
                  <a:pt x="0" y="409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73B049-5234-45D3-9CA8-5367DA85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0694" y="2801217"/>
            <a:ext cx="1054644" cy="245604"/>
          </a:xfrm>
          <a:custGeom xmlns:a="http://schemas.openxmlformats.org/drawingml/2006/main">
            <a:pathLst>
              <a:path w="1054644" h="245604" fill="none">
                <a:moveTo>
                  <a:pt x="0" y="40934"/>
                </a:moveTo>
                <a:cubicBezTo>
                  <a:pt x="0" y="18327"/>
                  <a:pt x="18327" y="0"/>
                  <a:pt x="40934" y="0"/>
                </a:cubicBezTo>
                <a:lnTo>
                  <a:pt x="1013710" y="0"/>
                </a:lnTo>
                <a:cubicBezTo>
                  <a:pt x="1036317" y="0"/>
                  <a:pt x="1054644" y="18327"/>
                  <a:pt x="1054644" y="40934"/>
                </a:cubicBezTo>
                <a:lnTo>
                  <a:pt x="1054644" y="204670"/>
                </a:lnTo>
                <a:cubicBezTo>
                  <a:pt x="1054644" y="227277"/>
                  <a:pt x="1036317" y="245604"/>
                  <a:pt x="1013710" y="245604"/>
                </a:cubicBezTo>
                <a:lnTo>
                  <a:pt x="40934" y="245604"/>
                </a:lnTo>
                <a:cubicBezTo>
                  <a:pt x="18327" y="245604"/>
                  <a:pt x="0" y="227277"/>
                  <a:pt x="0" y="204670"/>
                </a:cubicBezTo>
                <a:lnTo>
                  <a:pt x="0" y="409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78" name="Text TestB">
            <a:extLst xmlns:a="http://schemas.openxmlformats.org/drawingml/2006/main">
              <a:ext uri="{FF2B5EF4-FFF2-40B4-BE49-F238E27FC236}">
                <a16:creationId xmlns:a16="http://schemas.microsoft.com/office/drawing/2014/main" id="{098D6922-2F07-4A95-9DFE-E60A9DC0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3132" y="2846516"/>
            <a:ext cx="547270" cy="145069"/>
          </a:xfrm>
          <a:custGeom xmlns:a="http://schemas.openxmlformats.org/drawingml/2006/main">
            <a:pathLst>
              <a:path w="547270" h="145069">
                <a:moveTo>
                  <a:pt x="42999" y="142465"/>
                </a:moveTo>
                <a:lnTo>
                  <a:pt x="42999" y="15203"/>
                </a:lnTo>
                <a:lnTo>
                  <a:pt x="0" y="15203"/>
                </a:lnTo>
                <a:lnTo>
                  <a:pt x="0" y="0"/>
                </a:lnTo>
                <a:lnTo>
                  <a:pt x="104241" y="0"/>
                </a:lnTo>
                <a:lnTo>
                  <a:pt x="104241" y="15203"/>
                </a:lnTo>
                <a:lnTo>
                  <a:pt x="61241" y="15203"/>
                </a:lnTo>
                <a:lnTo>
                  <a:pt x="61241" y="142465"/>
                </a:lnTo>
                <a:lnTo>
                  <a:pt x="42999" y="142465"/>
                </a:lnTo>
                <a:close/>
                <a:moveTo>
                  <a:pt x="171239" y="145069"/>
                </a:moveTo>
                <a:cubicBezTo>
                  <a:pt x="164143" y="145069"/>
                  <a:pt x="157519" y="143804"/>
                  <a:pt x="151367" y="141272"/>
                </a:cubicBezTo>
                <a:cubicBezTo>
                  <a:pt x="145214" y="138738"/>
                  <a:pt x="139857" y="135118"/>
                  <a:pt x="135295" y="130413"/>
                </a:cubicBezTo>
                <a:cubicBezTo>
                  <a:pt x="130735" y="125707"/>
                  <a:pt x="127152" y="119952"/>
                  <a:pt x="124545" y="113148"/>
                </a:cubicBezTo>
                <a:cubicBezTo>
                  <a:pt x="121941" y="106342"/>
                  <a:pt x="120638" y="98595"/>
                  <a:pt x="120638" y="89909"/>
                </a:cubicBezTo>
                <a:cubicBezTo>
                  <a:pt x="120638" y="81222"/>
                  <a:pt x="121977" y="73440"/>
                  <a:pt x="124655" y="66563"/>
                </a:cubicBezTo>
                <a:cubicBezTo>
                  <a:pt x="127332" y="59686"/>
                  <a:pt x="130879" y="53859"/>
                  <a:pt x="135295" y="49083"/>
                </a:cubicBezTo>
                <a:cubicBezTo>
                  <a:pt x="139711" y="44305"/>
                  <a:pt x="144742" y="40649"/>
                  <a:pt x="150389" y="38115"/>
                </a:cubicBezTo>
                <a:cubicBezTo>
                  <a:pt x="156036" y="35581"/>
                  <a:pt x="161900" y="34314"/>
                  <a:pt x="167982" y="34314"/>
                </a:cubicBezTo>
                <a:cubicBezTo>
                  <a:pt x="174640" y="34314"/>
                  <a:pt x="180612" y="35473"/>
                  <a:pt x="185896" y="37790"/>
                </a:cubicBezTo>
                <a:cubicBezTo>
                  <a:pt x="191180" y="40105"/>
                  <a:pt x="195596" y="43434"/>
                  <a:pt x="199144" y="47778"/>
                </a:cubicBezTo>
                <a:cubicBezTo>
                  <a:pt x="202692" y="52121"/>
                  <a:pt x="205406" y="57333"/>
                  <a:pt x="207286" y="63415"/>
                </a:cubicBezTo>
                <a:cubicBezTo>
                  <a:pt x="209168" y="69495"/>
                  <a:pt x="210110" y="76299"/>
                  <a:pt x="210110" y="83828"/>
                </a:cubicBezTo>
                <a:cubicBezTo>
                  <a:pt x="210110" y="85710"/>
                  <a:pt x="210073" y="87557"/>
                  <a:pt x="210000" y="89369"/>
                </a:cubicBezTo>
                <a:cubicBezTo>
                  <a:pt x="209929" y="91178"/>
                  <a:pt x="209749" y="92733"/>
                  <a:pt x="209460" y="94034"/>
                </a:cubicBezTo>
                <a:lnTo>
                  <a:pt x="138228" y="94034"/>
                </a:lnTo>
                <a:cubicBezTo>
                  <a:pt x="138952" y="105328"/>
                  <a:pt x="142463" y="114268"/>
                  <a:pt x="148759" y="120856"/>
                </a:cubicBezTo>
                <a:cubicBezTo>
                  <a:pt x="155057" y="127444"/>
                  <a:pt x="163274" y="130737"/>
                  <a:pt x="173410" y="130737"/>
                </a:cubicBezTo>
                <a:cubicBezTo>
                  <a:pt x="178478" y="130737"/>
                  <a:pt x="183147" y="129977"/>
                  <a:pt x="187417" y="128458"/>
                </a:cubicBezTo>
                <a:cubicBezTo>
                  <a:pt x="191687" y="126938"/>
                  <a:pt x="195778" y="124947"/>
                  <a:pt x="199688" y="122486"/>
                </a:cubicBezTo>
                <a:lnTo>
                  <a:pt x="205984" y="134214"/>
                </a:lnTo>
                <a:cubicBezTo>
                  <a:pt x="201351" y="137108"/>
                  <a:pt x="196212" y="139640"/>
                  <a:pt x="190565" y="141812"/>
                </a:cubicBezTo>
                <a:cubicBezTo>
                  <a:pt x="184918" y="143984"/>
                  <a:pt x="178476" y="145069"/>
                  <a:pt x="171239" y="145069"/>
                </a:cubicBezTo>
                <a:moveTo>
                  <a:pt x="138012" y="81223"/>
                </a:moveTo>
                <a:lnTo>
                  <a:pt x="194475" y="81223"/>
                </a:lnTo>
                <a:cubicBezTo>
                  <a:pt x="194475" y="70509"/>
                  <a:pt x="192194" y="62365"/>
                  <a:pt x="187632" y="56791"/>
                </a:cubicBezTo>
                <a:cubicBezTo>
                  <a:pt x="183073" y="51217"/>
                  <a:pt x="176667" y="48430"/>
                  <a:pt x="168416" y="48430"/>
                </a:cubicBezTo>
                <a:cubicBezTo>
                  <a:pt x="164651" y="48430"/>
                  <a:pt x="161067" y="49155"/>
                  <a:pt x="157663" y="50604"/>
                </a:cubicBezTo>
                <a:cubicBezTo>
                  <a:pt x="154261" y="52051"/>
                  <a:pt x="151184" y="54186"/>
                  <a:pt x="148434" y="57010"/>
                </a:cubicBezTo>
                <a:cubicBezTo>
                  <a:pt x="145684" y="59833"/>
                  <a:pt x="143404" y="63272"/>
                  <a:pt x="141594" y="67325"/>
                </a:cubicBezTo>
                <a:cubicBezTo>
                  <a:pt x="139785" y="71379"/>
                  <a:pt x="138591" y="76012"/>
                  <a:pt x="138012" y="81223"/>
                </a:cubicBezTo>
                <a:close/>
                <a:moveTo>
                  <a:pt x="264622" y="145069"/>
                </a:moveTo>
                <a:cubicBezTo>
                  <a:pt x="257093" y="145069"/>
                  <a:pt x="249926" y="143694"/>
                  <a:pt x="243122" y="140944"/>
                </a:cubicBezTo>
                <a:cubicBezTo>
                  <a:pt x="236318" y="138193"/>
                  <a:pt x="230382" y="134719"/>
                  <a:pt x="225314" y="130522"/>
                </a:cubicBezTo>
                <a:lnTo>
                  <a:pt x="234218" y="118576"/>
                </a:lnTo>
                <a:cubicBezTo>
                  <a:pt x="238851" y="122340"/>
                  <a:pt x="243592" y="125381"/>
                  <a:pt x="248441" y="127699"/>
                </a:cubicBezTo>
                <a:cubicBezTo>
                  <a:pt x="253292" y="130014"/>
                  <a:pt x="258903" y="131172"/>
                  <a:pt x="265275" y="131172"/>
                </a:cubicBezTo>
                <a:cubicBezTo>
                  <a:pt x="272223" y="131172"/>
                  <a:pt x="277434" y="129580"/>
                  <a:pt x="280909" y="126396"/>
                </a:cubicBezTo>
                <a:cubicBezTo>
                  <a:pt x="284384" y="123211"/>
                  <a:pt x="286121" y="119301"/>
                  <a:pt x="286121" y="114666"/>
                </a:cubicBezTo>
                <a:cubicBezTo>
                  <a:pt x="286121" y="111915"/>
                  <a:pt x="285397" y="109527"/>
                  <a:pt x="283948" y="107501"/>
                </a:cubicBezTo>
                <a:cubicBezTo>
                  <a:pt x="282501" y="105473"/>
                  <a:pt x="280655" y="103699"/>
                  <a:pt x="278410" y="102180"/>
                </a:cubicBezTo>
                <a:cubicBezTo>
                  <a:pt x="276168" y="100660"/>
                  <a:pt x="273599" y="99321"/>
                  <a:pt x="270703" y="98163"/>
                </a:cubicBezTo>
                <a:cubicBezTo>
                  <a:pt x="267806" y="97003"/>
                  <a:pt x="264911" y="95845"/>
                  <a:pt x="262017" y="94687"/>
                </a:cubicBezTo>
                <a:cubicBezTo>
                  <a:pt x="258253" y="93384"/>
                  <a:pt x="254488" y="91900"/>
                  <a:pt x="250724" y="90237"/>
                </a:cubicBezTo>
                <a:cubicBezTo>
                  <a:pt x="246960" y="88571"/>
                  <a:pt x="243593" y="86544"/>
                  <a:pt x="240624" y="84156"/>
                </a:cubicBezTo>
                <a:cubicBezTo>
                  <a:pt x="237657" y="81766"/>
                  <a:pt x="235232" y="78979"/>
                  <a:pt x="233350" y="75795"/>
                </a:cubicBezTo>
                <a:cubicBezTo>
                  <a:pt x="231468" y="72610"/>
                  <a:pt x="230527" y="68772"/>
                  <a:pt x="230527" y="64283"/>
                </a:cubicBezTo>
                <a:cubicBezTo>
                  <a:pt x="230527" y="60084"/>
                  <a:pt x="231358" y="56138"/>
                  <a:pt x="233022" y="52447"/>
                </a:cubicBezTo>
                <a:cubicBezTo>
                  <a:pt x="234688" y="48755"/>
                  <a:pt x="237077" y="45571"/>
                  <a:pt x="240190" y="42893"/>
                </a:cubicBezTo>
                <a:cubicBezTo>
                  <a:pt x="243302" y="40213"/>
                  <a:pt x="247102" y="38114"/>
                  <a:pt x="251589" y="36594"/>
                </a:cubicBezTo>
                <a:cubicBezTo>
                  <a:pt x="256078" y="35074"/>
                  <a:pt x="261146" y="34314"/>
                  <a:pt x="266792" y="34314"/>
                </a:cubicBezTo>
                <a:cubicBezTo>
                  <a:pt x="273453" y="34314"/>
                  <a:pt x="279570" y="35473"/>
                  <a:pt x="285144" y="37790"/>
                </a:cubicBezTo>
                <a:cubicBezTo>
                  <a:pt x="290718" y="40105"/>
                  <a:pt x="295531" y="42929"/>
                  <a:pt x="299585" y="46260"/>
                </a:cubicBezTo>
                <a:lnTo>
                  <a:pt x="291115" y="57550"/>
                </a:lnTo>
                <a:cubicBezTo>
                  <a:pt x="287497" y="54799"/>
                  <a:pt x="283732" y="52556"/>
                  <a:pt x="279822" y="50820"/>
                </a:cubicBezTo>
                <a:cubicBezTo>
                  <a:pt x="275914" y="49081"/>
                  <a:pt x="271644" y="48212"/>
                  <a:pt x="267011" y="48212"/>
                </a:cubicBezTo>
                <a:cubicBezTo>
                  <a:pt x="260350" y="48212"/>
                  <a:pt x="255464" y="49733"/>
                  <a:pt x="252351" y="52775"/>
                </a:cubicBezTo>
                <a:cubicBezTo>
                  <a:pt x="249238" y="55815"/>
                  <a:pt x="247682" y="59361"/>
                  <a:pt x="247682" y="63415"/>
                </a:cubicBezTo>
                <a:cubicBezTo>
                  <a:pt x="247682" y="65876"/>
                  <a:pt x="248334" y="68011"/>
                  <a:pt x="249637" y="69821"/>
                </a:cubicBezTo>
                <a:cubicBezTo>
                  <a:pt x="250940" y="71630"/>
                  <a:pt x="252678" y="73223"/>
                  <a:pt x="254850" y="74599"/>
                </a:cubicBezTo>
                <a:cubicBezTo>
                  <a:pt x="257021" y="75975"/>
                  <a:pt x="259519" y="77207"/>
                  <a:pt x="262342" y="78294"/>
                </a:cubicBezTo>
                <a:cubicBezTo>
                  <a:pt x="265165" y="79379"/>
                  <a:pt x="268097" y="80500"/>
                  <a:pt x="271137" y="81657"/>
                </a:cubicBezTo>
                <a:cubicBezTo>
                  <a:pt x="274901" y="83104"/>
                  <a:pt x="278701" y="84624"/>
                  <a:pt x="282536" y="86217"/>
                </a:cubicBezTo>
                <a:cubicBezTo>
                  <a:pt x="286373" y="87810"/>
                  <a:pt x="289812" y="89802"/>
                  <a:pt x="292852" y="92192"/>
                </a:cubicBezTo>
                <a:cubicBezTo>
                  <a:pt x="295894" y="94580"/>
                  <a:pt x="298391" y="97512"/>
                  <a:pt x="300344" y="100987"/>
                </a:cubicBezTo>
                <a:cubicBezTo>
                  <a:pt x="302299" y="104459"/>
                  <a:pt x="303277" y="108658"/>
                  <a:pt x="303277" y="113582"/>
                </a:cubicBezTo>
                <a:cubicBezTo>
                  <a:pt x="303277" y="117925"/>
                  <a:pt x="302444" y="121979"/>
                  <a:pt x="300778" y="125744"/>
                </a:cubicBezTo>
                <a:cubicBezTo>
                  <a:pt x="299115" y="129508"/>
                  <a:pt x="296654" y="132838"/>
                  <a:pt x="293395" y="135735"/>
                </a:cubicBezTo>
                <a:cubicBezTo>
                  <a:pt x="290139" y="138629"/>
                  <a:pt x="286085" y="140907"/>
                  <a:pt x="281234" y="142571"/>
                </a:cubicBezTo>
                <a:cubicBezTo>
                  <a:pt x="276385" y="144237"/>
                  <a:pt x="270847" y="145069"/>
                  <a:pt x="264622" y="145069"/>
                </a:cubicBezTo>
                <a:close/>
                <a:moveTo>
                  <a:pt x="362565" y="145069"/>
                </a:moveTo>
                <a:cubicBezTo>
                  <a:pt x="356918" y="145069"/>
                  <a:pt x="352176" y="144201"/>
                  <a:pt x="348339" y="142465"/>
                </a:cubicBezTo>
                <a:cubicBezTo>
                  <a:pt x="344504" y="140728"/>
                  <a:pt x="341391" y="138340"/>
                  <a:pt x="339001" y="135300"/>
                </a:cubicBezTo>
                <a:cubicBezTo>
                  <a:pt x="336612" y="132258"/>
                  <a:pt x="334911" y="128566"/>
                  <a:pt x="333897" y="124223"/>
                </a:cubicBezTo>
                <a:cubicBezTo>
                  <a:pt x="332883" y="119879"/>
                  <a:pt x="332376" y="115102"/>
                  <a:pt x="332376" y="109891"/>
                </a:cubicBezTo>
                <a:lnTo>
                  <a:pt x="332376" y="51469"/>
                </a:lnTo>
                <a:lnTo>
                  <a:pt x="316742" y="51469"/>
                </a:lnTo>
                <a:lnTo>
                  <a:pt x="316742" y="38005"/>
                </a:lnTo>
                <a:lnTo>
                  <a:pt x="333248" y="36922"/>
                </a:lnTo>
                <a:lnTo>
                  <a:pt x="335418" y="7386"/>
                </a:lnTo>
                <a:lnTo>
                  <a:pt x="350403" y="7386"/>
                </a:lnTo>
                <a:lnTo>
                  <a:pt x="350403" y="36922"/>
                </a:lnTo>
                <a:lnTo>
                  <a:pt x="378852" y="36922"/>
                </a:lnTo>
                <a:lnTo>
                  <a:pt x="378852" y="51469"/>
                </a:lnTo>
                <a:lnTo>
                  <a:pt x="350403" y="51469"/>
                </a:lnTo>
                <a:lnTo>
                  <a:pt x="350403" y="110106"/>
                </a:lnTo>
                <a:cubicBezTo>
                  <a:pt x="350403" y="116621"/>
                  <a:pt x="351597" y="121652"/>
                  <a:pt x="353985" y="125200"/>
                </a:cubicBezTo>
                <a:cubicBezTo>
                  <a:pt x="356376" y="128748"/>
                  <a:pt x="360611" y="130522"/>
                  <a:pt x="366690" y="130522"/>
                </a:cubicBezTo>
                <a:cubicBezTo>
                  <a:pt x="368572" y="130522"/>
                  <a:pt x="370599" y="130233"/>
                  <a:pt x="372771" y="129654"/>
                </a:cubicBezTo>
                <a:cubicBezTo>
                  <a:pt x="374943" y="129073"/>
                  <a:pt x="376898" y="128421"/>
                  <a:pt x="378636" y="127699"/>
                </a:cubicBezTo>
                <a:lnTo>
                  <a:pt x="382109" y="141162"/>
                </a:lnTo>
                <a:cubicBezTo>
                  <a:pt x="379213" y="142176"/>
                  <a:pt x="376064" y="143081"/>
                  <a:pt x="372662" y="143876"/>
                </a:cubicBezTo>
                <a:cubicBezTo>
                  <a:pt x="369259" y="144672"/>
                  <a:pt x="365894" y="145069"/>
                  <a:pt x="362565" y="145069"/>
                </a:cubicBezTo>
                <a:close/>
                <a:moveTo>
                  <a:pt x="447804" y="142465"/>
                </a:moveTo>
                <a:lnTo>
                  <a:pt x="447804" y="0"/>
                </a:lnTo>
                <a:lnTo>
                  <a:pt x="490154" y="0"/>
                </a:lnTo>
                <a:cubicBezTo>
                  <a:pt x="497393" y="0"/>
                  <a:pt x="504016" y="652"/>
                  <a:pt x="510023" y="1955"/>
                </a:cubicBezTo>
                <a:cubicBezTo>
                  <a:pt x="516032" y="3259"/>
                  <a:pt x="521172" y="5285"/>
                  <a:pt x="525442" y="8036"/>
                </a:cubicBezTo>
                <a:cubicBezTo>
                  <a:pt x="529714" y="10786"/>
                  <a:pt x="533045" y="14370"/>
                  <a:pt x="535433" y="18786"/>
                </a:cubicBezTo>
                <a:cubicBezTo>
                  <a:pt x="537821" y="23202"/>
                  <a:pt x="539015" y="28523"/>
                  <a:pt x="539015" y="34748"/>
                </a:cubicBezTo>
                <a:cubicBezTo>
                  <a:pt x="539015" y="41842"/>
                  <a:pt x="537241" y="48248"/>
                  <a:pt x="533693" y="53968"/>
                </a:cubicBezTo>
                <a:cubicBezTo>
                  <a:pt x="530147" y="59687"/>
                  <a:pt x="524972" y="63633"/>
                  <a:pt x="518168" y="65804"/>
                </a:cubicBezTo>
                <a:lnTo>
                  <a:pt x="518168" y="66673"/>
                </a:lnTo>
                <a:cubicBezTo>
                  <a:pt x="526855" y="68265"/>
                  <a:pt x="533877" y="71885"/>
                  <a:pt x="539234" y="77532"/>
                </a:cubicBezTo>
                <a:cubicBezTo>
                  <a:pt x="544591" y="83178"/>
                  <a:pt x="547270" y="90924"/>
                  <a:pt x="547270" y="100768"/>
                </a:cubicBezTo>
                <a:cubicBezTo>
                  <a:pt x="547270" y="107718"/>
                  <a:pt x="545966" y="113799"/>
                  <a:pt x="543359" y="119010"/>
                </a:cubicBezTo>
                <a:cubicBezTo>
                  <a:pt x="540753" y="124221"/>
                  <a:pt x="537060" y="128565"/>
                  <a:pt x="532282" y="132040"/>
                </a:cubicBezTo>
                <a:cubicBezTo>
                  <a:pt x="527505" y="135515"/>
                  <a:pt x="521787" y="138122"/>
                  <a:pt x="515126" y="139860"/>
                </a:cubicBezTo>
                <a:cubicBezTo>
                  <a:pt x="508468" y="141597"/>
                  <a:pt x="501157" y="142465"/>
                  <a:pt x="493192" y="142465"/>
                </a:cubicBezTo>
                <a:lnTo>
                  <a:pt x="447804" y="142465"/>
                </a:lnTo>
                <a:moveTo>
                  <a:pt x="465831" y="60592"/>
                </a:moveTo>
                <a:lnTo>
                  <a:pt x="486896" y="60592"/>
                </a:lnTo>
                <a:cubicBezTo>
                  <a:pt x="499058" y="60592"/>
                  <a:pt x="507816" y="58493"/>
                  <a:pt x="513171" y="54296"/>
                </a:cubicBezTo>
                <a:cubicBezTo>
                  <a:pt x="518528" y="50096"/>
                  <a:pt x="521207" y="44377"/>
                  <a:pt x="521207" y="37137"/>
                </a:cubicBezTo>
                <a:cubicBezTo>
                  <a:pt x="521207" y="28884"/>
                  <a:pt x="518420" y="23021"/>
                  <a:pt x="512846" y="19548"/>
                </a:cubicBezTo>
                <a:cubicBezTo>
                  <a:pt x="507273" y="16073"/>
                  <a:pt x="498912" y="14335"/>
                  <a:pt x="487765" y="14335"/>
                </a:cubicBezTo>
                <a:lnTo>
                  <a:pt x="465831" y="14335"/>
                </a:lnTo>
                <a:lnTo>
                  <a:pt x="465831" y="60592"/>
                </a:lnTo>
                <a:moveTo>
                  <a:pt x="465831" y="128133"/>
                </a:moveTo>
                <a:lnTo>
                  <a:pt x="490588" y="128133"/>
                </a:lnTo>
                <a:cubicBezTo>
                  <a:pt x="502893" y="128133"/>
                  <a:pt x="512448" y="125853"/>
                  <a:pt x="519252" y="121293"/>
                </a:cubicBezTo>
                <a:cubicBezTo>
                  <a:pt x="526058" y="116731"/>
                  <a:pt x="529462" y="109672"/>
                  <a:pt x="529462" y="100115"/>
                </a:cubicBezTo>
                <a:cubicBezTo>
                  <a:pt x="529462" y="91285"/>
                  <a:pt x="526131" y="84807"/>
                  <a:pt x="519471" y="80680"/>
                </a:cubicBezTo>
                <a:cubicBezTo>
                  <a:pt x="512810" y="76553"/>
                  <a:pt x="503182" y="74490"/>
                  <a:pt x="490588" y="74490"/>
                </a:cubicBezTo>
                <a:lnTo>
                  <a:pt x="465831" y="74490"/>
                </a:lnTo>
                <a:lnTo>
                  <a:pt x="465831" y="12813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BD33A-FB47-47E6-84C5-458452D7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625" y="1707415"/>
            <a:ext cx="1054645" cy="245604"/>
          </a:xfrm>
          <a:custGeom xmlns:a="http://schemas.openxmlformats.org/drawingml/2006/main">
            <a:pathLst>
              <a:path w="1054645" h="245604">
                <a:moveTo>
                  <a:pt x="0" y="40934"/>
                </a:moveTo>
                <a:cubicBezTo>
                  <a:pt x="0" y="18327"/>
                  <a:pt x="18327" y="0"/>
                  <a:pt x="40934" y="0"/>
                </a:cubicBezTo>
                <a:lnTo>
                  <a:pt x="1013710" y="0"/>
                </a:lnTo>
                <a:cubicBezTo>
                  <a:pt x="1036318" y="0"/>
                  <a:pt x="1054645" y="18327"/>
                  <a:pt x="1054645" y="40934"/>
                </a:cubicBezTo>
                <a:lnTo>
                  <a:pt x="1054645" y="204670"/>
                </a:lnTo>
                <a:cubicBezTo>
                  <a:pt x="1054645" y="227277"/>
                  <a:pt x="1036318" y="245604"/>
                  <a:pt x="1013710" y="245604"/>
                </a:cubicBezTo>
                <a:lnTo>
                  <a:pt x="40934" y="245604"/>
                </a:lnTo>
                <a:cubicBezTo>
                  <a:pt x="18327" y="245604"/>
                  <a:pt x="0" y="227277"/>
                  <a:pt x="0" y="204670"/>
                </a:cubicBezTo>
                <a:lnTo>
                  <a:pt x="0" y="409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E9DFA-FF1F-42FF-AD9F-E4A1CFD7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625" y="1707414"/>
            <a:ext cx="1054644" cy="245604"/>
          </a:xfrm>
          <a:custGeom xmlns:a="http://schemas.openxmlformats.org/drawingml/2006/main">
            <a:pathLst>
              <a:path w="1054644" h="245604" fill="none">
                <a:moveTo>
                  <a:pt x="0" y="40934"/>
                </a:moveTo>
                <a:cubicBezTo>
                  <a:pt x="0" y="18327"/>
                  <a:pt x="18327" y="0"/>
                  <a:pt x="40934" y="0"/>
                </a:cubicBezTo>
                <a:lnTo>
                  <a:pt x="1013710" y="0"/>
                </a:lnTo>
                <a:cubicBezTo>
                  <a:pt x="1036317" y="0"/>
                  <a:pt x="1054644" y="18327"/>
                  <a:pt x="1054644" y="40934"/>
                </a:cubicBezTo>
                <a:lnTo>
                  <a:pt x="1054644" y="204670"/>
                </a:lnTo>
                <a:cubicBezTo>
                  <a:pt x="1054644" y="227277"/>
                  <a:pt x="1036317" y="245604"/>
                  <a:pt x="1013710" y="245604"/>
                </a:cubicBezTo>
                <a:lnTo>
                  <a:pt x="40934" y="245604"/>
                </a:lnTo>
                <a:cubicBezTo>
                  <a:pt x="18327" y="245604"/>
                  <a:pt x="0" y="227277"/>
                  <a:pt x="0" y="204670"/>
                </a:cubicBezTo>
                <a:lnTo>
                  <a:pt x="0" y="409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281" name="Text TestA">
            <a:extLst xmlns:a="http://schemas.openxmlformats.org/drawingml/2006/main">
              <a:ext uri="{FF2B5EF4-FFF2-40B4-BE49-F238E27FC236}">
                <a16:creationId xmlns:a16="http://schemas.microsoft.com/office/drawing/2014/main" id="{53F0C881-C018-4F9C-8881-8BBE3BA4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38" y="1751979"/>
            <a:ext cx="545749" cy="145069"/>
          </a:xfrm>
          <a:custGeom xmlns:a="http://schemas.openxmlformats.org/drawingml/2006/main">
            <a:pathLst>
              <a:path w="545749" h="145069">
                <a:moveTo>
                  <a:pt x="42999" y="142465"/>
                </a:moveTo>
                <a:lnTo>
                  <a:pt x="42999" y="15203"/>
                </a:lnTo>
                <a:lnTo>
                  <a:pt x="0" y="15203"/>
                </a:lnTo>
                <a:lnTo>
                  <a:pt x="0" y="0"/>
                </a:lnTo>
                <a:lnTo>
                  <a:pt x="104241" y="0"/>
                </a:lnTo>
                <a:lnTo>
                  <a:pt x="104241" y="15203"/>
                </a:lnTo>
                <a:lnTo>
                  <a:pt x="61241" y="15203"/>
                </a:lnTo>
                <a:lnTo>
                  <a:pt x="61241" y="142465"/>
                </a:lnTo>
                <a:lnTo>
                  <a:pt x="42999" y="142465"/>
                </a:lnTo>
                <a:close/>
                <a:moveTo>
                  <a:pt x="171240" y="145069"/>
                </a:moveTo>
                <a:cubicBezTo>
                  <a:pt x="164144" y="145069"/>
                  <a:pt x="157520" y="143804"/>
                  <a:pt x="151367" y="141272"/>
                </a:cubicBezTo>
                <a:cubicBezTo>
                  <a:pt x="145215" y="138738"/>
                  <a:pt x="139857" y="135118"/>
                  <a:pt x="135296" y="130413"/>
                </a:cubicBezTo>
                <a:cubicBezTo>
                  <a:pt x="130736" y="125707"/>
                  <a:pt x="127153" y="119952"/>
                  <a:pt x="124546" y="113148"/>
                </a:cubicBezTo>
                <a:cubicBezTo>
                  <a:pt x="121941" y="106342"/>
                  <a:pt x="120639" y="98595"/>
                  <a:pt x="120639" y="89909"/>
                </a:cubicBezTo>
                <a:cubicBezTo>
                  <a:pt x="120639" y="81222"/>
                  <a:pt x="121978" y="73440"/>
                  <a:pt x="124655" y="66563"/>
                </a:cubicBezTo>
                <a:cubicBezTo>
                  <a:pt x="127333" y="59686"/>
                  <a:pt x="130879" y="53859"/>
                  <a:pt x="135296" y="49083"/>
                </a:cubicBezTo>
                <a:cubicBezTo>
                  <a:pt x="139712" y="44305"/>
                  <a:pt x="144743" y="40649"/>
                  <a:pt x="150390" y="38115"/>
                </a:cubicBezTo>
                <a:cubicBezTo>
                  <a:pt x="156036" y="35581"/>
                  <a:pt x="161901" y="34314"/>
                  <a:pt x="167982" y="34314"/>
                </a:cubicBezTo>
                <a:cubicBezTo>
                  <a:pt x="174641" y="34314"/>
                  <a:pt x="180612" y="35473"/>
                  <a:pt x="185897" y="37790"/>
                </a:cubicBezTo>
                <a:cubicBezTo>
                  <a:pt x="191181" y="40105"/>
                  <a:pt x="195597" y="43434"/>
                  <a:pt x="199145" y="47778"/>
                </a:cubicBezTo>
                <a:cubicBezTo>
                  <a:pt x="202693" y="52121"/>
                  <a:pt x="205407" y="57333"/>
                  <a:pt x="207287" y="63415"/>
                </a:cubicBezTo>
                <a:cubicBezTo>
                  <a:pt x="209169" y="69495"/>
                  <a:pt x="210110" y="76299"/>
                  <a:pt x="210110" y="83828"/>
                </a:cubicBezTo>
                <a:cubicBezTo>
                  <a:pt x="210110" y="85710"/>
                  <a:pt x="210074" y="87557"/>
                  <a:pt x="210001" y="89369"/>
                </a:cubicBezTo>
                <a:cubicBezTo>
                  <a:pt x="209930" y="91178"/>
                  <a:pt x="209750" y="92733"/>
                  <a:pt x="209461" y="94034"/>
                </a:cubicBezTo>
                <a:lnTo>
                  <a:pt x="138228" y="94034"/>
                </a:lnTo>
                <a:cubicBezTo>
                  <a:pt x="138953" y="105328"/>
                  <a:pt x="142463" y="114268"/>
                  <a:pt x="148759" y="120856"/>
                </a:cubicBezTo>
                <a:cubicBezTo>
                  <a:pt x="155058" y="127444"/>
                  <a:pt x="163275" y="130737"/>
                  <a:pt x="173410" y="130737"/>
                </a:cubicBezTo>
                <a:cubicBezTo>
                  <a:pt x="178478" y="130737"/>
                  <a:pt x="183147" y="129977"/>
                  <a:pt x="187418" y="128458"/>
                </a:cubicBezTo>
                <a:cubicBezTo>
                  <a:pt x="191688" y="126938"/>
                  <a:pt x="195778" y="124947"/>
                  <a:pt x="199688" y="122486"/>
                </a:cubicBezTo>
                <a:lnTo>
                  <a:pt x="205984" y="134214"/>
                </a:lnTo>
                <a:cubicBezTo>
                  <a:pt x="201352" y="137108"/>
                  <a:pt x="196212" y="139640"/>
                  <a:pt x="190566" y="141812"/>
                </a:cubicBezTo>
                <a:cubicBezTo>
                  <a:pt x="184919" y="143984"/>
                  <a:pt x="178477" y="145069"/>
                  <a:pt x="171240" y="145069"/>
                </a:cubicBezTo>
                <a:moveTo>
                  <a:pt x="138013" y="81223"/>
                </a:moveTo>
                <a:lnTo>
                  <a:pt x="194476" y="81223"/>
                </a:lnTo>
                <a:cubicBezTo>
                  <a:pt x="194476" y="70509"/>
                  <a:pt x="192195" y="62365"/>
                  <a:pt x="187633" y="56791"/>
                </a:cubicBezTo>
                <a:cubicBezTo>
                  <a:pt x="183073" y="51217"/>
                  <a:pt x="176668" y="48430"/>
                  <a:pt x="168416" y="48430"/>
                </a:cubicBezTo>
                <a:cubicBezTo>
                  <a:pt x="164652" y="48430"/>
                  <a:pt x="161068" y="49155"/>
                  <a:pt x="157663" y="50604"/>
                </a:cubicBezTo>
                <a:cubicBezTo>
                  <a:pt x="154261" y="52051"/>
                  <a:pt x="151185" y="54186"/>
                  <a:pt x="148435" y="57010"/>
                </a:cubicBezTo>
                <a:cubicBezTo>
                  <a:pt x="145684" y="59833"/>
                  <a:pt x="143404" y="63272"/>
                  <a:pt x="141595" y="67325"/>
                </a:cubicBezTo>
                <a:cubicBezTo>
                  <a:pt x="139786" y="71379"/>
                  <a:pt x="138592" y="76012"/>
                  <a:pt x="138013" y="81223"/>
                </a:cubicBezTo>
                <a:close/>
                <a:moveTo>
                  <a:pt x="264622" y="145069"/>
                </a:moveTo>
                <a:cubicBezTo>
                  <a:pt x="257093" y="145069"/>
                  <a:pt x="249926" y="143694"/>
                  <a:pt x="243122" y="140944"/>
                </a:cubicBezTo>
                <a:cubicBezTo>
                  <a:pt x="236318" y="138193"/>
                  <a:pt x="230382" y="134719"/>
                  <a:pt x="225314" y="130522"/>
                </a:cubicBezTo>
                <a:lnTo>
                  <a:pt x="234218" y="118576"/>
                </a:lnTo>
                <a:cubicBezTo>
                  <a:pt x="238851" y="122340"/>
                  <a:pt x="243592" y="125381"/>
                  <a:pt x="248441" y="127699"/>
                </a:cubicBezTo>
                <a:cubicBezTo>
                  <a:pt x="253292" y="130014"/>
                  <a:pt x="258903" y="131172"/>
                  <a:pt x="265275" y="131172"/>
                </a:cubicBezTo>
                <a:cubicBezTo>
                  <a:pt x="272223" y="131172"/>
                  <a:pt x="277434" y="129580"/>
                  <a:pt x="280909" y="126396"/>
                </a:cubicBezTo>
                <a:cubicBezTo>
                  <a:pt x="284384" y="123211"/>
                  <a:pt x="286121" y="119301"/>
                  <a:pt x="286121" y="114666"/>
                </a:cubicBezTo>
                <a:cubicBezTo>
                  <a:pt x="286121" y="111915"/>
                  <a:pt x="285397" y="109527"/>
                  <a:pt x="283948" y="107501"/>
                </a:cubicBezTo>
                <a:cubicBezTo>
                  <a:pt x="282501" y="105473"/>
                  <a:pt x="280655" y="103699"/>
                  <a:pt x="278410" y="102180"/>
                </a:cubicBezTo>
                <a:cubicBezTo>
                  <a:pt x="276168" y="100660"/>
                  <a:pt x="273599" y="99321"/>
                  <a:pt x="270703" y="98163"/>
                </a:cubicBezTo>
                <a:cubicBezTo>
                  <a:pt x="267806" y="97003"/>
                  <a:pt x="264911" y="95845"/>
                  <a:pt x="262017" y="94687"/>
                </a:cubicBezTo>
                <a:cubicBezTo>
                  <a:pt x="258253" y="93384"/>
                  <a:pt x="254488" y="91900"/>
                  <a:pt x="250724" y="90237"/>
                </a:cubicBezTo>
                <a:cubicBezTo>
                  <a:pt x="246960" y="88571"/>
                  <a:pt x="243593" y="86544"/>
                  <a:pt x="240624" y="84156"/>
                </a:cubicBezTo>
                <a:cubicBezTo>
                  <a:pt x="237657" y="81766"/>
                  <a:pt x="235232" y="78979"/>
                  <a:pt x="233350" y="75795"/>
                </a:cubicBezTo>
                <a:cubicBezTo>
                  <a:pt x="231468" y="72610"/>
                  <a:pt x="230527" y="68772"/>
                  <a:pt x="230527" y="64283"/>
                </a:cubicBezTo>
                <a:cubicBezTo>
                  <a:pt x="230527" y="60084"/>
                  <a:pt x="231358" y="56138"/>
                  <a:pt x="233022" y="52447"/>
                </a:cubicBezTo>
                <a:cubicBezTo>
                  <a:pt x="234688" y="48755"/>
                  <a:pt x="237077" y="45571"/>
                  <a:pt x="240190" y="42893"/>
                </a:cubicBezTo>
                <a:cubicBezTo>
                  <a:pt x="243302" y="40213"/>
                  <a:pt x="247102" y="38114"/>
                  <a:pt x="251589" y="36594"/>
                </a:cubicBezTo>
                <a:cubicBezTo>
                  <a:pt x="256078" y="35074"/>
                  <a:pt x="261146" y="34314"/>
                  <a:pt x="266792" y="34314"/>
                </a:cubicBezTo>
                <a:cubicBezTo>
                  <a:pt x="273453" y="34314"/>
                  <a:pt x="279570" y="35473"/>
                  <a:pt x="285144" y="37790"/>
                </a:cubicBezTo>
                <a:cubicBezTo>
                  <a:pt x="290718" y="40105"/>
                  <a:pt x="295531" y="42929"/>
                  <a:pt x="299585" y="46260"/>
                </a:cubicBezTo>
                <a:lnTo>
                  <a:pt x="291115" y="57550"/>
                </a:lnTo>
                <a:cubicBezTo>
                  <a:pt x="287497" y="54799"/>
                  <a:pt x="283732" y="52556"/>
                  <a:pt x="279822" y="50820"/>
                </a:cubicBezTo>
                <a:cubicBezTo>
                  <a:pt x="275914" y="49081"/>
                  <a:pt x="271644" y="48212"/>
                  <a:pt x="267011" y="48212"/>
                </a:cubicBezTo>
                <a:cubicBezTo>
                  <a:pt x="260350" y="48212"/>
                  <a:pt x="255464" y="49733"/>
                  <a:pt x="252351" y="52775"/>
                </a:cubicBezTo>
                <a:cubicBezTo>
                  <a:pt x="249238" y="55815"/>
                  <a:pt x="247682" y="59361"/>
                  <a:pt x="247682" y="63415"/>
                </a:cubicBezTo>
                <a:cubicBezTo>
                  <a:pt x="247682" y="65876"/>
                  <a:pt x="248334" y="68011"/>
                  <a:pt x="249637" y="69821"/>
                </a:cubicBezTo>
                <a:cubicBezTo>
                  <a:pt x="250940" y="71630"/>
                  <a:pt x="252678" y="73223"/>
                  <a:pt x="254850" y="74599"/>
                </a:cubicBezTo>
                <a:cubicBezTo>
                  <a:pt x="257021" y="75975"/>
                  <a:pt x="259519" y="77207"/>
                  <a:pt x="262342" y="78294"/>
                </a:cubicBezTo>
                <a:cubicBezTo>
                  <a:pt x="265165" y="79379"/>
                  <a:pt x="268097" y="80500"/>
                  <a:pt x="271137" y="81657"/>
                </a:cubicBezTo>
                <a:cubicBezTo>
                  <a:pt x="274901" y="83104"/>
                  <a:pt x="278701" y="84624"/>
                  <a:pt x="282536" y="86217"/>
                </a:cubicBezTo>
                <a:cubicBezTo>
                  <a:pt x="286373" y="87810"/>
                  <a:pt x="289812" y="89802"/>
                  <a:pt x="292852" y="92192"/>
                </a:cubicBezTo>
                <a:cubicBezTo>
                  <a:pt x="295894" y="94580"/>
                  <a:pt x="298391" y="97512"/>
                  <a:pt x="300344" y="100987"/>
                </a:cubicBezTo>
                <a:cubicBezTo>
                  <a:pt x="302299" y="104459"/>
                  <a:pt x="303277" y="108658"/>
                  <a:pt x="303277" y="113582"/>
                </a:cubicBezTo>
                <a:cubicBezTo>
                  <a:pt x="303277" y="117925"/>
                  <a:pt x="302444" y="121979"/>
                  <a:pt x="300778" y="125744"/>
                </a:cubicBezTo>
                <a:cubicBezTo>
                  <a:pt x="299115" y="129508"/>
                  <a:pt x="296654" y="132838"/>
                  <a:pt x="293395" y="135735"/>
                </a:cubicBezTo>
                <a:cubicBezTo>
                  <a:pt x="290139" y="138629"/>
                  <a:pt x="286085" y="140907"/>
                  <a:pt x="281234" y="142571"/>
                </a:cubicBezTo>
                <a:cubicBezTo>
                  <a:pt x="276385" y="144237"/>
                  <a:pt x="270847" y="145069"/>
                  <a:pt x="264622" y="145069"/>
                </a:cubicBezTo>
                <a:close/>
                <a:moveTo>
                  <a:pt x="362565" y="145069"/>
                </a:moveTo>
                <a:cubicBezTo>
                  <a:pt x="356919" y="145069"/>
                  <a:pt x="352177" y="144201"/>
                  <a:pt x="348339" y="142465"/>
                </a:cubicBezTo>
                <a:cubicBezTo>
                  <a:pt x="344504" y="140728"/>
                  <a:pt x="341391" y="138340"/>
                  <a:pt x="339001" y="135300"/>
                </a:cubicBezTo>
                <a:cubicBezTo>
                  <a:pt x="336613" y="132258"/>
                  <a:pt x="334912" y="128566"/>
                  <a:pt x="333898" y="124223"/>
                </a:cubicBezTo>
                <a:cubicBezTo>
                  <a:pt x="332884" y="119879"/>
                  <a:pt x="332377" y="115102"/>
                  <a:pt x="332377" y="109891"/>
                </a:cubicBezTo>
                <a:lnTo>
                  <a:pt x="332377" y="51469"/>
                </a:lnTo>
                <a:lnTo>
                  <a:pt x="316743" y="51469"/>
                </a:lnTo>
                <a:lnTo>
                  <a:pt x="316743" y="38005"/>
                </a:lnTo>
                <a:lnTo>
                  <a:pt x="333248" y="36922"/>
                </a:lnTo>
                <a:lnTo>
                  <a:pt x="335419" y="7386"/>
                </a:lnTo>
                <a:lnTo>
                  <a:pt x="350404" y="7386"/>
                </a:lnTo>
                <a:lnTo>
                  <a:pt x="350404" y="36922"/>
                </a:lnTo>
                <a:lnTo>
                  <a:pt x="378852" y="36922"/>
                </a:lnTo>
                <a:lnTo>
                  <a:pt x="378852" y="51469"/>
                </a:lnTo>
                <a:lnTo>
                  <a:pt x="350404" y="51469"/>
                </a:lnTo>
                <a:lnTo>
                  <a:pt x="350404" y="110106"/>
                </a:lnTo>
                <a:cubicBezTo>
                  <a:pt x="350404" y="116621"/>
                  <a:pt x="351598" y="121652"/>
                  <a:pt x="353986" y="125200"/>
                </a:cubicBezTo>
                <a:cubicBezTo>
                  <a:pt x="356376" y="128748"/>
                  <a:pt x="360611" y="130522"/>
                  <a:pt x="366691" y="130522"/>
                </a:cubicBezTo>
                <a:cubicBezTo>
                  <a:pt x="368573" y="130522"/>
                  <a:pt x="370600" y="130233"/>
                  <a:pt x="372772" y="129654"/>
                </a:cubicBezTo>
                <a:cubicBezTo>
                  <a:pt x="374943" y="129073"/>
                  <a:pt x="376898" y="128421"/>
                  <a:pt x="378637" y="127699"/>
                </a:cubicBezTo>
                <a:lnTo>
                  <a:pt x="382110" y="141162"/>
                </a:lnTo>
                <a:cubicBezTo>
                  <a:pt x="379213" y="142176"/>
                  <a:pt x="376064" y="143081"/>
                  <a:pt x="372662" y="143876"/>
                </a:cubicBezTo>
                <a:cubicBezTo>
                  <a:pt x="369260" y="144672"/>
                  <a:pt x="365894" y="145069"/>
                  <a:pt x="362565" y="145069"/>
                </a:cubicBezTo>
                <a:close/>
                <a:moveTo>
                  <a:pt x="472346" y="62762"/>
                </a:moveTo>
                <a:lnTo>
                  <a:pt x="465612" y="84481"/>
                </a:lnTo>
                <a:lnTo>
                  <a:pt x="508396" y="84481"/>
                </a:lnTo>
                <a:lnTo>
                  <a:pt x="501662" y="62762"/>
                </a:lnTo>
                <a:cubicBezTo>
                  <a:pt x="499058" y="54801"/>
                  <a:pt x="496597" y="46874"/>
                  <a:pt x="494279" y="38983"/>
                </a:cubicBezTo>
                <a:cubicBezTo>
                  <a:pt x="491962" y="31092"/>
                  <a:pt x="489646" y="23021"/>
                  <a:pt x="487330" y="14769"/>
                </a:cubicBezTo>
                <a:lnTo>
                  <a:pt x="486462" y="14769"/>
                </a:lnTo>
                <a:cubicBezTo>
                  <a:pt x="484291" y="23021"/>
                  <a:pt x="482046" y="31092"/>
                  <a:pt x="479729" y="38983"/>
                </a:cubicBezTo>
                <a:cubicBezTo>
                  <a:pt x="477411" y="46874"/>
                  <a:pt x="474950" y="54801"/>
                  <a:pt x="472346" y="62762"/>
                </a:cubicBezTo>
                <a:moveTo>
                  <a:pt x="428912" y="142465"/>
                </a:moveTo>
                <a:lnTo>
                  <a:pt x="477124" y="0"/>
                </a:lnTo>
                <a:lnTo>
                  <a:pt x="497537" y="0"/>
                </a:lnTo>
                <a:lnTo>
                  <a:pt x="545749" y="142465"/>
                </a:lnTo>
                <a:lnTo>
                  <a:pt x="526419" y="142465"/>
                </a:lnTo>
                <a:lnTo>
                  <a:pt x="512956" y="99031"/>
                </a:lnTo>
                <a:lnTo>
                  <a:pt x="461052" y="99031"/>
                </a:lnTo>
                <a:lnTo>
                  <a:pt x="447370" y="142465"/>
                </a:lnTo>
                <a:lnTo>
                  <a:pt x="428912" y="14246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Text --TEST--">
            <a:extLst xmlns:a="http://schemas.openxmlformats.org/drawingml/2006/main">
              <a:ext uri="{FF2B5EF4-FFF2-40B4-BE49-F238E27FC236}">
                <a16:creationId xmlns:a16="http://schemas.microsoft.com/office/drawing/2014/main" id="{CE2AA892-27DA-40B4-8C09-7876292C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067" y="2404186"/>
            <a:ext cx="563425" cy="117792"/>
          </a:xfrm>
          <a:custGeom xmlns:a="http://schemas.openxmlformats.org/drawingml/2006/main">
            <a:pathLst>
              <a:path w="563425" h="117792">
                <a:moveTo>
                  <a:pt x="0" y="78703"/>
                </a:moveTo>
                <a:lnTo>
                  <a:pt x="2781" y="64976"/>
                </a:lnTo>
                <a:lnTo>
                  <a:pt x="42217" y="64976"/>
                </a:lnTo>
                <a:lnTo>
                  <a:pt x="39264" y="78703"/>
                </a:lnTo>
                <a:lnTo>
                  <a:pt x="0" y="78703"/>
                </a:lnTo>
                <a:close/>
                <a:moveTo>
                  <a:pt x="54293" y="78703"/>
                </a:moveTo>
                <a:lnTo>
                  <a:pt x="57073" y="64976"/>
                </a:lnTo>
                <a:lnTo>
                  <a:pt x="96510" y="64976"/>
                </a:lnTo>
                <a:lnTo>
                  <a:pt x="93556" y="78703"/>
                </a:lnTo>
                <a:lnTo>
                  <a:pt x="54293" y="78703"/>
                </a:lnTo>
                <a:close/>
                <a:moveTo>
                  <a:pt x="129955" y="115708"/>
                </a:moveTo>
                <a:lnTo>
                  <a:pt x="149413" y="18069"/>
                </a:lnTo>
                <a:lnTo>
                  <a:pt x="117967" y="18069"/>
                </a:lnTo>
                <a:lnTo>
                  <a:pt x="121095" y="2084"/>
                </a:lnTo>
                <a:lnTo>
                  <a:pt x="202751" y="2084"/>
                </a:lnTo>
                <a:lnTo>
                  <a:pt x="199623" y="18069"/>
                </a:lnTo>
                <a:lnTo>
                  <a:pt x="168177" y="18069"/>
                </a:lnTo>
                <a:lnTo>
                  <a:pt x="148718" y="115708"/>
                </a:lnTo>
                <a:lnTo>
                  <a:pt x="129955" y="115708"/>
                </a:lnTo>
                <a:close/>
                <a:moveTo>
                  <a:pt x="197816" y="115708"/>
                </a:moveTo>
                <a:lnTo>
                  <a:pt x="220403" y="2084"/>
                </a:lnTo>
                <a:lnTo>
                  <a:pt x="285554" y="2084"/>
                </a:lnTo>
                <a:lnTo>
                  <a:pt x="282425" y="17894"/>
                </a:lnTo>
                <a:lnTo>
                  <a:pt x="235866" y="17894"/>
                </a:lnTo>
                <a:lnTo>
                  <a:pt x="229784" y="48474"/>
                </a:lnTo>
                <a:lnTo>
                  <a:pt x="269221" y="48474"/>
                </a:lnTo>
                <a:lnTo>
                  <a:pt x="266095" y="64281"/>
                </a:lnTo>
                <a:lnTo>
                  <a:pt x="226831" y="64281"/>
                </a:lnTo>
                <a:lnTo>
                  <a:pt x="219533" y="99898"/>
                </a:lnTo>
                <a:lnTo>
                  <a:pt x="267484" y="99898"/>
                </a:lnTo>
                <a:lnTo>
                  <a:pt x="264356" y="115708"/>
                </a:lnTo>
                <a:lnTo>
                  <a:pt x="197816" y="115708"/>
                </a:lnTo>
                <a:close/>
                <a:moveTo>
                  <a:pt x="322488" y="117792"/>
                </a:moveTo>
                <a:cubicBezTo>
                  <a:pt x="314845" y="117792"/>
                  <a:pt x="307692" y="116170"/>
                  <a:pt x="301031" y="112927"/>
                </a:cubicBezTo>
                <a:cubicBezTo>
                  <a:pt x="294372" y="109684"/>
                  <a:pt x="288436" y="104415"/>
                  <a:pt x="283224" y="97119"/>
                </a:cubicBezTo>
                <a:lnTo>
                  <a:pt x="296776" y="86693"/>
                </a:lnTo>
                <a:cubicBezTo>
                  <a:pt x="300136" y="91327"/>
                  <a:pt x="304132" y="95005"/>
                  <a:pt x="308764" y="97726"/>
                </a:cubicBezTo>
                <a:cubicBezTo>
                  <a:pt x="313398" y="100448"/>
                  <a:pt x="318494" y="101809"/>
                  <a:pt x="324052" y="101809"/>
                </a:cubicBezTo>
                <a:cubicBezTo>
                  <a:pt x="329961" y="101809"/>
                  <a:pt x="334825" y="100275"/>
                  <a:pt x="338646" y="97207"/>
                </a:cubicBezTo>
                <a:cubicBezTo>
                  <a:pt x="342469" y="94137"/>
                  <a:pt x="344380" y="89938"/>
                  <a:pt x="344380" y="84609"/>
                </a:cubicBezTo>
                <a:cubicBezTo>
                  <a:pt x="344380" y="81018"/>
                  <a:pt x="343135" y="78036"/>
                  <a:pt x="340645" y="75662"/>
                </a:cubicBezTo>
                <a:cubicBezTo>
                  <a:pt x="338155" y="73287"/>
                  <a:pt x="334825" y="70826"/>
                  <a:pt x="330656" y="68279"/>
                </a:cubicBezTo>
                <a:lnTo>
                  <a:pt x="318668" y="60981"/>
                </a:lnTo>
                <a:cubicBezTo>
                  <a:pt x="313688" y="57969"/>
                  <a:pt x="309576" y="54292"/>
                  <a:pt x="306333" y="49950"/>
                </a:cubicBezTo>
                <a:cubicBezTo>
                  <a:pt x="303090" y="45606"/>
                  <a:pt x="301469" y="40075"/>
                  <a:pt x="301469" y="33358"/>
                </a:cubicBezTo>
                <a:cubicBezTo>
                  <a:pt x="301469" y="28840"/>
                  <a:pt x="302424" y="24555"/>
                  <a:pt x="304334" y="20503"/>
                </a:cubicBezTo>
                <a:cubicBezTo>
                  <a:pt x="306245" y="16449"/>
                  <a:pt x="308908" y="12887"/>
                  <a:pt x="312324" y="9817"/>
                </a:cubicBezTo>
                <a:cubicBezTo>
                  <a:pt x="315742" y="6747"/>
                  <a:pt x="319738" y="4343"/>
                  <a:pt x="324312" y="2606"/>
                </a:cubicBezTo>
                <a:cubicBezTo>
                  <a:pt x="328888" y="869"/>
                  <a:pt x="333840" y="0"/>
                  <a:pt x="339168" y="0"/>
                </a:cubicBezTo>
                <a:cubicBezTo>
                  <a:pt x="346003" y="0"/>
                  <a:pt x="352257" y="1535"/>
                  <a:pt x="357932" y="4605"/>
                </a:cubicBezTo>
                <a:cubicBezTo>
                  <a:pt x="363607" y="7673"/>
                  <a:pt x="368472" y="11697"/>
                  <a:pt x="372526" y="16677"/>
                </a:cubicBezTo>
                <a:lnTo>
                  <a:pt x="360538" y="27623"/>
                </a:lnTo>
                <a:cubicBezTo>
                  <a:pt x="357641" y="24380"/>
                  <a:pt x="354369" y="21659"/>
                  <a:pt x="350721" y="19458"/>
                </a:cubicBezTo>
                <a:cubicBezTo>
                  <a:pt x="347074" y="17258"/>
                  <a:pt x="342875" y="16158"/>
                  <a:pt x="338127" y="16158"/>
                </a:cubicBezTo>
                <a:cubicBezTo>
                  <a:pt x="332567" y="16158"/>
                  <a:pt x="328281" y="17722"/>
                  <a:pt x="325269" y="20850"/>
                </a:cubicBezTo>
                <a:cubicBezTo>
                  <a:pt x="322258" y="23977"/>
                  <a:pt x="320752" y="27509"/>
                  <a:pt x="320752" y="31446"/>
                </a:cubicBezTo>
                <a:cubicBezTo>
                  <a:pt x="320752" y="35152"/>
                  <a:pt x="322054" y="38135"/>
                  <a:pt x="324660" y="40393"/>
                </a:cubicBezTo>
                <a:cubicBezTo>
                  <a:pt x="327266" y="42652"/>
                  <a:pt x="330771" y="45113"/>
                  <a:pt x="335173" y="47776"/>
                </a:cubicBezTo>
                <a:lnTo>
                  <a:pt x="347334" y="55075"/>
                </a:lnTo>
                <a:cubicBezTo>
                  <a:pt x="352894" y="58318"/>
                  <a:pt x="357034" y="61966"/>
                  <a:pt x="359756" y="66021"/>
                </a:cubicBezTo>
                <a:cubicBezTo>
                  <a:pt x="362478" y="70073"/>
                  <a:pt x="363839" y="75401"/>
                  <a:pt x="363839" y="82003"/>
                </a:cubicBezTo>
                <a:cubicBezTo>
                  <a:pt x="363839" y="87100"/>
                  <a:pt x="362854" y="91821"/>
                  <a:pt x="360885" y="96165"/>
                </a:cubicBezTo>
                <a:cubicBezTo>
                  <a:pt x="358917" y="100507"/>
                  <a:pt x="356107" y="104300"/>
                  <a:pt x="352458" y="107543"/>
                </a:cubicBezTo>
                <a:cubicBezTo>
                  <a:pt x="348810" y="110786"/>
                  <a:pt x="344438" y="113306"/>
                  <a:pt x="339341" y="115101"/>
                </a:cubicBezTo>
                <a:cubicBezTo>
                  <a:pt x="334246" y="116895"/>
                  <a:pt x="328628" y="117792"/>
                  <a:pt x="322488" y="117792"/>
                </a:cubicBezTo>
                <a:close/>
                <a:moveTo>
                  <a:pt x="398689" y="115708"/>
                </a:moveTo>
                <a:lnTo>
                  <a:pt x="418148" y="18069"/>
                </a:lnTo>
                <a:lnTo>
                  <a:pt x="386702" y="18069"/>
                </a:lnTo>
                <a:lnTo>
                  <a:pt x="389830" y="2084"/>
                </a:lnTo>
                <a:lnTo>
                  <a:pt x="471486" y="2084"/>
                </a:lnTo>
                <a:lnTo>
                  <a:pt x="468358" y="18069"/>
                </a:lnTo>
                <a:lnTo>
                  <a:pt x="436912" y="18069"/>
                </a:lnTo>
                <a:lnTo>
                  <a:pt x="417453" y="115708"/>
                </a:lnTo>
                <a:lnTo>
                  <a:pt x="398689" y="115708"/>
                </a:lnTo>
                <a:close/>
                <a:moveTo>
                  <a:pt x="466916" y="78703"/>
                </a:moveTo>
                <a:lnTo>
                  <a:pt x="469697" y="64976"/>
                </a:lnTo>
                <a:lnTo>
                  <a:pt x="509133" y="64976"/>
                </a:lnTo>
                <a:lnTo>
                  <a:pt x="506180" y="78703"/>
                </a:lnTo>
                <a:lnTo>
                  <a:pt x="466916" y="78703"/>
                </a:lnTo>
                <a:close/>
                <a:moveTo>
                  <a:pt x="521208" y="78703"/>
                </a:moveTo>
                <a:lnTo>
                  <a:pt x="523989" y="64976"/>
                </a:lnTo>
                <a:lnTo>
                  <a:pt x="563425" y="64976"/>
                </a:lnTo>
                <a:lnTo>
                  <a:pt x="560472" y="78703"/>
                </a:lnTo>
                <a:lnTo>
                  <a:pt x="521208" y="7870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Text Generator">
            <a:extLst xmlns:a="http://schemas.openxmlformats.org/drawingml/2006/main">
              <a:ext uri="{FF2B5EF4-FFF2-40B4-BE49-F238E27FC236}">
                <a16:creationId xmlns:a16="http://schemas.microsoft.com/office/drawing/2014/main" id="{22EB6C99-8F86-4CA0-BDFE-971D1FE4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064" y="2597033"/>
            <a:ext cx="733408" cy="117792"/>
          </a:xfrm>
          <a:custGeom xmlns:a="http://schemas.openxmlformats.org/drawingml/2006/main">
            <a:pathLst>
              <a:path w="733408" h="117792">
                <a:moveTo>
                  <a:pt x="43434" y="117792"/>
                </a:moveTo>
                <a:cubicBezTo>
                  <a:pt x="29534" y="117792"/>
                  <a:pt x="18819" y="113623"/>
                  <a:pt x="11291" y="105284"/>
                </a:cubicBezTo>
                <a:cubicBezTo>
                  <a:pt x="3764" y="96944"/>
                  <a:pt x="0" y="85535"/>
                  <a:pt x="0" y="71057"/>
                </a:cubicBezTo>
                <a:cubicBezTo>
                  <a:pt x="0" y="61676"/>
                  <a:pt x="1477" y="52672"/>
                  <a:pt x="4430" y="44044"/>
                </a:cubicBezTo>
                <a:cubicBezTo>
                  <a:pt x="7383" y="35414"/>
                  <a:pt x="11552" y="27856"/>
                  <a:pt x="16937" y="21370"/>
                </a:cubicBezTo>
                <a:cubicBezTo>
                  <a:pt x="22324" y="14884"/>
                  <a:pt x="28781" y="9701"/>
                  <a:pt x="36308" y="5822"/>
                </a:cubicBezTo>
                <a:cubicBezTo>
                  <a:pt x="43837" y="1941"/>
                  <a:pt x="52177" y="0"/>
                  <a:pt x="61328" y="0"/>
                </a:cubicBezTo>
                <a:cubicBezTo>
                  <a:pt x="68392" y="0"/>
                  <a:pt x="74414" y="1593"/>
                  <a:pt x="79395" y="4780"/>
                </a:cubicBezTo>
                <a:cubicBezTo>
                  <a:pt x="84377" y="7964"/>
                  <a:pt x="88373" y="12163"/>
                  <a:pt x="91383" y="17375"/>
                </a:cubicBezTo>
                <a:lnTo>
                  <a:pt x="78528" y="27276"/>
                </a:lnTo>
                <a:cubicBezTo>
                  <a:pt x="76328" y="23802"/>
                  <a:pt x="73779" y="21080"/>
                  <a:pt x="70882" y="19111"/>
                </a:cubicBezTo>
                <a:cubicBezTo>
                  <a:pt x="67988" y="17142"/>
                  <a:pt x="64456" y="16158"/>
                  <a:pt x="60286" y="16158"/>
                </a:cubicBezTo>
                <a:cubicBezTo>
                  <a:pt x="54147" y="16158"/>
                  <a:pt x="48528" y="17722"/>
                  <a:pt x="43431" y="20850"/>
                </a:cubicBezTo>
                <a:cubicBezTo>
                  <a:pt x="38336" y="23977"/>
                  <a:pt x="33993" y="28059"/>
                  <a:pt x="30402" y="33098"/>
                </a:cubicBezTo>
                <a:cubicBezTo>
                  <a:pt x="26812" y="38135"/>
                  <a:pt x="24033" y="43839"/>
                  <a:pt x="22064" y="50210"/>
                </a:cubicBezTo>
                <a:cubicBezTo>
                  <a:pt x="20095" y="56579"/>
                  <a:pt x="19111" y="63066"/>
                  <a:pt x="19111" y="69668"/>
                </a:cubicBezTo>
                <a:cubicBezTo>
                  <a:pt x="19111" y="74417"/>
                  <a:pt x="19603" y="78732"/>
                  <a:pt x="20588" y="82613"/>
                </a:cubicBezTo>
                <a:cubicBezTo>
                  <a:pt x="21572" y="86492"/>
                  <a:pt x="23164" y="89880"/>
                  <a:pt x="25365" y="92777"/>
                </a:cubicBezTo>
                <a:cubicBezTo>
                  <a:pt x="27565" y="95672"/>
                  <a:pt x="30403" y="97901"/>
                  <a:pt x="33877" y="99466"/>
                </a:cubicBezTo>
                <a:cubicBezTo>
                  <a:pt x="37352" y="101028"/>
                  <a:pt x="41579" y="101809"/>
                  <a:pt x="46560" y="101809"/>
                </a:cubicBezTo>
                <a:cubicBezTo>
                  <a:pt x="49803" y="101809"/>
                  <a:pt x="52756" y="101317"/>
                  <a:pt x="55419" y="100332"/>
                </a:cubicBezTo>
                <a:cubicBezTo>
                  <a:pt x="58084" y="99348"/>
                  <a:pt x="60401" y="98045"/>
                  <a:pt x="62370" y="96425"/>
                </a:cubicBezTo>
                <a:lnTo>
                  <a:pt x="67929" y="69668"/>
                </a:lnTo>
                <a:lnTo>
                  <a:pt x="46907" y="69668"/>
                </a:lnTo>
                <a:lnTo>
                  <a:pt x="49860" y="54380"/>
                </a:lnTo>
                <a:lnTo>
                  <a:pt x="87563" y="54380"/>
                </a:lnTo>
                <a:lnTo>
                  <a:pt x="77311" y="106154"/>
                </a:lnTo>
                <a:cubicBezTo>
                  <a:pt x="73142" y="109512"/>
                  <a:pt x="68191" y="112291"/>
                  <a:pt x="62458" y="114491"/>
                </a:cubicBezTo>
                <a:cubicBezTo>
                  <a:pt x="56724" y="116692"/>
                  <a:pt x="50383" y="117792"/>
                  <a:pt x="43434" y="117792"/>
                </a:cubicBezTo>
                <a:close/>
                <a:moveTo>
                  <a:pt x="98995" y="81656"/>
                </a:moveTo>
                <a:cubicBezTo>
                  <a:pt x="98995" y="73664"/>
                  <a:pt x="100355" y="66396"/>
                  <a:pt x="103077" y="59852"/>
                </a:cubicBezTo>
                <a:cubicBezTo>
                  <a:pt x="105799" y="53307"/>
                  <a:pt x="109389" y="47690"/>
                  <a:pt x="113848" y="42999"/>
                </a:cubicBezTo>
                <a:cubicBezTo>
                  <a:pt x="118307" y="38309"/>
                  <a:pt x="123317" y="34689"/>
                  <a:pt x="128877" y="32141"/>
                </a:cubicBezTo>
                <a:cubicBezTo>
                  <a:pt x="134437" y="29592"/>
                  <a:pt x="139996" y="28318"/>
                  <a:pt x="145554" y="28318"/>
                </a:cubicBezTo>
                <a:cubicBezTo>
                  <a:pt x="150534" y="28318"/>
                  <a:pt x="154733" y="29129"/>
                  <a:pt x="158149" y="30752"/>
                </a:cubicBezTo>
                <a:cubicBezTo>
                  <a:pt x="161567" y="32372"/>
                  <a:pt x="164347" y="34602"/>
                  <a:pt x="166489" y="37440"/>
                </a:cubicBezTo>
                <a:cubicBezTo>
                  <a:pt x="168633" y="40278"/>
                  <a:pt x="170197" y="43609"/>
                  <a:pt x="171181" y="47432"/>
                </a:cubicBezTo>
                <a:cubicBezTo>
                  <a:pt x="172166" y="51253"/>
                  <a:pt x="172658" y="55363"/>
                  <a:pt x="172658" y="59764"/>
                </a:cubicBezTo>
                <a:cubicBezTo>
                  <a:pt x="172658" y="63472"/>
                  <a:pt x="172194" y="67063"/>
                  <a:pt x="171266" y="70538"/>
                </a:cubicBezTo>
                <a:cubicBezTo>
                  <a:pt x="170340" y="74012"/>
                  <a:pt x="169588" y="76444"/>
                  <a:pt x="169010" y="77833"/>
                </a:cubicBezTo>
                <a:lnTo>
                  <a:pt x="117061" y="77833"/>
                </a:lnTo>
                <a:cubicBezTo>
                  <a:pt x="116598" y="82351"/>
                  <a:pt x="116830" y="86231"/>
                  <a:pt x="117756" y="89474"/>
                </a:cubicBezTo>
                <a:cubicBezTo>
                  <a:pt x="118684" y="92717"/>
                  <a:pt x="120103" y="95381"/>
                  <a:pt x="122013" y="97467"/>
                </a:cubicBezTo>
                <a:cubicBezTo>
                  <a:pt x="123925" y="99550"/>
                  <a:pt x="126271" y="101084"/>
                  <a:pt x="129049" y="102069"/>
                </a:cubicBezTo>
                <a:cubicBezTo>
                  <a:pt x="131829" y="103053"/>
                  <a:pt x="134840" y="103545"/>
                  <a:pt x="138084" y="103545"/>
                </a:cubicBezTo>
                <a:cubicBezTo>
                  <a:pt x="141095" y="103545"/>
                  <a:pt x="144164" y="102851"/>
                  <a:pt x="147290" y="101462"/>
                </a:cubicBezTo>
                <a:cubicBezTo>
                  <a:pt x="150419" y="100073"/>
                  <a:pt x="153141" y="98509"/>
                  <a:pt x="155458" y="96772"/>
                </a:cubicBezTo>
                <a:lnTo>
                  <a:pt x="162406" y="108760"/>
                </a:lnTo>
                <a:cubicBezTo>
                  <a:pt x="158932" y="111192"/>
                  <a:pt x="154734" y="113306"/>
                  <a:pt x="149812" y="115101"/>
                </a:cubicBezTo>
                <a:cubicBezTo>
                  <a:pt x="144890" y="116895"/>
                  <a:pt x="139359" y="117792"/>
                  <a:pt x="133219" y="117792"/>
                </a:cubicBezTo>
                <a:cubicBezTo>
                  <a:pt x="128124" y="117792"/>
                  <a:pt x="123491" y="116982"/>
                  <a:pt x="119320" y="115361"/>
                </a:cubicBezTo>
                <a:cubicBezTo>
                  <a:pt x="115151" y="113739"/>
                  <a:pt x="111560" y="111393"/>
                  <a:pt x="108549" y="108325"/>
                </a:cubicBezTo>
                <a:cubicBezTo>
                  <a:pt x="105537" y="105255"/>
                  <a:pt x="103192" y="101491"/>
                  <a:pt x="101513" y="97032"/>
                </a:cubicBezTo>
                <a:cubicBezTo>
                  <a:pt x="99834" y="92573"/>
                  <a:pt x="98995" y="87448"/>
                  <a:pt x="98995" y="81656"/>
                </a:cubicBezTo>
                <a:moveTo>
                  <a:pt x="118625" y="66021"/>
                </a:moveTo>
                <a:lnTo>
                  <a:pt x="156328" y="66021"/>
                </a:lnTo>
                <a:cubicBezTo>
                  <a:pt x="156559" y="64861"/>
                  <a:pt x="156762" y="63673"/>
                  <a:pt x="156935" y="62458"/>
                </a:cubicBezTo>
                <a:cubicBezTo>
                  <a:pt x="157108" y="61242"/>
                  <a:pt x="157195" y="59939"/>
                  <a:pt x="157195" y="58550"/>
                </a:cubicBezTo>
                <a:cubicBezTo>
                  <a:pt x="157195" y="54379"/>
                  <a:pt x="156181" y="50701"/>
                  <a:pt x="154154" y="47517"/>
                </a:cubicBezTo>
                <a:cubicBezTo>
                  <a:pt x="152127" y="44332"/>
                  <a:pt x="148507" y="42739"/>
                  <a:pt x="143295" y="42739"/>
                </a:cubicBezTo>
                <a:cubicBezTo>
                  <a:pt x="138084" y="42739"/>
                  <a:pt x="133190" y="44796"/>
                  <a:pt x="128614" y="48908"/>
                </a:cubicBezTo>
                <a:cubicBezTo>
                  <a:pt x="124040" y="53019"/>
                  <a:pt x="120711" y="58723"/>
                  <a:pt x="118625" y="66021"/>
                </a:cubicBezTo>
                <a:close/>
                <a:moveTo>
                  <a:pt x="181310" y="115708"/>
                </a:moveTo>
                <a:lnTo>
                  <a:pt x="198335" y="30404"/>
                </a:lnTo>
                <a:lnTo>
                  <a:pt x="213451" y="30404"/>
                </a:lnTo>
                <a:lnTo>
                  <a:pt x="212581" y="42392"/>
                </a:lnTo>
                <a:lnTo>
                  <a:pt x="213276" y="42392"/>
                </a:lnTo>
                <a:cubicBezTo>
                  <a:pt x="217793" y="38569"/>
                  <a:pt x="222455" y="35268"/>
                  <a:pt x="227262" y="32488"/>
                </a:cubicBezTo>
                <a:cubicBezTo>
                  <a:pt x="232070" y="29708"/>
                  <a:pt x="237195" y="28318"/>
                  <a:pt x="242638" y="28318"/>
                </a:cubicBezTo>
                <a:cubicBezTo>
                  <a:pt x="249819" y="28318"/>
                  <a:pt x="254972" y="30172"/>
                  <a:pt x="258099" y="33880"/>
                </a:cubicBezTo>
                <a:cubicBezTo>
                  <a:pt x="261227" y="37586"/>
                  <a:pt x="262791" y="42914"/>
                  <a:pt x="262791" y="49863"/>
                </a:cubicBezTo>
                <a:cubicBezTo>
                  <a:pt x="262791" y="51831"/>
                  <a:pt x="262705" y="53743"/>
                  <a:pt x="262531" y="55597"/>
                </a:cubicBezTo>
                <a:cubicBezTo>
                  <a:pt x="262358" y="57449"/>
                  <a:pt x="261982" y="59534"/>
                  <a:pt x="261402" y="61850"/>
                </a:cubicBezTo>
                <a:lnTo>
                  <a:pt x="250631" y="115708"/>
                </a:lnTo>
                <a:lnTo>
                  <a:pt x="232040" y="115708"/>
                </a:lnTo>
                <a:lnTo>
                  <a:pt x="242463" y="64281"/>
                </a:lnTo>
                <a:cubicBezTo>
                  <a:pt x="242811" y="62313"/>
                  <a:pt x="243130" y="60634"/>
                  <a:pt x="243420" y="59245"/>
                </a:cubicBezTo>
                <a:cubicBezTo>
                  <a:pt x="243710" y="57854"/>
                  <a:pt x="243855" y="56521"/>
                  <a:pt x="243855" y="55247"/>
                </a:cubicBezTo>
                <a:cubicBezTo>
                  <a:pt x="243855" y="47951"/>
                  <a:pt x="240265" y="44304"/>
                  <a:pt x="233084" y="44304"/>
                </a:cubicBezTo>
                <a:cubicBezTo>
                  <a:pt x="230073" y="44304"/>
                  <a:pt x="226858" y="45346"/>
                  <a:pt x="223440" y="47432"/>
                </a:cubicBezTo>
                <a:cubicBezTo>
                  <a:pt x="220023" y="49515"/>
                  <a:pt x="216057" y="52873"/>
                  <a:pt x="211539" y="57506"/>
                </a:cubicBezTo>
                <a:lnTo>
                  <a:pt x="200074" y="115708"/>
                </a:lnTo>
                <a:lnTo>
                  <a:pt x="181310" y="115708"/>
                </a:lnTo>
                <a:close/>
                <a:moveTo>
                  <a:pt x="275441" y="81656"/>
                </a:moveTo>
                <a:cubicBezTo>
                  <a:pt x="275441" y="73664"/>
                  <a:pt x="276801" y="66396"/>
                  <a:pt x="279523" y="59852"/>
                </a:cubicBezTo>
                <a:cubicBezTo>
                  <a:pt x="282245" y="53307"/>
                  <a:pt x="285835" y="47690"/>
                  <a:pt x="290294" y="42999"/>
                </a:cubicBezTo>
                <a:cubicBezTo>
                  <a:pt x="294753" y="38309"/>
                  <a:pt x="299763" y="34689"/>
                  <a:pt x="305323" y="32141"/>
                </a:cubicBezTo>
                <a:cubicBezTo>
                  <a:pt x="310883" y="29592"/>
                  <a:pt x="316442" y="28318"/>
                  <a:pt x="322000" y="28318"/>
                </a:cubicBezTo>
                <a:cubicBezTo>
                  <a:pt x="326981" y="28318"/>
                  <a:pt x="331179" y="29129"/>
                  <a:pt x="334595" y="30752"/>
                </a:cubicBezTo>
                <a:cubicBezTo>
                  <a:pt x="338013" y="32372"/>
                  <a:pt x="340793" y="34602"/>
                  <a:pt x="342935" y="37440"/>
                </a:cubicBezTo>
                <a:cubicBezTo>
                  <a:pt x="345079" y="40278"/>
                  <a:pt x="346643" y="43609"/>
                  <a:pt x="347627" y="47432"/>
                </a:cubicBezTo>
                <a:cubicBezTo>
                  <a:pt x="348612" y="51253"/>
                  <a:pt x="349104" y="55363"/>
                  <a:pt x="349104" y="59764"/>
                </a:cubicBezTo>
                <a:cubicBezTo>
                  <a:pt x="349104" y="63472"/>
                  <a:pt x="348640" y="67063"/>
                  <a:pt x="347712" y="70538"/>
                </a:cubicBezTo>
                <a:cubicBezTo>
                  <a:pt x="346786" y="74012"/>
                  <a:pt x="346034" y="76444"/>
                  <a:pt x="345456" y="77833"/>
                </a:cubicBezTo>
                <a:lnTo>
                  <a:pt x="293507" y="77833"/>
                </a:lnTo>
                <a:cubicBezTo>
                  <a:pt x="293044" y="82351"/>
                  <a:pt x="293276" y="86231"/>
                  <a:pt x="294202" y="89474"/>
                </a:cubicBezTo>
                <a:cubicBezTo>
                  <a:pt x="295130" y="92717"/>
                  <a:pt x="296549" y="95381"/>
                  <a:pt x="298459" y="97467"/>
                </a:cubicBezTo>
                <a:cubicBezTo>
                  <a:pt x="300372" y="99550"/>
                  <a:pt x="302717" y="101084"/>
                  <a:pt x="305495" y="102069"/>
                </a:cubicBezTo>
                <a:cubicBezTo>
                  <a:pt x="308275" y="103053"/>
                  <a:pt x="311287" y="103545"/>
                  <a:pt x="314530" y="103545"/>
                </a:cubicBezTo>
                <a:cubicBezTo>
                  <a:pt x="317541" y="103545"/>
                  <a:pt x="320610" y="102851"/>
                  <a:pt x="323737" y="101462"/>
                </a:cubicBezTo>
                <a:cubicBezTo>
                  <a:pt x="326865" y="100073"/>
                  <a:pt x="329587" y="98509"/>
                  <a:pt x="331904" y="96772"/>
                </a:cubicBezTo>
                <a:lnTo>
                  <a:pt x="338853" y="108760"/>
                </a:lnTo>
                <a:cubicBezTo>
                  <a:pt x="335378" y="111192"/>
                  <a:pt x="331180" y="113306"/>
                  <a:pt x="326258" y="115101"/>
                </a:cubicBezTo>
                <a:cubicBezTo>
                  <a:pt x="321336" y="116895"/>
                  <a:pt x="315805" y="117792"/>
                  <a:pt x="309665" y="117792"/>
                </a:cubicBezTo>
                <a:cubicBezTo>
                  <a:pt x="304570" y="117792"/>
                  <a:pt x="299937" y="116982"/>
                  <a:pt x="295766" y="115361"/>
                </a:cubicBezTo>
                <a:cubicBezTo>
                  <a:pt x="291597" y="113739"/>
                  <a:pt x="288006" y="111393"/>
                  <a:pt x="284995" y="108325"/>
                </a:cubicBezTo>
                <a:cubicBezTo>
                  <a:pt x="281983" y="105255"/>
                  <a:pt x="279638" y="101491"/>
                  <a:pt x="277959" y="97032"/>
                </a:cubicBezTo>
                <a:cubicBezTo>
                  <a:pt x="276280" y="92573"/>
                  <a:pt x="275441" y="87448"/>
                  <a:pt x="275441" y="81656"/>
                </a:cubicBezTo>
                <a:moveTo>
                  <a:pt x="295071" y="66021"/>
                </a:moveTo>
                <a:lnTo>
                  <a:pt x="332774" y="66021"/>
                </a:lnTo>
                <a:cubicBezTo>
                  <a:pt x="333005" y="64861"/>
                  <a:pt x="333208" y="63673"/>
                  <a:pt x="333381" y="62458"/>
                </a:cubicBezTo>
                <a:cubicBezTo>
                  <a:pt x="333554" y="61242"/>
                  <a:pt x="333641" y="59939"/>
                  <a:pt x="333641" y="58550"/>
                </a:cubicBezTo>
                <a:cubicBezTo>
                  <a:pt x="333641" y="54379"/>
                  <a:pt x="332627" y="50701"/>
                  <a:pt x="330600" y="47517"/>
                </a:cubicBezTo>
                <a:cubicBezTo>
                  <a:pt x="328573" y="44332"/>
                  <a:pt x="324953" y="42739"/>
                  <a:pt x="319742" y="42739"/>
                </a:cubicBezTo>
                <a:cubicBezTo>
                  <a:pt x="314530" y="42739"/>
                  <a:pt x="309636" y="44796"/>
                  <a:pt x="305060" y="48908"/>
                </a:cubicBezTo>
                <a:cubicBezTo>
                  <a:pt x="300486" y="53019"/>
                  <a:pt x="297157" y="58723"/>
                  <a:pt x="295071" y="66021"/>
                </a:cubicBezTo>
                <a:close/>
                <a:moveTo>
                  <a:pt x="357757" y="115708"/>
                </a:moveTo>
                <a:lnTo>
                  <a:pt x="374781" y="30404"/>
                </a:lnTo>
                <a:lnTo>
                  <a:pt x="389897" y="30404"/>
                </a:lnTo>
                <a:lnTo>
                  <a:pt x="388333" y="46909"/>
                </a:lnTo>
                <a:lnTo>
                  <a:pt x="389028" y="46909"/>
                </a:lnTo>
                <a:cubicBezTo>
                  <a:pt x="392387" y="41581"/>
                  <a:pt x="396326" y="37150"/>
                  <a:pt x="400843" y="33617"/>
                </a:cubicBezTo>
                <a:cubicBezTo>
                  <a:pt x="405361" y="30084"/>
                  <a:pt x="410225" y="28318"/>
                  <a:pt x="415437" y="28318"/>
                </a:cubicBezTo>
                <a:cubicBezTo>
                  <a:pt x="418795" y="28318"/>
                  <a:pt x="421632" y="28839"/>
                  <a:pt x="423949" y="29882"/>
                </a:cubicBezTo>
                <a:lnTo>
                  <a:pt x="417696" y="46215"/>
                </a:lnTo>
                <a:cubicBezTo>
                  <a:pt x="416653" y="45635"/>
                  <a:pt x="415436" y="45259"/>
                  <a:pt x="414045" y="45086"/>
                </a:cubicBezTo>
                <a:cubicBezTo>
                  <a:pt x="412656" y="44911"/>
                  <a:pt x="411209" y="44823"/>
                  <a:pt x="409703" y="44823"/>
                </a:cubicBezTo>
                <a:cubicBezTo>
                  <a:pt x="405649" y="44823"/>
                  <a:pt x="401653" y="46387"/>
                  <a:pt x="397715" y="49515"/>
                </a:cubicBezTo>
                <a:cubicBezTo>
                  <a:pt x="393777" y="52642"/>
                  <a:pt x="390071" y="57506"/>
                  <a:pt x="386597" y="64109"/>
                </a:cubicBezTo>
                <a:lnTo>
                  <a:pt x="376520" y="115708"/>
                </a:lnTo>
                <a:lnTo>
                  <a:pt x="357757" y="115708"/>
                </a:lnTo>
                <a:close/>
                <a:moveTo>
                  <a:pt x="446848" y="117792"/>
                </a:moveTo>
                <a:cubicBezTo>
                  <a:pt x="439319" y="117792"/>
                  <a:pt x="433383" y="115129"/>
                  <a:pt x="429039" y="109802"/>
                </a:cubicBezTo>
                <a:cubicBezTo>
                  <a:pt x="424697" y="104473"/>
                  <a:pt x="422525" y="96770"/>
                  <a:pt x="422525" y="86693"/>
                </a:cubicBezTo>
                <a:cubicBezTo>
                  <a:pt x="422525" y="78586"/>
                  <a:pt x="423799" y="70972"/>
                  <a:pt x="426345" y="63849"/>
                </a:cubicBezTo>
                <a:cubicBezTo>
                  <a:pt x="428894" y="56725"/>
                  <a:pt x="432311" y="50528"/>
                  <a:pt x="436597" y="45258"/>
                </a:cubicBezTo>
                <a:cubicBezTo>
                  <a:pt x="440883" y="39988"/>
                  <a:pt x="445776" y="35847"/>
                  <a:pt x="451278" y="32835"/>
                </a:cubicBezTo>
                <a:cubicBezTo>
                  <a:pt x="456780" y="29824"/>
                  <a:pt x="462484" y="28318"/>
                  <a:pt x="468390" y="28318"/>
                </a:cubicBezTo>
                <a:cubicBezTo>
                  <a:pt x="472561" y="28318"/>
                  <a:pt x="476384" y="29390"/>
                  <a:pt x="479859" y="31534"/>
                </a:cubicBezTo>
                <a:cubicBezTo>
                  <a:pt x="483333" y="33676"/>
                  <a:pt x="486055" y="36600"/>
                  <a:pt x="488024" y="40306"/>
                </a:cubicBezTo>
                <a:lnTo>
                  <a:pt x="488371" y="40306"/>
                </a:lnTo>
                <a:lnTo>
                  <a:pt x="492019" y="30404"/>
                </a:lnTo>
                <a:lnTo>
                  <a:pt x="506960" y="30404"/>
                </a:lnTo>
                <a:lnTo>
                  <a:pt x="489935" y="115708"/>
                </a:lnTo>
                <a:lnTo>
                  <a:pt x="474647" y="115708"/>
                </a:lnTo>
                <a:lnTo>
                  <a:pt x="475514" y="103895"/>
                </a:lnTo>
                <a:lnTo>
                  <a:pt x="474994" y="103895"/>
                </a:lnTo>
                <a:cubicBezTo>
                  <a:pt x="470940" y="108065"/>
                  <a:pt x="466451" y="111423"/>
                  <a:pt x="461527" y="113972"/>
                </a:cubicBezTo>
                <a:cubicBezTo>
                  <a:pt x="456605" y="116519"/>
                  <a:pt x="451712" y="117792"/>
                  <a:pt x="446848" y="117792"/>
                </a:cubicBezTo>
                <a:moveTo>
                  <a:pt x="454491" y="102504"/>
                </a:moveTo>
                <a:cubicBezTo>
                  <a:pt x="458199" y="102504"/>
                  <a:pt x="461993" y="101403"/>
                  <a:pt x="465872" y="99203"/>
                </a:cubicBezTo>
                <a:cubicBezTo>
                  <a:pt x="469751" y="97003"/>
                  <a:pt x="473429" y="93297"/>
                  <a:pt x="476905" y="88085"/>
                </a:cubicBezTo>
                <a:lnTo>
                  <a:pt x="483854" y="54033"/>
                </a:lnTo>
                <a:cubicBezTo>
                  <a:pt x="481885" y="50327"/>
                  <a:pt x="479655" y="47663"/>
                  <a:pt x="477165" y="46043"/>
                </a:cubicBezTo>
                <a:cubicBezTo>
                  <a:pt x="474675" y="44420"/>
                  <a:pt x="472097" y="43609"/>
                  <a:pt x="469432" y="43609"/>
                </a:cubicBezTo>
                <a:cubicBezTo>
                  <a:pt x="465843" y="43609"/>
                  <a:pt x="462368" y="44680"/>
                  <a:pt x="459008" y="46822"/>
                </a:cubicBezTo>
                <a:cubicBezTo>
                  <a:pt x="455651" y="48964"/>
                  <a:pt x="452697" y="51889"/>
                  <a:pt x="450149" y="55597"/>
                </a:cubicBezTo>
                <a:cubicBezTo>
                  <a:pt x="447600" y="59303"/>
                  <a:pt x="445573" y="63617"/>
                  <a:pt x="444067" y="68539"/>
                </a:cubicBezTo>
                <a:cubicBezTo>
                  <a:pt x="442562" y="73461"/>
                  <a:pt x="441809" y="78644"/>
                  <a:pt x="441809" y="84087"/>
                </a:cubicBezTo>
                <a:cubicBezTo>
                  <a:pt x="441809" y="90342"/>
                  <a:pt x="442938" y="94975"/>
                  <a:pt x="445197" y="97986"/>
                </a:cubicBezTo>
                <a:cubicBezTo>
                  <a:pt x="447455" y="100998"/>
                  <a:pt x="450554" y="102504"/>
                  <a:pt x="454491" y="102504"/>
                </a:cubicBezTo>
                <a:close/>
                <a:moveTo>
                  <a:pt x="545148" y="117792"/>
                </a:moveTo>
                <a:cubicBezTo>
                  <a:pt x="537156" y="117792"/>
                  <a:pt x="531451" y="115794"/>
                  <a:pt x="528033" y="111798"/>
                </a:cubicBezTo>
                <a:cubicBezTo>
                  <a:pt x="524616" y="107802"/>
                  <a:pt x="522908" y="102851"/>
                  <a:pt x="522908" y="96944"/>
                </a:cubicBezTo>
                <a:cubicBezTo>
                  <a:pt x="522908" y="95207"/>
                  <a:pt x="523024" y="93528"/>
                  <a:pt x="523256" y="91908"/>
                </a:cubicBezTo>
                <a:cubicBezTo>
                  <a:pt x="523489" y="90285"/>
                  <a:pt x="523721" y="88605"/>
                  <a:pt x="523953" y="86868"/>
                </a:cubicBezTo>
                <a:lnTo>
                  <a:pt x="532637" y="45170"/>
                </a:lnTo>
                <a:lnTo>
                  <a:pt x="520650" y="45170"/>
                </a:lnTo>
                <a:lnTo>
                  <a:pt x="523431" y="31274"/>
                </a:lnTo>
                <a:lnTo>
                  <a:pt x="536460" y="30404"/>
                </a:lnTo>
                <a:lnTo>
                  <a:pt x="543236" y="7471"/>
                </a:lnTo>
                <a:lnTo>
                  <a:pt x="558872" y="7471"/>
                </a:lnTo>
                <a:lnTo>
                  <a:pt x="554354" y="30404"/>
                </a:lnTo>
                <a:lnTo>
                  <a:pt x="574857" y="30404"/>
                </a:lnTo>
                <a:lnTo>
                  <a:pt x="571904" y="45170"/>
                </a:lnTo>
                <a:lnTo>
                  <a:pt x="551054" y="45170"/>
                </a:lnTo>
                <a:lnTo>
                  <a:pt x="542367" y="87563"/>
                </a:lnTo>
                <a:cubicBezTo>
                  <a:pt x="542020" y="89648"/>
                  <a:pt x="541847" y="91675"/>
                  <a:pt x="541847" y="93644"/>
                </a:cubicBezTo>
                <a:cubicBezTo>
                  <a:pt x="541847" y="96770"/>
                  <a:pt x="542600" y="99116"/>
                  <a:pt x="544106" y="100680"/>
                </a:cubicBezTo>
                <a:cubicBezTo>
                  <a:pt x="545611" y="102244"/>
                  <a:pt x="548159" y="103026"/>
                  <a:pt x="551749" y="103026"/>
                </a:cubicBezTo>
                <a:cubicBezTo>
                  <a:pt x="553254" y="103026"/>
                  <a:pt x="554644" y="102794"/>
                  <a:pt x="555919" y="102331"/>
                </a:cubicBezTo>
                <a:cubicBezTo>
                  <a:pt x="557193" y="101868"/>
                  <a:pt x="558467" y="101347"/>
                  <a:pt x="559741" y="100767"/>
                </a:cubicBezTo>
                <a:lnTo>
                  <a:pt x="563217" y="113972"/>
                </a:lnTo>
                <a:cubicBezTo>
                  <a:pt x="561131" y="114898"/>
                  <a:pt x="558583" y="115766"/>
                  <a:pt x="555571" y="116575"/>
                </a:cubicBezTo>
                <a:cubicBezTo>
                  <a:pt x="552560" y="117386"/>
                  <a:pt x="549085" y="117792"/>
                  <a:pt x="545148" y="117792"/>
                </a:cubicBezTo>
                <a:close/>
                <a:moveTo>
                  <a:pt x="608874" y="117792"/>
                </a:moveTo>
                <a:cubicBezTo>
                  <a:pt x="604125" y="117792"/>
                  <a:pt x="599781" y="116982"/>
                  <a:pt x="595844" y="115361"/>
                </a:cubicBezTo>
                <a:cubicBezTo>
                  <a:pt x="591906" y="113739"/>
                  <a:pt x="588547" y="111422"/>
                  <a:pt x="585767" y="108413"/>
                </a:cubicBezTo>
                <a:cubicBezTo>
                  <a:pt x="582987" y="105401"/>
                  <a:pt x="580844" y="101752"/>
                  <a:pt x="579339" y="97467"/>
                </a:cubicBezTo>
                <a:cubicBezTo>
                  <a:pt x="577833" y="93181"/>
                  <a:pt x="577080" y="88374"/>
                  <a:pt x="577080" y="83045"/>
                </a:cubicBezTo>
                <a:cubicBezTo>
                  <a:pt x="577080" y="74938"/>
                  <a:pt x="578441" y="67497"/>
                  <a:pt x="581163" y="60721"/>
                </a:cubicBezTo>
                <a:cubicBezTo>
                  <a:pt x="583884" y="53945"/>
                  <a:pt x="587445" y="48183"/>
                  <a:pt x="591846" y="43434"/>
                </a:cubicBezTo>
                <a:cubicBezTo>
                  <a:pt x="596249" y="38685"/>
                  <a:pt x="601258" y="34979"/>
                  <a:pt x="606875" y="32316"/>
                </a:cubicBezTo>
                <a:cubicBezTo>
                  <a:pt x="612493" y="29651"/>
                  <a:pt x="618198" y="28318"/>
                  <a:pt x="623990" y="28318"/>
                </a:cubicBezTo>
                <a:cubicBezTo>
                  <a:pt x="633719" y="28318"/>
                  <a:pt x="641479" y="31417"/>
                  <a:pt x="647271" y="37615"/>
                </a:cubicBezTo>
                <a:cubicBezTo>
                  <a:pt x="653062" y="43811"/>
                  <a:pt x="655958" y="52295"/>
                  <a:pt x="655958" y="63067"/>
                </a:cubicBezTo>
                <a:cubicBezTo>
                  <a:pt x="655958" y="71174"/>
                  <a:pt x="654596" y="78586"/>
                  <a:pt x="651873" y="85304"/>
                </a:cubicBezTo>
                <a:cubicBezTo>
                  <a:pt x="649151" y="92022"/>
                  <a:pt x="645590" y="97784"/>
                  <a:pt x="641189" y="102591"/>
                </a:cubicBezTo>
                <a:cubicBezTo>
                  <a:pt x="636789" y="107398"/>
                  <a:pt x="631779" y="111133"/>
                  <a:pt x="626161" y="113797"/>
                </a:cubicBezTo>
                <a:cubicBezTo>
                  <a:pt x="620544" y="116460"/>
                  <a:pt x="614782" y="117792"/>
                  <a:pt x="608874" y="117792"/>
                </a:cubicBezTo>
                <a:moveTo>
                  <a:pt x="610960" y="102679"/>
                </a:moveTo>
                <a:cubicBezTo>
                  <a:pt x="614318" y="102679"/>
                  <a:pt x="617560" y="101665"/>
                  <a:pt x="620686" y="99638"/>
                </a:cubicBezTo>
                <a:cubicBezTo>
                  <a:pt x="623815" y="97611"/>
                  <a:pt x="626595" y="94831"/>
                  <a:pt x="629026" y="91298"/>
                </a:cubicBezTo>
                <a:cubicBezTo>
                  <a:pt x="631460" y="87765"/>
                  <a:pt x="633401" y="83624"/>
                  <a:pt x="634848" y="78875"/>
                </a:cubicBezTo>
                <a:cubicBezTo>
                  <a:pt x="636295" y="74126"/>
                  <a:pt x="637019" y="69030"/>
                  <a:pt x="637019" y="63587"/>
                </a:cubicBezTo>
                <a:cubicBezTo>
                  <a:pt x="637019" y="57101"/>
                  <a:pt x="635745" y="52120"/>
                  <a:pt x="633196" y="48646"/>
                </a:cubicBezTo>
                <a:cubicBezTo>
                  <a:pt x="630650" y="45171"/>
                  <a:pt x="626944" y="43434"/>
                  <a:pt x="622078" y="43434"/>
                </a:cubicBezTo>
                <a:cubicBezTo>
                  <a:pt x="618720" y="43434"/>
                  <a:pt x="615448" y="44448"/>
                  <a:pt x="612261" y="46475"/>
                </a:cubicBezTo>
                <a:cubicBezTo>
                  <a:pt x="609077" y="48502"/>
                  <a:pt x="606268" y="51253"/>
                  <a:pt x="603837" y="54727"/>
                </a:cubicBezTo>
                <a:cubicBezTo>
                  <a:pt x="601405" y="58202"/>
                  <a:pt x="599464" y="62314"/>
                  <a:pt x="598015" y="67062"/>
                </a:cubicBezTo>
                <a:cubicBezTo>
                  <a:pt x="596568" y="71811"/>
                  <a:pt x="595844" y="76907"/>
                  <a:pt x="595844" y="82351"/>
                </a:cubicBezTo>
                <a:cubicBezTo>
                  <a:pt x="595844" y="88837"/>
                  <a:pt x="597118" y="93846"/>
                  <a:pt x="599667" y="97379"/>
                </a:cubicBezTo>
                <a:cubicBezTo>
                  <a:pt x="602215" y="100912"/>
                  <a:pt x="605979" y="102679"/>
                  <a:pt x="610960" y="102679"/>
                </a:cubicBezTo>
                <a:close/>
                <a:moveTo>
                  <a:pt x="667215" y="115708"/>
                </a:moveTo>
                <a:lnTo>
                  <a:pt x="684240" y="30404"/>
                </a:lnTo>
                <a:lnTo>
                  <a:pt x="699356" y="30404"/>
                </a:lnTo>
                <a:lnTo>
                  <a:pt x="697792" y="46909"/>
                </a:lnTo>
                <a:lnTo>
                  <a:pt x="698486" y="46909"/>
                </a:lnTo>
                <a:cubicBezTo>
                  <a:pt x="701846" y="41581"/>
                  <a:pt x="705784" y="37150"/>
                  <a:pt x="710302" y="33617"/>
                </a:cubicBezTo>
                <a:cubicBezTo>
                  <a:pt x="714819" y="30084"/>
                  <a:pt x="719684" y="28318"/>
                  <a:pt x="724896" y="28318"/>
                </a:cubicBezTo>
                <a:cubicBezTo>
                  <a:pt x="728253" y="28318"/>
                  <a:pt x="731091" y="28839"/>
                  <a:pt x="733408" y="29882"/>
                </a:cubicBezTo>
                <a:lnTo>
                  <a:pt x="727154" y="46215"/>
                </a:lnTo>
                <a:cubicBezTo>
                  <a:pt x="726111" y="45635"/>
                  <a:pt x="724895" y="45259"/>
                  <a:pt x="723504" y="45086"/>
                </a:cubicBezTo>
                <a:cubicBezTo>
                  <a:pt x="722115" y="44911"/>
                  <a:pt x="720667" y="44823"/>
                  <a:pt x="719161" y="44823"/>
                </a:cubicBezTo>
                <a:cubicBezTo>
                  <a:pt x="715107" y="44823"/>
                  <a:pt x="711111" y="46387"/>
                  <a:pt x="707174" y="49515"/>
                </a:cubicBezTo>
                <a:cubicBezTo>
                  <a:pt x="703236" y="52642"/>
                  <a:pt x="699530" y="57506"/>
                  <a:pt x="696055" y="64109"/>
                </a:cubicBezTo>
                <a:lnTo>
                  <a:pt x="685979" y="115708"/>
                </a:lnTo>
                <a:lnTo>
                  <a:pt x="667215" y="115708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Text scannotbecloned">
            <a:extLst xmlns:a="http://schemas.openxmlformats.org/drawingml/2006/main">
              <a:ext uri="{FF2B5EF4-FFF2-40B4-BE49-F238E27FC236}">
                <a16:creationId xmlns:a16="http://schemas.microsoft.com/office/drawing/2014/main" id="{227C7E12-CE92-4A51-A02C-F633285E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925" y="2590085"/>
            <a:ext cx="1345342" cy="124740"/>
          </a:xfrm>
          <a:custGeom xmlns:a="http://schemas.openxmlformats.org/drawingml/2006/main">
            <a:pathLst>
              <a:path w="1345342" h="124740">
                <a:moveTo>
                  <a:pt x="29882" y="124740"/>
                </a:moveTo>
                <a:cubicBezTo>
                  <a:pt x="27219" y="124740"/>
                  <a:pt x="24468" y="124335"/>
                  <a:pt x="21630" y="123523"/>
                </a:cubicBezTo>
                <a:cubicBezTo>
                  <a:pt x="18791" y="122714"/>
                  <a:pt x="16040" y="121615"/>
                  <a:pt x="13377" y="120226"/>
                </a:cubicBezTo>
                <a:cubicBezTo>
                  <a:pt x="10714" y="118835"/>
                  <a:pt x="8223" y="117126"/>
                  <a:pt x="5906" y="115098"/>
                </a:cubicBezTo>
                <a:cubicBezTo>
                  <a:pt x="3589" y="113071"/>
                  <a:pt x="1621" y="110842"/>
                  <a:pt x="0" y="108410"/>
                </a:cubicBezTo>
                <a:lnTo>
                  <a:pt x="11118" y="99375"/>
                </a:lnTo>
                <a:cubicBezTo>
                  <a:pt x="13898" y="103082"/>
                  <a:pt x="16996" y="105920"/>
                  <a:pt x="20413" y="107890"/>
                </a:cubicBezTo>
                <a:cubicBezTo>
                  <a:pt x="23831" y="109859"/>
                  <a:pt x="27450" y="110844"/>
                  <a:pt x="31271" y="110844"/>
                </a:cubicBezTo>
                <a:cubicBezTo>
                  <a:pt x="35325" y="110844"/>
                  <a:pt x="38829" y="109773"/>
                  <a:pt x="41782" y="107631"/>
                </a:cubicBezTo>
                <a:cubicBezTo>
                  <a:pt x="44736" y="105487"/>
                  <a:pt x="46212" y="102851"/>
                  <a:pt x="46212" y="99723"/>
                </a:cubicBezTo>
                <a:cubicBezTo>
                  <a:pt x="46212" y="97059"/>
                  <a:pt x="44996" y="94772"/>
                  <a:pt x="42564" y="92862"/>
                </a:cubicBezTo>
                <a:cubicBezTo>
                  <a:pt x="40133" y="90950"/>
                  <a:pt x="36252" y="88488"/>
                  <a:pt x="30924" y="85476"/>
                </a:cubicBezTo>
                <a:cubicBezTo>
                  <a:pt x="25249" y="82350"/>
                  <a:pt x="20790" y="78934"/>
                  <a:pt x="17547" y="75227"/>
                </a:cubicBezTo>
                <a:cubicBezTo>
                  <a:pt x="14304" y="71521"/>
                  <a:pt x="12682" y="67061"/>
                  <a:pt x="12682" y="61848"/>
                </a:cubicBezTo>
                <a:cubicBezTo>
                  <a:pt x="12682" y="58027"/>
                  <a:pt x="13493" y="54466"/>
                  <a:pt x="15113" y="51164"/>
                </a:cubicBezTo>
                <a:cubicBezTo>
                  <a:pt x="16736" y="47863"/>
                  <a:pt x="18965" y="45055"/>
                  <a:pt x="21802" y="42739"/>
                </a:cubicBezTo>
                <a:cubicBezTo>
                  <a:pt x="24640" y="40422"/>
                  <a:pt x="27942" y="38598"/>
                  <a:pt x="31706" y="37265"/>
                </a:cubicBezTo>
                <a:cubicBezTo>
                  <a:pt x="35470" y="35933"/>
                  <a:pt x="39495" y="35266"/>
                  <a:pt x="43781" y="35266"/>
                </a:cubicBezTo>
                <a:cubicBezTo>
                  <a:pt x="49341" y="35266"/>
                  <a:pt x="54351" y="36425"/>
                  <a:pt x="58810" y="38742"/>
                </a:cubicBezTo>
                <a:cubicBezTo>
                  <a:pt x="63269" y="41059"/>
                  <a:pt x="67177" y="43954"/>
                  <a:pt x="70535" y="47429"/>
                </a:cubicBezTo>
                <a:lnTo>
                  <a:pt x="60111" y="57331"/>
                </a:lnTo>
                <a:cubicBezTo>
                  <a:pt x="57911" y="55130"/>
                  <a:pt x="55478" y="53249"/>
                  <a:pt x="52813" y="51687"/>
                </a:cubicBezTo>
                <a:cubicBezTo>
                  <a:pt x="50150" y="50122"/>
                  <a:pt x="47139" y="49340"/>
                  <a:pt x="43781" y="49340"/>
                </a:cubicBezTo>
                <a:cubicBezTo>
                  <a:pt x="39844" y="49340"/>
                  <a:pt x="36601" y="50383"/>
                  <a:pt x="34052" y="52469"/>
                </a:cubicBezTo>
                <a:cubicBezTo>
                  <a:pt x="31504" y="54552"/>
                  <a:pt x="30229" y="57100"/>
                  <a:pt x="30229" y="60111"/>
                </a:cubicBezTo>
                <a:cubicBezTo>
                  <a:pt x="30229" y="61734"/>
                  <a:pt x="30635" y="63124"/>
                  <a:pt x="31446" y="64281"/>
                </a:cubicBezTo>
                <a:cubicBezTo>
                  <a:pt x="32257" y="65439"/>
                  <a:pt x="33358" y="66539"/>
                  <a:pt x="34747" y="67582"/>
                </a:cubicBezTo>
                <a:cubicBezTo>
                  <a:pt x="36136" y="68625"/>
                  <a:pt x="37699" y="69609"/>
                  <a:pt x="39436" y="70535"/>
                </a:cubicBezTo>
                <a:cubicBezTo>
                  <a:pt x="41174" y="71461"/>
                  <a:pt x="42969" y="72446"/>
                  <a:pt x="44823" y="73488"/>
                </a:cubicBezTo>
                <a:cubicBezTo>
                  <a:pt x="51194" y="76848"/>
                  <a:pt x="55943" y="80381"/>
                  <a:pt x="59070" y="84087"/>
                </a:cubicBezTo>
                <a:cubicBezTo>
                  <a:pt x="62196" y="87793"/>
                  <a:pt x="63759" y="92252"/>
                  <a:pt x="63759" y="97464"/>
                </a:cubicBezTo>
                <a:cubicBezTo>
                  <a:pt x="63759" y="101635"/>
                  <a:pt x="62920" y="105400"/>
                  <a:pt x="61241" y="108760"/>
                </a:cubicBezTo>
                <a:cubicBezTo>
                  <a:pt x="59562" y="112118"/>
                  <a:pt x="57217" y="114984"/>
                  <a:pt x="54205" y="117360"/>
                </a:cubicBezTo>
                <a:cubicBezTo>
                  <a:pt x="51193" y="119733"/>
                  <a:pt x="47602" y="121556"/>
                  <a:pt x="43431" y="122829"/>
                </a:cubicBezTo>
                <a:cubicBezTo>
                  <a:pt x="39262" y="124103"/>
                  <a:pt x="34746" y="124740"/>
                  <a:pt x="29882" y="124740"/>
                </a:cubicBezTo>
                <a:close/>
                <a:moveTo>
                  <a:pt x="142394" y="124740"/>
                </a:moveTo>
                <a:cubicBezTo>
                  <a:pt x="137645" y="124740"/>
                  <a:pt x="133301" y="123959"/>
                  <a:pt x="129361" y="122397"/>
                </a:cubicBezTo>
                <a:cubicBezTo>
                  <a:pt x="125424" y="120833"/>
                  <a:pt x="122008" y="118574"/>
                  <a:pt x="119113" y="115621"/>
                </a:cubicBezTo>
                <a:cubicBezTo>
                  <a:pt x="116218" y="112668"/>
                  <a:pt x="113959" y="109048"/>
                  <a:pt x="112337" y="104762"/>
                </a:cubicBezTo>
                <a:cubicBezTo>
                  <a:pt x="110716" y="100476"/>
                  <a:pt x="109906" y="95554"/>
                  <a:pt x="109906" y="89994"/>
                </a:cubicBezTo>
                <a:cubicBezTo>
                  <a:pt x="109906" y="82350"/>
                  <a:pt x="111208" y="75198"/>
                  <a:pt x="113813" y="68539"/>
                </a:cubicBezTo>
                <a:cubicBezTo>
                  <a:pt x="116420" y="61878"/>
                  <a:pt x="119953" y="56086"/>
                  <a:pt x="124412" y="51164"/>
                </a:cubicBezTo>
                <a:cubicBezTo>
                  <a:pt x="128871" y="46242"/>
                  <a:pt x="134083" y="42362"/>
                  <a:pt x="140048" y="39524"/>
                </a:cubicBezTo>
                <a:cubicBezTo>
                  <a:pt x="146012" y="36685"/>
                  <a:pt x="152296" y="35266"/>
                  <a:pt x="158899" y="35266"/>
                </a:cubicBezTo>
                <a:cubicBezTo>
                  <a:pt x="164111" y="35266"/>
                  <a:pt x="168570" y="36309"/>
                  <a:pt x="172276" y="38394"/>
                </a:cubicBezTo>
                <a:cubicBezTo>
                  <a:pt x="175982" y="40480"/>
                  <a:pt x="178993" y="42913"/>
                  <a:pt x="181310" y="45693"/>
                </a:cubicBezTo>
                <a:lnTo>
                  <a:pt x="170887" y="56983"/>
                </a:lnTo>
                <a:cubicBezTo>
                  <a:pt x="168918" y="54668"/>
                  <a:pt x="166948" y="52989"/>
                  <a:pt x="164978" y="51946"/>
                </a:cubicBezTo>
                <a:cubicBezTo>
                  <a:pt x="163009" y="50904"/>
                  <a:pt x="160577" y="50382"/>
                  <a:pt x="157682" y="50382"/>
                </a:cubicBezTo>
                <a:cubicBezTo>
                  <a:pt x="153859" y="50382"/>
                  <a:pt x="150211" y="51425"/>
                  <a:pt x="146736" y="53510"/>
                </a:cubicBezTo>
                <a:cubicBezTo>
                  <a:pt x="143261" y="55594"/>
                  <a:pt x="140221" y="58402"/>
                  <a:pt x="137614" y="61935"/>
                </a:cubicBezTo>
                <a:cubicBezTo>
                  <a:pt x="135009" y="65468"/>
                  <a:pt x="132924" y="69580"/>
                  <a:pt x="131360" y="74270"/>
                </a:cubicBezTo>
                <a:cubicBezTo>
                  <a:pt x="129798" y="78961"/>
                  <a:pt x="129017" y="83970"/>
                  <a:pt x="129017" y="89299"/>
                </a:cubicBezTo>
                <a:cubicBezTo>
                  <a:pt x="129017" y="95785"/>
                  <a:pt x="130435" y="100795"/>
                  <a:pt x="133272" y="104327"/>
                </a:cubicBezTo>
                <a:cubicBezTo>
                  <a:pt x="136110" y="107860"/>
                  <a:pt x="140425" y="109627"/>
                  <a:pt x="146216" y="109627"/>
                </a:cubicBezTo>
                <a:cubicBezTo>
                  <a:pt x="149574" y="109627"/>
                  <a:pt x="152556" y="108961"/>
                  <a:pt x="155161" y="107628"/>
                </a:cubicBezTo>
                <a:cubicBezTo>
                  <a:pt x="157768" y="106295"/>
                  <a:pt x="160172" y="104760"/>
                  <a:pt x="162374" y="103023"/>
                </a:cubicBezTo>
                <a:lnTo>
                  <a:pt x="170364" y="114839"/>
                </a:lnTo>
                <a:cubicBezTo>
                  <a:pt x="167121" y="117156"/>
                  <a:pt x="163270" y="119385"/>
                  <a:pt x="158811" y="121527"/>
                </a:cubicBezTo>
                <a:cubicBezTo>
                  <a:pt x="154352" y="123669"/>
                  <a:pt x="148880" y="124740"/>
                  <a:pt x="142394" y="124740"/>
                </a:cubicBezTo>
                <a:close/>
                <a:moveTo>
                  <a:pt x="210637" y="124740"/>
                </a:moveTo>
                <a:cubicBezTo>
                  <a:pt x="203109" y="124740"/>
                  <a:pt x="197172" y="122077"/>
                  <a:pt x="192828" y="116750"/>
                </a:cubicBezTo>
                <a:cubicBezTo>
                  <a:pt x="188486" y="111422"/>
                  <a:pt x="186314" y="103719"/>
                  <a:pt x="186314" y="93641"/>
                </a:cubicBezTo>
                <a:cubicBezTo>
                  <a:pt x="186314" y="85535"/>
                  <a:pt x="187588" y="77920"/>
                  <a:pt x="190135" y="70798"/>
                </a:cubicBezTo>
                <a:cubicBezTo>
                  <a:pt x="192683" y="63673"/>
                  <a:pt x="196100" y="57476"/>
                  <a:pt x="200386" y="52206"/>
                </a:cubicBezTo>
                <a:cubicBezTo>
                  <a:pt x="204672" y="46936"/>
                  <a:pt x="209566" y="42795"/>
                  <a:pt x="215067" y="39784"/>
                </a:cubicBezTo>
                <a:cubicBezTo>
                  <a:pt x="220569" y="36772"/>
                  <a:pt x="226273" y="35266"/>
                  <a:pt x="232179" y="35266"/>
                </a:cubicBezTo>
                <a:cubicBezTo>
                  <a:pt x="236350" y="35266"/>
                  <a:pt x="240173" y="36338"/>
                  <a:pt x="243648" y="38482"/>
                </a:cubicBezTo>
                <a:cubicBezTo>
                  <a:pt x="247122" y="40624"/>
                  <a:pt x="249844" y="43548"/>
                  <a:pt x="251813" y="47254"/>
                </a:cubicBezTo>
                <a:lnTo>
                  <a:pt x="252160" y="47254"/>
                </a:lnTo>
                <a:lnTo>
                  <a:pt x="255808" y="37353"/>
                </a:lnTo>
                <a:lnTo>
                  <a:pt x="270749" y="37353"/>
                </a:lnTo>
                <a:lnTo>
                  <a:pt x="253724" y="122656"/>
                </a:lnTo>
                <a:lnTo>
                  <a:pt x="238436" y="122656"/>
                </a:lnTo>
                <a:lnTo>
                  <a:pt x="239303" y="110844"/>
                </a:lnTo>
                <a:lnTo>
                  <a:pt x="238783" y="110844"/>
                </a:lnTo>
                <a:cubicBezTo>
                  <a:pt x="234729" y="115013"/>
                  <a:pt x="230240" y="118372"/>
                  <a:pt x="225316" y="120920"/>
                </a:cubicBezTo>
                <a:cubicBezTo>
                  <a:pt x="220394" y="123467"/>
                  <a:pt x="215501" y="124740"/>
                  <a:pt x="210637" y="124740"/>
                </a:cubicBezTo>
                <a:moveTo>
                  <a:pt x="218280" y="109452"/>
                </a:moveTo>
                <a:cubicBezTo>
                  <a:pt x="221988" y="109452"/>
                  <a:pt x="225782" y="108352"/>
                  <a:pt x="229661" y="106151"/>
                </a:cubicBezTo>
                <a:cubicBezTo>
                  <a:pt x="233540" y="103951"/>
                  <a:pt x="237218" y="100245"/>
                  <a:pt x="240694" y="95033"/>
                </a:cubicBezTo>
                <a:lnTo>
                  <a:pt x="247643" y="60981"/>
                </a:lnTo>
                <a:cubicBezTo>
                  <a:pt x="245674" y="57275"/>
                  <a:pt x="243444" y="54611"/>
                  <a:pt x="240954" y="52991"/>
                </a:cubicBezTo>
                <a:cubicBezTo>
                  <a:pt x="238464" y="51368"/>
                  <a:pt x="235886" y="50557"/>
                  <a:pt x="233221" y="50557"/>
                </a:cubicBezTo>
                <a:cubicBezTo>
                  <a:pt x="229632" y="50557"/>
                  <a:pt x="226157" y="51628"/>
                  <a:pt x="222798" y="53770"/>
                </a:cubicBezTo>
                <a:cubicBezTo>
                  <a:pt x="219440" y="55912"/>
                  <a:pt x="216486" y="58837"/>
                  <a:pt x="213938" y="62545"/>
                </a:cubicBezTo>
                <a:cubicBezTo>
                  <a:pt x="211389" y="66251"/>
                  <a:pt x="209362" y="70565"/>
                  <a:pt x="207857" y="75487"/>
                </a:cubicBezTo>
                <a:cubicBezTo>
                  <a:pt x="206351" y="80409"/>
                  <a:pt x="205598" y="85592"/>
                  <a:pt x="205598" y="91035"/>
                </a:cubicBezTo>
                <a:cubicBezTo>
                  <a:pt x="205598" y="97290"/>
                  <a:pt x="206727" y="101923"/>
                  <a:pt x="208986" y="104935"/>
                </a:cubicBezTo>
                <a:cubicBezTo>
                  <a:pt x="211245" y="107946"/>
                  <a:pt x="214343" y="109452"/>
                  <a:pt x="218280" y="109452"/>
                </a:cubicBezTo>
                <a:close/>
                <a:moveTo>
                  <a:pt x="279055" y="122656"/>
                </a:moveTo>
                <a:lnTo>
                  <a:pt x="296079" y="37353"/>
                </a:lnTo>
                <a:lnTo>
                  <a:pt x="311195" y="37353"/>
                </a:lnTo>
                <a:lnTo>
                  <a:pt x="310326" y="49340"/>
                </a:lnTo>
                <a:lnTo>
                  <a:pt x="311020" y="49340"/>
                </a:lnTo>
                <a:cubicBezTo>
                  <a:pt x="315538" y="45518"/>
                  <a:pt x="320200" y="42216"/>
                  <a:pt x="325007" y="39436"/>
                </a:cubicBezTo>
                <a:cubicBezTo>
                  <a:pt x="329814" y="36656"/>
                  <a:pt x="334939" y="35266"/>
                  <a:pt x="340383" y="35266"/>
                </a:cubicBezTo>
                <a:cubicBezTo>
                  <a:pt x="347563" y="35266"/>
                  <a:pt x="352717" y="37120"/>
                  <a:pt x="355843" y="40828"/>
                </a:cubicBezTo>
                <a:cubicBezTo>
                  <a:pt x="358972" y="44534"/>
                  <a:pt x="360536" y="49862"/>
                  <a:pt x="360536" y="56811"/>
                </a:cubicBezTo>
                <a:cubicBezTo>
                  <a:pt x="360536" y="58780"/>
                  <a:pt x="360449" y="60691"/>
                  <a:pt x="360276" y="62545"/>
                </a:cubicBezTo>
                <a:cubicBezTo>
                  <a:pt x="360103" y="64397"/>
                  <a:pt x="359726" y="66482"/>
                  <a:pt x="359147" y="68799"/>
                </a:cubicBezTo>
                <a:lnTo>
                  <a:pt x="348376" y="122656"/>
                </a:lnTo>
                <a:lnTo>
                  <a:pt x="329784" y="122656"/>
                </a:lnTo>
                <a:lnTo>
                  <a:pt x="340208" y="71230"/>
                </a:lnTo>
                <a:cubicBezTo>
                  <a:pt x="340556" y="69261"/>
                  <a:pt x="340875" y="67582"/>
                  <a:pt x="341165" y="66193"/>
                </a:cubicBezTo>
                <a:cubicBezTo>
                  <a:pt x="341455" y="64802"/>
                  <a:pt x="341600" y="63469"/>
                  <a:pt x="341600" y="62195"/>
                </a:cubicBezTo>
                <a:cubicBezTo>
                  <a:pt x="341600" y="54900"/>
                  <a:pt x="338009" y="51252"/>
                  <a:pt x="330829" y="51252"/>
                </a:cubicBezTo>
                <a:cubicBezTo>
                  <a:pt x="327817" y="51252"/>
                  <a:pt x="324602" y="52295"/>
                  <a:pt x="321184" y="54380"/>
                </a:cubicBezTo>
                <a:cubicBezTo>
                  <a:pt x="317768" y="56464"/>
                  <a:pt x="313801" y="59822"/>
                  <a:pt x="309284" y="64454"/>
                </a:cubicBezTo>
                <a:lnTo>
                  <a:pt x="297818" y="122656"/>
                </a:lnTo>
                <a:lnTo>
                  <a:pt x="279055" y="122656"/>
                </a:lnTo>
                <a:close/>
                <a:moveTo>
                  <a:pt x="371274" y="122656"/>
                </a:moveTo>
                <a:lnTo>
                  <a:pt x="388299" y="37353"/>
                </a:lnTo>
                <a:lnTo>
                  <a:pt x="403415" y="37353"/>
                </a:lnTo>
                <a:lnTo>
                  <a:pt x="402545" y="49340"/>
                </a:lnTo>
                <a:lnTo>
                  <a:pt x="403240" y="49340"/>
                </a:lnTo>
                <a:cubicBezTo>
                  <a:pt x="407757" y="45518"/>
                  <a:pt x="412419" y="42216"/>
                  <a:pt x="417226" y="39436"/>
                </a:cubicBezTo>
                <a:cubicBezTo>
                  <a:pt x="422033" y="36656"/>
                  <a:pt x="427159" y="35266"/>
                  <a:pt x="432602" y="35266"/>
                </a:cubicBezTo>
                <a:cubicBezTo>
                  <a:pt x="439783" y="35266"/>
                  <a:pt x="444936" y="37120"/>
                  <a:pt x="448063" y="40828"/>
                </a:cubicBezTo>
                <a:cubicBezTo>
                  <a:pt x="451191" y="44534"/>
                  <a:pt x="452755" y="49862"/>
                  <a:pt x="452755" y="56811"/>
                </a:cubicBezTo>
                <a:cubicBezTo>
                  <a:pt x="452755" y="58780"/>
                  <a:pt x="452668" y="60691"/>
                  <a:pt x="452495" y="62545"/>
                </a:cubicBezTo>
                <a:cubicBezTo>
                  <a:pt x="452322" y="64397"/>
                  <a:pt x="451946" y="66482"/>
                  <a:pt x="451366" y="68799"/>
                </a:cubicBezTo>
                <a:lnTo>
                  <a:pt x="440595" y="122656"/>
                </a:lnTo>
                <a:lnTo>
                  <a:pt x="422003" y="122656"/>
                </a:lnTo>
                <a:lnTo>
                  <a:pt x="432427" y="71230"/>
                </a:lnTo>
                <a:cubicBezTo>
                  <a:pt x="432775" y="69261"/>
                  <a:pt x="433094" y="67582"/>
                  <a:pt x="433384" y="66193"/>
                </a:cubicBezTo>
                <a:cubicBezTo>
                  <a:pt x="433674" y="64802"/>
                  <a:pt x="433819" y="63469"/>
                  <a:pt x="433819" y="62195"/>
                </a:cubicBezTo>
                <a:cubicBezTo>
                  <a:pt x="433819" y="54900"/>
                  <a:pt x="430229" y="51252"/>
                  <a:pt x="423048" y="51252"/>
                </a:cubicBezTo>
                <a:cubicBezTo>
                  <a:pt x="420036" y="51252"/>
                  <a:pt x="416822" y="52295"/>
                  <a:pt x="413404" y="54380"/>
                </a:cubicBezTo>
                <a:cubicBezTo>
                  <a:pt x="409987" y="56464"/>
                  <a:pt x="406020" y="59822"/>
                  <a:pt x="401503" y="64454"/>
                </a:cubicBezTo>
                <a:lnTo>
                  <a:pt x="390038" y="122656"/>
                </a:lnTo>
                <a:lnTo>
                  <a:pt x="371274" y="122656"/>
                </a:lnTo>
                <a:close/>
                <a:moveTo>
                  <a:pt x="497370" y="124740"/>
                </a:moveTo>
                <a:cubicBezTo>
                  <a:pt x="492621" y="124740"/>
                  <a:pt x="488278" y="123930"/>
                  <a:pt x="484340" y="122309"/>
                </a:cubicBezTo>
                <a:cubicBezTo>
                  <a:pt x="480403" y="120687"/>
                  <a:pt x="477044" y="118371"/>
                  <a:pt x="474264" y="115361"/>
                </a:cubicBezTo>
                <a:cubicBezTo>
                  <a:pt x="471484" y="112349"/>
                  <a:pt x="469341" y="108701"/>
                  <a:pt x="467835" y="104415"/>
                </a:cubicBezTo>
                <a:cubicBezTo>
                  <a:pt x="466329" y="100129"/>
                  <a:pt x="465576" y="95322"/>
                  <a:pt x="465576" y="89994"/>
                </a:cubicBezTo>
                <a:cubicBezTo>
                  <a:pt x="465576" y="81887"/>
                  <a:pt x="466937" y="74445"/>
                  <a:pt x="469659" y="67669"/>
                </a:cubicBezTo>
                <a:cubicBezTo>
                  <a:pt x="472381" y="60893"/>
                  <a:pt x="475942" y="55131"/>
                  <a:pt x="480343" y="50382"/>
                </a:cubicBezTo>
                <a:cubicBezTo>
                  <a:pt x="484745" y="45633"/>
                  <a:pt x="489754" y="41927"/>
                  <a:pt x="495371" y="39264"/>
                </a:cubicBezTo>
                <a:cubicBezTo>
                  <a:pt x="500989" y="36599"/>
                  <a:pt x="506694" y="35266"/>
                  <a:pt x="512486" y="35266"/>
                </a:cubicBezTo>
                <a:cubicBezTo>
                  <a:pt x="522215" y="35266"/>
                  <a:pt x="529975" y="38365"/>
                  <a:pt x="535767" y="44563"/>
                </a:cubicBezTo>
                <a:cubicBezTo>
                  <a:pt x="541559" y="50760"/>
                  <a:pt x="544454" y="59244"/>
                  <a:pt x="544454" y="70016"/>
                </a:cubicBezTo>
                <a:cubicBezTo>
                  <a:pt x="544454" y="78122"/>
                  <a:pt x="543093" y="85535"/>
                  <a:pt x="540369" y="92252"/>
                </a:cubicBezTo>
                <a:cubicBezTo>
                  <a:pt x="537647" y="98970"/>
                  <a:pt x="534086" y="104732"/>
                  <a:pt x="529686" y="109539"/>
                </a:cubicBezTo>
                <a:cubicBezTo>
                  <a:pt x="525285" y="114346"/>
                  <a:pt x="520275" y="118082"/>
                  <a:pt x="514657" y="120745"/>
                </a:cubicBezTo>
                <a:cubicBezTo>
                  <a:pt x="509040" y="123408"/>
                  <a:pt x="503278" y="124740"/>
                  <a:pt x="497370" y="124740"/>
                </a:cubicBezTo>
                <a:moveTo>
                  <a:pt x="499456" y="109627"/>
                </a:moveTo>
                <a:cubicBezTo>
                  <a:pt x="502814" y="109627"/>
                  <a:pt x="506056" y="108613"/>
                  <a:pt x="509183" y="106586"/>
                </a:cubicBezTo>
                <a:cubicBezTo>
                  <a:pt x="512311" y="104559"/>
                  <a:pt x="515091" y="101779"/>
                  <a:pt x="517523" y="98246"/>
                </a:cubicBezTo>
                <a:cubicBezTo>
                  <a:pt x="519956" y="94713"/>
                  <a:pt x="521897" y="90572"/>
                  <a:pt x="523344" y="85823"/>
                </a:cubicBezTo>
                <a:cubicBezTo>
                  <a:pt x="524792" y="81075"/>
                  <a:pt x="525516" y="75979"/>
                  <a:pt x="525516" y="70535"/>
                </a:cubicBezTo>
                <a:cubicBezTo>
                  <a:pt x="525516" y="64049"/>
                  <a:pt x="524241" y="59069"/>
                  <a:pt x="521693" y="55594"/>
                </a:cubicBezTo>
                <a:cubicBezTo>
                  <a:pt x="519146" y="52120"/>
                  <a:pt x="515440" y="50382"/>
                  <a:pt x="510575" y="50382"/>
                </a:cubicBezTo>
                <a:cubicBezTo>
                  <a:pt x="507217" y="50382"/>
                  <a:pt x="503944" y="51396"/>
                  <a:pt x="500758" y="53423"/>
                </a:cubicBezTo>
                <a:cubicBezTo>
                  <a:pt x="497573" y="55450"/>
                  <a:pt x="494765" y="58201"/>
                  <a:pt x="492333" y="61676"/>
                </a:cubicBezTo>
                <a:cubicBezTo>
                  <a:pt x="489901" y="65150"/>
                  <a:pt x="487961" y="69262"/>
                  <a:pt x="486511" y="74011"/>
                </a:cubicBezTo>
                <a:cubicBezTo>
                  <a:pt x="485064" y="78759"/>
                  <a:pt x="484340" y="83856"/>
                  <a:pt x="484340" y="89299"/>
                </a:cubicBezTo>
                <a:cubicBezTo>
                  <a:pt x="484340" y="95785"/>
                  <a:pt x="485614" y="100795"/>
                  <a:pt x="488163" y="104327"/>
                </a:cubicBezTo>
                <a:cubicBezTo>
                  <a:pt x="490711" y="107860"/>
                  <a:pt x="494476" y="109627"/>
                  <a:pt x="499456" y="109627"/>
                </a:cubicBezTo>
                <a:close/>
                <a:moveTo>
                  <a:pt x="585594" y="124740"/>
                </a:moveTo>
                <a:cubicBezTo>
                  <a:pt x="577602" y="124740"/>
                  <a:pt x="571897" y="122742"/>
                  <a:pt x="568479" y="118746"/>
                </a:cubicBezTo>
                <a:cubicBezTo>
                  <a:pt x="565063" y="114750"/>
                  <a:pt x="563355" y="109799"/>
                  <a:pt x="563355" y="103893"/>
                </a:cubicBezTo>
                <a:cubicBezTo>
                  <a:pt x="563355" y="102155"/>
                  <a:pt x="563470" y="100476"/>
                  <a:pt x="563702" y="98856"/>
                </a:cubicBezTo>
                <a:cubicBezTo>
                  <a:pt x="563935" y="97233"/>
                  <a:pt x="564168" y="95554"/>
                  <a:pt x="564399" y="93816"/>
                </a:cubicBezTo>
                <a:lnTo>
                  <a:pt x="573084" y="52119"/>
                </a:lnTo>
                <a:lnTo>
                  <a:pt x="561096" y="52119"/>
                </a:lnTo>
                <a:lnTo>
                  <a:pt x="563877" y="38222"/>
                </a:lnTo>
                <a:lnTo>
                  <a:pt x="576906" y="37353"/>
                </a:lnTo>
                <a:lnTo>
                  <a:pt x="583682" y="14419"/>
                </a:lnTo>
                <a:lnTo>
                  <a:pt x="599318" y="14419"/>
                </a:lnTo>
                <a:lnTo>
                  <a:pt x="594801" y="37353"/>
                </a:lnTo>
                <a:lnTo>
                  <a:pt x="615304" y="37353"/>
                </a:lnTo>
                <a:lnTo>
                  <a:pt x="612350" y="52119"/>
                </a:lnTo>
                <a:lnTo>
                  <a:pt x="591500" y="52119"/>
                </a:lnTo>
                <a:lnTo>
                  <a:pt x="582813" y="94511"/>
                </a:lnTo>
                <a:cubicBezTo>
                  <a:pt x="582466" y="96596"/>
                  <a:pt x="582293" y="98623"/>
                  <a:pt x="582293" y="100592"/>
                </a:cubicBezTo>
                <a:cubicBezTo>
                  <a:pt x="582293" y="103719"/>
                  <a:pt x="583046" y="106064"/>
                  <a:pt x="584552" y="107628"/>
                </a:cubicBezTo>
                <a:cubicBezTo>
                  <a:pt x="586058" y="109192"/>
                  <a:pt x="588605" y="109974"/>
                  <a:pt x="592195" y="109974"/>
                </a:cubicBezTo>
                <a:cubicBezTo>
                  <a:pt x="593701" y="109974"/>
                  <a:pt x="595091" y="109743"/>
                  <a:pt x="596365" y="109280"/>
                </a:cubicBezTo>
                <a:cubicBezTo>
                  <a:pt x="597639" y="108817"/>
                  <a:pt x="598913" y="108295"/>
                  <a:pt x="600188" y="107715"/>
                </a:cubicBezTo>
                <a:lnTo>
                  <a:pt x="603663" y="120920"/>
                </a:lnTo>
                <a:cubicBezTo>
                  <a:pt x="601578" y="121846"/>
                  <a:pt x="599029" y="122714"/>
                  <a:pt x="596018" y="123523"/>
                </a:cubicBezTo>
                <a:cubicBezTo>
                  <a:pt x="593006" y="124335"/>
                  <a:pt x="589531" y="124740"/>
                  <a:pt x="585594" y="124740"/>
                </a:cubicBezTo>
                <a:close/>
                <a:moveTo>
                  <a:pt x="663531" y="122656"/>
                </a:moveTo>
                <a:lnTo>
                  <a:pt x="648070" y="122656"/>
                </a:lnTo>
                <a:lnTo>
                  <a:pt x="672740" y="0"/>
                </a:lnTo>
                <a:lnTo>
                  <a:pt x="691329" y="0"/>
                </a:lnTo>
                <a:lnTo>
                  <a:pt x="685248" y="30229"/>
                </a:lnTo>
                <a:lnTo>
                  <a:pt x="681080" y="46560"/>
                </a:lnTo>
                <a:lnTo>
                  <a:pt x="681428" y="46560"/>
                </a:lnTo>
                <a:cubicBezTo>
                  <a:pt x="685480" y="43316"/>
                  <a:pt x="689765" y="40624"/>
                  <a:pt x="694282" y="38482"/>
                </a:cubicBezTo>
                <a:cubicBezTo>
                  <a:pt x="698800" y="36338"/>
                  <a:pt x="703433" y="35266"/>
                  <a:pt x="708182" y="35266"/>
                </a:cubicBezTo>
                <a:cubicBezTo>
                  <a:pt x="715827" y="35266"/>
                  <a:pt x="721792" y="37901"/>
                  <a:pt x="726076" y="43172"/>
                </a:cubicBezTo>
                <a:cubicBezTo>
                  <a:pt x="730362" y="48442"/>
                  <a:pt x="732504" y="56173"/>
                  <a:pt x="732504" y="66365"/>
                </a:cubicBezTo>
                <a:cubicBezTo>
                  <a:pt x="732504" y="74589"/>
                  <a:pt x="731230" y="82233"/>
                  <a:pt x="728682" y="89299"/>
                </a:cubicBezTo>
                <a:cubicBezTo>
                  <a:pt x="726135" y="96365"/>
                  <a:pt x="722719" y="102533"/>
                  <a:pt x="718433" y="107803"/>
                </a:cubicBezTo>
                <a:cubicBezTo>
                  <a:pt x="714147" y="113073"/>
                  <a:pt x="709283" y="117214"/>
                  <a:pt x="703839" y="120226"/>
                </a:cubicBezTo>
                <a:cubicBezTo>
                  <a:pt x="698396" y="123235"/>
                  <a:pt x="692720" y="124740"/>
                  <a:pt x="686812" y="124740"/>
                </a:cubicBezTo>
                <a:cubicBezTo>
                  <a:pt x="682526" y="124740"/>
                  <a:pt x="678732" y="123669"/>
                  <a:pt x="675431" y="121527"/>
                </a:cubicBezTo>
                <a:cubicBezTo>
                  <a:pt x="672131" y="119385"/>
                  <a:pt x="669497" y="116460"/>
                  <a:pt x="667528" y="112752"/>
                </a:cubicBezTo>
                <a:lnTo>
                  <a:pt x="667181" y="112752"/>
                </a:lnTo>
                <a:lnTo>
                  <a:pt x="663531" y="122656"/>
                </a:lnTo>
                <a:moveTo>
                  <a:pt x="700539" y="50557"/>
                </a:moveTo>
                <a:cubicBezTo>
                  <a:pt x="697179" y="50557"/>
                  <a:pt x="693530" y="51571"/>
                  <a:pt x="689593" y="53598"/>
                </a:cubicBezTo>
                <a:cubicBezTo>
                  <a:pt x="685655" y="55623"/>
                  <a:pt x="682065" y="58721"/>
                  <a:pt x="678822" y="62892"/>
                </a:cubicBezTo>
                <a:lnTo>
                  <a:pt x="671524" y="99028"/>
                </a:lnTo>
                <a:cubicBezTo>
                  <a:pt x="673377" y="102734"/>
                  <a:pt x="675520" y="105398"/>
                  <a:pt x="677952" y="107021"/>
                </a:cubicBezTo>
                <a:cubicBezTo>
                  <a:pt x="680384" y="108642"/>
                  <a:pt x="682933" y="109452"/>
                  <a:pt x="685598" y="109452"/>
                </a:cubicBezTo>
                <a:cubicBezTo>
                  <a:pt x="689187" y="109452"/>
                  <a:pt x="692661" y="108381"/>
                  <a:pt x="696019" y="106239"/>
                </a:cubicBezTo>
                <a:cubicBezTo>
                  <a:pt x="699378" y="104095"/>
                  <a:pt x="702333" y="101170"/>
                  <a:pt x="704881" y="97464"/>
                </a:cubicBezTo>
                <a:cubicBezTo>
                  <a:pt x="707430" y="93758"/>
                  <a:pt x="709485" y="89444"/>
                  <a:pt x="711047" y="84522"/>
                </a:cubicBezTo>
                <a:cubicBezTo>
                  <a:pt x="712611" y="79600"/>
                  <a:pt x="713393" y="74359"/>
                  <a:pt x="713393" y="68799"/>
                </a:cubicBezTo>
                <a:cubicBezTo>
                  <a:pt x="713393" y="62544"/>
                  <a:pt x="712235" y="57940"/>
                  <a:pt x="709918" y="54987"/>
                </a:cubicBezTo>
                <a:cubicBezTo>
                  <a:pt x="707603" y="52034"/>
                  <a:pt x="704476" y="50557"/>
                  <a:pt x="700539" y="50557"/>
                </a:cubicBezTo>
                <a:close/>
                <a:moveTo>
                  <a:pt x="744980" y="88604"/>
                </a:moveTo>
                <a:cubicBezTo>
                  <a:pt x="744980" y="80613"/>
                  <a:pt x="746341" y="73344"/>
                  <a:pt x="749063" y="66800"/>
                </a:cubicBezTo>
                <a:cubicBezTo>
                  <a:pt x="751784" y="60255"/>
                  <a:pt x="755375" y="54638"/>
                  <a:pt x="759834" y="49948"/>
                </a:cubicBezTo>
                <a:cubicBezTo>
                  <a:pt x="764293" y="45257"/>
                  <a:pt x="769302" y="41638"/>
                  <a:pt x="774862" y="39089"/>
                </a:cubicBezTo>
                <a:cubicBezTo>
                  <a:pt x="780422" y="36541"/>
                  <a:pt x="785981" y="35266"/>
                  <a:pt x="791540" y="35266"/>
                </a:cubicBezTo>
                <a:cubicBezTo>
                  <a:pt x="796520" y="35266"/>
                  <a:pt x="800718" y="36077"/>
                  <a:pt x="804135" y="37700"/>
                </a:cubicBezTo>
                <a:cubicBezTo>
                  <a:pt x="807553" y="39321"/>
                  <a:pt x="810333" y="41550"/>
                  <a:pt x="812475" y="44388"/>
                </a:cubicBezTo>
                <a:cubicBezTo>
                  <a:pt x="814618" y="47227"/>
                  <a:pt x="816183" y="50557"/>
                  <a:pt x="817167" y="54380"/>
                </a:cubicBezTo>
                <a:cubicBezTo>
                  <a:pt x="818151" y="58201"/>
                  <a:pt x="818644" y="62312"/>
                  <a:pt x="818644" y="66712"/>
                </a:cubicBezTo>
                <a:cubicBezTo>
                  <a:pt x="818644" y="70420"/>
                  <a:pt x="818180" y="74012"/>
                  <a:pt x="817252" y="77486"/>
                </a:cubicBezTo>
                <a:cubicBezTo>
                  <a:pt x="816326" y="80961"/>
                  <a:pt x="815574" y="83393"/>
                  <a:pt x="814996" y="84782"/>
                </a:cubicBezTo>
                <a:lnTo>
                  <a:pt x="763047" y="84782"/>
                </a:lnTo>
                <a:cubicBezTo>
                  <a:pt x="762584" y="89299"/>
                  <a:pt x="762815" y="93179"/>
                  <a:pt x="763741" y="96422"/>
                </a:cubicBezTo>
                <a:cubicBezTo>
                  <a:pt x="764669" y="99665"/>
                  <a:pt x="766088" y="102330"/>
                  <a:pt x="767999" y="104415"/>
                </a:cubicBezTo>
                <a:cubicBezTo>
                  <a:pt x="769911" y="106499"/>
                  <a:pt x="772256" y="108033"/>
                  <a:pt x="775035" y="109017"/>
                </a:cubicBezTo>
                <a:cubicBezTo>
                  <a:pt x="777815" y="110001"/>
                  <a:pt x="780826" y="110494"/>
                  <a:pt x="784069" y="110494"/>
                </a:cubicBezTo>
                <a:cubicBezTo>
                  <a:pt x="787081" y="110494"/>
                  <a:pt x="790150" y="109799"/>
                  <a:pt x="793276" y="108410"/>
                </a:cubicBezTo>
                <a:cubicBezTo>
                  <a:pt x="796404" y="107021"/>
                  <a:pt x="799127" y="105458"/>
                  <a:pt x="801444" y="103720"/>
                </a:cubicBezTo>
                <a:lnTo>
                  <a:pt x="808392" y="115708"/>
                </a:lnTo>
                <a:cubicBezTo>
                  <a:pt x="804918" y="118140"/>
                  <a:pt x="800719" y="120254"/>
                  <a:pt x="795797" y="122049"/>
                </a:cubicBezTo>
                <a:cubicBezTo>
                  <a:pt x="790875" y="123843"/>
                  <a:pt x="785344" y="124740"/>
                  <a:pt x="779205" y="124740"/>
                </a:cubicBezTo>
                <a:cubicBezTo>
                  <a:pt x="774109" y="124740"/>
                  <a:pt x="769476" y="123930"/>
                  <a:pt x="765305" y="122309"/>
                </a:cubicBezTo>
                <a:cubicBezTo>
                  <a:pt x="761136" y="120687"/>
                  <a:pt x="757546" y="118342"/>
                  <a:pt x="754534" y="115273"/>
                </a:cubicBezTo>
                <a:cubicBezTo>
                  <a:pt x="751523" y="112204"/>
                  <a:pt x="749178" y="108439"/>
                  <a:pt x="747499" y="103980"/>
                </a:cubicBezTo>
                <a:cubicBezTo>
                  <a:pt x="745820" y="99521"/>
                  <a:pt x="744980" y="94396"/>
                  <a:pt x="744980" y="88604"/>
                </a:cubicBezTo>
                <a:moveTo>
                  <a:pt x="764611" y="72969"/>
                </a:moveTo>
                <a:lnTo>
                  <a:pt x="802313" y="72969"/>
                </a:lnTo>
                <a:cubicBezTo>
                  <a:pt x="802545" y="71809"/>
                  <a:pt x="802747" y="70622"/>
                  <a:pt x="802920" y="69406"/>
                </a:cubicBezTo>
                <a:cubicBezTo>
                  <a:pt x="803094" y="68190"/>
                  <a:pt x="803180" y="66887"/>
                  <a:pt x="803180" y="65498"/>
                </a:cubicBezTo>
                <a:cubicBezTo>
                  <a:pt x="803180" y="61327"/>
                  <a:pt x="802167" y="57650"/>
                  <a:pt x="800140" y="54465"/>
                </a:cubicBezTo>
                <a:cubicBezTo>
                  <a:pt x="798112" y="51280"/>
                  <a:pt x="794493" y="49688"/>
                  <a:pt x="789281" y="49688"/>
                </a:cubicBezTo>
                <a:cubicBezTo>
                  <a:pt x="784069" y="49688"/>
                  <a:pt x="779175" y="51744"/>
                  <a:pt x="774600" y="55857"/>
                </a:cubicBezTo>
                <a:cubicBezTo>
                  <a:pt x="770026" y="59967"/>
                  <a:pt x="766696" y="65671"/>
                  <a:pt x="764611" y="72969"/>
                </a:cubicBezTo>
                <a:close/>
                <a:moveTo>
                  <a:pt x="894323" y="124740"/>
                </a:moveTo>
                <a:cubicBezTo>
                  <a:pt x="889574" y="124740"/>
                  <a:pt x="885230" y="123959"/>
                  <a:pt x="881291" y="122397"/>
                </a:cubicBezTo>
                <a:cubicBezTo>
                  <a:pt x="877353" y="120833"/>
                  <a:pt x="873937" y="118574"/>
                  <a:pt x="871042" y="115621"/>
                </a:cubicBezTo>
                <a:cubicBezTo>
                  <a:pt x="868147" y="112668"/>
                  <a:pt x="865888" y="109048"/>
                  <a:pt x="864266" y="104762"/>
                </a:cubicBezTo>
                <a:cubicBezTo>
                  <a:pt x="862645" y="100476"/>
                  <a:pt x="861835" y="95554"/>
                  <a:pt x="861835" y="89994"/>
                </a:cubicBezTo>
                <a:cubicBezTo>
                  <a:pt x="861835" y="82350"/>
                  <a:pt x="863138" y="75198"/>
                  <a:pt x="865743" y="68539"/>
                </a:cubicBezTo>
                <a:cubicBezTo>
                  <a:pt x="868350" y="61878"/>
                  <a:pt x="871882" y="56086"/>
                  <a:pt x="876341" y="51164"/>
                </a:cubicBezTo>
                <a:cubicBezTo>
                  <a:pt x="880800" y="46242"/>
                  <a:pt x="886012" y="42362"/>
                  <a:pt x="891977" y="39524"/>
                </a:cubicBezTo>
                <a:cubicBezTo>
                  <a:pt x="897942" y="36685"/>
                  <a:pt x="904225" y="35266"/>
                  <a:pt x="910828" y="35266"/>
                </a:cubicBezTo>
                <a:cubicBezTo>
                  <a:pt x="916040" y="35266"/>
                  <a:pt x="920499" y="36309"/>
                  <a:pt x="924205" y="38394"/>
                </a:cubicBezTo>
                <a:cubicBezTo>
                  <a:pt x="927911" y="40480"/>
                  <a:pt x="930923" y="42913"/>
                  <a:pt x="933240" y="45693"/>
                </a:cubicBezTo>
                <a:lnTo>
                  <a:pt x="922816" y="56983"/>
                </a:lnTo>
                <a:cubicBezTo>
                  <a:pt x="920847" y="54668"/>
                  <a:pt x="918878" y="52989"/>
                  <a:pt x="916907" y="51946"/>
                </a:cubicBezTo>
                <a:cubicBezTo>
                  <a:pt x="914938" y="50904"/>
                  <a:pt x="912506" y="50382"/>
                  <a:pt x="909611" y="50382"/>
                </a:cubicBezTo>
                <a:cubicBezTo>
                  <a:pt x="905789" y="50382"/>
                  <a:pt x="902140" y="51425"/>
                  <a:pt x="898665" y="53510"/>
                </a:cubicBezTo>
                <a:cubicBezTo>
                  <a:pt x="895191" y="55594"/>
                  <a:pt x="892150" y="58402"/>
                  <a:pt x="889543" y="61935"/>
                </a:cubicBezTo>
                <a:cubicBezTo>
                  <a:pt x="886938" y="65468"/>
                  <a:pt x="884854" y="69580"/>
                  <a:pt x="883290" y="74270"/>
                </a:cubicBezTo>
                <a:cubicBezTo>
                  <a:pt x="881727" y="78961"/>
                  <a:pt x="880946" y="83970"/>
                  <a:pt x="880946" y="89299"/>
                </a:cubicBezTo>
                <a:cubicBezTo>
                  <a:pt x="880946" y="95785"/>
                  <a:pt x="882364" y="100795"/>
                  <a:pt x="885201" y="104327"/>
                </a:cubicBezTo>
                <a:cubicBezTo>
                  <a:pt x="888039" y="107860"/>
                  <a:pt x="892354" y="109627"/>
                  <a:pt x="898146" y="109627"/>
                </a:cubicBezTo>
                <a:cubicBezTo>
                  <a:pt x="901504" y="109627"/>
                  <a:pt x="904485" y="108961"/>
                  <a:pt x="907090" y="107628"/>
                </a:cubicBezTo>
                <a:cubicBezTo>
                  <a:pt x="909697" y="106295"/>
                  <a:pt x="912102" y="104760"/>
                  <a:pt x="914304" y="103023"/>
                </a:cubicBezTo>
                <a:lnTo>
                  <a:pt x="922294" y="114839"/>
                </a:lnTo>
                <a:cubicBezTo>
                  <a:pt x="919051" y="117156"/>
                  <a:pt x="915200" y="119385"/>
                  <a:pt x="910741" y="121527"/>
                </a:cubicBezTo>
                <a:cubicBezTo>
                  <a:pt x="906282" y="123669"/>
                  <a:pt x="900809" y="124740"/>
                  <a:pt x="894323" y="124740"/>
                </a:cubicBezTo>
                <a:close/>
                <a:moveTo>
                  <a:pt x="953532" y="124740"/>
                </a:moveTo>
                <a:cubicBezTo>
                  <a:pt x="948552" y="124740"/>
                  <a:pt x="944903" y="123524"/>
                  <a:pt x="942586" y="121092"/>
                </a:cubicBezTo>
                <a:cubicBezTo>
                  <a:pt x="940269" y="118661"/>
                  <a:pt x="939111" y="115244"/>
                  <a:pt x="939111" y="110844"/>
                </a:cubicBezTo>
                <a:cubicBezTo>
                  <a:pt x="939111" y="108178"/>
                  <a:pt x="939516" y="105167"/>
                  <a:pt x="940328" y="101809"/>
                </a:cubicBezTo>
                <a:lnTo>
                  <a:pt x="960655" y="0"/>
                </a:lnTo>
                <a:lnTo>
                  <a:pt x="979244" y="0"/>
                </a:lnTo>
                <a:lnTo>
                  <a:pt x="958744" y="102676"/>
                </a:lnTo>
                <a:cubicBezTo>
                  <a:pt x="958513" y="103604"/>
                  <a:pt x="958397" y="104299"/>
                  <a:pt x="958397" y="104762"/>
                </a:cubicBezTo>
                <a:cubicBezTo>
                  <a:pt x="958397" y="105225"/>
                  <a:pt x="958397" y="105631"/>
                  <a:pt x="958397" y="105979"/>
                </a:cubicBezTo>
                <a:cubicBezTo>
                  <a:pt x="958397" y="108411"/>
                  <a:pt x="959381" y="109627"/>
                  <a:pt x="961350" y="109627"/>
                </a:cubicBezTo>
                <a:cubicBezTo>
                  <a:pt x="961930" y="109627"/>
                  <a:pt x="962393" y="109598"/>
                  <a:pt x="962739" y="109539"/>
                </a:cubicBezTo>
                <a:cubicBezTo>
                  <a:pt x="963087" y="109481"/>
                  <a:pt x="963667" y="109336"/>
                  <a:pt x="964478" y="109105"/>
                </a:cubicBezTo>
                <a:lnTo>
                  <a:pt x="964131" y="123004"/>
                </a:lnTo>
                <a:cubicBezTo>
                  <a:pt x="962857" y="123583"/>
                  <a:pt x="961351" y="124017"/>
                  <a:pt x="959614" y="124305"/>
                </a:cubicBezTo>
                <a:cubicBezTo>
                  <a:pt x="957876" y="124595"/>
                  <a:pt x="955849" y="124740"/>
                  <a:pt x="953532" y="124740"/>
                </a:cubicBezTo>
                <a:close/>
                <a:moveTo>
                  <a:pt x="1016042" y="124740"/>
                </a:moveTo>
                <a:cubicBezTo>
                  <a:pt x="1011293" y="124740"/>
                  <a:pt x="1006950" y="123930"/>
                  <a:pt x="1003012" y="122309"/>
                </a:cubicBezTo>
                <a:cubicBezTo>
                  <a:pt x="999074" y="120687"/>
                  <a:pt x="995715" y="118371"/>
                  <a:pt x="992935" y="115361"/>
                </a:cubicBezTo>
                <a:cubicBezTo>
                  <a:pt x="990155" y="112349"/>
                  <a:pt x="988013" y="108701"/>
                  <a:pt x="986507" y="104415"/>
                </a:cubicBezTo>
                <a:cubicBezTo>
                  <a:pt x="985001" y="100129"/>
                  <a:pt x="984248" y="95322"/>
                  <a:pt x="984248" y="89994"/>
                </a:cubicBezTo>
                <a:cubicBezTo>
                  <a:pt x="984248" y="81887"/>
                  <a:pt x="985609" y="74445"/>
                  <a:pt x="988331" y="67669"/>
                </a:cubicBezTo>
                <a:cubicBezTo>
                  <a:pt x="991052" y="60893"/>
                  <a:pt x="994614" y="55131"/>
                  <a:pt x="999014" y="50382"/>
                </a:cubicBezTo>
                <a:cubicBezTo>
                  <a:pt x="1003417" y="45633"/>
                  <a:pt x="1008426" y="41927"/>
                  <a:pt x="1014043" y="39264"/>
                </a:cubicBezTo>
                <a:cubicBezTo>
                  <a:pt x="1019661" y="36599"/>
                  <a:pt x="1025366" y="35266"/>
                  <a:pt x="1031158" y="35266"/>
                </a:cubicBezTo>
                <a:cubicBezTo>
                  <a:pt x="1040887" y="35266"/>
                  <a:pt x="1048647" y="38365"/>
                  <a:pt x="1054439" y="44563"/>
                </a:cubicBezTo>
                <a:cubicBezTo>
                  <a:pt x="1060230" y="50760"/>
                  <a:pt x="1063126" y="59244"/>
                  <a:pt x="1063126" y="70016"/>
                </a:cubicBezTo>
                <a:cubicBezTo>
                  <a:pt x="1063126" y="78122"/>
                  <a:pt x="1061764" y="85535"/>
                  <a:pt x="1059041" y="92252"/>
                </a:cubicBezTo>
                <a:cubicBezTo>
                  <a:pt x="1056319" y="98970"/>
                  <a:pt x="1052758" y="104732"/>
                  <a:pt x="1048357" y="109539"/>
                </a:cubicBezTo>
                <a:cubicBezTo>
                  <a:pt x="1043957" y="114346"/>
                  <a:pt x="1038947" y="118082"/>
                  <a:pt x="1033329" y="120745"/>
                </a:cubicBezTo>
                <a:cubicBezTo>
                  <a:pt x="1027712" y="123408"/>
                  <a:pt x="1021950" y="124740"/>
                  <a:pt x="1016042" y="124740"/>
                </a:cubicBezTo>
                <a:moveTo>
                  <a:pt x="1018128" y="109627"/>
                </a:moveTo>
                <a:cubicBezTo>
                  <a:pt x="1021486" y="109627"/>
                  <a:pt x="1024728" y="108613"/>
                  <a:pt x="1027854" y="106586"/>
                </a:cubicBezTo>
                <a:cubicBezTo>
                  <a:pt x="1030983" y="104559"/>
                  <a:pt x="1033763" y="101779"/>
                  <a:pt x="1036194" y="98246"/>
                </a:cubicBezTo>
                <a:cubicBezTo>
                  <a:pt x="1038628" y="94713"/>
                  <a:pt x="1040569" y="90572"/>
                  <a:pt x="1042016" y="85823"/>
                </a:cubicBezTo>
                <a:cubicBezTo>
                  <a:pt x="1043464" y="81075"/>
                  <a:pt x="1044187" y="75979"/>
                  <a:pt x="1044187" y="70535"/>
                </a:cubicBezTo>
                <a:cubicBezTo>
                  <a:pt x="1044187" y="64049"/>
                  <a:pt x="1042913" y="59069"/>
                  <a:pt x="1040365" y="55594"/>
                </a:cubicBezTo>
                <a:cubicBezTo>
                  <a:pt x="1037818" y="52120"/>
                  <a:pt x="1034112" y="50382"/>
                  <a:pt x="1029246" y="50382"/>
                </a:cubicBezTo>
                <a:cubicBezTo>
                  <a:pt x="1025888" y="50382"/>
                  <a:pt x="1022616" y="51396"/>
                  <a:pt x="1019430" y="53423"/>
                </a:cubicBezTo>
                <a:cubicBezTo>
                  <a:pt x="1016245" y="55450"/>
                  <a:pt x="1013437" y="58201"/>
                  <a:pt x="1011005" y="61676"/>
                </a:cubicBezTo>
                <a:cubicBezTo>
                  <a:pt x="1008573" y="65150"/>
                  <a:pt x="1006632" y="69262"/>
                  <a:pt x="1005183" y="74011"/>
                </a:cubicBezTo>
                <a:cubicBezTo>
                  <a:pt x="1003736" y="78759"/>
                  <a:pt x="1003012" y="83856"/>
                  <a:pt x="1003012" y="89299"/>
                </a:cubicBezTo>
                <a:cubicBezTo>
                  <a:pt x="1003012" y="95785"/>
                  <a:pt x="1004286" y="100795"/>
                  <a:pt x="1006835" y="104327"/>
                </a:cubicBezTo>
                <a:cubicBezTo>
                  <a:pt x="1009383" y="107860"/>
                  <a:pt x="1013148" y="109627"/>
                  <a:pt x="1018128" y="109627"/>
                </a:cubicBezTo>
                <a:close/>
                <a:moveTo>
                  <a:pt x="1074557" y="122656"/>
                </a:moveTo>
                <a:lnTo>
                  <a:pt x="1091582" y="37353"/>
                </a:lnTo>
                <a:lnTo>
                  <a:pt x="1106698" y="37353"/>
                </a:lnTo>
                <a:lnTo>
                  <a:pt x="1105828" y="49340"/>
                </a:lnTo>
                <a:lnTo>
                  <a:pt x="1106523" y="49340"/>
                </a:lnTo>
                <a:cubicBezTo>
                  <a:pt x="1111040" y="45518"/>
                  <a:pt x="1115702" y="42216"/>
                  <a:pt x="1120510" y="39436"/>
                </a:cubicBezTo>
                <a:cubicBezTo>
                  <a:pt x="1125317" y="36656"/>
                  <a:pt x="1130442" y="35266"/>
                  <a:pt x="1135885" y="35266"/>
                </a:cubicBezTo>
                <a:cubicBezTo>
                  <a:pt x="1143066" y="35266"/>
                  <a:pt x="1148220" y="37120"/>
                  <a:pt x="1151346" y="40828"/>
                </a:cubicBezTo>
                <a:cubicBezTo>
                  <a:pt x="1154474" y="44534"/>
                  <a:pt x="1156038" y="49862"/>
                  <a:pt x="1156038" y="56811"/>
                </a:cubicBezTo>
                <a:cubicBezTo>
                  <a:pt x="1156038" y="58780"/>
                  <a:pt x="1155952" y="60691"/>
                  <a:pt x="1155778" y="62545"/>
                </a:cubicBezTo>
                <a:cubicBezTo>
                  <a:pt x="1155605" y="64397"/>
                  <a:pt x="1155229" y="66482"/>
                  <a:pt x="1154649" y="68799"/>
                </a:cubicBezTo>
                <a:lnTo>
                  <a:pt x="1143878" y="122656"/>
                </a:lnTo>
                <a:lnTo>
                  <a:pt x="1125287" y="122656"/>
                </a:lnTo>
                <a:lnTo>
                  <a:pt x="1135710" y="71230"/>
                </a:lnTo>
                <a:cubicBezTo>
                  <a:pt x="1136059" y="69261"/>
                  <a:pt x="1136378" y="67582"/>
                  <a:pt x="1136667" y="66193"/>
                </a:cubicBezTo>
                <a:cubicBezTo>
                  <a:pt x="1136957" y="64802"/>
                  <a:pt x="1137102" y="63469"/>
                  <a:pt x="1137102" y="62195"/>
                </a:cubicBezTo>
                <a:cubicBezTo>
                  <a:pt x="1137102" y="54900"/>
                  <a:pt x="1133512" y="51252"/>
                  <a:pt x="1126331" y="51252"/>
                </a:cubicBezTo>
                <a:cubicBezTo>
                  <a:pt x="1123320" y="51252"/>
                  <a:pt x="1120105" y="52295"/>
                  <a:pt x="1116687" y="54380"/>
                </a:cubicBezTo>
                <a:cubicBezTo>
                  <a:pt x="1113271" y="56464"/>
                  <a:pt x="1109304" y="59822"/>
                  <a:pt x="1104786" y="64454"/>
                </a:cubicBezTo>
                <a:lnTo>
                  <a:pt x="1093321" y="122656"/>
                </a:lnTo>
                <a:lnTo>
                  <a:pt x="1074557" y="122656"/>
                </a:lnTo>
                <a:close/>
                <a:moveTo>
                  <a:pt x="1168688" y="88604"/>
                </a:moveTo>
                <a:cubicBezTo>
                  <a:pt x="1168688" y="80613"/>
                  <a:pt x="1170049" y="73344"/>
                  <a:pt x="1172770" y="66800"/>
                </a:cubicBezTo>
                <a:cubicBezTo>
                  <a:pt x="1175492" y="60255"/>
                  <a:pt x="1179082" y="54638"/>
                  <a:pt x="1183541" y="49948"/>
                </a:cubicBezTo>
                <a:cubicBezTo>
                  <a:pt x="1188000" y="45257"/>
                  <a:pt x="1193010" y="41638"/>
                  <a:pt x="1198570" y="39089"/>
                </a:cubicBezTo>
                <a:cubicBezTo>
                  <a:pt x="1204130" y="36541"/>
                  <a:pt x="1209689" y="35266"/>
                  <a:pt x="1215247" y="35266"/>
                </a:cubicBezTo>
                <a:cubicBezTo>
                  <a:pt x="1220228" y="35266"/>
                  <a:pt x="1224426" y="36077"/>
                  <a:pt x="1227842" y="37700"/>
                </a:cubicBezTo>
                <a:cubicBezTo>
                  <a:pt x="1231260" y="39321"/>
                  <a:pt x="1234040" y="41550"/>
                  <a:pt x="1236182" y="44388"/>
                </a:cubicBezTo>
                <a:cubicBezTo>
                  <a:pt x="1238326" y="47227"/>
                  <a:pt x="1239890" y="50557"/>
                  <a:pt x="1240874" y="54380"/>
                </a:cubicBezTo>
                <a:cubicBezTo>
                  <a:pt x="1241859" y="58201"/>
                  <a:pt x="1242351" y="62312"/>
                  <a:pt x="1242351" y="66712"/>
                </a:cubicBezTo>
                <a:cubicBezTo>
                  <a:pt x="1242351" y="70420"/>
                  <a:pt x="1241887" y="74012"/>
                  <a:pt x="1240959" y="77486"/>
                </a:cubicBezTo>
                <a:cubicBezTo>
                  <a:pt x="1240033" y="80961"/>
                  <a:pt x="1239281" y="83393"/>
                  <a:pt x="1238703" y="84782"/>
                </a:cubicBezTo>
                <a:lnTo>
                  <a:pt x="1186754" y="84782"/>
                </a:lnTo>
                <a:cubicBezTo>
                  <a:pt x="1186291" y="89299"/>
                  <a:pt x="1186523" y="93179"/>
                  <a:pt x="1187449" y="96422"/>
                </a:cubicBezTo>
                <a:cubicBezTo>
                  <a:pt x="1188377" y="99665"/>
                  <a:pt x="1189796" y="102330"/>
                  <a:pt x="1191706" y="104415"/>
                </a:cubicBezTo>
                <a:cubicBezTo>
                  <a:pt x="1193619" y="106499"/>
                  <a:pt x="1195964" y="108033"/>
                  <a:pt x="1198742" y="109017"/>
                </a:cubicBezTo>
                <a:cubicBezTo>
                  <a:pt x="1201522" y="110001"/>
                  <a:pt x="1204534" y="110494"/>
                  <a:pt x="1207777" y="110494"/>
                </a:cubicBezTo>
                <a:cubicBezTo>
                  <a:pt x="1210788" y="110494"/>
                  <a:pt x="1213857" y="109799"/>
                  <a:pt x="1216984" y="108410"/>
                </a:cubicBezTo>
                <a:cubicBezTo>
                  <a:pt x="1220112" y="107021"/>
                  <a:pt x="1222834" y="105458"/>
                  <a:pt x="1225151" y="103720"/>
                </a:cubicBezTo>
                <a:lnTo>
                  <a:pt x="1232100" y="115708"/>
                </a:lnTo>
                <a:cubicBezTo>
                  <a:pt x="1228625" y="118140"/>
                  <a:pt x="1224427" y="120254"/>
                  <a:pt x="1219505" y="122049"/>
                </a:cubicBezTo>
                <a:cubicBezTo>
                  <a:pt x="1214583" y="123843"/>
                  <a:pt x="1209052" y="124740"/>
                  <a:pt x="1202912" y="124740"/>
                </a:cubicBezTo>
                <a:cubicBezTo>
                  <a:pt x="1197817" y="124740"/>
                  <a:pt x="1193184" y="123930"/>
                  <a:pt x="1189013" y="122309"/>
                </a:cubicBezTo>
                <a:cubicBezTo>
                  <a:pt x="1184844" y="120687"/>
                  <a:pt x="1181253" y="118342"/>
                  <a:pt x="1178242" y="115273"/>
                </a:cubicBezTo>
                <a:cubicBezTo>
                  <a:pt x="1175230" y="112204"/>
                  <a:pt x="1172885" y="108439"/>
                  <a:pt x="1171206" y="103980"/>
                </a:cubicBezTo>
                <a:cubicBezTo>
                  <a:pt x="1169527" y="99521"/>
                  <a:pt x="1168688" y="94396"/>
                  <a:pt x="1168688" y="88604"/>
                </a:cubicBezTo>
                <a:moveTo>
                  <a:pt x="1188318" y="72969"/>
                </a:moveTo>
                <a:lnTo>
                  <a:pt x="1226021" y="72969"/>
                </a:lnTo>
                <a:cubicBezTo>
                  <a:pt x="1226252" y="71809"/>
                  <a:pt x="1226455" y="70622"/>
                  <a:pt x="1226628" y="69406"/>
                </a:cubicBezTo>
                <a:cubicBezTo>
                  <a:pt x="1226801" y="68190"/>
                  <a:pt x="1226888" y="66887"/>
                  <a:pt x="1226888" y="65498"/>
                </a:cubicBezTo>
                <a:cubicBezTo>
                  <a:pt x="1226888" y="61327"/>
                  <a:pt x="1225874" y="57650"/>
                  <a:pt x="1223847" y="54465"/>
                </a:cubicBezTo>
                <a:cubicBezTo>
                  <a:pt x="1221820" y="51280"/>
                  <a:pt x="1218200" y="49688"/>
                  <a:pt x="1212989" y="49688"/>
                </a:cubicBezTo>
                <a:cubicBezTo>
                  <a:pt x="1207777" y="49688"/>
                  <a:pt x="1202883" y="51744"/>
                  <a:pt x="1198307" y="55857"/>
                </a:cubicBezTo>
                <a:cubicBezTo>
                  <a:pt x="1193734" y="59967"/>
                  <a:pt x="1190404" y="65671"/>
                  <a:pt x="1188318" y="72969"/>
                </a:cubicBezTo>
                <a:close/>
                <a:moveTo>
                  <a:pt x="1318413" y="46560"/>
                </a:moveTo>
                <a:lnTo>
                  <a:pt x="1320844" y="30229"/>
                </a:lnTo>
                <a:lnTo>
                  <a:pt x="1326751" y="0"/>
                </a:lnTo>
                <a:lnTo>
                  <a:pt x="1345342" y="0"/>
                </a:lnTo>
                <a:lnTo>
                  <a:pt x="1320672" y="122656"/>
                </a:lnTo>
                <a:lnTo>
                  <a:pt x="1305383" y="122656"/>
                </a:lnTo>
                <a:lnTo>
                  <a:pt x="1306250" y="110844"/>
                </a:lnTo>
                <a:lnTo>
                  <a:pt x="1305731" y="110844"/>
                </a:lnTo>
                <a:cubicBezTo>
                  <a:pt x="1301676" y="115013"/>
                  <a:pt x="1297187" y="118372"/>
                  <a:pt x="1292264" y="120920"/>
                </a:cubicBezTo>
                <a:cubicBezTo>
                  <a:pt x="1287342" y="123467"/>
                  <a:pt x="1282449" y="124740"/>
                  <a:pt x="1277585" y="124740"/>
                </a:cubicBezTo>
                <a:cubicBezTo>
                  <a:pt x="1270056" y="124740"/>
                  <a:pt x="1264120" y="122077"/>
                  <a:pt x="1259776" y="116750"/>
                </a:cubicBezTo>
                <a:cubicBezTo>
                  <a:pt x="1255433" y="111422"/>
                  <a:pt x="1253262" y="103719"/>
                  <a:pt x="1253262" y="93641"/>
                </a:cubicBezTo>
                <a:cubicBezTo>
                  <a:pt x="1253262" y="85535"/>
                  <a:pt x="1254535" y="77920"/>
                  <a:pt x="1257082" y="70798"/>
                </a:cubicBezTo>
                <a:cubicBezTo>
                  <a:pt x="1259631" y="63673"/>
                  <a:pt x="1263048" y="57476"/>
                  <a:pt x="1267334" y="52206"/>
                </a:cubicBezTo>
                <a:cubicBezTo>
                  <a:pt x="1271619" y="46936"/>
                  <a:pt x="1276513" y="42795"/>
                  <a:pt x="1282015" y="39784"/>
                </a:cubicBezTo>
                <a:cubicBezTo>
                  <a:pt x="1287517" y="36772"/>
                  <a:pt x="1293221" y="35266"/>
                  <a:pt x="1299127" y="35266"/>
                </a:cubicBezTo>
                <a:cubicBezTo>
                  <a:pt x="1303298" y="35266"/>
                  <a:pt x="1307005" y="36309"/>
                  <a:pt x="1310248" y="38394"/>
                </a:cubicBezTo>
                <a:cubicBezTo>
                  <a:pt x="1313491" y="40480"/>
                  <a:pt x="1316039" y="43202"/>
                  <a:pt x="1317891" y="46560"/>
                </a:cubicBezTo>
                <a:lnTo>
                  <a:pt x="1318413" y="46560"/>
                </a:lnTo>
                <a:moveTo>
                  <a:pt x="1285228" y="109452"/>
                </a:moveTo>
                <a:cubicBezTo>
                  <a:pt x="1288936" y="109452"/>
                  <a:pt x="1292700" y="108352"/>
                  <a:pt x="1296521" y="106151"/>
                </a:cubicBezTo>
                <a:cubicBezTo>
                  <a:pt x="1300344" y="103951"/>
                  <a:pt x="1304051" y="100245"/>
                  <a:pt x="1307642" y="95033"/>
                </a:cubicBezTo>
                <a:lnTo>
                  <a:pt x="1314590" y="60981"/>
                </a:lnTo>
                <a:cubicBezTo>
                  <a:pt x="1312622" y="57275"/>
                  <a:pt x="1310392" y="54611"/>
                  <a:pt x="1307902" y="52991"/>
                </a:cubicBezTo>
                <a:cubicBezTo>
                  <a:pt x="1305412" y="51368"/>
                  <a:pt x="1302834" y="50557"/>
                  <a:pt x="1300169" y="50557"/>
                </a:cubicBezTo>
                <a:cubicBezTo>
                  <a:pt x="1296579" y="50557"/>
                  <a:pt x="1293105" y="51628"/>
                  <a:pt x="1289745" y="53770"/>
                </a:cubicBezTo>
                <a:cubicBezTo>
                  <a:pt x="1286387" y="55912"/>
                  <a:pt x="1283434" y="58837"/>
                  <a:pt x="1280886" y="62545"/>
                </a:cubicBezTo>
                <a:cubicBezTo>
                  <a:pt x="1278337" y="66251"/>
                  <a:pt x="1276310" y="70565"/>
                  <a:pt x="1274804" y="75487"/>
                </a:cubicBezTo>
                <a:cubicBezTo>
                  <a:pt x="1273298" y="80409"/>
                  <a:pt x="1272546" y="85592"/>
                  <a:pt x="1272546" y="91035"/>
                </a:cubicBezTo>
                <a:cubicBezTo>
                  <a:pt x="1272546" y="97290"/>
                  <a:pt x="1273675" y="101923"/>
                  <a:pt x="1275933" y="104935"/>
                </a:cubicBezTo>
                <a:cubicBezTo>
                  <a:pt x="1278192" y="107946"/>
                  <a:pt x="1281290" y="109452"/>
                  <a:pt x="1285228" y="10945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Text --FILE--">
            <a:extLst xmlns:a="http://schemas.openxmlformats.org/drawingml/2006/main">
              <a:ext uri="{FF2B5EF4-FFF2-40B4-BE49-F238E27FC236}">
                <a16:creationId xmlns:a16="http://schemas.microsoft.com/office/drawing/2014/main" id="{1B075AB5-8DDB-4BF1-A972-258EF4A1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067" y="2818023"/>
            <a:ext cx="509133" cy="113625"/>
          </a:xfrm>
          <a:custGeom xmlns:a="http://schemas.openxmlformats.org/drawingml/2006/main">
            <a:pathLst>
              <a:path w="509133" h="113625">
                <a:moveTo>
                  <a:pt x="0" y="76619"/>
                </a:moveTo>
                <a:lnTo>
                  <a:pt x="2781" y="62892"/>
                </a:lnTo>
                <a:lnTo>
                  <a:pt x="42217" y="62892"/>
                </a:lnTo>
                <a:lnTo>
                  <a:pt x="39264" y="76619"/>
                </a:lnTo>
                <a:lnTo>
                  <a:pt x="0" y="76619"/>
                </a:lnTo>
                <a:close/>
                <a:moveTo>
                  <a:pt x="54293" y="76619"/>
                </a:moveTo>
                <a:lnTo>
                  <a:pt x="57073" y="62892"/>
                </a:lnTo>
                <a:lnTo>
                  <a:pt x="96510" y="62892"/>
                </a:lnTo>
                <a:lnTo>
                  <a:pt x="93556" y="76619"/>
                </a:lnTo>
                <a:lnTo>
                  <a:pt x="54293" y="76619"/>
                </a:lnTo>
                <a:close/>
                <a:moveTo>
                  <a:pt x="108238" y="113625"/>
                </a:moveTo>
                <a:lnTo>
                  <a:pt x="130824" y="0"/>
                </a:lnTo>
                <a:lnTo>
                  <a:pt x="195975" y="0"/>
                </a:lnTo>
                <a:lnTo>
                  <a:pt x="192847" y="15811"/>
                </a:lnTo>
                <a:lnTo>
                  <a:pt x="146288" y="15811"/>
                </a:lnTo>
                <a:lnTo>
                  <a:pt x="139684" y="49343"/>
                </a:lnTo>
                <a:lnTo>
                  <a:pt x="179123" y="49343"/>
                </a:lnTo>
                <a:lnTo>
                  <a:pt x="175995" y="65151"/>
                </a:lnTo>
                <a:lnTo>
                  <a:pt x="136731" y="65151"/>
                </a:lnTo>
                <a:lnTo>
                  <a:pt x="127001" y="113625"/>
                </a:lnTo>
                <a:lnTo>
                  <a:pt x="108238" y="113625"/>
                </a:lnTo>
                <a:close/>
                <a:moveTo>
                  <a:pt x="192396" y="113625"/>
                </a:moveTo>
                <a:lnTo>
                  <a:pt x="214982" y="0"/>
                </a:lnTo>
                <a:lnTo>
                  <a:pt x="233746" y="0"/>
                </a:lnTo>
                <a:lnTo>
                  <a:pt x="211159" y="113625"/>
                </a:lnTo>
                <a:lnTo>
                  <a:pt x="192396" y="113625"/>
                </a:lnTo>
                <a:close/>
                <a:moveTo>
                  <a:pt x="238505" y="113625"/>
                </a:moveTo>
                <a:lnTo>
                  <a:pt x="261092" y="0"/>
                </a:lnTo>
                <a:lnTo>
                  <a:pt x="279855" y="0"/>
                </a:lnTo>
                <a:lnTo>
                  <a:pt x="260397" y="97814"/>
                </a:lnTo>
                <a:lnTo>
                  <a:pt x="305742" y="97814"/>
                </a:lnTo>
                <a:lnTo>
                  <a:pt x="302614" y="113625"/>
                </a:lnTo>
                <a:lnTo>
                  <a:pt x="238505" y="113625"/>
                </a:lnTo>
                <a:close/>
                <a:moveTo>
                  <a:pt x="322663" y="113625"/>
                </a:moveTo>
                <a:lnTo>
                  <a:pt x="345249" y="0"/>
                </a:lnTo>
                <a:lnTo>
                  <a:pt x="410400" y="0"/>
                </a:lnTo>
                <a:lnTo>
                  <a:pt x="407272" y="15811"/>
                </a:lnTo>
                <a:lnTo>
                  <a:pt x="360713" y="15811"/>
                </a:lnTo>
                <a:lnTo>
                  <a:pt x="354631" y="46390"/>
                </a:lnTo>
                <a:lnTo>
                  <a:pt x="394068" y="46390"/>
                </a:lnTo>
                <a:lnTo>
                  <a:pt x="390942" y="62198"/>
                </a:lnTo>
                <a:lnTo>
                  <a:pt x="351678" y="62198"/>
                </a:lnTo>
                <a:lnTo>
                  <a:pt x="344380" y="97814"/>
                </a:lnTo>
                <a:lnTo>
                  <a:pt x="392331" y="97814"/>
                </a:lnTo>
                <a:lnTo>
                  <a:pt x="389203" y="113625"/>
                </a:lnTo>
                <a:lnTo>
                  <a:pt x="322663" y="113625"/>
                </a:lnTo>
                <a:close/>
                <a:moveTo>
                  <a:pt x="412623" y="76619"/>
                </a:moveTo>
                <a:lnTo>
                  <a:pt x="415404" y="62892"/>
                </a:lnTo>
                <a:lnTo>
                  <a:pt x="454840" y="62892"/>
                </a:lnTo>
                <a:lnTo>
                  <a:pt x="451887" y="76619"/>
                </a:lnTo>
                <a:lnTo>
                  <a:pt x="412623" y="76619"/>
                </a:lnTo>
                <a:close/>
                <a:moveTo>
                  <a:pt x="466916" y="76619"/>
                </a:moveTo>
                <a:lnTo>
                  <a:pt x="469696" y="62892"/>
                </a:lnTo>
                <a:lnTo>
                  <a:pt x="509133" y="62892"/>
                </a:lnTo>
                <a:lnTo>
                  <a:pt x="506179" y="76619"/>
                </a:lnTo>
                <a:lnTo>
                  <a:pt x="466916" y="7661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Text &lt;?">
            <a:extLst xmlns:a="http://schemas.openxmlformats.org/drawingml/2006/main">
              <a:ext uri="{FF2B5EF4-FFF2-40B4-BE49-F238E27FC236}">
                <a16:creationId xmlns:a16="http://schemas.microsoft.com/office/drawing/2014/main" id="{DDE1F0C3-6C66-4E24-B52B-2424C2A2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4153" y="3011218"/>
            <a:ext cx="154972" cy="120573"/>
          </a:xfrm>
          <a:custGeom xmlns:a="http://schemas.openxmlformats.org/drawingml/2006/main">
            <a:pathLst>
              <a:path w="154972" h="120573">
                <a:moveTo>
                  <a:pt x="74011" y="97467"/>
                </a:moveTo>
                <a:lnTo>
                  <a:pt x="0" y="67757"/>
                </a:lnTo>
                <a:lnTo>
                  <a:pt x="0" y="54380"/>
                </a:lnTo>
                <a:lnTo>
                  <a:pt x="74011" y="24673"/>
                </a:lnTo>
                <a:lnTo>
                  <a:pt x="74011" y="40133"/>
                </a:lnTo>
                <a:lnTo>
                  <a:pt x="41523" y="52296"/>
                </a:lnTo>
                <a:lnTo>
                  <a:pt x="19458" y="60636"/>
                </a:lnTo>
                <a:lnTo>
                  <a:pt x="19458" y="61331"/>
                </a:lnTo>
                <a:lnTo>
                  <a:pt x="41523" y="69496"/>
                </a:lnTo>
                <a:lnTo>
                  <a:pt x="74011" y="81656"/>
                </a:lnTo>
                <a:lnTo>
                  <a:pt x="74011" y="97467"/>
                </a:lnTo>
                <a:close/>
                <a:moveTo>
                  <a:pt x="104068" y="80789"/>
                </a:moveTo>
                <a:cubicBezTo>
                  <a:pt x="104414" y="76040"/>
                  <a:pt x="105485" y="71870"/>
                  <a:pt x="107281" y="68279"/>
                </a:cubicBezTo>
                <a:cubicBezTo>
                  <a:pt x="109076" y="64688"/>
                  <a:pt x="111161" y="61474"/>
                  <a:pt x="113534" y="58637"/>
                </a:cubicBezTo>
                <a:cubicBezTo>
                  <a:pt x="115910" y="55799"/>
                  <a:pt x="118458" y="53193"/>
                  <a:pt x="121180" y="50820"/>
                </a:cubicBezTo>
                <a:cubicBezTo>
                  <a:pt x="123902" y="48444"/>
                  <a:pt x="126421" y="46099"/>
                  <a:pt x="128738" y="43784"/>
                </a:cubicBezTo>
                <a:cubicBezTo>
                  <a:pt x="131055" y="41467"/>
                  <a:pt x="132965" y="39063"/>
                  <a:pt x="134469" y="36573"/>
                </a:cubicBezTo>
                <a:cubicBezTo>
                  <a:pt x="135975" y="34083"/>
                  <a:pt x="136728" y="31274"/>
                  <a:pt x="136728" y="28146"/>
                </a:cubicBezTo>
                <a:cubicBezTo>
                  <a:pt x="136728" y="24093"/>
                  <a:pt x="135570" y="20908"/>
                  <a:pt x="133253" y="18591"/>
                </a:cubicBezTo>
                <a:cubicBezTo>
                  <a:pt x="130937" y="16274"/>
                  <a:pt x="127753" y="15116"/>
                  <a:pt x="123698" y="15116"/>
                </a:cubicBezTo>
                <a:cubicBezTo>
                  <a:pt x="120918" y="15116"/>
                  <a:pt x="118197" y="15811"/>
                  <a:pt x="115533" y="17202"/>
                </a:cubicBezTo>
                <a:cubicBezTo>
                  <a:pt x="112870" y="18591"/>
                  <a:pt x="110380" y="20502"/>
                  <a:pt x="108063" y="22934"/>
                </a:cubicBezTo>
                <a:lnTo>
                  <a:pt x="98334" y="12163"/>
                </a:lnTo>
                <a:cubicBezTo>
                  <a:pt x="102040" y="8457"/>
                  <a:pt x="106267" y="5503"/>
                  <a:pt x="111016" y="3303"/>
                </a:cubicBezTo>
                <a:cubicBezTo>
                  <a:pt x="115765" y="1101"/>
                  <a:pt x="120745" y="0"/>
                  <a:pt x="125957" y="0"/>
                </a:cubicBezTo>
                <a:cubicBezTo>
                  <a:pt x="134760" y="0"/>
                  <a:pt x="141797" y="2201"/>
                  <a:pt x="147067" y="6604"/>
                </a:cubicBezTo>
                <a:cubicBezTo>
                  <a:pt x="152337" y="11004"/>
                  <a:pt x="154972" y="17201"/>
                  <a:pt x="154972" y="25192"/>
                </a:cubicBezTo>
                <a:cubicBezTo>
                  <a:pt x="154972" y="29826"/>
                  <a:pt x="154190" y="33852"/>
                  <a:pt x="152626" y="37268"/>
                </a:cubicBezTo>
                <a:cubicBezTo>
                  <a:pt x="151062" y="40684"/>
                  <a:pt x="149064" y="43811"/>
                  <a:pt x="146632" y="46650"/>
                </a:cubicBezTo>
                <a:cubicBezTo>
                  <a:pt x="144200" y="49486"/>
                  <a:pt x="141536" y="52179"/>
                  <a:pt x="138639" y="54727"/>
                </a:cubicBezTo>
                <a:cubicBezTo>
                  <a:pt x="135744" y="57276"/>
                  <a:pt x="132994" y="59883"/>
                  <a:pt x="130387" y="62548"/>
                </a:cubicBezTo>
                <a:cubicBezTo>
                  <a:pt x="127782" y="65211"/>
                  <a:pt x="125523" y="68107"/>
                  <a:pt x="123611" y="71235"/>
                </a:cubicBezTo>
                <a:cubicBezTo>
                  <a:pt x="121700" y="74361"/>
                  <a:pt x="120514" y="78009"/>
                  <a:pt x="120051" y="82178"/>
                </a:cubicBezTo>
                <a:lnTo>
                  <a:pt x="104068" y="80789"/>
                </a:lnTo>
                <a:moveTo>
                  <a:pt x="105110" y="120573"/>
                </a:moveTo>
                <a:cubicBezTo>
                  <a:pt x="101981" y="120573"/>
                  <a:pt x="99490" y="119560"/>
                  <a:pt x="97636" y="117535"/>
                </a:cubicBezTo>
                <a:cubicBezTo>
                  <a:pt x="95784" y="115508"/>
                  <a:pt x="94858" y="112930"/>
                  <a:pt x="94858" y="109802"/>
                </a:cubicBezTo>
                <a:cubicBezTo>
                  <a:pt x="94858" y="107950"/>
                  <a:pt x="95205" y="106126"/>
                  <a:pt x="95900" y="104330"/>
                </a:cubicBezTo>
                <a:cubicBezTo>
                  <a:pt x="96596" y="102535"/>
                  <a:pt x="97582" y="100942"/>
                  <a:pt x="98856" y="99553"/>
                </a:cubicBezTo>
                <a:cubicBezTo>
                  <a:pt x="100130" y="98162"/>
                  <a:pt x="101664" y="97033"/>
                  <a:pt x="103458" y="96165"/>
                </a:cubicBezTo>
                <a:cubicBezTo>
                  <a:pt x="105254" y="95296"/>
                  <a:pt x="107194" y="94861"/>
                  <a:pt x="109280" y="94861"/>
                </a:cubicBezTo>
                <a:cubicBezTo>
                  <a:pt x="112406" y="94861"/>
                  <a:pt x="114867" y="95903"/>
                  <a:pt x="116663" y="97989"/>
                </a:cubicBezTo>
                <a:cubicBezTo>
                  <a:pt x="118458" y="100073"/>
                  <a:pt x="119356" y="102679"/>
                  <a:pt x="119356" y="105807"/>
                </a:cubicBezTo>
                <a:cubicBezTo>
                  <a:pt x="119356" y="107659"/>
                  <a:pt x="119008" y="109483"/>
                  <a:pt x="118312" y="111278"/>
                </a:cubicBezTo>
                <a:cubicBezTo>
                  <a:pt x="117617" y="113074"/>
                  <a:pt x="116662" y="114667"/>
                  <a:pt x="115446" y="116058"/>
                </a:cubicBezTo>
                <a:cubicBezTo>
                  <a:pt x="114230" y="117447"/>
                  <a:pt x="112724" y="118547"/>
                  <a:pt x="110928" y="119356"/>
                </a:cubicBezTo>
                <a:cubicBezTo>
                  <a:pt x="109135" y="120167"/>
                  <a:pt x="107195" y="120573"/>
                  <a:pt x="105110" y="12057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Text php">
            <a:extLst xmlns:a="http://schemas.openxmlformats.org/drawingml/2006/main">
              <a:ext uri="{FF2B5EF4-FFF2-40B4-BE49-F238E27FC236}">
                <a16:creationId xmlns:a16="http://schemas.microsoft.com/office/drawing/2014/main" id="{B40B4EA4-E50B-4ECF-8983-5C4FAF75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391" y="3007051"/>
            <a:ext cx="278498" cy="156361"/>
          </a:xfrm>
          <a:custGeom xmlns:a="http://schemas.openxmlformats.org/drawingml/2006/main">
            <a:pathLst>
              <a:path w="278498" h="156361">
                <a:moveTo>
                  <a:pt x="26234" y="113622"/>
                </a:moveTo>
                <a:lnTo>
                  <a:pt x="23453" y="130997"/>
                </a:lnTo>
                <a:lnTo>
                  <a:pt x="18589" y="156361"/>
                </a:lnTo>
                <a:lnTo>
                  <a:pt x="0" y="156361"/>
                </a:lnTo>
                <a:lnTo>
                  <a:pt x="23976" y="37353"/>
                </a:lnTo>
                <a:lnTo>
                  <a:pt x="39089" y="37353"/>
                </a:lnTo>
                <a:lnTo>
                  <a:pt x="38742" y="47776"/>
                </a:lnTo>
                <a:lnTo>
                  <a:pt x="39264" y="47776"/>
                </a:lnTo>
                <a:cubicBezTo>
                  <a:pt x="43318" y="44185"/>
                  <a:pt x="47720" y="41203"/>
                  <a:pt x="52469" y="38829"/>
                </a:cubicBezTo>
                <a:cubicBezTo>
                  <a:pt x="57217" y="36454"/>
                  <a:pt x="62024" y="35266"/>
                  <a:pt x="66887" y="35266"/>
                </a:cubicBezTo>
                <a:cubicBezTo>
                  <a:pt x="74533" y="35266"/>
                  <a:pt x="80498" y="37931"/>
                  <a:pt x="84782" y="43259"/>
                </a:cubicBezTo>
                <a:cubicBezTo>
                  <a:pt x="89067" y="48588"/>
                  <a:pt x="91210" y="56290"/>
                  <a:pt x="91210" y="66365"/>
                </a:cubicBezTo>
                <a:cubicBezTo>
                  <a:pt x="91210" y="74589"/>
                  <a:pt x="89936" y="82233"/>
                  <a:pt x="87388" y="89299"/>
                </a:cubicBezTo>
                <a:cubicBezTo>
                  <a:pt x="84841" y="96365"/>
                  <a:pt x="81425" y="102533"/>
                  <a:pt x="77139" y="107803"/>
                </a:cubicBezTo>
                <a:cubicBezTo>
                  <a:pt x="72853" y="113073"/>
                  <a:pt x="67988" y="117214"/>
                  <a:pt x="62545" y="120226"/>
                </a:cubicBezTo>
                <a:cubicBezTo>
                  <a:pt x="57102" y="123235"/>
                  <a:pt x="51426" y="124740"/>
                  <a:pt x="45518" y="124740"/>
                </a:cubicBezTo>
                <a:cubicBezTo>
                  <a:pt x="41465" y="124740"/>
                  <a:pt x="37817" y="123727"/>
                  <a:pt x="34574" y="121702"/>
                </a:cubicBezTo>
                <a:cubicBezTo>
                  <a:pt x="31331" y="119675"/>
                  <a:pt x="28667" y="116982"/>
                  <a:pt x="26582" y="113622"/>
                </a:cubicBezTo>
                <a:lnTo>
                  <a:pt x="26234" y="113622"/>
                </a:lnTo>
                <a:moveTo>
                  <a:pt x="59245" y="50557"/>
                </a:moveTo>
                <a:cubicBezTo>
                  <a:pt x="55885" y="50557"/>
                  <a:pt x="52236" y="51571"/>
                  <a:pt x="48299" y="53598"/>
                </a:cubicBezTo>
                <a:cubicBezTo>
                  <a:pt x="44361" y="55623"/>
                  <a:pt x="40771" y="58721"/>
                  <a:pt x="37528" y="62892"/>
                </a:cubicBezTo>
                <a:lnTo>
                  <a:pt x="30229" y="99375"/>
                </a:lnTo>
                <a:cubicBezTo>
                  <a:pt x="32083" y="102967"/>
                  <a:pt x="34226" y="105544"/>
                  <a:pt x="36658" y="107108"/>
                </a:cubicBezTo>
                <a:cubicBezTo>
                  <a:pt x="39090" y="108671"/>
                  <a:pt x="41638" y="109452"/>
                  <a:pt x="44304" y="109452"/>
                </a:cubicBezTo>
                <a:cubicBezTo>
                  <a:pt x="47893" y="109452"/>
                  <a:pt x="51367" y="108381"/>
                  <a:pt x="54725" y="106239"/>
                </a:cubicBezTo>
                <a:cubicBezTo>
                  <a:pt x="58084" y="104095"/>
                  <a:pt x="61038" y="101170"/>
                  <a:pt x="63587" y="97464"/>
                </a:cubicBezTo>
                <a:cubicBezTo>
                  <a:pt x="66135" y="93758"/>
                  <a:pt x="68191" y="89444"/>
                  <a:pt x="69753" y="84522"/>
                </a:cubicBezTo>
                <a:cubicBezTo>
                  <a:pt x="71317" y="79600"/>
                  <a:pt x="72099" y="74359"/>
                  <a:pt x="72099" y="68799"/>
                </a:cubicBezTo>
                <a:cubicBezTo>
                  <a:pt x="72099" y="62544"/>
                  <a:pt x="70941" y="57940"/>
                  <a:pt x="68624" y="54987"/>
                </a:cubicBezTo>
                <a:cubicBezTo>
                  <a:pt x="66309" y="52034"/>
                  <a:pt x="63182" y="50557"/>
                  <a:pt x="59245" y="50557"/>
                </a:cubicBezTo>
                <a:close/>
                <a:moveTo>
                  <a:pt x="101810" y="122656"/>
                </a:moveTo>
                <a:lnTo>
                  <a:pt x="126480" y="0"/>
                </a:lnTo>
                <a:lnTo>
                  <a:pt x="145069" y="0"/>
                </a:lnTo>
                <a:lnTo>
                  <a:pt x="137598" y="36136"/>
                </a:lnTo>
                <a:lnTo>
                  <a:pt x="134298" y="48471"/>
                </a:lnTo>
                <a:lnTo>
                  <a:pt x="134992" y="48471"/>
                </a:lnTo>
                <a:cubicBezTo>
                  <a:pt x="139395" y="44765"/>
                  <a:pt x="143883" y="41638"/>
                  <a:pt x="148457" y="39089"/>
                </a:cubicBezTo>
                <a:cubicBezTo>
                  <a:pt x="153032" y="36541"/>
                  <a:pt x="157926" y="35266"/>
                  <a:pt x="163138" y="35266"/>
                </a:cubicBezTo>
                <a:cubicBezTo>
                  <a:pt x="170318" y="35266"/>
                  <a:pt x="175472" y="37120"/>
                  <a:pt x="178598" y="40828"/>
                </a:cubicBezTo>
                <a:cubicBezTo>
                  <a:pt x="181727" y="44534"/>
                  <a:pt x="183291" y="49862"/>
                  <a:pt x="183291" y="56811"/>
                </a:cubicBezTo>
                <a:cubicBezTo>
                  <a:pt x="183291" y="58780"/>
                  <a:pt x="183204" y="60691"/>
                  <a:pt x="183031" y="62545"/>
                </a:cubicBezTo>
                <a:cubicBezTo>
                  <a:pt x="182858" y="64397"/>
                  <a:pt x="182481" y="66482"/>
                  <a:pt x="181902" y="68799"/>
                </a:cubicBezTo>
                <a:lnTo>
                  <a:pt x="171131" y="122656"/>
                </a:lnTo>
                <a:lnTo>
                  <a:pt x="152539" y="122656"/>
                </a:lnTo>
                <a:lnTo>
                  <a:pt x="162963" y="71230"/>
                </a:lnTo>
                <a:cubicBezTo>
                  <a:pt x="163311" y="69261"/>
                  <a:pt x="163630" y="67582"/>
                  <a:pt x="163920" y="66193"/>
                </a:cubicBezTo>
                <a:cubicBezTo>
                  <a:pt x="164210" y="64802"/>
                  <a:pt x="164355" y="63469"/>
                  <a:pt x="164355" y="62195"/>
                </a:cubicBezTo>
                <a:cubicBezTo>
                  <a:pt x="164355" y="54900"/>
                  <a:pt x="160764" y="51252"/>
                  <a:pt x="153584" y="51252"/>
                </a:cubicBezTo>
                <a:cubicBezTo>
                  <a:pt x="150572" y="51252"/>
                  <a:pt x="147357" y="52295"/>
                  <a:pt x="143939" y="54380"/>
                </a:cubicBezTo>
                <a:cubicBezTo>
                  <a:pt x="140523" y="56464"/>
                  <a:pt x="136556" y="59822"/>
                  <a:pt x="132039" y="64454"/>
                </a:cubicBezTo>
                <a:lnTo>
                  <a:pt x="120573" y="122656"/>
                </a:lnTo>
                <a:lnTo>
                  <a:pt x="101810" y="122656"/>
                </a:lnTo>
                <a:close/>
                <a:moveTo>
                  <a:pt x="213522" y="113622"/>
                </a:moveTo>
                <a:lnTo>
                  <a:pt x="210741" y="130997"/>
                </a:lnTo>
                <a:lnTo>
                  <a:pt x="205876" y="156361"/>
                </a:lnTo>
                <a:lnTo>
                  <a:pt x="187287" y="156361"/>
                </a:lnTo>
                <a:lnTo>
                  <a:pt x="211263" y="37353"/>
                </a:lnTo>
                <a:lnTo>
                  <a:pt x="226376" y="37353"/>
                </a:lnTo>
                <a:lnTo>
                  <a:pt x="226029" y="47776"/>
                </a:lnTo>
                <a:lnTo>
                  <a:pt x="226551" y="47776"/>
                </a:lnTo>
                <a:cubicBezTo>
                  <a:pt x="230606" y="44185"/>
                  <a:pt x="235007" y="41203"/>
                  <a:pt x="239756" y="38829"/>
                </a:cubicBezTo>
                <a:cubicBezTo>
                  <a:pt x="244505" y="36454"/>
                  <a:pt x="249311" y="35266"/>
                  <a:pt x="254175" y="35266"/>
                </a:cubicBezTo>
                <a:cubicBezTo>
                  <a:pt x="261820" y="35266"/>
                  <a:pt x="267785" y="37931"/>
                  <a:pt x="272069" y="43259"/>
                </a:cubicBezTo>
                <a:cubicBezTo>
                  <a:pt x="276355" y="48588"/>
                  <a:pt x="278498" y="56290"/>
                  <a:pt x="278498" y="66365"/>
                </a:cubicBezTo>
                <a:cubicBezTo>
                  <a:pt x="278498" y="74589"/>
                  <a:pt x="277223" y="82233"/>
                  <a:pt x="274675" y="89299"/>
                </a:cubicBezTo>
                <a:cubicBezTo>
                  <a:pt x="272128" y="96365"/>
                  <a:pt x="268712" y="102533"/>
                  <a:pt x="264426" y="107803"/>
                </a:cubicBezTo>
                <a:cubicBezTo>
                  <a:pt x="260140" y="113073"/>
                  <a:pt x="255276" y="117214"/>
                  <a:pt x="249832" y="120226"/>
                </a:cubicBezTo>
                <a:cubicBezTo>
                  <a:pt x="244389" y="123235"/>
                  <a:pt x="238713" y="124740"/>
                  <a:pt x="232805" y="124740"/>
                </a:cubicBezTo>
                <a:cubicBezTo>
                  <a:pt x="228753" y="124740"/>
                  <a:pt x="225105" y="123727"/>
                  <a:pt x="221862" y="121702"/>
                </a:cubicBezTo>
                <a:cubicBezTo>
                  <a:pt x="218619" y="119675"/>
                  <a:pt x="215954" y="116982"/>
                  <a:pt x="213869" y="113622"/>
                </a:cubicBezTo>
                <a:lnTo>
                  <a:pt x="213522" y="113622"/>
                </a:lnTo>
                <a:moveTo>
                  <a:pt x="246532" y="50557"/>
                </a:moveTo>
                <a:cubicBezTo>
                  <a:pt x="243172" y="50557"/>
                  <a:pt x="239524" y="51571"/>
                  <a:pt x="235586" y="53598"/>
                </a:cubicBezTo>
                <a:cubicBezTo>
                  <a:pt x="231648" y="55623"/>
                  <a:pt x="228058" y="58721"/>
                  <a:pt x="224815" y="62892"/>
                </a:cubicBezTo>
                <a:lnTo>
                  <a:pt x="217517" y="99375"/>
                </a:lnTo>
                <a:cubicBezTo>
                  <a:pt x="219371" y="102967"/>
                  <a:pt x="221514" y="105544"/>
                  <a:pt x="223945" y="107108"/>
                </a:cubicBezTo>
                <a:cubicBezTo>
                  <a:pt x="226377" y="108671"/>
                  <a:pt x="228926" y="109452"/>
                  <a:pt x="231591" y="109452"/>
                </a:cubicBezTo>
                <a:cubicBezTo>
                  <a:pt x="235180" y="109452"/>
                  <a:pt x="238654" y="108381"/>
                  <a:pt x="242012" y="106239"/>
                </a:cubicBezTo>
                <a:cubicBezTo>
                  <a:pt x="245372" y="104095"/>
                  <a:pt x="248326" y="101170"/>
                  <a:pt x="250874" y="97464"/>
                </a:cubicBezTo>
                <a:cubicBezTo>
                  <a:pt x="253423" y="93758"/>
                  <a:pt x="255478" y="89444"/>
                  <a:pt x="257041" y="84522"/>
                </a:cubicBezTo>
                <a:cubicBezTo>
                  <a:pt x="258605" y="79600"/>
                  <a:pt x="259387" y="74359"/>
                  <a:pt x="259387" y="68799"/>
                </a:cubicBezTo>
                <a:cubicBezTo>
                  <a:pt x="259387" y="62544"/>
                  <a:pt x="258228" y="57940"/>
                  <a:pt x="255911" y="54987"/>
                </a:cubicBezTo>
                <a:cubicBezTo>
                  <a:pt x="253596" y="52034"/>
                  <a:pt x="250470" y="50557"/>
                  <a:pt x="246532" y="5055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Text f">
            <a:extLst xmlns:a="http://schemas.openxmlformats.org/drawingml/2006/main">
              <a:ext uri="{FF2B5EF4-FFF2-40B4-BE49-F238E27FC236}">
                <a16:creationId xmlns:a16="http://schemas.microsoft.com/office/drawing/2014/main" id="{7E5B7688-4D23-45FC-91F8-99D6F58A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108" y="3218660"/>
            <a:ext cx="66021" cy="124743"/>
          </a:xfrm>
          <a:custGeom xmlns:a="http://schemas.openxmlformats.org/drawingml/2006/main">
            <a:pathLst>
              <a:path w="66021" h="124743">
                <a:moveTo>
                  <a:pt x="3128" y="54205"/>
                </a:moveTo>
                <a:lnTo>
                  <a:pt x="5909" y="40308"/>
                </a:lnTo>
                <a:lnTo>
                  <a:pt x="17202" y="39439"/>
                </a:lnTo>
                <a:lnTo>
                  <a:pt x="19111" y="29535"/>
                </a:lnTo>
                <a:cubicBezTo>
                  <a:pt x="20848" y="20848"/>
                  <a:pt x="24149" y="13754"/>
                  <a:pt x="29013" y="8253"/>
                </a:cubicBezTo>
                <a:cubicBezTo>
                  <a:pt x="33878" y="2751"/>
                  <a:pt x="40597" y="0"/>
                  <a:pt x="49168" y="0"/>
                </a:cubicBezTo>
                <a:cubicBezTo>
                  <a:pt x="52411" y="0"/>
                  <a:pt x="55423" y="406"/>
                  <a:pt x="58203" y="1217"/>
                </a:cubicBezTo>
                <a:cubicBezTo>
                  <a:pt x="60983" y="2028"/>
                  <a:pt x="63589" y="3071"/>
                  <a:pt x="66021" y="4345"/>
                </a:cubicBezTo>
                <a:lnTo>
                  <a:pt x="59767" y="17547"/>
                </a:lnTo>
                <a:cubicBezTo>
                  <a:pt x="58724" y="16969"/>
                  <a:pt x="57421" y="16390"/>
                  <a:pt x="55857" y="15811"/>
                </a:cubicBezTo>
                <a:cubicBezTo>
                  <a:pt x="54294" y="15231"/>
                  <a:pt x="52644" y="14941"/>
                  <a:pt x="50905" y="14941"/>
                </a:cubicBezTo>
                <a:cubicBezTo>
                  <a:pt x="47430" y="14941"/>
                  <a:pt x="44592" y="16070"/>
                  <a:pt x="42392" y="18329"/>
                </a:cubicBezTo>
                <a:cubicBezTo>
                  <a:pt x="40192" y="20588"/>
                  <a:pt x="38629" y="24150"/>
                  <a:pt x="37703" y="29015"/>
                </a:cubicBezTo>
                <a:lnTo>
                  <a:pt x="35616" y="39439"/>
                </a:lnTo>
                <a:lnTo>
                  <a:pt x="51774" y="39439"/>
                </a:lnTo>
                <a:lnTo>
                  <a:pt x="48821" y="54205"/>
                </a:lnTo>
                <a:lnTo>
                  <a:pt x="32491" y="54205"/>
                </a:lnTo>
                <a:lnTo>
                  <a:pt x="18591" y="124743"/>
                </a:lnTo>
                <a:lnTo>
                  <a:pt x="0" y="124743"/>
                </a:lnTo>
                <a:lnTo>
                  <a:pt x="14074" y="54205"/>
                </a:lnTo>
                <a:lnTo>
                  <a:pt x="3128" y="5420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Text unctiongen(">
            <a:extLst xmlns:a="http://schemas.openxmlformats.org/drawingml/2006/main">
              <a:ext uri="{FF2B5EF4-FFF2-40B4-BE49-F238E27FC236}">
                <a16:creationId xmlns:a16="http://schemas.microsoft.com/office/drawing/2014/main" id="{97E5BAC1-9901-4D3E-B7A9-00F3EDD7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618" y="3216229"/>
            <a:ext cx="903687" cy="165049"/>
          </a:xfrm>
          <a:custGeom xmlns:a="http://schemas.openxmlformats.org/drawingml/2006/main">
            <a:pathLst>
              <a:path w="903687" h="165049">
                <a:moveTo>
                  <a:pt x="80787" y="41870"/>
                </a:moveTo>
                <a:lnTo>
                  <a:pt x="63934" y="127174"/>
                </a:lnTo>
                <a:lnTo>
                  <a:pt x="48821" y="127174"/>
                </a:lnTo>
                <a:lnTo>
                  <a:pt x="49515" y="115011"/>
                </a:lnTo>
                <a:lnTo>
                  <a:pt x="48821" y="115011"/>
                </a:lnTo>
                <a:cubicBezTo>
                  <a:pt x="44535" y="118834"/>
                  <a:pt x="40018" y="122164"/>
                  <a:pt x="35269" y="125003"/>
                </a:cubicBezTo>
                <a:cubicBezTo>
                  <a:pt x="30520" y="127839"/>
                  <a:pt x="25540" y="129257"/>
                  <a:pt x="20328" y="129257"/>
                </a:cubicBezTo>
                <a:cubicBezTo>
                  <a:pt x="13147" y="129257"/>
                  <a:pt x="7964" y="127376"/>
                  <a:pt x="4777" y="123613"/>
                </a:cubicBezTo>
                <a:cubicBezTo>
                  <a:pt x="1592" y="119849"/>
                  <a:pt x="0" y="114550"/>
                  <a:pt x="0" y="107715"/>
                </a:cubicBezTo>
                <a:cubicBezTo>
                  <a:pt x="0" y="105747"/>
                  <a:pt x="116" y="103807"/>
                  <a:pt x="347" y="101896"/>
                </a:cubicBezTo>
                <a:cubicBezTo>
                  <a:pt x="579" y="99984"/>
                  <a:pt x="926" y="97928"/>
                  <a:pt x="1389" y="95728"/>
                </a:cubicBezTo>
                <a:lnTo>
                  <a:pt x="12163" y="41870"/>
                </a:lnTo>
                <a:lnTo>
                  <a:pt x="30752" y="41870"/>
                </a:lnTo>
                <a:lnTo>
                  <a:pt x="20500" y="93294"/>
                </a:lnTo>
                <a:cubicBezTo>
                  <a:pt x="20037" y="95265"/>
                  <a:pt x="19690" y="96944"/>
                  <a:pt x="19458" y="98334"/>
                </a:cubicBezTo>
                <a:cubicBezTo>
                  <a:pt x="19227" y="99723"/>
                  <a:pt x="19111" y="101054"/>
                  <a:pt x="19111" y="102329"/>
                </a:cubicBezTo>
                <a:cubicBezTo>
                  <a:pt x="19111" y="109626"/>
                  <a:pt x="22644" y="113275"/>
                  <a:pt x="29710" y="113275"/>
                </a:cubicBezTo>
                <a:cubicBezTo>
                  <a:pt x="35385" y="113275"/>
                  <a:pt x="42392" y="108873"/>
                  <a:pt x="50732" y="100070"/>
                </a:cubicBezTo>
                <a:lnTo>
                  <a:pt x="62198" y="41870"/>
                </a:lnTo>
                <a:lnTo>
                  <a:pt x="80787" y="41870"/>
                </a:lnTo>
                <a:close/>
                <a:moveTo>
                  <a:pt x="87998" y="127174"/>
                </a:moveTo>
                <a:lnTo>
                  <a:pt x="105023" y="41870"/>
                </a:lnTo>
                <a:lnTo>
                  <a:pt x="120139" y="41870"/>
                </a:lnTo>
                <a:lnTo>
                  <a:pt x="119269" y="53858"/>
                </a:lnTo>
                <a:lnTo>
                  <a:pt x="119964" y="53858"/>
                </a:lnTo>
                <a:cubicBezTo>
                  <a:pt x="124481" y="50035"/>
                  <a:pt x="129144" y="46734"/>
                  <a:pt x="133951" y="43954"/>
                </a:cubicBezTo>
                <a:cubicBezTo>
                  <a:pt x="138758" y="41174"/>
                  <a:pt x="143883" y="39784"/>
                  <a:pt x="149327" y="39784"/>
                </a:cubicBezTo>
                <a:cubicBezTo>
                  <a:pt x="156507" y="39784"/>
                  <a:pt x="161661" y="41637"/>
                  <a:pt x="164787" y="45345"/>
                </a:cubicBezTo>
                <a:cubicBezTo>
                  <a:pt x="167915" y="49051"/>
                  <a:pt x="169479" y="54379"/>
                  <a:pt x="169479" y="61328"/>
                </a:cubicBezTo>
                <a:cubicBezTo>
                  <a:pt x="169479" y="63297"/>
                  <a:pt x="169393" y="65208"/>
                  <a:pt x="169220" y="67062"/>
                </a:cubicBezTo>
                <a:cubicBezTo>
                  <a:pt x="169046" y="68915"/>
                  <a:pt x="168670" y="70999"/>
                  <a:pt x="168090" y="73316"/>
                </a:cubicBezTo>
                <a:lnTo>
                  <a:pt x="157319" y="127174"/>
                </a:lnTo>
                <a:lnTo>
                  <a:pt x="138728" y="127174"/>
                </a:lnTo>
                <a:lnTo>
                  <a:pt x="149152" y="75747"/>
                </a:lnTo>
                <a:cubicBezTo>
                  <a:pt x="149500" y="73778"/>
                  <a:pt x="149819" y="72099"/>
                  <a:pt x="150109" y="70710"/>
                </a:cubicBezTo>
                <a:cubicBezTo>
                  <a:pt x="150398" y="69319"/>
                  <a:pt x="150543" y="67987"/>
                  <a:pt x="150543" y="66712"/>
                </a:cubicBezTo>
                <a:cubicBezTo>
                  <a:pt x="150543" y="59417"/>
                  <a:pt x="146953" y="55769"/>
                  <a:pt x="139772" y="55769"/>
                </a:cubicBezTo>
                <a:cubicBezTo>
                  <a:pt x="136761" y="55769"/>
                  <a:pt x="133546" y="56812"/>
                  <a:pt x="130128" y="58897"/>
                </a:cubicBezTo>
                <a:cubicBezTo>
                  <a:pt x="126712" y="60981"/>
                  <a:pt x="122745" y="64339"/>
                  <a:pt x="118228" y="68971"/>
                </a:cubicBezTo>
                <a:lnTo>
                  <a:pt x="106762" y="127174"/>
                </a:lnTo>
                <a:lnTo>
                  <a:pt x="87998" y="127174"/>
                </a:lnTo>
                <a:close/>
                <a:moveTo>
                  <a:pt x="214738" y="129257"/>
                </a:moveTo>
                <a:cubicBezTo>
                  <a:pt x="209990" y="129257"/>
                  <a:pt x="205645" y="128476"/>
                  <a:pt x="201706" y="126914"/>
                </a:cubicBezTo>
                <a:cubicBezTo>
                  <a:pt x="197768" y="125350"/>
                  <a:pt x="194352" y="123091"/>
                  <a:pt x="191457" y="120138"/>
                </a:cubicBezTo>
                <a:cubicBezTo>
                  <a:pt x="188562" y="117185"/>
                  <a:pt x="186304" y="113565"/>
                  <a:pt x="184681" y="109280"/>
                </a:cubicBezTo>
                <a:cubicBezTo>
                  <a:pt x="183061" y="104994"/>
                  <a:pt x="182250" y="100071"/>
                  <a:pt x="182250" y="94511"/>
                </a:cubicBezTo>
                <a:cubicBezTo>
                  <a:pt x="182250" y="86867"/>
                  <a:pt x="183553" y="79716"/>
                  <a:pt x="186158" y="73056"/>
                </a:cubicBezTo>
                <a:cubicBezTo>
                  <a:pt x="188765" y="66395"/>
                  <a:pt x="192298" y="60604"/>
                  <a:pt x="196757" y="55682"/>
                </a:cubicBezTo>
                <a:cubicBezTo>
                  <a:pt x="201216" y="50760"/>
                  <a:pt x="206428" y="46879"/>
                  <a:pt x="212392" y="44041"/>
                </a:cubicBezTo>
                <a:cubicBezTo>
                  <a:pt x="218357" y="41203"/>
                  <a:pt x="224641" y="39784"/>
                  <a:pt x="231244" y="39784"/>
                </a:cubicBezTo>
                <a:cubicBezTo>
                  <a:pt x="236455" y="39784"/>
                  <a:pt x="240914" y="40826"/>
                  <a:pt x="244620" y="42912"/>
                </a:cubicBezTo>
                <a:cubicBezTo>
                  <a:pt x="248327" y="44997"/>
                  <a:pt x="251338" y="47430"/>
                  <a:pt x="253655" y="50210"/>
                </a:cubicBezTo>
                <a:lnTo>
                  <a:pt x="243231" y="61501"/>
                </a:lnTo>
                <a:cubicBezTo>
                  <a:pt x="241263" y="59185"/>
                  <a:pt x="239293" y="57506"/>
                  <a:pt x="237322" y="56464"/>
                </a:cubicBezTo>
                <a:cubicBezTo>
                  <a:pt x="235353" y="55421"/>
                  <a:pt x="232922" y="54900"/>
                  <a:pt x="230027" y="54900"/>
                </a:cubicBezTo>
                <a:cubicBezTo>
                  <a:pt x="226204" y="54900"/>
                  <a:pt x="222555" y="55942"/>
                  <a:pt x="219081" y="58028"/>
                </a:cubicBezTo>
                <a:cubicBezTo>
                  <a:pt x="215606" y="60111"/>
                  <a:pt x="212565" y="62920"/>
                  <a:pt x="209959" y="66453"/>
                </a:cubicBezTo>
                <a:cubicBezTo>
                  <a:pt x="207354" y="69986"/>
                  <a:pt x="205269" y="74097"/>
                  <a:pt x="203705" y="78788"/>
                </a:cubicBezTo>
                <a:cubicBezTo>
                  <a:pt x="202143" y="83478"/>
                  <a:pt x="201361" y="88488"/>
                  <a:pt x="201361" y="93816"/>
                </a:cubicBezTo>
                <a:cubicBezTo>
                  <a:pt x="201361" y="100302"/>
                  <a:pt x="202780" y="105312"/>
                  <a:pt x="205616" y="108845"/>
                </a:cubicBezTo>
                <a:cubicBezTo>
                  <a:pt x="208455" y="112378"/>
                  <a:pt x="212770" y="114144"/>
                  <a:pt x="218561" y="114144"/>
                </a:cubicBezTo>
                <a:cubicBezTo>
                  <a:pt x="221919" y="114144"/>
                  <a:pt x="224901" y="113478"/>
                  <a:pt x="227506" y="112145"/>
                </a:cubicBezTo>
                <a:cubicBezTo>
                  <a:pt x="230112" y="110813"/>
                  <a:pt x="232517" y="109278"/>
                  <a:pt x="234719" y="107540"/>
                </a:cubicBezTo>
                <a:lnTo>
                  <a:pt x="242709" y="119356"/>
                </a:lnTo>
                <a:cubicBezTo>
                  <a:pt x="239466" y="121673"/>
                  <a:pt x="235615" y="123902"/>
                  <a:pt x="231156" y="126044"/>
                </a:cubicBezTo>
                <a:cubicBezTo>
                  <a:pt x="226697" y="128186"/>
                  <a:pt x="221225" y="129257"/>
                  <a:pt x="214738" y="129257"/>
                </a:cubicBezTo>
                <a:close/>
                <a:moveTo>
                  <a:pt x="286231" y="129257"/>
                </a:moveTo>
                <a:cubicBezTo>
                  <a:pt x="278239" y="129257"/>
                  <a:pt x="272534" y="127260"/>
                  <a:pt x="269116" y="123264"/>
                </a:cubicBezTo>
                <a:cubicBezTo>
                  <a:pt x="265699" y="119268"/>
                  <a:pt x="263991" y="114316"/>
                  <a:pt x="263991" y="108410"/>
                </a:cubicBezTo>
                <a:cubicBezTo>
                  <a:pt x="263991" y="106673"/>
                  <a:pt x="264107" y="104994"/>
                  <a:pt x="264339" y="103373"/>
                </a:cubicBezTo>
                <a:cubicBezTo>
                  <a:pt x="264572" y="101751"/>
                  <a:pt x="264804" y="100071"/>
                  <a:pt x="265036" y="98334"/>
                </a:cubicBezTo>
                <a:lnTo>
                  <a:pt x="273721" y="56636"/>
                </a:lnTo>
                <a:lnTo>
                  <a:pt x="261733" y="56636"/>
                </a:lnTo>
                <a:lnTo>
                  <a:pt x="264514" y="42739"/>
                </a:lnTo>
                <a:lnTo>
                  <a:pt x="277543" y="41870"/>
                </a:lnTo>
                <a:lnTo>
                  <a:pt x="284319" y="18936"/>
                </a:lnTo>
                <a:lnTo>
                  <a:pt x="299955" y="18936"/>
                </a:lnTo>
                <a:lnTo>
                  <a:pt x="295438" y="41870"/>
                </a:lnTo>
                <a:lnTo>
                  <a:pt x="315940" y="41870"/>
                </a:lnTo>
                <a:lnTo>
                  <a:pt x="312987" y="56636"/>
                </a:lnTo>
                <a:lnTo>
                  <a:pt x="292137" y="56636"/>
                </a:lnTo>
                <a:lnTo>
                  <a:pt x="283450" y="99028"/>
                </a:lnTo>
                <a:cubicBezTo>
                  <a:pt x="283103" y="101114"/>
                  <a:pt x="282930" y="103141"/>
                  <a:pt x="282930" y="105110"/>
                </a:cubicBezTo>
                <a:cubicBezTo>
                  <a:pt x="282930" y="108236"/>
                  <a:pt x="283683" y="110581"/>
                  <a:pt x="285189" y="112145"/>
                </a:cubicBezTo>
                <a:cubicBezTo>
                  <a:pt x="286695" y="113709"/>
                  <a:pt x="289242" y="114491"/>
                  <a:pt x="292832" y="114491"/>
                </a:cubicBezTo>
                <a:cubicBezTo>
                  <a:pt x="294337" y="114491"/>
                  <a:pt x="295727" y="114260"/>
                  <a:pt x="297002" y="113797"/>
                </a:cubicBezTo>
                <a:cubicBezTo>
                  <a:pt x="298276" y="113334"/>
                  <a:pt x="299550" y="112812"/>
                  <a:pt x="300824" y="112233"/>
                </a:cubicBezTo>
                <a:lnTo>
                  <a:pt x="304300" y="125437"/>
                </a:lnTo>
                <a:cubicBezTo>
                  <a:pt x="302214" y="126363"/>
                  <a:pt x="299666" y="127231"/>
                  <a:pt x="296654" y="128041"/>
                </a:cubicBezTo>
                <a:cubicBezTo>
                  <a:pt x="293643" y="128852"/>
                  <a:pt x="290168" y="129257"/>
                  <a:pt x="286231" y="129257"/>
                </a:cubicBezTo>
                <a:close/>
                <a:moveTo>
                  <a:pt x="316027" y="127174"/>
                </a:moveTo>
                <a:lnTo>
                  <a:pt x="333227" y="41870"/>
                </a:lnTo>
                <a:lnTo>
                  <a:pt x="351815" y="41870"/>
                </a:lnTo>
                <a:lnTo>
                  <a:pt x="334791" y="127174"/>
                </a:lnTo>
                <a:lnTo>
                  <a:pt x="316027" y="127174"/>
                </a:lnTo>
                <a:moveTo>
                  <a:pt x="346951" y="26754"/>
                </a:moveTo>
                <a:cubicBezTo>
                  <a:pt x="344287" y="26754"/>
                  <a:pt x="341856" y="25914"/>
                  <a:pt x="339655" y="24235"/>
                </a:cubicBezTo>
                <a:cubicBezTo>
                  <a:pt x="337455" y="22556"/>
                  <a:pt x="336355" y="20153"/>
                  <a:pt x="336355" y="17025"/>
                </a:cubicBezTo>
                <a:cubicBezTo>
                  <a:pt x="336355" y="13667"/>
                  <a:pt x="337571" y="10801"/>
                  <a:pt x="340002" y="8428"/>
                </a:cubicBezTo>
                <a:cubicBezTo>
                  <a:pt x="342434" y="6052"/>
                  <a:pt x="345388" y="4865"/>
                  <a:pt x="348862" y="4865"/>
                </a:cubicBezTo>
                <a:cubicBezTo>
                  <a:pt x="351526" y="4865"/>
                  <a:pt x="353957" y="5704"/>
                  <a:pt x="356158" y="7383"/>
                </a:cubicBezTo>
                <a:cubicBezTo>
                  <a:pt x="358360" y="9062"/>
                  <a:pt x="359461" y="11466"/>
                  <a:pt x="359461" y="14594"/>
                </a:cubicBezTo>
                <a:cubicBezTo>
                  <a:pt x="359461" y="18068"/>
                  <a:pt x="358244" y="20964"/>
                  <a:pt x="355810" y="23281"/>
                </a:cubicBezTo>
                <a:cubicBezTo>
                  <a:pt x="353379" y="25596"/>
                  <a:pt x="350425" y="26754"/>
                  <a:pt x="346951" y="26754"/>
                </a:cubicBezTo>
                <a:close/>
                <a:moveTo>
                  <a:pt x="393251" y="129257"/>
                </a:moveTo>
                <a:cubicBezTo>
                  <a:pt x="388502" y="129257"/>
                  <a:pt x="384159" y="128447"/>
                  <a:pt x="380221" y="126827"/>
                </a:cubicBezTo>
                <a:cubicBezTo>
                  <a:pt x="376284" y="125204"/>
                  <a:pt x="372925" y="122888"/>
                  <a:pt x="370145" y="119878"/>
                </a:cubicBezTo>
                <a:cubicBezTo>
                  <a:pt x="367365" y="116867"/>
                  <a:pt x="365222" y="113218"/>
                  <a:pt x="363716" y="108932"/>
                </a:cubicBezTo>
                <a:cubicBezTo>
                  <a:pt x="362211" y="104646"/>
                  <a:pt x="361458" y="99839"/>
                  <a:pt x="361458" y="94511"/>
                </a:cubicBezTo>
                <a:cubicBezTo>
                  <a:pt x="361458" y="86404"/>
                  <a:pt x="362819" y="78963"/>
                  <a:pt x="365540" y="72187"/>
                </a:cubicBezTo>
                <a:cubicBezTo>
                  <a:pt x="368262" y="65411"/>
                  <a:pt x="371823" y="59648"/>
                  <a:pt x="376224" y="54900"/>
                </a:cubicBezTo>
                <a:cubicBezTo>
                  <a:pt x="380626" y="50151"/>
                  <a:pt x="385636" y="46445"/>
                  <a:pt x="391252" y="43781"/>
                </a:cubicBezTo>
                <a:cubicBezTo>
                  <a:pt x="396871" y="41116"/>
                  <a:pt x="402576" y="39784"/>
                  <a:pt x="408367" y="39784"/>
                </a:cubicBezTo>
                <a:cubicBezTo>
                  <a:pt x="418096" y="39784"/>
                  <a:pt x="425857" y="42883"/>
                  <a:pt x="431648" y="49081"/>
                </a:cubicBezTo>
                <a:cubicBezTo>
                  <a:pt x="437440" y="55277"/>
                  <a:pt x="440336" y="63761"/>
                  <a:pt x="440336" y="74533"/>
                </a:cubicBezTo>
                <a:cubicBezTo>
                  <a:pt x="440336" y="82640"/>
                  <a:pt x="438974" y="90052"/>
                  <a:pt x="436250" y="96769"/>
                </a:cubicBezTo>
                <a:cubicBezTo>
                  <a:pt x="433529" y="103487"/>
                  <a:pt x="429967" y="109249"/>
                  <a:pt x="425567" y="114057"/>
                </a:cubicBezTo>
                <a:cubicBezTo>
                  <a:pt x="421166" y="118864"/>
                  <a:pt x="416157" y="122599"/>
                  <a:pt x="410538" y="125262"/>
                </a:cubicBezTo>
                <a:cubicBezTo>
                  <a:pt x="404922" y="127926"/>
                  <a:pt x="399159" y="129257"/>
                  <a:pt x="393251" y="129257"/>
                </a:cubicBezTo>
                <a:moveTo>
                  <a:pt x="395337" y="114144"/>
                </a:moveTo>
                <a:cubicBezTo>
                  <a:pt x="398695" y="114144"/>
                  <a:pt x="401938" y="113131"/>
                  <a:pt x="405064" y="111103"/>
                </a:cubicBezTo>
                <a:cubicBezTo>
                  <a:pt x="408192" y="109076"/>
                  <a:pt x="410972" y="106296"/>
                  <a:pt x="413404" y="102763"/>
                </a:cubicBezTo>
                <a:cubicBezTo>
                  <a:pt x="415838" y="99230"/>
                  <a:pt x="417778" y="95090"/>
                  <a:pt x="419226" y="90341"/>
                </a:cubicBezTo>
                <a:cubicBezTo>
                  <a:pt x="420673" y="85592"/>
                  <a:pt x="421397" y="80496"/>
                  <a:pt x="421397" y="75052"/>
                </a:cubicBezTo>
                <a:cubicBezTo>
                  <a:pt x="421397" y="68566"/>
                  <a:pt x="420123" y="63586"/>
                  <a:pt x="417574" y="60111"/>
                </a:cubicBezTo>
                <a:cubicBezTo>
                  <a:pt x="415027" y="56637"/>
                  <a:pt x="411321" y="54900"/>
                  <a:pt x="406456" y="54900"/>
                </a:cubicBezTo>
                <a:cubicBezTo>
                  <a:pt x="403098" y="54900"/>
                  <a:pt x="399826" y="55913"/>
                  <a:pt x="396639" y="57940"/>
                </a:cubicBezTo>
                <a:cubicBezTo>
                  <a:pt x="393454" y="59967"/>
                  <a:pt x="390646" y="62718"/>
                  <a:pt x="388214" y="66193"/>
                </a:cubicBezTo>
                <a:cubicBezTo>
                  <a:pt x="385782" y="69667"/>
                  <a:pt x="383842" y="73779"/>
                  <a:pt x="382393" y="78528"/>
                </a:cubicBezTo>
                <a:cubicBezTo>
                  <a:pt x="380945" y="83277"/>
                  <a:pt x="380221" y="88373"/>
                  <a:pt x="380221" y="93816"/>
                </a:cubicBezTo>
                <a:cubicBezTo>
                  <a:pt x="380221" y="100302"/>
                  <a:pt x="381496" y="105312"/>
                  <a:pt x="384044" y="108845"/>
                </a:cubicBezTo>
                <a:cubicBezTo>
                  <a:pt x="386593" y="112378"/>
                  <a:pt x="390357" y="114144"/>
                  <a:pt x="395337" y="114144"/>
                </a:cubicBezTo>
                <a:close/>
                <a:moveTo>
                  <a:pt x="451715" y="127174"/>
                </a:moveTo>
                <a:lnTo>
                  <a:pt x="468739" y="41870"/>
                </a:lnTo>
                <a:lnTo>
                  <a:pt x="483855" y="41870"/>
                </a:lnTo>
                <a:lnTo>
                  <a:pt x="482986" y="53858"/>
                </a:lnTo>
                <a:lnTo>
                  <a:pt x="483680" y="53858"/>
                </a:lnTo>
                <a:cubicBezTo>
                  <a:pt x="488198" y="50035"/>
                  <a:pt x="492860" y="46734"/>
                  <a:pt x="497667" y="43954"/>
                </a:cubicBezTo>
                <a:cubicBezTo>
                  <a:pt x="502474" y="41174"/>
                  <a:pt x="507600" y="39784"/>
                  <a:pt x="513043" y="39784"/>
                </a:cubicBezTo>
                <a:cubicBezTo>
                  <a:pt x="520224" y="39784"/>
                  <a:pt x="525377" y="41637"/>
                  <a:pt x="528504" y="45345"/>
                </a:cubicBezTo>
                <a:cubicBezTo>
                  <a:pt x="531632" y="49051"/>
                  <a:pt x="533196" y="54379"/>
                  <a:pt x="533196" y="61328"/>
                </a:cubicBezTo>
                <a:cubicBezTo>
                  <a:pt x="533196" y="63297"/>
                  <a:pt x="533109" y="65208"/>
                  <a:pt x="532936" y="67062"/>
                </a:cubicBezTo>
                <a:cubicBezTo>
                  <a:pt x="532763" y="68915"/>
                  <a:pt x="532386" y="70999"/>
                  <a:pt x="531807" y="73316"/>
                </a:cubicBezTo>
                <a:lnTo>
                  <a:pt x="521036" y="127174"/>
                </a:lnTo>
                <a:lnTo>
                  <a:pt x="502444" y="127174"/>
                </a:lnTo>
                <a:lnTo>
                  <a:pt x="512868" y="75747"/>
                </a:lnTo>
                <a:cubicBezTo>
                  <a:pt x="513216" y="73778"/>
                  <a:pt x="513535" y="72099"/>
                  <a:pt x="513825" y="70710"/>
                </a:cubicBezTo>
                <a:cubicBezTo>
                  <a:pt x="514115" y="69319"/>
                  <a:pt x="514260" y="67987"/>
                  <a:pt x="514260" y="66712"/>
                </a:cubicBezTo>
                <a:cubicBezTo>
                  <a:pt x="514260" y="59417"/>
                  <a:pt x="510669" y="55769"/>
                  <a:pt x="503489" y="55769"/>
                </a:cubicBezTo>
                <a:cubicBezTo>
                  <a:pt x="500477" y="55769"/>
                  <a:pt x="497262" y="56812"/>
                  <a:pt x="493844" y="58897"/>
                </a:cubicBezTo>
                <a:cubicBezTo>
                  <a:pt x="490428" y="60981"/>
                  <a:pt x="486461" y="64339"/>
                  <a:pt x="481944" y="68971"/>
                </a:cubicBezTo>
                <a:lnTo>
                  <a:pt x="470478" y="127174"/>
                </a:lnTo>
                <a:lnTo>
                  <a:pt x="451715" y="127174"/>
                </a:lnTo>
                <a:close/>
                <a:moveTo>
                  <a:pt x="602343" y="165049"/>
                </a:moveTo>
                <a:cubicBezTo>
                  <a:pt x="596900" y="165049"/>
                  <a:pt x="591543" y="164006"/>
                  <a:pt x="586273" y="161920"/>
                </a:cubicBezTo>
                <a:cubicBezTo>
                  <a:pt x="581002" y="159837"/>
                  <a:pt x="576109" y="156941"/>
                  <a:pt x="571591" y="153233"/>
                </a:cubicBezTo>
                <a:lnTo>
                  <a:pt x="579931" y="140726"/>
                </a:lnTo>
                <a:cubicBezTo>
                  <a:pt x="583174" y="143389"/>
                  <a:pt x="586706" y="145619"/>
                  <a:pt x="590527" y="147414"/>
                </a:cubicBezTo>
                <a:cubicBezTo>
                  <a:pt x="594350" y="149210"/>
                  <a:pt x="598463" y="150108"/>
                  <a:pt x="602865" y="150108"/>
                </a:cubicBezTo>
                <a:cubicBezTo>
                  <a:pt x="609351" y="150108"/>
                  <a:pt x="614592" y="148225"/>
                  <a:pt x="618588" y="144461"/>
                </a:cubicBezTo>
                <a:cubicBezTo>
                  <a:pt x="622584" y="140697"/>
                  <a:pt x="625451" y="135397"/>
                  <a:pt x="627188" y="128563"/>
                </a:cubicBezTo>
                <a:lnTo>
                  <a:pt x="631530" y="112058"/>
                </a:lnTo>
                <a:cubicBezTo>
                  <a:pt x="627476" y="116229"/>
                  <a:pt x="623104" y="119502"/>
                  <a:pt x="618413" y="121877"/>
                </a:cubicBezTo>
                <a:cubicBezTo>
                  <a:pt x="613723" y="124251"/>
                  <a:pt x="608829" y="125437"/>
                  <a:pt x="603732" y="125437"/>
                </a:cubicBezTo>
                <a:cubicBezTo>
                  <a:pt x="596551" y="125437"/>
                  <a:pt x="590616" y="122918"/>
                  <a:pt x="585925" y="117879"/>
                </a:cubicBezTo>
                <a:cubicBezTo>
                  <a:pt x="581235" y="112841"/>
                  <a:pt x="578889" y="105341"/>
                  <a:pt x="578889" y="95380"/>
                </a:cubicBezTo>
                <a:cubicBezTo>
                  <a:pt x="578889" y="87620"/>
                  <a:pt x="580135" y="80381"/>
                  <a:pt x="582625" y="73663"/>
                </a:cubicBezTo>
                <a:cubicBezTo>
                  <a:pt x="585115" y="66946"/>
                  <a:pt x="588445" y="61068"/>
                  <a:pt x="592614" y="56029"/>
                </a:cubicBezTo>
                <a:cubicBezTo>
                  <a:pt x="596783" y="50990"/>
                  <a:pt x="601560" y="47023"/>
                  <a:pt x="606945" y="44129"/>
                </a:cubicBezTo>
                <a:cubicBezTo>
                  <a:pt x="612332" y="41232"/>
                  <a:pt x="617921" y="39784"/>
                  <a:pt x="623713" y="39784"/>
                </a:cubicBezTo>
                <a:cubicBezTo>
                  <a:pt x="627882" y="39784"/>
                  <a:pt x="631674" y="40855"/>
                  <a:pt x="635091" y="42999"/>
                </a:cubicBezTo>
                <a:cubicBezTo>
                  <a:pt x="638509" y="45141"/>
                  <a:pt x="641145" y="48065"/>
                  <a:pt x="642999" y="51771"/>
                </a:cubicBezTo>
                <a:lnTo>
                  <a:pt x="643518" y="51771"/>
                </a:lnTo>
                <a:lnTo>
                  <a:pt x="647166" y="41870"/>
                </a:lnTo>
                <a:lnTo>
                  <a:pt x="662282" y="41870"/>
                </a:lnTo>
                <a:lnTo>
                  <a:pt x="644907" y="128391"/>
                </a:lnTo>
                <a:cubicBezTo>
                  <a:pt x="642476" y="140435"/>
                  <a:pt x="637611" y="149555"/>
                  <a:pt x="630314" y="155752"/>
                </a:cubicBezTo>
                <a:cubicBezTo>
                  <a:pt x="623018" y="161950"/>
                  <a:pt x="613694" y="165049"/>
                  <a:pt x="602343" y="165049"/>
                </a:cubicBezTo>
                <a:moveTo>
                  <a:pt x="610508" y="109974"/>
                </a:moveTo>
                <a:cubicBezTo>
                  <a:pt x="613868" y="109974"/>
                  <a:pt x="617546" y="108961"/>
                  <a:pt x="621541" y="106933"/>
                </a:cubicBezTo>
                <a:cubicBezTo>
                  <a:pt x="625537" y="104906"/>
                  <a:pt x="629214" y="101634"/>
                  <a:pt x="632572" y="97117"/>
                </a:cubicBezTo>
                <a:lnTo>
                  <a:pt x="639001" y="65498"/>
                </a:lnTo>
                <a:cubicBezTo>
                  <a:pt x="637032" y="61792"/>
                  <a:pt x="634832" y="59129"/>
                  <a:pt x="632400" y="57508"/>
                </a:cubicBezTo>
                <a:cubicBezTo>
                  <a:pt x="629968" y="55886"/>
                  <a:pt x="627420" y="55075"/>
                  <a:pt x="624754" y="55075"/>
                </a:cubicBezTo>
                <a:cubicBezTo>
                  <a:pt x="621280" y="55075"/>
                  <a:pt x="617950" y="56088"/>
                  <a:pt x="614765" y="58115"/>
                </a:cubicBezTo>
                <a:cubicBezTo>
                  <a:pt x="611581" y="60141"/>
                  <a:pt x="608743" y="62891"/>
                  <a:pt x="606253" y="66365"/>
                </a:cubicBezTo>
                <a:cubicBezTo>
                  <a:pt x="603763" y="69840"/>
                  <a:pt x="601793" y="73865"/>
                  <a:pt x="600344" y="78440"/>
                </a:cubicBezTo>
                <a:cubicBezTo>
                  <a:pt x="598897" y="83016"/>
                  <a:pt x="598173" y="87851"/>
                  <a:pt x="598173" y="92947"/>
                </a:cubicBezTo>
                <a:cubicBezTo>
                  <a:pt x="598173" y="98738"/>
                  <a:pt x="599302" y="103024"/>
                  <a:pt x="601561" y="105804"/>
                </a:cubicBezTo>
                <a:cubicBezTo>
                  <a:pt x="603820" y="108584"/>
                  <a:pt x="606802" y="109974"/>
                  <a:pt x="610508" y="109974"/>
                </a:cubicBezTo>
                <a:close/>
                <a:moveTo>
                  <a:pt x="670883" y="93122"/>
                </a:moveTo>
                <a:cubicBezTo>
                  <a:pt x="670883" y="85130"/>
                  <a:pt x="672244" y="77862"/>
                  <a:pt x="674966" y="71317"/>
                </a:cubicBezTo>
                <a:cubicBezTo>
                  <a:pt x="677687" y="64773"/>
                  <a:pt x="681278" y="59155"/>
                  <a:pt x="685737" y="54465"/>
                </a:cubicBezTo>
                <a:cubicBezTo>
                  <a:pt x="690196" y="49774"/>
                  <a:pt x="695205" y="46155"/>
                  <a:pt x="700765" y="43606"/>
                </a:cubicBezTo>
                <a:cubicBezTo>
                  <a:pt x="706325" y="41058"/>
                  <a:pt x="711884" y="39784"/>
                  <a:pt x="717443" y="39784"/>
                </a:cubicBezTo>
                <a:cubicBezTo>
                  <a:pt x="722423" y="39784"/>
                  <a:pt x="726621" y="40595"/>
                  <a:pt x="730038" y="42217"/>
                </a:cubicBezTo>
                <a:cubicBezTo>
                  <a:pt x="733456" y="43838"/>
                  <a:pt x="736236" y="46067"/>
                  <a:pt x="738378" y="48906"/>
                </a:cubicBezTo>
                <a:cubicBezTo>
                  <a:pt x="740521" y="51744"/>
                  <a:pt x="742086" y="55075"/>
                  <a:pt x="743070" y="58897"/>
                </a:cubicBezTo>
                <a:cubicBezTo>
                  <a:pt x="744054" y="62718"/>
                  <a:pt x="744547" y="66829"/>
                  <a:pt x="744547" y="71230"/>
                </a:cubicBezTo>
                <a:cubicBezTo>
                  <a:pt x="744547" y="74938"/>
                  <a:pt x="744083" y="78529"/>
                  <a:pt x="743155" y="82003"/>
                </a:cubicBezTo>
                <a:cubicBezTo>
                  <a:pt x="742229" y="85478"/>
                  <a:pt x="741477" y="87910"/>
                  <a:pt x="740899" y="89299"/>
                </a:cubicBezTo>
                <a:lnTo>
                  <a:pt x="688950" y="89299"/>
                </a:lnTo>
                <a:cubicBezTo>
                  <a:pt x="688487" y="93816"/>
                  <a:pt x="688718" y="97696"/>
                  <a:pt x="689644" y="100939"/>
                </a:cubicBezTo>
                <a:cubicBezTo>
                  <a:pt x="690572" y="104183"/>
                  <a:pt x="691991" y="106847"/>
                  <a:pt x="693902" y="108932"/>
                </a:cubicBezTo>
                <a:cubicBezTo>
                  <a:pt x="695814" y="111016"/>
                  <a:pt x="698159" y="112550"/>
                  <a:pt x="700938" y="113534"/>
                </a:cubicBezTo>
                <a:cubicBezTo>
                  <a:pt x="703718" y="114519"/>
                  <a:pt x="706729" y="115011"/>
                  <a:pt x="709972" y="115011"/>
                </a:cubicBezTo>
                <a:cubicBezTo>
                  <a:pt x="712984" y="115011"/>
                  <a:pt x="716053" y="114316"/>
                  <a:pt x="719179" y="112927"/>
                </a:cubicBezTo>
                <a:cubicBezTo>
                  <a:pt x="722307" y="111538"/>
                  <a:pt x="725030" y="109975"/>
                  <a:pt x="727347" y="108238"/>
                </a:cubicBezTo>
                <a:lnTo>
                  <a:pt x="734295" y="120226"/>
                </a:lnTo>
                <a:cubicBezTo>
                  <a:pt x="730821" y="122657"/>
                  <a:pt x="726622" y="124771"/>
                  <a:pt x="721700" y="126567"/>
                </a:cubicBezTo>
                <a:cubicBezTo>
                  <a:pt x="716778" y="128361"/>
                  <a:pt x="711247" y="129257"/>
                  <a:pt x="705108" y="129257"/>
                </a:cubicBezTo>
                <a:cubicBezTo>
                  <a:pt x="700012" y="129257"/>
                  <a:pt x="695379" y="128447"/>
                  <a:pt x="691208" y="126827"/>
                </a:cubicBezTo>
                <a:cubicBezTo>
                  <a:pt x="687039" y="125204"/>
                  <a:pt x="683449" y="122859"/>
                  <a:pt x="680437" y="119791"/>
                </a:cubicBezTo>
                <a:cubicBezTo>
                  <a:pt x="677426" y="116721"/>
                  <a:pt x="675081" y="112956"/>
                  <a:pt x="673402" y="108497"/>
                </a:cubicBezTo>
                <a:cubicBezTo>
                  <a:pt x="671723" y="104039"/>
                  <a:pt x="670883" y="98913"/>
                  <a:pt x="670883" y="93122"/>
                </a:cubicBezTo>
                <a:moveTo>
                  <a:pt x="690514" y="77486"/>
                </a:moveTo>
                <a:lnTo>
                  <a:pt x="728216" y="77486"/>
                </a:lnTo>
                <a:cubicBezTo>
                  <a:pt x="728448" y="76327"/>
                  <a:pt x="728650" y="75139"/>
                  <a:pt x="728823" y="73923"/>
                </a:cubicBezTo>
                <a:cubicBezTo>
                  <a:pt x="728997" y="72707"/>
                  <a:pt x="729083" y="71405"/>
                  <a:pt x="729083" y="70016"/>
                </a:cubicBezTo>
                <a:cubicBezTo>
                  <a:pt x="729083" y="65845"/>
                  <a:pt x="728070" y="62167"/>
                  <a:pt x="726043" y="58982"/>
                </a:cubicBezTo>
                <a:cubicBezTo>
                  <a:pt x="724015" y="55797"/>
                  <a:pt x="720396" y="54205"/>
                  <a:pt x="715184" y="54205"/>
                </a:cubicBezTo>
                <a:cubicBezTo>
                  <a:pt x="709972" y="54205"/>
                  <a:pt x="705078" y="56261"/>
                  <a:pt x="700503" y="60374"/>
                </a:cubicBezTo>
                <a:cubicBezTo>
                  <a:pt x="695929" y="64485"/>
                  <a:pt x="692599" y="70189"/>
                  <a:pt x="690514" y="77486"/>
                </a:cubicBezTo>
                <a:close/>
                <a:moveTo>
                  <a:pt x="753147" y="127174"/>
                </a:moveTo>
                <a:lnTo>
                  <a:pt x="770171" y="41870"/>
                </a:lnTo>
                <a:lnTo>
                  <a:pt x="785287" y="41870"/>
                </a:lnTo>
                <a:lnTo>
                  <a:pt x="784418" y="53858"/>
                </a:lnTo>
                <a:lnTo>
                  <a:pt x="785112" y="53858"/>
                </a:lnTo>
                <a:cubicBezTo>
                  <a:pt x="789630" y="50035"/>
                  <a:pt x="794292" y="46734"/>
                  <a:pt x="799099" y="43954"/>
                </a:cubicBezTo>
                <a:cubicBezTo>
                  <a:pt x="803906" y="41174"/>
                  <a:pt x="809031" y="39784"/>
                  <a:pt x="814475" y="39784"/>
                </a:cubicBezTo>
                <a:cubicBezTo>
                  <a:pt x="821656" y="39784"/>
                  <a:pt x="826809" y="41637"/>
                  <a:pt x="829936" y="45345"/>
                </a:cubicBezTo>
                <a:cubicBezTo>
                  <a:pt x="833064" y="49051"/>
                  <a:pt x="834628" y="54379"/>
                  <a:pt x="834628" y="61328"/>
                </a:cubicBezTo>
                <a:cubicBezTo>
                  <a:pt x="834628" y="63297"/>
                  <a:pt x="834541" y="65208"/>
                  <a:pt x="834368" y="67062"/>
                </a:cubicBezTo>
                <a:cubicBezTo>
                  <a:pt x="834195" y="68915"/>
                  <a:pt x="833818" y="70999"/>
                  <a:pt x="833239" y="73316"/>
                </a:cubicBezTo>
                <a:lnTo>
                  <a:pt x="822468" y="127174"/>
                </a:lnTo>
                <a:lnTo>
                  <a:pt x="803876" y="127174"/>
                </a:lnTo>
                <a:lnTo>
                  <a:pt x="814300" y="75747"/>
                </a:lnTo>
                <a:cubicBezTo>
                  <a:pt x="814648" y="73778"/>
                  <a:pt x="814967" y="72099"/>
                  <a:pt x="815257" y="70710"/>
                </a:cubicBezTo>
                <a:cubicBezTo>
                  <a:pt x="815547" y="69319"/>
                  <a:pt x="815692" y="67987"/>
                  <a:pt x="815692" y="66712"/>
                </a:cubicBezTo>
                <a:cubicBezTo>
                  <a:pt x="815692" y="59417"/>
                  <a:pt x="812101" y="55769"/>
                  <a:pt x="804921" y="55769"/>
                </a:cubicBezTo>
                <a:cubicBezTo>
                  <a:pt x="801909" y="55769"/>
                  <a:pt x="798694" y="56812"/>
                  <a:pt x="795276" y="58897"/>
                </a:cubicBezTo>
                <a:cubicBezTo>
                  <a:pt x="791860" y="60981"/>
                  <a:pt x="787893" y="64339"/>
                  <a:pt x="783376" y="68971"/>
                </a:cubicBezTo>
                <a:lnTo>
                  <a:pt x="771910" y="127174"/>
                </a:lnTo>
                <a:lnTo>
                  <a:pt x="753147" y="127174"/>
                </a:lnTo>
                <a:close/>
                <a:moveTo>
                  <a:pt x="862165" y="158098"/>
                </a:moveTo>
                <a:cubicBezTo>
                  <a:pt x="859501" y="150686"/>
                  <a:pt x="857156" y="142231"/>
                  <a:pt x="855129" y="132733"/>
                </a:cubicBezTo>
                <a:cubicBezTo>
                  <a:pt x="853102" y="123235"/>
                  <a:pt x="852088" y="113738"/>
                  <a:pt x="852088" y="104240"/>
                </a:cubicBezTo>
                <a:cubicBezTo>
                  <a:pt x="852088" y="94164"/>
                  <a:pt x="852986" y="84609"/>
                  <a:pt x="854782" y="75575"/>
                </a:cubicBezTo>
                <a:cubicBezTo>
                  <a:pt x="856577" y="66540"/>
                  <a:pt x="859212" y="57795"/>
                  <a:pt x="862687" y="49340"/>
                </a:cubicBezTo>
                <a:cubicBezTo>
                  <a:pt x="866162" y="40885"/>
                  <a:pt x="870418" y="32605"/>
                  <a:pt x="875457" y="24498"/>
                </a:cubicBezTo>
                <a:cubicBezTo>
                  <a:pt x="880496" y="16389"/>
                  <a:pt x="886258" y="8223"/>
                  <a:pt x="892744" y="0"/>
                </a:cubicBezTo>
                <a:lnTo>
                  <a:pt x="903687" y="5731"/>
                </a:lnTo>
                <a:cubicBezTo>
                  <a:pt x="891411" y="21715"/>
                  <a:pt x="882290" y="37989"/>
                  <a:pt x="876324" y="54552"/>
                </a:cubicBezTo>
                <a:cubicBezTo>
                  <a:pt x="870359" y="71116"/>
                  <a:pt x="867377" y="88200"/>
                  <a:pt x="867377" y="105804"/>
                </a:cubicBezTo>
                <a:cubicBezTo>
                  <a:pt x="867377" y="109627"/>
                  <a:pt x="867522" y="113652"/>
                  <a:pt x="867811" y="117879"/>
                </a:cubicBezTo>
                <a:cubicBezTo>
                  <a:pt x="868101" y="122107"/>
                  <a:pt x="868507" y="126305"/>
                  <a:pt x="869028" y="130474"/>
                </a:cubicBezTo>
                <a:cubicBezTo>
                  <a:pt x="869550" y="134643"/>
                  <a:pt x="870244" y="138668"/>
                  <a:pt x="871112" y="142547"/>
                </a:cubicBezTo>
                <a:cubicBezTo>
                  <a:pt x="871981" y="146428"/>
                  <a:pt x="873053" y="149990"/>
                  <a:pt x="874328" y="153233"/>
                </a:cubicBezTo>
                <a:lnTo>
                  <a:pt x="862165" y="158098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Text ){yield">
            <a:extLst xmlns:a="http://schemas.openxmlformats.org/drawingml/2006/main">
              <a:ext uri="{FF2B5EF4-FFF2-40B4-BE49-F238E27FC236}">
                <a16:creationId xmlns:a16="http://schemas.microsoft.com/office/drawing/2014/main" id="{6EC513AA-0DFD-43C9-8017-1A89F802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973" y="3216229"/>
            <a:ext cx="533543" cy="162268"/>
          </a:xfrm>
          <a:custGeom xmlns:a="http://schemas.openxmlformats.org/drawingml/2006/main">
            <a:pathLst>
              <a:path w="533543" h="162268">
                <a:moveTo>
                  <a:pt x="10771" y="158098"/>
                </a:moveTo>
                <a:lnTo>
                  <a:pt x="0" y="152191"/>
                </a:lnTo>
                <a:cubicBezTo>
                  <a:pt x="12276" y="136324"/>
                  <a:pt x="21367" y="120081"/>
                  <a:pt x="27273" y="103461"/>
                </a:cubicBezTo>
                <a:cubicBezTo>
                  <a:pt x="33182" y="86839"/>
                  <a:pt x="36136" y="69725"/>
                  <a:pt x="36136" y="52119"/>
                </a:cubicBezTo>
                <a:cubicBezTo>
                  <a:pt x="36136" y="48298"/>
                  <a:pt x="35991" y="44273"/>
                  <a:pt x="35701" y="40046"/>
                </a:cubicBezTo>
                <a:cubicBezTo>
                  <a:pt x="35411" y="35819"/>
                  <a:pt x="35006" y="31620"/>
                  <a:pt x="34484" y="27451"/>
                </a:cubicBezTo>
                <a:cubicBezTo>
                  <a:pt x="33965" y="23280"/>
                  <a:pt x="33270" y="19255"/>
                  <a:pt x="32401" y="15376"/>
                </a:cubicBezTo>
                <a:cubicBezTo>
                  <a:pt x="31533" y="11495"/>
                  <a:pt x="30519" y="7933"/>
                  <a:pt x="29360" y="4690"/>
                </a:cubicBezTo>
                <a:lnTo>
                  <a:pt x="41348" y="0"/>
                </a:lnTo>
                <a:cubicBezTo>
                  <a:pt x="42739" y="3706"/>
                  <a:pt x="44042" y="7673"/>
                  <a:pt x="45258" y="11900"/>
                </a:cubicBezTo>
                <a:cubicBezTo>
                  <a:pt x="46474" y="16128"/>
                  <a:pt x="47545" y="20559"/>
                  <a:pt x="48471" y="25192"/>
                </a:cubicBezTo>
                <a:cubicBezTo>
                  <a:pt x="49397" y="29825"/>
                  <a:pt x="50121" y="34544"/>
                  <a:pt x="50642" y="39351"/>
                </a:cubicBezTo>
                <a:cubicBezTo>
                  <a:pt x="51163" y="44157"/>
                  <a:pt x="51424" y="48934"/>
                  <a:pt x="51424" y="53683"/>
                </a:cubicBezTo>
                <a:cubicBezTo>
                  <a:pt x="51424" y="63760"/>
                  <a:pt x="50526" y="73345"/>
                  <a:pt x="48731" y="82438"/>
                </a:cubicBezTo>
                <a:cubicBezTo>
                  <a:pt x="46937" y="91529"/>
                  <a:pt x="44303" y="100302"/>
                  <a:pt x="40828" y="108757"/>
                </a:cubicBezTo>
                <a:cubicBezTo>
                  <a:pt x="37353" y="117212"/>
                  <a:pt x="33097" y="125493"/>
                  <a:pt x="28058" y="133600"/>
                </a:cubicBezTo>
                <a:cubicBezTo>
                  <a:pt x="23020" y="141708"/>
                  <a:pt x="17257" y="149874"/>
                  <a:pt x="10771" y="158098"/>
                </a:cubicBezTo>
                <a:close/>
                <a:moveTo>
                  <a:pt x="117445" y="153580"/>
                </a:moveTo>
                <a:cubicBezTo>
                  <a:pt x="111653" y="153580"/>
                  <a:pt x="107541" y="152393"/>
                  <a:pt x="105110" y="150017"/>
                </a:cubicBezTo>
                <a:cubicBezTo>
                  <a:pt x="102678" y="147644"/>
                  <a:pt x="101462" y="143967"/>
                  <a:pt x="101462" y="138987"/>
                </a:cubicBezTo>
                <a:cubicBezTo>
                  <a:pt x="101462" y="135744"/>
                  <a:pt x="101954" y="132008"/>
                  <a:pt x="102938" y="127781"/>
                </a:cubicBezTo>
                <a:cubicBezTo>
                  <a:pt x="103923" y="123553"/>
                  <a:pt x="104965" y="119355"/>
                  <a:pt x="106064" y="115186"/>
                </a:cubicBezTo>
                <a:cubicBezTo>
                  <a:pt x="107165" y="111017"/>
                  <a:pt x="108208" y="107108"/>
                  <a:pt x="109192" y="103461"/>
                </a:cubicBezTo>
                <a:cubicBezTo>
                  <a:pt x="110176" y="99811"/>
                  <a:pt x="110669" y="96828"/>
                  <a:pt x="110669" y="94511"/>
                </a:cubicBezTo>
                <a:cubicBezTo>
                  <a:pt x="110669" y="92079"/>
                  <a:pt x="109857" y="89849"/>
                  <a:pt x="108235" y="87822"/>
                </a:cubicBezTo>
                <a:cubicBezTo>
                  <a:pt x="106614" y="85795"/>
                  <a:pt x="103372" y="84666"/>
                  <a:pt x="98509" y="84434"/>
                </a:cubicBezTo>
                <a:lnTo>
                  <a:pt x="100940" y="73316"/>
                </a:lnTo>
                <a:cubicBezTo>
                  <a:pt x="103834" y="73199"/>
                  <a:pt x="106325" y="72736"/>
                  <a:pt x="108410" y="71927"/>
                </a:cubicBezTo>
                <a:cubicBezTo>
                  <a:pt x="110495" y="71116"/>
                  <a:pt x="112175" y="70044"/>
                  <a:pt x="113450" y="68711"/>
                </a:cubicBezTo>
                <a:cubicBezTo>
                  <a:pt x="114724" y="67379"/>
                  <a:pt x="115708" y="65931"/>
                  <a:pt x="116403" y="64369"/>
                </a:cubicBezTo>
                <a:cubicBezTo>
                  <a:pt x="117097" y="62805"/>
                  <a:pt x="117619" y="61212"/>
                  <a:pt x="117967" y="59589"/>
                </a:cubicBezTo>
                <a:cubicBezTo>
                  <a:pt x="118430" y="56811"/>
                  <a:pt x="118835" y="54206"/>
                  <a:pt x="119181" y="51774"/>
                </a:cubicBezTo>
                <a:cubicBezTo>
                  <a:pt x="119529" y="49340"/>
                  <a:pt x="119876" y="46879"/>
                  <a:pt x="120223" y="44388"/>
                </a:cubicBezTo>
                <a:cubicBezTo>
                  <a:pt x="120571" y="41898"/>
                  <a:pt x="120947" y="39351"/>
                  <a:pt x="121352" y="36746"/>
                </a:cubicBezTo>
                <a:cubicBezTo>
                  <a:pt x="121759" y="34139"/>
                  <a:pt x="122252" y="31330"/>
                  <a:pt x="122831" y="28318"/>
                </a:cubicBezTo>
                <a:cubicBezTo>
                  <a:pt x="123758" y="23686"/>
                  <a:pt x="124858" y="19835"/>
                  <a:pt x="126132" y="16765"/>
                </a:cubicBezTo>
                <a:cubicBezTo>
                  <a:pt x="127406" y="13695"/>
                  <a:pt x="128999" y="11234"/>
                  <a:pt x="130909" y="9382"/>
                </a:cubicBezTo>
                <a:cubicBezTo>
                  <a:pt x="132820" y="7528"/>
                  <a:pt x="135077" y="6196"/>
                  <a:pt x="137682" y="5387"/>
                </a:cubicBezTo>
                <a:cubicBezTo>
                  <a:pt x="140289" y="4576"/>
                  <a:pt x="143447" y="4170"/>
                  <a:pt x="147154" y="4170"/>
                </a:cubicBezTo>
                <a:lnTo>
                  <a:pt x="156709" y="4170"/>
                </a:lnTo>
                <a:lnTo>
                  <a:pt x="154450" y="14419"/>
                </a:lnTo>
                <a:lnTo>
                  <a:pt x="150627" y="14419"/>
                </a:lnTo>
                <a:cubicBezTo>
                  <a:pt x="146575" y="14419"/>
                  <a:pt x="143622" y="15577"/>
                  <a:pt x="141768" y="17894"/>
                </a:cubicBezTo>
                <a:cubicBezTo>
                  <a:pt x="139914" y="20211"/>
                  <a:pt x="138524" y="23976"/>
                  <a:pt x="137598" y="29188"/>
                </a:cubicBezTo>
                <a:cubicBezTo>
                  <a:pt x="136671" y="34051"/>
                  <a:pt x="135832" y="38916"/>
                  <a:pt x="135079" y="43781"/>
                </a:cubicBezTo>
                <a:cubicBezTo>
                  <a:pt x="134326" y="48645"/>
                  <a:pt x="133487" y="53683"/>
                  <a:pt x="132561" y="58895"/>
                </a:cubicBezTo>
                <a:cubicBezTo>
                  <a:pt x="131286" y="65149"/>
                  <a:pt x="129404" y="69811"/>
                  <a:pt x="126914" y="72881"/>
                </a:cubicBezTo>
                <a:cubicBezTo>
                  <a:pt x="124424" y="75951"/>
                  <a:pt x="121036" y="78007"/>
                  <a:pt x="116750" y="79050"/>
                </a:cubicBezTo>
                <a:lnTo>
                  <a:pt x="116575" y="79745"/>
                </a:lnTo>
                <a:cubicBezTo>
                  <a:pt x="122367" y="81365"/>
                  <a:pt x="125262" y="85187"/>
                  <a:pt x="125262" y="91210"/>
                </a:cubicBezTo>
                <a:cubicBezTo>
                  <a:pt x="125262" y="94222"/>
                  <a:pt x="124828" y="97755"/>
                  <a:pt x="123958" y="101809"/>
                </a:cubicBezTo>
                <a:cubicBezTo>
                  <a:pt x="123090" y="105863"/>
                  <a:pt x="122106" y="109975"/>
                  <a:pt x="121005" y="114144"/>
                </a:cubicBezTo>
                <a:cubicBezTo>
                  <a:pt x="119906" y="118313"/>
                  <a:pt x="118921" y="122309"/>
                  <a:pt x="118052" y="126132"/>
                </a:cubicBezTo>
                <a:cubicBezTo>
                  <a:pt x="117184" y="129953"/>
                  <a:pt x="116750" y="133138"/>
                  <a:pt x="116750" y="135686"/>
                </a:cubicBezTo>
                <a:cubicBezTo>
                  <a:pt x="116750" y="138351"/>
                  <a:pt x="117329" y="140292"/>
                  <a:pt x="118486" y="141508"/>
                </a:cubicBezTo>
                <a:cubicBezTo>
                  <a:pt x="119646" y="142724"/>
                  <a:pt x="121905" y="143332"/>
                  <a:pt x="125262" y="143332"/>
                </a:cubicBezTo>
                <a:lnTo>
                  <a:pt x="128738" y="143332"/>
                </a:lnTo>
                <a:lnTo>
                  <a:pt x="126652" y="153580"/>
                </a:lnTo>
                <a:lnTo>
                  <a:pt x="117445" y="153580"/>
                </a:lnTo>
                <a:close/>
                <a:moveTo>
                  <a:pt x="182943" y="162268"/>
                </a:moveTo>
                <a:cubicBezTo>
                  <a:pt x="181554" y="162268"/>
                  <a:pt x="179788" y="161978"/>
                  <a:pt x="177646" y="161398"/>
                </a:cubicBezTo>
                <a:cubicBezTo>
                  <a:pt x="175502" y="160820"/>
                  <a:pt x="173619" y="160068"/>
                  <a:pt x="171997" y="159142"/>
                </a:cubicBezTo>
                <a:lnTo>
                  <a:pt x="177903" y="145590"/>
                </a:lnTo>
                <a:cubicBezTo>
                  <a:pt x="179874" y="146748"/>
                  <a:pt x="181959" y="147327"/>
                  <a:pt x="184160" y="147327"/>
                </a:cubicBezTo>
                <a:cubicBezTo>
                  <a:pt x="187866" y="147327"/>
                  <a:pt x="191398" y="145908"/>
                  <a:pt x="194756" y="143069"/>
                </a:cubicBezTo>
                <a:cubicBezTo>
                  <a:pt x="198115" y="140233"/>
                  <a:pt x="200954" y="136382"/>
                  <a:pt x="203271" y="131516"/>
                </a:cubicBezTo>
                <a:lnTo>
                  <a:pt x="205877" y="126304"/>
                </a:lnTo>
                <a:lnTo>
                  <a:pt x="191108" y="41870"/>
                </a:lnTo>
                <a:lnTo>
                  <a:pt x="209699" y="41870"/>
                </a:lnTo>
                <a:lnTo>
                  <a:pt x="215084" y="84957"/>
                </a:lnTo>
                <a:cubicBezTo>
                  <a:pt x="215547" y="88778"/>
                  <a:pt x="215952" y="92976"/>
                  <a:pt x="216300" y="97552"/>
                </a:cubicBezTo>
                <a:cubicBezTo>
                  <a:pt x="216649" y="102127"/>
                  <a:pt x="216938" y="106442"/>
                  <a:pt x="217170" y="110496"/>
                </a:cubicBezTo>
                <a:lnTo>
                  <a:pt x="217865" y="110496"/>
                </a:lnTo>
                <a:cubicBezTo>
                  <a:pt x="219833" y="106442"/>
                  <a:pt x="221831" y="102185"/>
                  <a:pt x="223858" y="97726"/>
                </a:cubicBezTo>
                <a:cubicBezTo>
                  <a:pt x="225886" y="93267"/>
                  <a:pt x="227884" y="89011"/>
                  <a:pt x="229852" y="84957"/>
                </a:cubicBezTo>
                <a:lnTo>
                  <a:pt x="251047" y="41870"/>
                </a:lnTo>
                <a:lnTo>
                  <a:pt x="269116" y="41870"/>
                </a:lnTo>
                <a:lnTo>
                  <a:pt x="221165" y="131691"/>
                </a:lnTo>
                <a:cubicBezTo>
                  <a:pt x="218502" y="136323"/>
                  <a:pt x="215808" y="140522"/>
                  <a:pt x="213085" y="144286"/>
                </a:cubicBezTo>
                <a:cubicBezTo>
                  <a:pt x="210363" y="148050"/>
                  <a:pt x="207496" y="151264"/>
                  <a:pt x="204485" y="153928"/>
                </a:cubicBezTo>
                <a:cubicBezTo>
                  <a:pt x="201475" y="156593"/>
                  <a:pt x="198204" y="158649"/>
                  <a:pt x="194671" y="160097"/>
                </a:cubicBezTo>
                <a:cubicBezTo>
                  <a:pt x="191138" y="161544"/>
                  <a:pt x="187229" y="162268"/>
                  <a:pt x="182943" y="162268"/>
                </a:cubicBezTo>
                <a:close/>
                <a:moveTo>
                  <a:pt x="265555" y="127174"/>
                </a:moveTo>
                <a:lnTo>
                  <a:pt x="282755" y="41870"/>
                </a:lnTo>
                <a:lnTo>
                  <a:pt x="301344" y="41870"/>
                </a:lnTo>
                <a:lnTo>
                  <a:pt x="284319" y="127174"/>
                </a:lnTo>
                <a:lnTo>
                  <a:pt x="265555" y="127174"/>
                </a:lnTo>
                <a:moveTo>
                  <a:pt x="296479" y="26754"/>
                </a:moveTo>
                <a:cubicBezTo>
                  <a:pt x="293816" y="26754"/>
                  <a:pt x="291384" y="25914"/>
                  <a:pt x="289184" y="24235"/>
                </a:cubicBezTo>
                <a:cubicBezTo>
                  <a:pt x="286983" y="22556"/>
                  <a:pt x="285883" y="20153"/>
                  <a:pt x="285883" y="17025"/>
                </a:cubicBezTo>
                <a:cubicBezTo>
                  <a:pt x="285883" y="13667"/>
                  <a:pt x="287099" y="10801"/>
                  <a:pt x="289531" y="8428"/>
                </a:cubicBezTo>
                <a:cubicBezTo>
                  <a:pt x="291963" y="6052"/>
                  <a:pt x="294916" y="4865"/>
                  <a:pt x="298391" y="4865"/>
                </a:cubicBezTo>
                <a:cubicBezTo>
                  <a:pt x="301054" y="4865"/>
                  <a:pt x="303486" y="5704"/>
                  <a:pt x="305686" y="7383"/>
                </a:cubicBezTo>
                <a:cubicBezTo>
                  <a:pt x="307888" y="9062"/>
                  <a:pt x="308989" y="11466"/>
                  <a:pt x="308989" y="14594"/>
                </a:cubicBezTo>
                <a:cubicBezTo>
                  <a:pt x="308989" y="18068"/>
                  <a:pt x="307773" y="20964"/>
                  <a:pt x="305339" y="23281"/>
                </a:cubicBezTo>
                <a:cubicBezTo>
                  <a:pt x="302907" y="25596"/>
                  <a:pt x="299954" y="26754"/>
                  <a:pt x="296479" y="26754"/>
                </a:cubicBezTo>
                <a:close/>
                <a:moveTo>
                  <a:pt x="310814" y="93122"/>
                </a:moveTo>
                <a:cubicBezTo>
                  <a:pt x="310814" y="85130"/>
                  <a:pt x="312174" y="77862"/>
                  <a:pt x="314896" y="71317"/>
                </a:cubicBezTo>
                <a:cubicBezTo>
                  <a:pt x="317618" y="64773"/>
                  <a:pt x="321208" y="59155"/>
                  <a:pt x="325667" y="54465"/>
                </a:cubicBezTo>
                <a:cubicBezTo>
                  <a:pt x="330126" y="49774"/>
                  <a:pt x="335136" y="46155"/>
                  <a:pt x="340696" y="43606"/>
                </a:cubicBezTo>
                <a:cubicBezTo>
                  <a:pt x="346256" y="41058"/>
                  <a:pt x="351815" y="39784"/>
                  <a:pt x="357373" y="39784"/>
                </a:cubicBezTo>
                <a:cubicBezTo>
                  <a:pt x="362353" y="39784"/>
                  <a:pt x="366552" y="40595"/>
                  <a:pt x="369968" y="42217"/>
                </a:cubicBezTo>
                <a:cubicBezTo>
                  <a:pt x="373386" y="43838"/>
                  <a:pt x="376166" y="46067"/>
                  <a:pt x="378308" y="48906"/>
                </a:cubicBezTo>
                <a:cubicBezTo>
                  <a:pt x="380452" y="51744"/>
                  <a:pt x="382016" y="55075"/>
                  <a:pt x="383000" y="58897"/>
                </a:cubicBezTo>
                <a:cubicBezTo>
                  <a:pt x="383985" y="62718"/>
                  <a:pt x="384477" y="66829"/>
                  <a:pt x="384477" y="71230"/>
                </a:cubicBezTo>
                <a:cubicBezTo>
                  <a:pt x="384477" y="74938"/>
                  <a:pt x="384013" y="78529"/>
                  <a:pt x="383085" y="82003"/>
                </a:cubicBezTo>
                <a:cubicBezTo>
                  <a:pt x="382159" y="85478"/>
                  <a:pt x="381407" y="87910"/>
                  <a:pt x="380829" y="89299"/>
                </a:cubicBezTo>
                <a:lnTo>
                  <a:pt x="328880" y="89299"/>
                </a:lnTo>
                <a:cubicBezTo>
                  <a:pt x="328417" y="93816"/>
                  <a:pt x="328649" y="97696"/>
                  <a:pt x="329575" y="100939"/>
                </a:cubicBezTo>
                <a:cubicBezTo>
                  <a:pt x="330503" y="104183"/>
                  <a:pt x="331922" y="106847"/>
                  <a:pt x="333832" y="108932"/>
                </a:cubicBezTo>
                <a:cubicBezTo>
                  <a:pt x="335744" y="111016"/>
                  <a:pt x="338090" y="112550"/>
                  <a:pt x="340868" y="113534"/>
                </a:cubicBezTo>
                <a:cubicBezTo>
                  <a:pt x="343648" y="114519"/>
                  <a:pt x="346659" y="115011"/>
                  <a:pt x="349903" y="115011"/>
                </a:cubicBezTo>
                <a:cubicBezTo>
                  <a:pt x="352914" y="115011"/>
                  <a:pt x="355983" y="114316"/>
                  <a:pt x="359109" y="112927"/>
                </a:cubicBezTo>
                <a:cubicBezTo>
                  <a:pt x="362238" y="111538"/>
                  <a:pt x="364960" y="109975"/>
                  <a:pt x="367277" y="108238"/>
                </a:cubicBezTo>
                <a:lnTo>
                  <a:pt x="374225" y="120226"/>
                </a:lnTo>
                <a:cubicBezTo>
                  <a:pt x="370751" y="122657"/>
                  <a:pt x="366553" y="124771"/>
                  <a:pt x="361631" y="126567"/>
                </a:cubicBezTo>
                <a:cubicBezTo>
                  <a:pt x="356709" y="128361"/>
                  <a:pt x="351178" y="129257"/>
                  <a:pt x="345038" y="129257"/>
                </a:cubicBezTo>
                <a:cubicBezTo>
                  <a:pt x="339943" y="129257"/>
                  <a:pt x="335310" y="128447"/>
                  <a:pt x="331139" y="126827"/>
                </a:cubicBezTo>
                <a:cubicBezTo>
                  <a:pt x="326970" y="125204"/>
                  <a:pt x="323379" y="122859"/>
                  <a:pt x="320368" y="119791"/>
                </a:cubicBezTo>
                <a:cubicBezTo>
                  <a:pt x="317356" y="116721"/>
                  <a:pt x="315011" y="112956"/>
                  <a:pt x="313332" y="108497"/>
                </a:cubicBezTo>
                <a:cubicBezTo>
                  <a:pt x="311653" y="104039"/>
                  <a:pt x="310814" y="98913"/>
                  <a:pt x="310814" y="93122"/>
                </a:cubicBezTo>
                <a:moveTo>
                  <a:pt x="330444" y="77486"/>
                </a:moveTo>
                <a:lnTo>
                  <a:pt x="368147" y="77486"/>
                </a:lnTo>
                <a:cubicBezTo>
                  <a:pt x="368378" y="76327"/>
                  <a:pt x="368581" y="75139"/>
                  <a:pt x="368754" y="73923"/>
                </a:cubicBezTo>
                <a:cubicBezTo>
                  <a:pt x="368927" y="72707"/>
                  <a:pt x="369014" y="71405"/>
                  <a:pt x="369014" y="70016"/>
                </a:cubicBezTo>
                <a:cubicBezTo>
                  <a:pt x="369014" y="65845"/>
                  <a:pt x="368000" y="62167"/>
                  <a:pt x="365973" y="58982"/>
                </a:cubicBezTo>
                <a:cubicBezTo>
                  <a:pt x="363946" y="55797"/>
                  <a:pt x="360326" y="54205"/>
                  <a:pt x="355114" y="54205"/>
                </a:cubicBezTo>
                <a:cubicBezTo>
                  <a:pt x="349903" y="54205"/>
                  <a:pt x="345009" y="56261"/>
                  <a:pt x="340433" y="60374"/>
                </a:cubicBezTo>
                <a:cubicBezTo>
                  <a:pt x="335859" y="64485"/>
                  <a:pt x="332530" y="70189"/>
                  <a:pt x="330444" y="77486"/>
                </a:cubicBezTo>
                <a:close/>
                <a:moveTo>
                  <a:pt x="410625" y="129257"/>
                </a:moveTo>
                <a:cubicBezTo>
                  <a:pt x="405644" y="129257"/>
                  <a:pt x="401996" y="128042"/>
                  <a:pt x="399679" y="125610"/>
                </a:cubicBezTo>
                <a:cubicBezTo>
                  <a:pt x="397362" y="123178"/>
                  <a:pt x="396203" y="119762"/>
                  <a:pt x="396203" y="115361"/>
                </a:cubicBezTo>
                <a:cubicBezTo>
                  <a:pt x="396203" y="112696"/>
                  <a:pt x="396609" y="109684"/>
                  <a:pt x="397420" y="106326"/>
                </a:cubicBezTo>
                <a:lnTo>
                  <a:pt x="417748" y="4517"/>
                </a:lnTo>
                <a:lnTo>
                  <a:pt x="436337" y="4517"/>
                </a:lnTo>
                <a:lnTo>
                  <a:pt x="415836" y="107193"/>
                </a:lnTo>
                <a:cubicBezTo>
                  <a:pt x="415605" y="108121"/>
                  <a:pt x="415489" y="108816"/>
                  <a:pt x="415489" y="109280"/>
                </a:cubicBezTo>
                <a:cubicBezTo>
                  <a:pt x="415489" y="109743"/>
                  <a:pt x="415489" y="110148"/>
                  <a:pt x="415489" y="110496"/>
                </a:cubicBezTo>
                <a:cubicBezTo>
                  <a:pt x="415489" y="112928"/>
                  <a:pt x="416474" y="114144"/>
                  <a:pt x="418442" y="114144"/>
                </a:cubicBezTo>
                <a:cubicBezTo>
                  <a:pt x="419022" y="114144"/>
                  <a:pt x="419485" y="114115"/>
                  <a:pt x="419831" y="114057"/>
                </a:cubicBezTo>
                <a:cubicBezTo>
                  <a:pt x="420180" y="113998"/>
                  <a:pt x="420759" y="113853"/>
                  <a:pt x="421571" y="113622"/>
                </a:cubicBezTo>
                <a:lnTo>
                  <a:pt x="421223" y="127521"/>
                </a:lnTo>
                <a:cubicBezTo>
                  <a:pt x="419949" y="128101"/>
                  <a:pt x="418443" y="128535"/>
                  <a:pt x="416706" y="128823"/>
                </a:cubicBezTo>
                <a:cubicBezTo>
                  <a:pt x="414969" y="129113"/>
                  <a:pt x="412942" y="129257"/>
                  <a:pt x="410625" y="129257"/>
                </a:cubicBezTo>
                <a:close/>
                <a:moveTo>
                  <a:pt x="506614" y="51077"/>
                </a:moveTo>
                <a:lnTo>
                  <a:pt x="509045" y="34747"/>
                </a:lnTo>
                <a:lnTo>
                  <a:pt x="514951" y="4517"/>
                </a:lnTo>
                <a:lnTo>
                  <a:pt x="533543" y="4517"/>
                </a:lnTo>
                <a:lnTo>
                  <a:pt x="508872" y="127174"/>
                </a:lnTo>
                <a:lnTo>
                  <a:pt x="493584" y="127174"/>
                </a:lnTo>
                <a:lnTo>
                  <a:pt x="494451" y="115361"/>
                </a:lnTo>
                <a:lnTo>
                  <a:pt x="493931" y="115361"/>
                </a:lnTo>
                <a:cubicBezTo>
                  <a:pt x="489877" y="119530"/>
                  <a:pt x="485388" y="122889"/>
                  <a:pt x="480464" y="125437"/>
                </a:cubicBezTo>
                <a:cubicBezTo>
                  <a:pt x="475542" y="127984"/>
                  <a:pt x="470649" y="129257"/>
                  <a:pt x="465786" y="129257"/>
                </a:cubicBezTo>
                <a:cubicBezTo>
                  <a:pt x="458257" y="129257"/>
                  <a:pt x="452320" y="126594"/>
                  <a:pt x="447976" y="121267"/>
                </a:cubicBezTo>
                <a:cubicBezTo>
                  <a:pt x="443634" y="115939"/>
                  <a:pt x="441463" y="108236"/>
                  <a:pt x="441463" y="98159"/>
                </a:cubicBezTo>
                <a:cubicBezTo>
                  <a:pt x="441463" y="90052"/>
                  <a:pt x="442736" y="82437"/>
                  <a:pt x="445283" y="75315"/>
                </a:cubicBezTo>
                <a:cubicBezTo>
                  <a:pt x="447831" y="68191"/>
                  <a:pt x="451249" y="61994"/>
                  <a:pt x="455534" y="56723"/>
                </a:cubicBezTo>
                <a:cubicBezTo>
                  <a:pt x="459820" y="51453"/>
                  <a:pt x="464714" y="47312"/>
                  <a:pt x="470216" y="44301"/>
                </a:cubicBezTo>
                <a:cubicBezTo>
                  <a:pt x="475717" y="41289"/>
                  <a:pt x="481421" y="39784"/>
                  <a:pt x="487328" y="39784"/>
                </a:cubicBezTo>
                <a:cubicBezTo>
                  <a:pt x="491499" y="39784"/>
                  <a:pt x="495206" y="40826"/>
                  <a:pt x="498449" y="42912"/>
                </a:cubicBezTo>
                <a:cubicBezTo>
                  <a:pt x="501692" y="44997"/>
                  <a:pt x="504239" y="47719"/>
                  <a:pt x="506092" y="51077"/>
                </a:cubicBezTo>
                <a:lnTo>
                  <a:pt x="506614" y="51077"/>
                </a:lnTo>
                <a:moveTo>
                  <a:pt x="473429" y="113969"/>
                </a:moveTo>
                <a:cubicBezTo>
                  <a:pt x="477136" y="113969"/>
                  <a:pt x="480901" y="112869"/>
                  <a:pt x="484722" y="110669"/>
                </a:cubicBezTo>
                <a:cubicBezTo>
                  <a:pt x="488545" y="108468"/>
                  <a:pt x="492252" y="104762"/>
                  <a:pt x="495843" y="99550"/>
                </a:cubicBezTo>
                <a:lnTo>
                  <a:pt x="502791" y="65498"/>
                </a:lnTo>
                <a:cubicBezTo>
                  <a:pt x="500822" y="61792"/>
                  <a:pt x="498593" y="59129"/>
                  <a:pt x="496103" y="57508"/>
                </a:cubicBezTo>
                <a:cubicBezTo>
                  <a:pt x="493612" y="55886"/>
                  <a:pt x="491035" y="55075"/>
                  <a:pt x="488370" y="55075"/>
                </a:cubicBezTo>
                <a:cubicBezTo>
                  <a:pt x="484780" y="55075"/>
                  <a:pt x="481306" y="56146"/>
                  <a:pt x="477946" y="58288"/>
                </a:cubicBezTo>
                <a:cubicBezTo>
                  <a:pt x="474588" y="60430"/>
                  <a:pt x="471635" y="63354"/>
                  <a:pt x="469086" y="67062"/>
                </a:cubicBezTo>
                <a:cubicBezTo>
                  <a:pt x="466538" y="70768"/>
                  <a:pt x="464511" y="75083"/>
                  <a:pt x="463005" y="80005"/>
                </a:cubicBezTo>
                <a:cubicBezTo>
                  <a:pt x="461499" y="84927"/>
                  <a:pt x="460746" y="90109"/>
                  <a:pt x="460746" y="95553"/>
                </a:cubicBezTo>
                <a:cubicBezTo>
                  <a:pt x="460746" y="101807"/>
                  <a:pt x="461876" y="106440"/>
                  <a:pt x="464134" y="109452"/>
                </a:cubicBezTo>
                <a:cubicBezTo>
                  <a:pt x="466393" y="112463"/>
                  <a:pt x="469491" y="113969"/>
                  <a:pt x="473429" y="11396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Text ;}">
            <a:extLst xmlns:a="http://schemas.openxmlformats.org/drawingml/2006/main">
              <a:ext uri="{FF2B5EF4-FFF2-40B4-BE49-F238E27FC236}">
                <a16:creationId xmlns:a16="http://schemas.microsoft.com/office/drawing/2014/main" id="{BDC2C005-7584-4F85-B71A-A6A5F47E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262" y="3220399"/>
            <a:ext cx="134124" cy="153580"/>
          </a:xfrm>
          <a:custGeom xmlns:a="http://schemas.openxmlformats.org/drawingml/2006/main">
            <a:pathLst>
              <a:path w="134124" h="153580">
                <a:moveTo>
                  <a:pt x="29710" y="64106"/>
                </a:moveTo>
                <a:cubicBezTo>
                  <a:pt x="26582" y="64106"/>
                  <a:pt x="24091" y="63094"/>
                  <a:pt x="22237" y="61068"/>
                </a:cubicBezTo>
                <a:cubicBezTo>
                  <a:pt x="20384" y="59041"/>
                  <a:pt x="19458" y="56464"/>
                  <a:pt x="19458" y="53335"/>
                </a:cubicBezTo>
                <a:cubicBezTo>
                  <a:pt x="19458" y="51483"/>
                  <a:pt x="19806" y="49659"/>
                  <a:pt x="20500" y="47864"/>
                </a:cubicBezTo>
                <a:cubicBezTo>
                  <a:pt x="21197" y="46068"/>
                  <a:pt x="22210" y="44476"/>
                  <a:pt x="23541" y="43087"/>
                </a:cubicBezTo>
                <a:cubicBezTo>
                  <a:pt x="24873" y="41696"/>
                  <a:pt x="26408" y="40566"/>
                  <a:pt x="28146" y="39699"/>
                </a:cubicBezTo>
                <a:cubicBezTo>
                  <a:pt x="29883" y="38829"/>
                  <a:pt x="31794" y="38394"/>
                  <a:pt x="33880" y="38394"/>
                </a:cubicBezTo>
                <a:cubicBezTo>
                  <a:pt x="37006" y="38394"/>
                  <a:pt x="39467" y="39437"/>
                  <a:pt x="41263" y="41523"/>
                </a:cubicBezTo>
                <a:cubicBezTo>
                  <a:pt x="43058" y="43606"/>
                  <a:pt x="43956" y="46212"/>
                  <a:pt x="43956" y="49340"/>
                </a:cubicBezTo>
                <a:cubicBezTo>
                  <a:pt x="43956" y="51193"/>
                  <a:pt x="43608" y="53016"/>
                  <a:pt x="42912" y="54812"/>
                </a:cubicBezTo>
                <a:cubicBezTo>
                  <a:pt x="42217" y="56608"/>
                  <a:pt x="41262" y="58201"/>
                  <a:pt x="40046" y="59592"/>
                </a:cubicBezTo>
                <a:cubicBezTo>
                  <a:pt x="38830" y="60981"/>
                  <a:pt x="37324" y="62081"/>
                  <a:pt x="35529" y="62892"/>
                </a:cubicBezTo>
                <a:cubicBezTo>
                  <a:pt x="33735" y="63702"/>
                  <a:pt x="31795" y="64106"/>
                  <a:pt x="29710" y="64106"/>
                </a:cubicBezTo>
                <a:moveTo>
                  <a:pt x="2259" y="153580"/>
                </a:moveTo>
                <a:lnTo>
                  <a:pt x="0" y="142984"/>
                </a:lnTo>
                <a:cubicBezTo>
                  <a:pt x="6140" y="141016"/>
                  <a:pt x="10947" y="138265"/>
                  <a:pt x="14421" y="134732"/>
                </a:cubicBezTo>
                <a:cubicBezTo>
                  <a:pt x="17896" y="131199"/>
                  <a:pt x="20096" y="127405"/>
                  <a:pt x="21022" y="123351"/>
                </a:cubicBezTo>
                <a:cubicBezTo>
                  <a:pt x="17664" y="123351"/>
                  <a:pt x="14914" y="122425"/>
                  <a:pt x="12770" y="120573"/>
                </a:cubicBezTo>
                <a:cubicBezTo>
                  <a:pt x="10628" y="118719"/>
                  <a:pt x="9557" y="116170"/>
                  <a:pt x="9557" y="112927"/>
                </a:cubicBezTo>
                <a:cubicBezTo>
                  <a:pt x="9557" y="109453"/>
                  <a:pt x="10773" y="106325"/>
                  <a:pt x="13205" y="103545"/>
                </a:cubicBezTo>
                <a:cubicBezTo>
                  <a:pt x="15636" y="100765"/>
                  <a:pt x="18938" y="99375"/>
                  <a:pt x="23109" y="99375"/>
                </a:cubicBezTo>
                <a:cubicBezTo>
                  <a:pt x="27046" y="99375"/>
                  <a:pt x="30057" y="100650"/>
                  <a:pt x="32141" y="103198"/>
                </a:cubicBezTo>
                <a:cubicBezTo>
                  <a:pt x="34226" y="105747"/>
                  <a:pt x="35269" y="109221"/>
                  <a:pt x="35269" y="113622"/>
                </a:cubicBezTo>
                <a:cubicBezTo>
                  <a:pt x="35269" y="118487"/>
                  <a:pt x="34487" y="123091"/>
                  <a:pt x="32923" y="127434"/>
                </a:cubicBezTo>
                <a:cubicBezTo>
                  <a:pt x="31360" y="131778"/>
                  <a:pt x="29131" y="135687"/>
                  <a:pt x="26234" y="139162"/>
                </a:cubicBezTo>
                <a:cubicBezTo>
                  <a:pt x="23339" y="142636"/>
                  <a:pt x="19865" y="145619"/>
                  <a:pt x="15811" y="148109"/>
                </a:cubicBezTo>
                <a:cubicBezTo>
                  <a:pt x="11756" y="150599"/>
                  <a:pt x="7239" y="152423"/>
                  <a:pt x="2259" y="153580"/>
                </a:cubicBezTo>
                <a:close/>
                <a:moveTo>
                  <a:pt x="75924" y="149410"/>
                </a:moveTo>
                <a:lnTo>
                  <a:pt x="78183" y="139162"/>
                </a:lnTo>
                <a:lnTo>
                  <a:pt x="82006" y="139162"/>
                </a:lnTo>
                <a:cubicBezTo>
                  <a:pt x="86058" y="139162"/>
                  <a:pt x="89011" y="138032"/>
                  <a:pt x="90865" y="135774"/>
                </a:cubicBezTo>
                <a:cubicBezTo>
                  <a:pt x="92719" y="133515"/>
                  <a:pt x="94109" y="129780"/>
                  <a:pt x="95035" y="124568"/>
                </a:cubicBezTo>
                <a:cubicBezTo>
                  <a:pt x="95961" y="119702"/>
                  <a:pt x="96801" y="114838"/>
                  <a:pt x="97554" y="109974"/>
                </a:cubicBezTo>
                <a:cubicBezTo>
                  <a:pt x="98307" y="105109"/>
                  <a:pt x="99146" y="100070"/>
                  <a:pt x="100072" y="94858"/>
                </a:cubicBezTo>
                <a:cubicBezTo>
                  <a:pt x="101346" y="88604"/>
                  <a:pt x="103229" y="83913"/>
                  <a:pt x="105719" y="80787"/>
                </a:cubicBezTo>
                <a:cubicBezTo>
                  <a:pt x="108209" y="77658"/>
                  <a:pt x="111597" y="75573"/>
                  <a:pt x="115883" y="74530"/>
                </a:cubicBezTo>
                <a:lnTo>
                  <a:pt x="116058" y="73836"/>
                </a:lnTo>
                <a:cubicBezTo>
                  <a:pt x="112929" y="72910"/>
                  <a:pt x="110699" y="71520"/>
                  <a:pt x="109367" y="69668"/>
                </a:cubicBezTo>
                <a:cubicBezTo>
                  <a:pt x="108036" y="67814"/>
                  <a:pt x="107370" y="65382"/>
                  <a:pt x="107370" y="62370"/>
                </a:cubicBezTo>
                <a:cubicBezTo>
                  <a:pt x="107370" y="59475"/>
                  <a:pt x="107804" y="56001"/>
                  <a:pt x="108672" y="51946"/>
                </a:cubicBezTo>
                <a:cubicBezTo>
                  <a:pt x="109541" y="47892"/>
                  <a:pt x="110526" y="43780"/>
                  <a:pt x="111625" y="39611"/>
                </a:cubicBezTo>
                <a:cubicBezTo>
                  <a:pt x="112726" y="35440"/>
                  <a:pt x="113711" y="31444"/>
                  <a:pt x="114578" y="27623"/>
                </a:cubicBezTo>
                <a:cubicBezTo>
                  <a:pt x="115448" y="23801"/>
                  <a:pt x="115883" y="20615"/>
                  <a:pt x="115883" y="18067"/>
                </a:cubicBezTo>
                <a:cubicBezTo>
                  <a:pt x="115883" y="15403"/>
                  <a:pt x="115303" y="13434"/>
                  <a:pt x="114144" y="12160"/>
                </a:cubicBezTo>
                <a:cubicBezTo>
                  <a:pt x="112986" y="10886"/>
                  <a:pt x="110728" y="10249"/>
                  <a:pt x="107370" y="10249"/>
                </a:cubicBezTo>
                <a:lnTo>
                  <a:pt x="103895" y="10249"/>
                </a:lnTo>
                <a:lnTo>
                  <a:pt x="105981" y="0"/>
                </a:lnTo>
                <a:lnTo>
                  <a:pt x="115188" y="0"/>
                </a:lnTo>
                <a:cubicBezTo>
                  <a:pt x="120980" y="0"/>
                  <a:pt x="125091" y="1216"/>
                  <a:pt x="127523" y="3648"/>
                </a:cubicBezTo>
                <a:cubicBezTo>
                  <a:pt x="129955" y="6080"/>
                  <a:pt x="131171" y="9728"/>
                  <a:pt x="131171" y="14594"/>
                </a:cubicBezTo>
                <a:cubicBezTo>
                  <a:pt x="131171" y="17952"/>
                  <a:pt x="130679" y="21716"/>
                  <a:pt x="129694" y="25887"/>
                </a:cubicBezTo>
                <a:cubicBezTo>
                  <a:pt x="128710" y="30056"/>
                  <a:pt x="127667" y="34225"/>
                  <a:pt x="126566" y="38394"/>
                </a:cubicBezTo>
                <a:cubicBezTo>
                  <a:pt x="125467" y="42564"/>
                  <a:pt x="124425" y="46502"/>
                  <a:pt x="123441" y="50210"/>
                </a:cubicBezTo>
                <a:cubicBezTo>
                  <a:pt x="122456" y="53916"/>
                  <a:pt x="121964" y="56927"/>
                  <a:pt x="121964" y="59242"/>
                </a:cubicBezTo>
                <a:cubicBezTo>
                  <a:pt x="121964" y="60401"/>
                  <a:pt x="122137" y="61560"/>
                  <a:pt x="122484" y="62717"/>
                </a:cubicBezTo>
                <a:cubicBezTo>
                  <a:pt x="122832" y="63875"/>
                  <a:pt x="123469" y="64918"/>
                  <a:pt x="124395" y="65846"/>
                </a:cubicBezTo>
                <a:cubicBezTo>
                  <a:pt x="125323" y="66772"/>
                  <a:pt x="126568" y="67525"/>
                  <a:pt x="128130" y="68104"/>
                </a:cubicBezTo>
                <a:cubicBezTo>
                  <a:pt x="129694" y="68682"/>
                  <a:pt x="131692" y="69029"/>
                  <a:pt x="134124" y="69146"/>
                </a:cubicBezTo>
                <a:lnTo>
                  <a:pt x="131693" y="80264"/>
                </a:lnTo>
                <a:cubicBezTo>
                  <a:pt x="128682" y="80381"/>
                  <a:pt x="126162" y="80845"/>
                  <a:pt x="124135" y="81656"/>
                </a:cubicBezTo>
                <a:cubicBezTo>
                  <a:pt x="122108" y="82466"/>
                  <a:pt x="120457" y="83537"/>
                  <a:pt x="119183" y="84869"/>
                </a:cubicBezTo>
                <a:cubicBezTo>
                  <a:pt x="117909" y="86202"/>
                  <a:pt x="116925" y="87650"/>
                  <a:pt x="116230" y="89214"/>
                </a:cubicBezTo>
                <a:cubicBezTo>
                  <a:pt x="115535" y="90776"/>
                  <a:pt x="115014" y="92368"/>
                  <a:pt x="114666" y="93989"/>
                </a:cubicBezTo>
                <a:cubicBezTo>
                  <a:pt x="113625" y="99434"/>
                  <a:pt x="112844" y="104531"/>
                  <a:pt x="112322" y="109280"/>
                </a:cubicBezTo>
                <a:cubicBezTo>
                  <a:pt x="111801" y="114028"/>
                  <a:pt x="110961" y="119414"/>
                  <a:pt x="109801" y="125437"/>
                </a:cubicBezTo>
                <a:cubicBezTo>
                  <a:pt x="108875" y="130070"/>
                  <a:pt x="107775" y="133920"/>
                  <a:pt x="106501" y="136988"/>
                </a:cubicBezTo>
                <a:cubicBezTo>
                  <a:pt x="105227" y="140058"/>
                  <a:pt x="103634" y="142520"/>
                  <a:pt x="101724" y="144373"/>
                </a:cubicBezTo>
                <a:cubicBezTo>
                  <a:pt x="99813" y="146227"/>
                  <a:pt x="97525" y="147530"/>
                  <a:pt x="94860" y="148281"/>
                </a:cubicBezTo>
                <a:cubicBezTo>
                  <a:pt x="92197" y="149034"/>
                  <a:pt x="89070" y="149410"/>
                  <a:pt x="85478" y="149410"/>
                </a:cubicBezTo>
                <a:lnTo>
                  <a:pt x="75924" y="14941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Text $gen=gen(">
            <a:extLst xmlns:a="http://schemas.openxmlformats.org/drawingml/2006/main">
              <a:ext uri="{FF2B5EF4-FFF2-40B4-BE49-F238E27FC236}">
                <a16:creationId xmlns:a16="http://schemas.microsoft.com/office/drawing/2014/main" id="{BF9E79B1-3202-4634-B5A4-6C3A4D3A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071" y="3431661"/>
            <a:ext cx="836016" cy="168524"/>
          </a:xfrm>
          <a:custGeom xmlns:a="http://schemas.openxmlformats.org/drawingml/2006/main">
            <a:pathLst>
              <a:path w="836016" h="168524">
                <a:moveTo>
                  <a:pt x="22064" y="149760"/>
                </a:moveTo>
                <a:lnTo>
                  <a:pt x="25712" y="131866"/>
                </a:lnTo>
                <a:cubicBezTo>
                  <a:pt x="20617" y="130707"/>
                  <a:pt x="15868" y="128709"/>
                  <a:pt x="11466" y="125872"/>
                </a:cubicBezTo>
                <a:cubicBezTo>
                  <a:pt x="7065" y="123034"/>
                  <a:pt x="3243" y="119703"/>
                  <a:pt x="0" y="115881"/>
                </a:cubicBezTo>
                <a:lnTo>
                  <a:pt x="11641" y="104415"/>
                </a:lnTo>
                <a:cubicBezTo>
                  <a:pt x="14304" y="107890"/>
                  <a:pt x="17575" y="110959"/>
                  <a:pt x="21455" y="113625"/>
                </a:cubicBezTo>
                <a:cubicBezTo>
                  <a:pt x="25336" y="116288"/>
                  <a:pt x="29709" y="117620"/>
                  <a:pt x="34574" y="117620"/>
                </a:cubicBezTo>
                <a:cubicBezTo>
                  <a:pt x="40133" y="117620"/>
                  <a:pt x="44562" y="116114"/>
                  <a:pt x="47864" y="113102"/>
                </a:cubicBezTo>
                <a:cubicBezTo>
                  <a:pt x="51165" y="110091"/>
                  <a:pt x="52816" y="106036"/>
                  <a:pt x="52816" y="100939"/>
                </a:cubicBezTo>
                <a:cubicBezTo>
                  <a:pt x="52816" y="97233"/>
                  <a:pt x="51918" y="93990"/>
                  <a:pt x="50122" y="91210"/>
                </a:cubicBezTo>
                <a:cubicBezTo>
                  <a:pt x="48327" y="88430"/>
                  <a:pt x="46097" y="85854"/>
                  <a:pt x="43434" y="83480"/>
                </a:cubicBezTo>
                <a:cubicBezTo>
                  <a:pt x="40771" y="81105"/>
                  <a:pt x="37904" y="78817"/>
                  <a:pt x="34834" y="76617"/>
                </a:cubicBezTo>
                <a:cubicBezTo>
                  <a:pt x="31764" y="74416"/>
                  <a:pt x="28898" y="72014"/>
                  <a:pt x="26234" y="69408"/>
                </a:cubicBezTo>
                <a:cubicBezTo>
                  <a:pt x="23571" y="66802"/>
                  <a:pt x="21341" y="63877"/>
                  <a:pt x="19546" y="60634"/>
                </a:cubicBezTo>
                <a:cubicBezTo>
                  <a:pt x="17750" y="57391"/>
                  <a:pt x="16852" y="53569"/>
                  <a:pt x="16852" y="49168"/>
                </a:cubicBezTo>
                <a:cubicBezTo>
                  <a:pt x="16852" y="44766"/>
                  <a:pt x="17605" y="40682"/>
                  <a:pt x="19111" y="36918"/>
                </a:cubicBezTo>
                <a:cubicBezTo>
                  <a:pt x="20617" y="33153"/>
                  <a:pt x="22760" y="29882"/>
                  <a:pt x="25540" y="27104"/>
                </a:cubicBezTo>
                <a:cubicBezTo>
                  <a:pt x="28320" y="24324"/>
                  <a:pt x="31620" y="22065"/>
                  <a:pt x="35441" y="20328"/>
                </a:cubicBezTo>
                <a:cubicBezTo>
                  <a:pt x="39264" y="18591"/>
                  <a:pt x="43550" y="17548"/>
                  <a:pt x="48299" y="17200"/>
                </a:cubicBezTo>
                <a:lnTo>
                  <a:pt x="51599" y="0"/>
                </a:lnTo>
                <a:lnTo>
                  <a:pt x="64456" y="0"/>
                </a:lnTo>
                <a:lnTo>
                  <a:pt x="60981" y="18242"/>
                </a:lnTo>
                <a:cubicBezTo>
                  <a:pt x="65035" y="19401"/>
                  <a:pt x="68800" y="21226"/>
                  <a:pt x="72274" y="23716"/>
                </a:cubicBezTo>
                <a:cubicBezTo>
                  <a:pt x="75749" y="26206"/>
                  <a:pt x="78876" y="29188"/>
                  <a:pt x="81656" y="32663"/>
                </a:cubicBezTo>
                <a:lnTo>
                  <a:pt x="69668" y="43259"/>
                </a:lnTo>
                <a:cubicBezTo>
                  <a:pt x="67351" y="40016"/>
                  <a:pt x="64600" y="37353"/>
                  <a:pt x="61416" y="35269"/>
                </a:cubicBezTo>
                <a:cubicBezTo>
                  <a:pt x="58231" y="33183"/>
                  <a:pt x="54843" y="32141"/>
                  <a:pt x="51252" y="32141"/>
                </a:cubicBezTo>
                <a:cubicBezTo>
                  <a:pt x="46388" y="32141"/>
                  <a:pt x="42508" y="33502"/>
                  <a:pt x="39611" y="36223"/>
                </a:cubicBezTo>
                <a:cubicBezTo>
                  <a:pt x="36716" y="38945"/>
                  <a:pt x="35269" y="42507"/>
                  <a:pt x="35269" y="46909"/>
                </a:cubicBezTo>
                <a:cubicBezTo>
                  <a:pt x="35269" y="50036"/>
                  <a:pt x="36166" y="52816"/>
                  <a:pt x="37960" y="55249"/>
                </a:cubicBezTo>
                <a:cubicBezTo>
                  <a:pt x="39755" y="57681"/>
                  <a:pt x="41985" y="59997"/>
                  <a:pt x="44648" y="62198"/>
                </a:cubicBezTo>
                <a:cubicBezTo>
                  <a:pt x="47313" y="64398"/>
                  <a:pt x="50180" y="66598"/>
                  <a:pt x="53248" y="68799"/>
                </a:cubicBezTo>
                <a:cubicBezTo>
                  <a:pt x="56318" y="70999"/>
                  <a:pt x="59184" y="73489"/>
                  <a:pt x="61848" y="76269"/>
                </a:cubicBezTo>
                <a:cubicBezTo>
                  <a:pt x="64513" y="79049"/>
                  <a:pt x="66743" y="82206"/>
                  <a:pt x="68539" y="85739"/>
                </a:cubicBezTo>
                <a:cubicBezTo>
                  <a:pt x="70335" y="89272"/>
                  <a:pt x="71232" y="93470"/>
                  <a:pt x="71232" y="98334"/>
                </a:cubicBezTo>
                <a:cubicBezTo>
                  <a:pt x="71232" y="102968"/>
                  <a:pt x="70450" y="107253"/>
                  <a:pt x="68886" y="111191"/>
                </a:cubicBezTo>
                <a:cubicBezTo>
                  <a:pt x="67322" y="115129"/>
                  <a:pt x="65121" y="118632"/>
                  <a:pt x="62283" y="121702"/>
                </a:cubicBezTo>
                <a:cubicBezTo>
                  <a:pt x="59446" y="124772"/>
                  <a:pt x="56001" y="127234"/>
                  <a:pt x="51946" y="129088"/>
                </a:cubicBezTo>
                <a:cubicBezTo>
                  <a:pt x="47892" y="130940"/>
                  <a:pt x="43375" y="132098"/>
                  <a:pt x="38394" y="132561"/>
                </a:cubicBezTo>
                <a:lnTo>
                  <a:pt x="34922" y="149760"/>
                </a:lnTo>
                <a:lnTo>
                  <a:pt x="22064" y="149760"/>
                </a:lnTo>
                <a:close/>
                <a:moveTo>
                  <a:pt x="114491" y="168524"/>
                </a:moveTo>
                <a:cubicBezTo>
                  <a:pt x="109048" y="168524"/>
                  <a:pt x="103691" y="167481"/>
                  <a:pt x="98421" y="165396"/>
                </a:cubicBezTo>
                <a:cubicBezTo>
                  <a:pt x="93151" y="163312"/>
                  <a:pt x="88257" y="160416"/>
                  <a:pt x="83740" y="156709"/>
                </a:cubicBezTo>
                <a:lnTo>
                  <a:pt x="92080" y="144201"/>
                </a:lnTo>
                <a:cubicBezTo>
                  <a:pt x="95323" y="146865"/>
                  <a:pt x="98855" y="149094"/>
                  <a:pt x="102676" y="150890"/>
                </a:cubicBezTo>
                <a:cubicBezTo>
                  <a:pt x="106499" y="152685"/>
                  <a:pt x="110611" y="153583"/>
                  <a:pt x="115014" y="153583"/>
                </a:cubicBezTo>
                <a:cubicBezTo>
                  <a:pt x="121500" y="153583"/>
                  <a:pt x="126741" y="151701"/>
                  <a:pt x="130737" y="147936"/>
                </a:cubicBezTo>
                <a:cubicBezTo>
                  <a:pt x="134733" y="144172"/>
                  <a:pt x="137599" y="138873"/>
                  <a:pt x="139337" y="132038"/>
                </a:cubicBezTo>
                <a:lnTo>
                  <a:pt x="143679" y="115533"/>
                </a:lnTo>
                <a:cubicBezTo>
                  <a:pt x="139625" y="119704"/>
                  <a:pt x="135252" y="122977"/>
                  <a:pt x="130562" y="125353"/>
                </a:cubicBezTo>
                <a:cubicBezTo>
                  <a:pt x="125871" y="127726"/>
                  <a:pt x="120978" y="128913"/>
                  <a:pt x="115881" y="128913"/>
                </a:cubicBezTo>
                <a:cubicBezTo>
                  <a:pt x="108700" y="128913"/>
                  <a:pt x="102764" y="126394"/>
                  <a:pt x="98074" y="121355"/>
                </a:cubicBezTo>
                <a:cubicBezTo>
                  <a:pt x="93383" y="116316"/>
                  <a:pt x="91038" y="108816"/>
                  <a:pt x="91038" y="98856"/>
                </a:cubicBezTo>
                <a:cubicBezTo>
                  <a:pt x="91038" y="91095"/>
                  <a:pt x="92283" y="83856"/>
                  <a:pt x="94773" y="77139"/>
                </a:cubicBezTo>
                <a:cubicBezTo>
                  <a:pt x="97263" y="70421"/>
                  <a:pt x="100593" y="64543"/>
                  <a:pt x="104762" y="59504"/>
                </a:cubicBezTo>
                <a:cubicBezTo>
                  <a:pt x="108931" y="54466"/>
                  <a:pt x="113708" y="50499"/>
                  <a:pt x="119094" y="47604"/>
                </a:cubicBezTo>
                <a:cubicBezTo>
                  <a:pt x="124480" y="44707"/>
                  <a:pt x="130070" y="43259"/>
                  <a:pt x="135861" y="43259"/>
                </a:cubicBezTo>
                <a:cubicBezTo>
                  <a:pt x="140030" y="43259"/>
                  <a:pt x="143823" y="44331"/>
                  <a:pt x="147239" y="46475"/>
                </a:cubicBezTo>
                <a:cubicBezTo>
                  <a:pt x="150657" y="48617"/>
                  <a:pt x="153293" y="51541"/>
                  <a:pt x="155147" y="55247"/>
                </a:cubicBezTo>
                <a:lnTo>
                  <a:pt x="155667" y="55247"/>
                </a:lnTo>
                <a:lnTo>
                  <a:pt x="159315" y="45345"/>
                </a:lnTo>
                <a:lnTo>
                  <a:pt x="174431" y="45345"/>
                </a:lnTo>
                <a:lnTo>
                  <a:pt x="157056" y="131866"/>
                </a:lnTo>
                <a:cubicBezTo>
                  <a:pt x="154624" y="143910"/>
                  <a:pt x="149759" y="153031"/>
                  <a:pt x="142462" y="159227"/>
                </a:cubicBezTo>
                <a:cubicBezTo>
                  <a:pt x="135167" y="165425"/>
                  <a:pt x="125843" y="168524"/>
                  <a:pt x="114491" y="168524"/>
                </a:cubicBezTo>
                <a:moveTo>
                  <a:pt x="122657" y="113450"/>
                </a:moveTo>
                <a:cubicBezTo>
                  <a:pt x="126016" y="113450"/>
                  <a:pt x="129694" y="112436"/>
                  <a:pt x="133690" y="110409"/>
                </a:cubicBezTo>
                <a:cubicBezTo>
                  <a:pt x="137686" y="108382"/>
                  <a:pt x="141363" y="105110"/>
                  <a:pt x="144721" y="100592"/>
                </a:cubicBezTo>
                <a:lnTo>
                  <a:pt x="151149" y="68974"/>
                </a:lnTo>
                <a:cubicBezTo>
                  <a:pt x="149181" y="65268"/>
                  <a:pt x="146980" y="62604"/>
                  <a:pt x="144548" y="60984"/>
                </a:cubicBezTo>
                <a:cubicBezTo>
                  <a:pt x="142117" y="59361"/>
                  <a:pt x="139568" y="58550"/>
                  <a:pt x="136903" y="58550"/>
                </a:cubicBezTo>
                <a:cubicBezTo>
                  <a:pt x="133428" y="58550"/>
                  <a:pt x="130099" y="59564"/>
                  <a:pt x="126914" y="61591"/>
                </a:cubicBezTo>
                <a:cubicBezTo>
                  <a:pt x="123729" y="63616"/>
                  <a:pt x="120892" y="66366"/>
                  <a:pt x="118402" y="69841"/>
                </a:cubicBezTo>
                <a:cubicBezTo>
                  <a:pt x="115911" y="73315"/>
                  <a:pt x="113942" y="77340"/>
                  <a:pt x="112493" y="81916"/>
                </a:cubicBezTo>
                <a:cubicBezTo>
                  <a:pt x="111045" y="86492"/>
                  <a:pt x="110321" y="91327"/>
                  <a:pt x="110321" y="96422"/>
                </a:cubicBezTo>
                <a:cubicBezTo>
                  <a:pt x="110321" y="102214"/>
                  <a:pt x="111451" y="106500"/>
                  <a:pt x="113709" y="109280"/>
                </a:cubicBezTo>
                <a:cubicBezTo>
                  <a:pt x="115968" y="112060"/>
                  <a:pt x="118950" y="113450"/>
                  <a:pt x="122657" y="113450"/>
                </a:cubicBezTo>
                <a:close/>
                <a:moveTo>
                  <a:pt x="182945" y="96597"/>
                </a:moveTo>
                <a:cubicBezTo>
                  <a:pt x="182945" y="88605"/>
                  <a:pt x="184305" y="81337"/>
                  <a:pt x="187027" y="74793"/>
                </a:cubicBezTo>
                <a:cubicBezTo>
                  <a:pt x="189749" y="68248"/>
                  <a:pt x="193339" y="62631"/>
                  <a:pt x="197798" y="57940"/>
                </a:cubicBezTo>
                <a:cubicBezTo>
                  <a:pt x="202257" y="53250"/>
                  <a:pt x="207267" y="49630"/>
                  <a:pt x="212827" y="47082"/>
                </a:cubicBezTo>
                <a:cubicBezTo>
                  <a:pt x="218387" y="44533"/>
                  <a:pt x="223946" y="43259"/>
                  <a:pt x="229504" y="43259"/>
                </a:cubicBezTo>
                <a:cubicBezTo>
                  <a:pt x="234484" y="43259"/>
                  <a:pt x="238683" y="44070"/>
                  <a:pt x="242099" y="45693"/>
                </a:cubicBezTo>
                <a:cubicBezTo>
                  <a:pt x="245517" y="47313"/>
                  <a:pt x="248297" y="49543"/>
                  <a:pt x="250439" y="52381"/>
                </a:cubicBezTo>
                <a:cubicBezTo>
                  <a:pt x="252583" y="55219"/>
                  <a:pt x="254147" y="58550"/>
                  <a:pt x="255131" y="62373"/>
                </a:cubicBezTo>
                <a:cubicBezTo>
                  <a:pt x="256116" y="66194"/>
                  <a:pt x="256608" y="70305"/>
                  <a:pt x="256608" y="74705"/>
                </a:cubicBezTo>
                <a:cubicBezTo>
                  <a:pt x="256608" y="78413"/>
                  <a:pt x="256144" y="82004"/>
                  <a:pt x="255216" y="85479"/>
                </a:cubicBezTo>
                <a:cubicBezTo>
                  <a:pt x="254290" y="88953"/>
                  <a:pt x="253538" y="91385"/>
                  <a:pt x="252960" y="92774"/>
                </a:cubicBezTo>
                <a:lnTo>
                  <a:pt x="201011" y="92774"/>
                </a:lnTo>
                <a:cubicBezTo>
                  <a:pt x="200548" y="97292"/>
                  <a:pt x="200780" y="101172"/>
                  <a:pt x="201706" y="104415"/>
                </a:cubicBezTo>
                <a:cubicBezTo>
                  <a:pt x="202634" y="107658"/>
                  <a:pt x="204053" y="110322"/>
                  <a:pt x="205963" y="112408"/>
                </a:cubicBezTo>
                <a:cubicBezTo>
                  <a:pt x="207875" y="114491"/>
                  <a:pt x="210221" y="116025"/>
                  <a:pt x="212999" y="117010"/>
                </a:cubicBezTo>
                <a:cubicBezTo>
                  <a:pt x="215779" y="117994"/>
                  <a:pt x="218791" y="118486"/>
                  <a:pt x="222034" y="118486"/>
                </a:cubicBezTo>
                <a:cubicBezTo>
                  <a:pt x="225045" y="118486"/>
                  <a:pt x="228114" y="117792"/>
                  <a:pt x="231240" y="116403"/>
                </a:cubicBezTo>
                <a:cubicBezTo>
                  <a:pt x="234369" y="115014"/>
                  <a:pt x="237091" y="113450"/>
                  <a:pt x="239408" y="111713"/>
                </a:cubicBezTo>
                <a:lnTo>
                  <a:pt x="246356" y="123701"/>
                </a:lnTo>
                <a:cubicBezTo>
                  <a:pt x="242882" y="126133"/>
                  <a:pt x="238684" y="128247"/>
                  <a:pt x="233762" y="130042"/>
                </a:cubicBezTo>
                <a:cubicBezTo>
                  <a:pt x="228840" y="131836"/>
                  <a:pt x="223309" y="132733"/>
                  <a:pt x="217169" y="132733"/>
                </a:cubicBezTo>
                <a:cubicBezTo>
                  <a:pt x="212074" y="132733"/>
                  <a:pt x="207441" y="131923"/>
                  <a:pt x="203270" y="130302"/>
                </a:cubicBezTo>
                <a:cubicBezTo>
                  <a:pt x="199101" y="128680"/>
                  <a:pt x="195510" y="126334"/>
                  <a:pt x="192499" y="123266"/>
                </a:cubicBezTo>
                <a:cubicBezTo>
                  <a:pt x="189487" y="120196"/>
                  <a:pt x="187142" y="116432"/>
                  <a:pt x="185463" y="111973"/>
                </a:cubicBezTo>
                <a:cubicBezTo>
                  <a:pt x="183784" y="107514"/>
                  <a:pt x="182945" y="102389"/>
                  <a:pt x="182945" y="96597"/>
                </a:cubicBezTo>
                <a:moveTo>
                  <a:pt x="202575" y="80962"/>
                </a:moveTo>
                <a:lnTo>
                  <a:pt x="240278" y="80962"/>
                </a:lnTo>
                <a:cubicBezTo>
                  <a:pt x="240509" y="79802"/>
                  <a:pt x="240712" y="78615"/>
                  <a:pt x="240885" y="77399"/>
                </a:cubicBezTo>
                <a:cubicBezTo>
                  <a:pt x="241058" y="76183"/>
                  <a:pt x="241145" y="74880"/>
                  <a:pt x="241145" y="73491"/>
                </a:cubicBezTo>
                <a:cubicBezTo>
                  <a:pt x="241145" y="69320"/>
                  <a:pt x="240131" y="65642"/>
                  <a:pt x="238104" y="62458"/>
                </a:cubicBezTo>
                <a:cubicBezTo>
                  <a:pt x="236077" y="59273"/>
                  <a:pt x="232457" y="57680"/>
                  <a:pt x="227245" y="57680"/>
                </a:cubicBezTo>
                <a:cubicBezTo>
                  <a:pt x="222034" y="57680"/>
                  <a:pt x="217140" y="59737"/>
                  <a:pt x="212564" y="63849"/>
                </a:cubicBezTo>
                <a:cubicBezTo>
                  <a:pt x="207990" y="67960"/>
                  <a:pt x="204661" y="73664"/>
                  <a:pt x="202575" y="80962"/>
                </a:cubicBezTo>
                <a:close/>
                <a:moveTo>
                  <a:pt x="265121" y="130649"/>
                </a:moveTo>
                <a:lnTo>
                  <a:pt x="282146" y="45345"/>
                </a:lnTo>
                <a:lnTo>
                  <a:pt x="297262" y="45345"/>
                </a:lnTo>
                <a:lnTo>
                  <a:pt x="296393" y="57333"/>
                </a:lnTo>
                <a:lnTo>
                  <a:pt x="297087" y="57333"/>
                </a:lnTo>
                <a:cubicBezTo>
                  <a:pt x="301604" y="53510"/>
                  <a:pt x="306267" y="50209"/>
                  <a:pt x="311074" y="47429"/>
                </a:cubicBezTo>
                <a:cubicBezTo>
                  <a:pt x="315881" y="44649"/>
                  <a:pt x="321006" y="43259"/>
                  <a:pt x="326450" y="43259"/>
                </a:cubicBezTo>
                <a:cubicBezTo>
                  <a:pt x="333630" y="43259"/>
                  <a:pt x="338784" y="45113"/>
                  <a:pt x="341910" y="48821"/>
                </a:cubicBezTo>
                <a:cubicBezTo>
                  <a:pt x="345038" y="52527"/>
                  <a:pt x="346603" y="57855"/>
                  <a:pt x="346603" y="64804"/>
                </a:cubicBezTo>
                <a:cubicBezTo>
                  <a:pt x="346603" y="66773"/>
                  <a:pt x="346516" y="68684"/>
                  <a:pt x="346343" y="70538"/>
                </a:cubicBezTo>
                <a:cubicBezTo>
                  <a:pt x="346170" y="72390"/>
                  <a:pt x="345793" y="74475"/>
                  <a:pt x="345213" y="76792"/>
                </a:cubicBezTo>
                <a:lnTo>
                  <a:pt x="334442" y="130649"/>
                </a:lnTo>
                <a:lnTo>
                  <a:pt x="315851" y="130649"/>
                </a:lnTo>
                <a:lnTo>
                  <a:pt x="326275" y="79222"/>
                </a:lnTo>
                <a:cubicBezTo>
                  <a:pt x="326623" y="77254"/>
                  <a:pt x="326942" y="75575"/>
                  <a:pt x="327232" y="74186"/>
                </a:cubicBezTo>
                <a:cubicBezTo>
                  <a:pt x="327522" y="72795"/>
                  <a:pt x="327666" y="71462"/>
                  <a:pt x="327666" y="70188"/>
                </a:cubicBezTo>
                <a:cubicBezTo>
                  <a:pt x="327666" y="62892"/>
                  <a:pt x="324076" y="59245"/>
                  <a:pt x="316895" y="59245"/>
                </a:cubicBezTo>
                <a:cubicBezTo>
                  <a:pt x="313884" y="59245"/>
                  <a:pt x="310669" y="60287"/>
                  <a:pt x="307251" y="62373"/>
                </a:cubicBezTo>
                <a:cubicBezTo>
                  <a:pt x="303835" y="64456"/>
                  <a:pt x="299868" y="67814"/>
                  <a:pt x="295351" y="72447"/>
                </a:cubicBezTo>
                <a:lnTo>
                  <a:pt x="283885" y="130649"/>
                </a:lnTo>
                <a:lnTo>
                  <a:pt x="265121" y="130649"/>
                </a:lnTo>
                <a:close/>
                <a:moveTo>
                  <a:pt x="394381" y="60634"/>
                </a:moveTo>
                <a:lnTo>
                  <a:pt x="394381" y="47257"/>
                </a:lnTo>
                <a:lnTo>
                  <a:pt x="468045" y="47257"/>
                </a:lnTo>
                <a:lnTo>
                  <a:pt x="468045" y="60634"/>
                </a:lnTo>
                <a:lnTo>
                  <a:pt x="394381" y="60634"/>
                </a:lnTo>
                <a:moveTo>
                  <a:pt x="394381" y="99200"/>
                </a:moveTo>
                <a:lnTo>
                  <a:pt x="394381" y="85823"/>
                </a:lnTo>
                <a:lnTo>
                  <a:pt x="468045" y="85823"/>
                </a:lnTo>
                <a:lnTo>
                  <a:pt x="468045" y="99200"/>
                </a:lnTo>
                <a:lnTo>
                  <a:pt x="394381" y="99200"/>
                </a:lnTo>
                <a:close/>
                <a:moveTo>
                  <a:pt x="534933" y="168524"/>
                </a:moveTo>
                <a:cubicBezTo>
                  <a:pt x="529489" y="168524"/>
                  <a:pt x="524132" y="167481"/>
                  <a:pt x="518862" y="165396"/>
                </a:cubicBezTo>
                <a:cubicBezTo>
                  <a:pt x="513592" y="163312"/>
                  <a:pt x="508698" y="160416"/>
                  <a:pt x="504181" y="156709"/>
                </a:cubicBezTo>
                <a:lnTo>
                  <a:pt x="512521" y="144201"/>
                </a:lnTo>
                <a:cubicBezTo>
                  <a:pt x="515764" y="146865"/>
                  <a:pt x="519296" y="149094"/>
                  <a:pt x="523117" y="150890"/>
                </a:cubicBezTo>
                <a:cubicBezTo>
                  <a:pt x="526940" y="152685"/>
                  <a:pt x="531052" y="153583"/>
                  <a:pt x="535455" y="153583"/>
                </a:cubicBezTo>
                <a:cubicBezTo>
                  <a:pt x="541941" y="153583"/>
                  <a:pt x="547182" y="151701"/>
                  <a:pt x="551178" y="147936"/>
                </a:cubicBezTo>
                <a:cubicBezTo>
                  <a:pt x="555174" y="144172"/>
                  <a:pt x="558040" y="138873"/>
                  <a:pt x="559778" y="132038"/>
                </a:cubicBezTo>
                <a:lnTo>
                  <a:pt x="564120" y="115533"/>
                </a:lnTo>
                <a:cubicBezTo>
                  <a:pt x="560066" y="119704"/>
                  <a:pt x="555693" y="122977"/>
                  <a:pt x="551003" y="125353"/>
                </a:cubicBezTo>
                <a:cubicBezTo>
                  <a:pt x="546312" y="127726"/>
                  <a:pt x="541419" y="128913"/>
                  <a:pt x="536322" y="128913"/>
                </a:cubicBezTo>
                <a:cubicBezTo>
                  <a:pt x="529141" y="128913"/>
                  <a:pt x="523205" y="126394"/>
                  <a:pt x="518515" y="121355"/>
                </a:cubicBezTo>
                <a:cubicBezTo>
                  <a:pt x="513824" y="116316"/>
                  <a:pt x="511479" y="108816"/>
                  <a:pt x="511479" y="98856"/>
                </a:cubicBezTo>
                <a:cubicBezTo>
                  <a:pt x="511479" y="91095"/>
                  <a:pt x="512724" y="83856"/>
                  <a:pt x="515214" y="77139"/>
                </a:cubicBezTo>
                <a:cubicBezTo>
                  <a:pt x="517705" y="70421"/>
                  <a:pt x="521034" y="64543"/>
                  <a:pt x="525203" y="59504"/>
                </a:cubicBezTo>
                <a:cubicBezTo>
                  <a:pt x="529373" y="54466"/>
                  <a:pt x="534150" y="50499"/>
                  <a:pt x="539535" y="47604"/>
                </a:cubicBezTo>
                <a:cubicBezTo>
                  <a:pt x="544922" y="44707"/>
                  <a:pt x="550511" y="43259"/>
                  <a:pt x="556302" y="43259"/>
                </a:cubicBezTo>
                <a:cubicBezTo>
                  <a:pt x="560471" y="43259"/>
                  <a:pt x="564264" y="44331"/>
                  <a:pt x="567680" y="46475"/>
                </a:cubicBezTo>
                <a:cubicBezTo>
                  <a:pt x="571098" y="48617"/>
                  <a:pt x="573734" y="51541"/>
                  <a:pt x="575588" y="55247"/>
                </a:cubicBezTo>
                <a:lnTo>
                  <a:pt x="576108" y="55247"/>
                </a:lnTo>
                <a:lnTo>
                  <a:pt x="579756" y="45345"/>
                </a:lnTo>
                <a:lnTo>
                  <a:pt x="594872" y="45345"/>
                </a:lnTo>
                <a:lnTo>
                  <a:pt x="577497" y="131866"/>
                </a:lnTo>
                <a:cubicBezTo>
                  <a:pt x="575065" y="143910"/>
                  <a:pt x="570201" y="153031"/>
                  <a:pt x="562903" y="159227"/>
                </a:cubicBezTo>
                <a:cubicBezTo>
                  <a:pt x="555608" y="165425"/>
                  <a:pt x="546284" y="168524"/>
                  <a:pt x="534933" y="168524"/>
                </a:cubicBezTo>
                <a:moveTo>
                  <a:pt x="543098" y="113450"/>
                </a:moveTo>
                <a:cubicBezTo>
                  <a:pt x="546457" y="113450"/>
                  <a:pt x="550135" y="112436"/>
                  <a:pt x="554131" y="110409"/>
                </a:cubicBezTo>
                <a:cubicBezTo>
                  <a:pt x="558127" y="108382"/>
                  <a:pt x="561804" y="105110"/>
                  <a:pt x="565162" y="100592"/>
                </a:cubicBezTo>
                <a:lnTo>
                  <a:pt x="571591" y="68974"/>
                </a:lnTo>
                <a:cubicBezTo>
                  <a:pt x="569622" y="65268"/>
                  <a:pt x="567421" y="62604"/>
                  <a:pt x="564990" y="60984"/>
                </a:cubicBezTo>
                <a:cubicBezTo>
                  <a:pt x="562558" y="59361"/>
                  <a:pt x="560009" y="58550"/>
                  <a:pt x="557344" y="58550"/>
                </a:cubicBezTo>
                <a:cubicBezTo>
                  <a:pt x="553870" y="58550"/>
                  <a:pt x="550540" y="59564"/>
                  <a:pt x="547355" y="61591"/>
                </a:cubicBezTo>
                <a:cubicBezTo>
                  <a:pt x="544170" y="63616"/>
                  <a:pt x="541333" y="66366"/>
                  <a:pt x="538843" y="69841"/>
                </a:cubicBezTo>
                <a:cubicBezTo>
                  <a:pt x="536353" y="73315"/>
                  <a:pt x="534383" y="77340"/>
                  <a:pt x="532934" y="81916"/>
                </a:cubicBezTo>
                <a:cubicBezTo>
                  <a:pt x="531486" y="86492"/>
                  <a:pt x="530763" y="91327"/>
                  <a:pt x="530763" y="96422"/>
                </a:cubicBezTo>
                <a:cubicBezTo>
                  <a:pt x="530763" y="102214"/>
                  <a:pt x="531892" y="106500"/>
                  <a:pt x="534150" y="109280"/>
                </a:cubicBezTo>
                <a:cubicBezTo>
                  <a:pt x="536409" y="112060"/>
                  <a:pt x="539392" y="113450"/>
                  <a:pt x="543098" y="113450"/>
                </a:cubicBezTo>
                <a:close/>
                <a:moveTo>
                  <a:pt x="603385" y="96597"/>
                </a:moveTo>
                <a:cubicBezTo>
                  <a:pt x="603385" y="88605"/>
                  <a:pt x="604746" y="81337"/>
                  <a:pt x="607468" y="74793"/>
                </a:cubicBezTo>
                <a:cubicBezTo>
                  <a:pt x="610190" y="68248"/>
                  <a:pt x="613780" y="62631"/>
                  <a:pt x="618239" y="57940"/>
                </a:cubicBezTo>
                <a:cubicBezTo>
                  <a:pt x="622698" y="53250"/>
                  <a:pt x="627707" y="49630"/>
                  <a:pt x="633267" y="47082"/>
                </a:cubicBezTo>
                <a:cubicBezTo>
                  <a:pt x="638828" y="44533"/>
                  <a:pt x="644387" y="43259"/>
                  <a:pt x="649945" y="43259"/>
                </a:cubicBezTo>
                <a:cubicBezTo>
                  <a:pt x="654925" y="43259"/>
                  <a:pt x="659124" y="44070"/>
                  <a:pt x="662540" y="45693"/>
                </a:cubicBezTo>
                <a:cubicBezTo>
                  <a:pt x="665958" y="47313"/>
                  <a:pt x="668738" y="49543"/>
                  <a:pt x="670880" y="52381"/>
                </a:cubicBezTo>
                <a:cubicBezTo>
                  <a:pt x="673024" y="55219"/>
                  <a:pt x="674588" y="58550"/>
                  <a:pt x="675572" y="62373"/>
                </a:cubicBezTo>
                <a:cubicBezTo>
                  <a:pt x="676557" y="66194"/>
                  <a:pt x="677049" y="70305"/>
                  <a:pt x="677049" y="74705"/>
                </a:cubicBezTo>
                <a:cubicBezTo>
                  <a:pt x="677049" y="78413"/>
                  <a:pt x="676585" y="82004"/>
                  <a:pt x="675657" y="85479"/>
                </a:cubicBezTo>
                <a:cubicBezTo>
                  <a:pt x="674731" y="88953"/>
                  <a:pt x="673979" y="91385"/>
                  <a:pt x="673401" y="92774"/>
                </a:cubicBezTo>
                <a:lnTo>
                  <a:pt x="621452" y="92774"/>
                </a:lnTo>
                <a:cubicBezTo>
                  <a:pt x="620989" y="97292"/>
                  <a:pt x="621220" y="101172"/>
                  <a:pt x="622147" y="104415"/>
                </a:cubicBezTo>
                <a:cubicBezTo>
                  <a:pt x="623074" y="107658"/>
                  <a:pt x="624494" y="110322"/>
                  <a:pt x="626404" y="112408"/>
                </a:cubicBezTo>
                <a:cubicBezTo>
                  <a:pt x="628316" y="114491"/>
                  <a:pt x="630662" y="116025"/>
                  <a:pt x="633440" y="117010"/>
                </a:cubicBezTo>
                <a:cubicBezTo>
                  <a:pt x="636220" y="117994"/>
                  <a:pt x="639231" y="118486"/>
                  <a:pt x="642474" y="118486"/>
                </a:cubicBezTo>
                <a:cubicBezTo>
                  <a:pt x="645486" y="118486"/>
                  <a:pt x="648555" y="117792"/>
                  <a:pt x="651681" y="116403"/>
                </a:cubicBezTo>
                <a:cubicBezTo>
                  <a:pt x="654810" y="115014"/>
                  <a:pt x="657532" y="113450"/>
                  <a:pt x="659849" y="111713"/>
                </a:cubicBezTo>
                <a:lnTo>
                  <a:pt x="666797" y="123701"/>
                </a:lnTo>
                <a:cubicBezTo>
                  <a:pt x="663323" y="126133"/>
                  <a:pt x="659124" y="128247"/>
                  <a:pt x="654202" y="130042"/>
                </a:cubicBezTo>
                <a:cubicBezTo>
                  <a:pt x="649280" y="131836"/>
                  <a:pt x="643750" y="132733"/>
                  <a:pt x="637610" y="132733"/>
                </a:cubicBezTo>
                <a:cubicBezTo>
                  <a:pt x="632515" y="132733"/>
                  <a:pt x="627882" y="131923"/>
                  <a:pt x="623711" y="130302"/>
                </a:cubicBezTo>
                <a:cubicBezTo>
                  <a:pt x="619541" y="128680"/>
                  <a:pt x="615951" y="126334"/>
                  <a:pt x="612940" y="123266"/>
                </a:cubicBezTo>
                <a:cubicBezTo>
                  <a:pt x="609928" y="120196"/>
                  <a:pt x="607583" y="116432"/>
                  <a:pt x="605904" y="111973"/>
                </a:cubicBezTo>
                <a:cubicBezTo>
                  <a:pt x="604225" y="107514"/>
                  <a:pt x="603385" y="102389"/>
                  <a:pt x="603385" y="96597"/>
                </a:cubicBezTo>
                <a:moveTo>
                  <a:pt x="623016" y="80962"/>
                </a:moveTo>
                <a:lnTo>
                  <a:pt x="660719" y="80962"/>
                </a:lnTo>
                <a:cubicBezTo>
                  <a:pt x="660950" y="79802"/>
                  <a:pt x="661152" y="78615"/>
                  <a:pt x="661326" y="77399"/>
                </a:cubicBezTo>
                <a:cubicBezTo>
                  <a:pt x="661499" y="76183"/>
                  <a:pt x="661585" y="74880"/>
                  <a:pt x="661585" y="73491"/>
                </a:cubicBezTo>
                <a:cubicBezTo>
                  <a:pt x="661585" y="69320"/>
                  <a:pt x="660572" y="65642"/>
                  <a:pt x="658545" y="62458"/>
                </a:cubicBezTo>
                <a:cubicBezTo>
                  <a:pt x="656518" y="59273"/>
                  <a:pt x="652898" y="57680"/>
                  <a:pt x="647686" y="57680"/>
                </a:cubicBezTo>
                <a:cubicBezTo>
                  <a:pt x="642474" y="57680"/>
                  <a:pt x="637581" y="59737"/>
                  <a:pt x="633005" y="63849"/>
                </a:cubicBezTo>
                <a:cubicBezTo>
                  <a:pt x="628431" y="67960"/>
                  <a:pt x="625102" y="73664"/>
                  <a:pt x="623016" y="80962"/>
                </a:cubicBezTo>
                <a:close/>
                <a:moveTo>
                  <a:pt x="685562" y="130649"/>
                </a:moveTo>
                <a:lnTo>
                  <a:pt x="702587" y="45345"/>
                </a:lnTo>
                <a:lnTo>
                  <a:pt x="717703" y="45345"/>
                </a:lnTo>
                <a:lnTo>
                  <a:pt x="716833" y="57333"/>
                </a:lnTo>
                <a:lnTo>
                  <a:pt x="717528" y="57333"/>
                </a:lnTo>
                <a:cubicBezTo>
                  <a:pt x="722045" y="53510"/>
                  <a:pt x="726708" y="50209"/>
                  <a:pt x="731515" y="47429"/>
                </a:cubicBezTo>
                <a:cubicBezTo>
                  <a:pt x="736322" y="44649"/>
                  <a:pt x="741447" y="43259"/>
                  <a:pt x="746890" y="43259"/>
                </a:cubicBezTo>
                <a:cubicBezTo>
                  <a:pt x="754071" y="43259"/>
                  <a:pt x="759225" y="45113"/>
                  <a:pt x="762351" y="48821"/>
                </a:cubicBezTo>
                <a:cubicBezTo>
                  <a:pt x="765479" y="52527"/>
                  <a:pt x="767043" y="57855"/>
                  <a:pt x="767043" y="64804"/>
                </a:cubicBezTo>
                <a:cubicBezTo>
                  <a:pt x="767043" y="66773"/>
                  <a:pt x="766957" y="68684"/>
                  <a:pt x="766784" y="70538"/>
                </a:cubicBezTo>
                <a:cubicBezTo>
                  <a:pt x="766610" y="72390"/>
                  <a:pt x="766234" y="74475"/>
                  <a:pt x="765654" y="76792"/>
                </a:cubicBezTo>
                <a:lnTo>
                  <a:pt x="754883" y="130649"/>
                </a:lnTo>
                <a:lnTo>
                  <a:pt x="736292" y="130649"/>
                </a:lnTo>
                <a:lnTo>
                  <a:pt x="746716" y="79222"/>
                </a:lnTo>
                <a:cubicBezTo>
                  <a:pt x="747064" y="77254"/>
                  <a:pt x="747383" y="75575"/>
                  <a:pt x="747673" y="74186"/>
                </a:cubicBezTo>
                <a:cubicBezTo>
                  <a:pt x="747962" y="72795"/>
                  <a:pt x="748107" y="71462"/>
                  <a:pt x="748107" y="70188"/>
                </a:cubicBezTo>
                <a:cubicBezTo>
                  <a:pt x="748107" y="62892"/>
                  <a:pt x="744517" y="59245"/>
                  <a:pt x="737336" y="59245"/>
                </a:cubicBezTo>
                <a:cubicBezTo>
                  <a:pt x="734325" y="59245"/>
                  <a:pt x="731110" y="60287"/>
                  <a:pt x="727692" y="62373"/>
                </a:cubicBezTo>
                <a:cubicBezTo>
                  <a:pt x="724276" y="64456"/>
                  <a:pt x="720309" y="67814"/>
                  <a:pt x="715792" y="72447"/>
                </a:cubicBezTo>
                <a:lnTo>
                  <a:pt x="704326" y="130649"/>
                </a:lnTo>
                <a:lnTo>
                  <a:pt x="685562" y="130649"/>
                </a:lnTo>
                <a:close/>
                <a:moveTo>
                  <a:pt x="794494" y="161573"/>
                </a:moveTo>
                <a:cubicBezTo>
                  <a:pt x="791830" y="154161"/>
                  <a:pt x="789485" y="145706"/>
                  <a:pt x="787458" y="136208"/>
                </a:cubicBezTo>
                <a:cubicBezTo>
                  <a:pt x="785431" y="126711"/>
                  <a:pt x="784417" y="117213"/>
                  <a:pt x="784417" y="107715"/>
                </a:cubicBezTo>
                <a:cubicBezTo>
                  <a:pt x="784417" y="97640"/>
                  <a:pt x="785315" y="88085"/>
                  <a:pt x="787111" y="79050"/>
                </a:cubicBezTo>
                <a:cubicBezTo>
                  <a:pt x="788906" y="70016"/>
                  <a:pt x="791541" y="61271"/>
                  <a:pt x="795016" y="52816"/>
                </a:cubicBezTo>
                <a:cubicBezTo>
                  <a:pt x="798491" y="44361"/>
                  <a:pt x="802747" y="36080"/>
                  <a:pt x="807786" y="27973"/>
                </a:cubicBezTo>
                <a:cubicBezTo>
                  <a:pt x="812825" y="19865"/>
                  <a:pt x="818587" y="11699"/>
                  <a:pt x="825073" y="3475"/>
                </a:cubicBezTo>
                <a:lnTo>
                  <a:pt x="836016" y="9207"/>
                </a:lnTo>
                <a:cubicBezTo>
                  <a:pt x="823741" y="25191"/>
                  <a:pt x="814619" y="41464"/>
                  <a:pt x="808653" y="58028"/>
                </a:cubicBezTo>
                <a:cubicBezTo>
                  <a:pt x="802688" y="74591"/>
                  <a:pt x="799706" y="91675"/>
                  <a:pt x="799706" y="109280"/>
                </a:cubicBezTo>
                <a:cubicBezTo>
                  <a:pt x="799706" y="113102"/>
                  <a:pt x="799851" y="117127"/>
                  <a:pt x="800140" y="121355"/>
                </a:cubicBezTo>
                <a:cubicBezTo>
                  <a:pt x="800430" y="125582"/>
                  <a:pt x="800836" y="129781"/>
                  <a:pt x="801357" y="133950"/>
                </a:cubicBezTo>
                <a:cubicBezTo>
                  <a:pt x="801879" y="138119"/>
                  <a:pt x="802573" y="142143"/>
                  <a:pt x="803441" y="146022"/>
                </a:cubicBezTo>
                <a:cubicBezTo>
                  <a:pt x="804310" y="149903"/>
                  <a:pt x="805382" y="153466"/>
                  <a:pt x="806657" y="156709"/>
                </a:cubicBezTo>
                <a:lnTo>
                  <a:pt x="794494" y="16157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Text );clone$gen;?&gt;">
            <a:extLst xmlns:a="http://schemas.openxmlformats.org/drawingml/2006/main">
              <a:ext uri="{FF2B5EF4-FFF2-40B4-BE49-F238E27FC236}">
                <a16:creationId xmlns:a16="http://schemas.microsoft.com/office/drawing/2014/main" id="{953A7C2D-DB6D-47DB-BECC-1FA7901F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669" y="3431661"/>
            <a:ext cx="1152564" cy="168524"/>
          </a:xfrm>
          <a:custGeom xmlns:a="http://schemas.openxmlformats.org/drawingml/2006/main">
            <a:pathLst>
              <a:path w="1152564" h="168524">
                <a:moveTo>
                  <a:pt x="10771" y="161573"/>
                </a:moveTo>
                <a:lnTo>
                  <a:pt x="0" y="155667"/>
                </a:lnTo>
                <a:cubicBezTo>
                  <a:pt x="12276" y="139800"/>
                  <a:pt x="21367" y="123556"/>
                  <a:pt x="27273" y="106936"/>
                </a:cubicBezTo>
                <a:cubicBezTo>
                  <a:pt x="33182" y="90314"/>
                  <a:pt x="36136" y="73200"/>
                  <a:pt x="36136" y="55594"/>
                </a:cubicBezTo>
                <a:cubicBezTo>
                  <a:pt x="36136" y="51773"/>
                  <a:pt x="35991" y="47749"/>
                  <a:pt x="35701" y="43521"/>
                </a:cubicBezTo>
                <a:cubicBezTo>
                  <a:pt x="35411" y="39294"/>
                  <a:pt x="35006" y="35096"/>
                  <a:pt x="34484" y="30927"/>
                </a:cubicBezTo>
                <a:cubicBezTo>
                  <a:pt x="33965" y="26756"/>
                  <a:pt x="33270" y="22731"/>
                  <a:pt x="32401" y="18851"/>
                </a:cubicBezTo>
                <a:cubicBezTo>
                  <a:pt x="31533" y="14970"/>
                  <a:pt x="30519" y="11408"/>
                  <a:pt x="29360" y="8165"/>
                </a:cubicBezTo>
                <a:lnTo>
                  <a:pt x="41348" y="3475"/>
                </a:lnTo>
                <a:cubicBezTo>
                  <a:pt x="42739" y="7182"/>
                  <a:pt x="44042" y="11148"/>
                  <a:pt x="45258" y="15376"/>
                </a:cubicBezTo>
                <a:cubicBezTo>
                  <a:pt x="46474" y="19603"/>
                  <a:pt x="47545" y="24034"/>
                  <a:pt x="48471" y="28668"/>
                </a:cubicBezTo>
                <a:cubicBezTo>
                  <a:pt x="49397" y="33300"/>
                  <a:pt x="50121" y="38020"/>
                  <a:pt x="50642" y="42827"/>
                </a:cubicBezTo>
                <a:cubicBezTo>
                  <a:pt x="51163" y="47632"/>
                  <a:pt x="51424" y="52409"/>
                  <a:pt x="51424" y="57158"/>
                </a:cubicBezTo>
                <a:cubicBezTo>
                  <a:pt x="51424" y="67236"/>
                  <a:pt x="50526" y="76821"/>
                  <a:pt x="48731" y="85914"/>
                </a:cubicBezTo>
                <a:cubicBezTo>
                  <a:pt x="46937" y="95005"/>
                  <a:pt x="44303" y="103778"/>
                  <a:pt x="40828" y="112233"/>
                </a:cubicBezTo>
                <a:cubicBezTo>
                  <a:pt x="37353" y="120688"/>
                  <a:pt x="33097" y="128969"/>
                  <a:pt x="28058" y="137075"/>
                </a:cubicBezTo>
                <a:cubicBezTo>
                  <a:pt x="23020" y="145184"/>
                  <a:pt x="17257" y="153350"/>
                  <a:pt x="10771" y="161573"/>
                </a:cubicBezTo>
                <a:close/>
                <a:moveTo>
                  <a:pt x="85477" y="71752"/>
                </a:moveTo>
                <a:cubicBezTo>
                  <a:pt x="82349" y="71752"/>
                  <a:pt x="79858" y="70739"/>
                  <a:pt x="78004" y="68714"/>
                </a:cubicBezTo>
                <a:cubicBezTo>
                  <a:pt x="76152" y="66687"/>
                  <a:pt x="75226" y="64109"/>
                  <a:pt x="75226" y="60981"/>
                </a:cubicBezTo>
                <a:cubicBezTo>
                  <a:pt x="75226" y="59129"/>
                  <a:pt x="75573" y="57305"/>
                  <a:pt x="76268" y="55509"/>
                </a:cubicBezTo>
                <a:cubicBezTo>
                  <a:pt x="76964" y="53714"/>
                  <a:pt x="77978" y="52121"/>
                  <a:pt x="79309" y="50732"/>
                </a:cubicBezTo>
                <a:cubicBezTo>
                  <a:pt x="80641" y="49341"/>
                  <a:pt x="82176" y="48212"/>
                  <a:pt x="83913" y="47344"/>
                </a:cubicBezTo>
                <a:cubicBezTo>
                  <a:pt x="85651" y="46475"/>
                  <a:pt x="87562" y="46040"/>
                  <a:pt x="89647" y="46040"/>
                </a:cubicBezTo>
                <a:cubicBezTo>
                  <a:pt x="92774" y="46040"/>
                  <a:pt x="95235" y="47083"/>
                  <a:pt x="97030" y="49168"/>
                </a:cubicBezTo>
                <a:cubicBezTo>
                  <a:pt x="98826" y="51252"/>
                  <a:pt x="99724" y="53858"/>
                  <a:pt x="99724" y="56986"/>
                </a:cubicBezTo>
                <a:cubicBezTo>
                  <a:pt x="99724" y="58838"/>
                  <a:pt x="99376" y="60662"/>
                  <a:pt x="98679" y="62458"/>
                </a:cubicBezTo>
                <a:cubicBezTo>
                  <a:pt x="97985" y="64253"/>
                  <a:pt x="97030" y="65846"/>
                  <a:pt x="95814" y="67237"/>
                </a:cubicBezTo>
                <a:cubicBezTo>
                  <a:pt x="94598" y="68626"/>
                  <a:pt x="93092" y="69727"/>
                  <a:pt x="91296" y="70538"/>
                </a:cubicBezTo>
                <a:cubicBezTo>
                  <a:pt x="89503" y="71347"/>
                  <a:pt x="87563" y="71752"/>
                  <a:pt x="85477" y="71752"/>
                </a:cubicBezTo>
                <a:moveTo>
                  <a:pt x="58026" y="161226"/>
                </a:moveTo>
                <a:lnTo>
                  <a:pt x="55768" y="150630"/>
                </a:lnTo>
                <a:cubicBezTo>
                  <a:pt x="61907" y="148661"/>
                  <a:pt x="66715" y="145910"/>
                  <a:pt x="70189" y="142377"/>
                </a:cubicBezTo>
                <a:cubicBezTo>
                  <a:pt x="73664" y="138844"/>
                  <a:pt x="75864" y="135051"/>
                  <a:pt x="76790" y="130997"/>
                </a:cubicBezTo>
                <a:cubicBezTo>
                  <a:pt x="73432" y="130997"/>
                  <a:pt x="70681" y="130070"/>
                  <a:pt x="68538" y="128218"/>
                </a:cubicBezTo>
                <a:cubicBezTo>
                  <a:pt x="66396" y="126364"/>
                  <a:pt x="65324" y="123816"/>
                  <a:pt x="65324" y="120573"/>
                </a:cubicBezTo>
                <a:cubicBezTo>
                  <a:pt x="65324" y="117098"/>
                  <a:pt x="66540" y="113971"/>
                  <a:pt x="68972" y="111191"/>
                </a:cubicBezTo>
                <a:cubicBezTo>
                  <a:pt x="71404" y="108411"/>
                  <a:pt x="74706" y="107021"/>
                  <a:pt x="78876" y="107021"/>
                </a:cubicBezTo>
                <a:cubicBezTo>
                  <a:pt x="82814" y="107021"/>
                  <a:pt x="85825" y="108295"/>
                  <a:pt x="87908" y="110844"/>
                </a:cubicBezTo>
                <a:cubicBezTo>
                  <a:pt x="89994" y="113392"/>
                  <a:pt x="91037" y="116867"/>
                  <a:pt x="91037" y="121267"/>
                </a:cubicBezTo>
                <a:cubicBezTo>
                  <a:pt x="91037" y="126133"/>
                  <a:pt x="90255" y="130737"/>
                  <a:pt x="88690" y="135079"/>
                </a:cubicBezTo>
                <a:cubicBezTo>
                  <a:pt x="87128" y="139423"/>
                  <a:pt x="84899" y="143333"/>
                  <a:pt x="82002" y="146807"/>
                </a:cubicBezTo>
                <a:cubicBezTo>
                  <a:pt x="79107" y="150282"/>
                  <a:pt x="75632" y="153264"/>
                  <a:pt x="71578" y="155754"/>
                </a:cubicBezTo>
                <a:cubicBezTo>
                  <a:pt x="67524" y="158244"/>
                  <a:pt x="63007" y="160068"/>
                  <a:pt x="58026" y="161226"/>
                </a:cubicBezTo>
                <a:close/>
                <a:moveTo>
                  <a:pt x="177732" y="132733"/>
                </a:moveTo>
                <a:cubicBezTo>
                  <a:pt x="172983" y="132733"/>
                  <a:pt x="168639" y="131952"/>
                  <a:pt x="164699" y="130389"/>
                </a:cubicBezTo>
                <a:cubicBezTo>
                  <a:pt x="160762" y="128825"/>
                  <a:pt x="157346" y="126567"/>
                  <a:pt x="154451" y="123613"/>
                </a:cubicBezTo>
                <a:cubicBezTo>
                  <a:pt x="151556" y="120660"/>
                  <a:pt x="149297" y="117041"/>
                  <a:pt x="147675" y="112755"/>
                </a:cubicBezTo>
                <a:cubicBezTo>
                  <a:pt x="146054" y="108469"/>
                  <a:pt x="145244" y="103546"/>
                  <a:pt x="145244" y="97986"/>
                </a:cubicBezTo>
                <a:cubicBezTo>
                  <a:pt x="145244" y="90343"/>
                  <a:pt x="146546" y="83191"/>
                  <a:pt x="149151" y="76532"/>
                </a:cubicBezTo>
                <a:cubicBezTo>
                  <a:pt x="151758" y="69871"/>
                  <a:pt x="155291" y="64079"/>
                  <a:pt x="159750" y="59157"/>
                </a:cubicBezTo>
                <a:cubicBezTo>
                  <a:pt x="164209" y="54235"/>
                  <a:pt x="169421" y="50355"/>
                  <a:pt x="175386" y="47517"/>
                </a:cubicBezTo>
                <a:cubicBezTo>
                  <a:pt x="181350" y="44678"/>
                  <a:pt x="187634" y="43259"/>
                  <a:pt x="194237" y="43259"/>
                </a:cubicBezTo>
                <a:cubicBezTo>
                  <a:pt x="199449" y="43259"/>
                  <a:pt x="203908" y="44302"/>
                  <a:pt x="207614" y="46387"/>
                </a:cubicBezTo>
                <a:cubicBezTo>
                  <a:pt x="211320" y="48473"/>
                  <a:pt x="214331" y="50905"/>
                  <a:pt x="216648" y="53685"/>
                </a:cubicBezTo>
                <a:lnTo>
                  <a:pt x="206225" y="64976"/>
                </a:lnTo>
                <a:cubicBezTo>
                  <a:pt x="204256" y="62661"/>
                  <a:pt x="202286" y="60982"/>
                  <a:pt x="200316" y="59939"/>
                </a:cubicBezTo>
                <a:cubicBezTo>
                  <a:pt x="198347" y="58896"/>
                  <a:pt x="195915" y="58375"/>
                  <a:pt x="193020" y="58375"/>
                </a:cubicBezTo>
                <a:cubicBezTo>
                  <a:pt x="189197" y="58375"/>
                  <a:pt x="185549" y="59418"/>
                  <a:pt x="182074" y="61503"/>
                </a:cubicBezTo>
                <a:cubicBezTo>
                  <a:pt x="178599" y="63587"/>
                  <a:pt x="175559" y="66395"/>
                  <a:pt x="172952" y="69928"/>
                </a:cubicBezTo>
                <a:cubicBezTo>
                  <a:pt x="170347" y="73461"/>
                  <a:pt x="168262" y="77573"/>
                  <a:pt x="166698" y="82263"/>
                </a:cubicBezTo>
                <a:cubicBezTo>
                  <a:pt x="165136" y="86954"/>
                  <a:pt x="164355" y="91963"/>
                  <a:pt x="164355" y="97292"/>
                </a:cubicBezTo>
                <a:cubicBezTo>
                  <a:pt x="164355" y="103778"/>
                  <a:pt x="165773" y="108787"/>
                  <a:pt x="168610" y="112320"/>
                </a:cubicBezTo>
                <a:cubicBezTo>
                  <a:pt x="171448" y="115853"/>
                  <a:pt x="175763" y="117620"/>
                  <a:pt x="181554" y="117620"/>
                </a:cubicBezTo>
                <a:cubicBezTo>
                  <a:pt x="184912" y="117620"/>
                  <a:pt x="187894" y="116953"/>
                  <a:pt x="190499" y="115621"/>
                </a:cubicBezTo>
                <a:cubicBezTo>
                  <a:pt x="193106" y="114288"/>
                  <a:pt x="195510" y="112753"/>
                  <a:pt x="197712" y="111016"/>
                </a:cubicBezTo>
                <a:lnTo>
                  <a:pt x="205702" y="122831"/>
                </a:lnTo>
                <a:cubicBezTo>
                  <a:pt x="202459" y="125148"/>
                  <a:pt x="198608" y="127378"/>
                  <a:pt x="194149" y="129520"/>
                </a:cubicBezTo>
                <a:cubicBezTo>
                  <a:pt x="189690" y="131662"/>
                  <a:pt x="184218" y="132733"/>
                  <a:pt x="177732" y="132733"/>
                </a:cubicBezTo>
                <a:close/>
                <a:moveTo>
                  <a:pt x="236802" y="132733"/>
                </a:moveTo>
                <a:cubicBezTo>
                  <a:pt x="231821" y="132733"/>
                  <a:pt x="228173" y="131517"/>
                  <a:pt x="225856" y="129085"/>
                </a:cubicBezTo>
                <a:cubicBezTo>
                  <a:pt x="223539" y="126653"/>
                  <a:pt x="222380" y="123237"/>
                  <a:pt x="222380" y="118836"/>
                </a:cubicBezTo>
                <a:cubicBezTo>
                  <a:pt x="222380" y="116171"/>
                  <a:pt x="222786" y="113160"/>
                  <a:pt x="223597" y="109802"/>
                </a:cubicBezTo>
                <a:lnTo>
                  <a:pt x="243925" y="7993"/>
                </a:lnTo>
                <a:lnTo>
                  <a:pt x="262514" y="7993"/>
                </a:lnTo>
                <a:lnTo>
                  <a:pt x="242014" y="110669"/>
                </a:lnTo>
                <a:cubicBezTo>
                  <a:pt x="241782" y="111597"/>
                  <a:pt x="241666" y="112292"/>
                  <a:pt x="241666" y="112755"/>
                </a:cubicBezTo>
                <a:cubicBezTo>
                  <a:pt x="241666" y="113218"/>
                  <a:pt x="241666" y="113624"/>
                  <a:pt x="241666" y="113972"/>
                </a:cubicBezTo>
                <a:cubicBezTo>
                  <a:pt x="241666" y="116404"/>
                  <a:pt x="242651" y="117620"/>
                  <a:pt x="244619" y="117620"/>
                </a:cubicBezTo>
                <a:cubicBezTo>
                  <a:pt x="245199" y="117620"/>
                  <a:pt x="245662" y="117590"/>
                  <a:pt x="246009" y="117532"/>
                </a:cubicBezTo>
                <a:cubicBezTo>
                  <a:pt x="246357" y="117474"/>
                  <a:pt x="246936" y="117329"/>
                  <a:pt x="247748" y="117097"/>
                </a:cubicBezTo>
                <a:lnTo>
                  <a:pt x="247400" y="130997"/>
                </a:lnTo>
                <a:cubicBezTo>
                  <a:pt x="246126" y="131576"/>
                  <a:pt x="244620" y="132010"/>
                  <a:pt x="242883" y="132298"/>
                </a:cubicBezTo>
                <a:cubicBezTo>
                  <a:pt x="241146" y="132588"/>
                  <a:pt x="239119" y="132733"/>
                  <a:pt x="236802" y="132733"/>
                </a:cubicBezTo>
                <a:close/>
                <a:moveTo>
                  <a:pt x="299346" y="132733"/>
                </a:moveTo>
                <a:cubicBezTo>
                  <a:pt x="294597" y="132733"/>
                  <a:pt x="290254" y="131923"/>
                  <a:pt x="286316" y="130302"/>
                </a:cubicBezTo>
                <a:cubicBezTo>
                  <a:pt x="282378" y="128680"/>
                  <a:pt x="279019" y="126363"/>
                  <a:pt x="276239" y="123354"/>
                </a:cubicBezTo>
                <a:cubicBezTo>
                  <a:pt x="273459" y="120342"/>
                  <a:pt x="271317" y="116694"/>
                  <a:pt x="269811" y="112408"/>
                </a:cubicBezTo>
                <a:cubicBezTo>
                  <a:pt x="268305" y="108122"/>
                  <a:pt x="267552" y="103315"/>
                  <a:pt x="267552" y="97986"/>
                </a:cubicBezTo>
                <a:cubicBezTo>
                  <a:pt x="267552" y="89880"/>
                  <a:pt x="268913" y="82438"/>
                  <a:pt x="271635" y="75662"/>
                </a:cubicBezTo>
                <a:cubicBezTo>
                  <a:pt x="274356" y="68886"/>
                  <a:pt x="277918" y="63124"/>
                  <a:pt x="282318" y="58375"/>
                </a:cubicBezTo>
                <a:cubicBezTo>
                  <a:pt x="286721" y="53626"/>
                  <a:pt x="291730" y="49920"/>
                  <a:pt x="297347" y="47257"/>
                </a:cubicBezTo>
                <a:cubicBezTo>
                  <a:pt x="302965" y="44592"/>
                  <a:pt x="308670" y="43259"/>
                  <a:pt x="314462" y="43259"/>
                </a:cubicBezTo>
                <a:cubicBezTo>
                  <a:pt x="324191" y="43259"/>
                  <a:pt x="331951" y="46358"/>
                  <a:pt x="337743" y="52556"/>
                </a:cubicBezTo>
                <a:cubicBezTo>
                  <a:pt x="343534" y="58752"/>
                  <a:pt x="346430" y="67236"/>
                  <a:pt x="346430" y="78008"/>
                </a:cubicBezTo>
                <a:cubicBezTo>
                  <a:pt x="346430" y="86115"/>
                  <a:pt x="345068" y="93527"/>
                  <a:pt x="342345" y="100245"/>
                </a:cubicBezTo>
                <a:cubicBezTo>
                  <a:pt x="339623" y="106963"/>
                  <a:pt x="336062" y="112725"/>
                  <a:pt x="331661" y="117532"/>
                </a:cubicBezTo>
                <a:cubicBezTo>
                  <a:pt x="327261" y="122339"/>
                  <a:pt x="322251" y="126075"/>
                  <a:pt x="316633" y="128738"/>
                </a:cubicBezTo>
                <a:cubicBezTo>
                  <a:pt x="311016" y="131401"/>
                  <a:pt x="305254" y="132733"/>
                  <a:pt x="299346" y="132733"/>
                </a:cubicBezTo>
                <a:moveTo>
                  <a:pt x="301432" y="117620"/>
                </a:moveTo>
                <a:cubicBezTo>
                  <a:pt x="304790" y="117620"/>
                  <a:pt x="308032" y="116606"/>
                  <a:pt x="311158" y="114579"/>
                </a:cubicBezTo>
                <a:cubicBezTo>
                  <a:pt x="314287" y="112552"/>
                  <a:pt x="317067" y="109772"/>
                  <a:pt x="319499" y="106239"/>
                </a:cubicBezTo>
                <a:cubicBezTo>
                  <a:pt x="321932" y="102706"/>
                  <a:pt x="323873" y="98565"/>
                  <a:pt x="325320" y="93816"/>
                </a:cubicBezTo>
                <a:cubicBezTo>
                  <a:pt x="326768" y="89067"/>
                  <a:pt x="327491" y="83971"/>
                  <a:pt x="327491" y="78528"/>
                </a:cubicBezTo>
                <a:cubicBezTo>
                  <a:pt x="327491" y="72042"/>
                  <a:pt x="326217" y="67061"/>
                  <a:pt x="323669" y="63587"/>
                </a:cubicBezTo>
                <a:cubicBezTo>
                  <a:pt x="321122" y="60112"/>
                  <a:pt x="317416" y="58375"/>
                  <a:pt x="312550" y="58375"/>
                </a:cubicBezTo>
                <a:cubicBezTo>
                  <a:pt x="309192" y="58375"/>
                  <a:pt x="305920" y="59389"/>
                  <a:pt x="302734" y="61416"/>
                </a:cubicBezTo>
                <a:cubicBezTo>
                  <a:pt x="299549" y="63443"/>
                  <a:pt x="296741" y="66194"/>
                  <a:pt x="294309" y="69668"/>
                </a:cubicBezTo>
                <a:cubicBezTo>
                  <a:pt x="291877" y="73143"/>
                  <a:pt x="289936" y="77255"/>
                  <a:pt x="288487" y="82003"/>
                </a:cubicBezTo>
                <a:cubicBezTo>
                  <a:pt x="287040" y="86752"/>
                  <a:pt x="286316" y="91848"/>
                  <a:pt x="286316" y="97292"/>
                </a:cubicBezTo>
                <a:cubicBezTo>
                  <a:pt x="286316" y="103778"/>
                  <a:pt x="287590" y="108787"/>
                  <a:pt x="290139" y="112320"/>
                </a:cubicBezTo>
                <a:cubicBezTo>
                  <a:pt x="292687" y="115853"/>
                  <a:pt x="296452" y="117620"/>
                  <a:pt x="301432" y="117620"/>
                </a:cubicBezTo>
                <a:close/>
                <a:moveTo>
                  <a:pt x="357722" y="130649"/>
                </a:moveTo>
                <a:lnTo>
                  <a:pt x="374747" y="45345"/>
                </a:lnTo>
                <a:lnTo>
                  <a:pt x="389863" y="45345"/>
                </a:lnTo>
                <a:lnTo>
                  <a:pt x="388993" y="57333"/>
                </a:lnTo>
                <a:lnTo>
                  <a:pt x="389688" y="57333"/>
                </a:lnTo>
                <a:cubicBezTo>
                  <a:pt x="394205" y="53510"/>
                  <a:pt x="398868" y="50209"/>
                  <a:pt x="403675" y="47429"/>
                </a:cubicBezTo>
                <a:cubicBezTo>
                  <a:pt x="408482" y="44649"/>
                  <a:pt x="413607" y="43259"/>
                  <a:pt x="419051" y="43259"/>
                </a:cubicBezTo>
                <a:cubicBezTo>
                  <a:pt x="426231" y="43259"/>
                  <a:pt x="431385" y="45113"/>
                  <a:pt x="434511" y="48821"/>
                </a:cubicBezTo>
                <a:cubicBezTo>
                  <a:pt x="437639" y="52527"/>
                  <a:pt x="439203" y="57855"/>
                  <a:pt x="439203" y="64804"/>
                </a:cubicBezTo>
                <a:cubicBezTo>
                  <a:pt x="439203" y="66773"/>
                  <a:pt x="439117" y="68684"/>
                  <a:pt x="438944" y="70538"/>
                </a:cubicBezTo>
                <a:cubicBezTo>
                  <a:pt x="438770" y="72390"/>
                  <a:pt x="438394" y="74475"/>
                  <a:pt x="437814" y="76792"/>
                </a:cubicBezTo>
                <a:lnTo>
                  <a:pt x="427043" y="130649"/>
                </a:lnTo>
                <a:lnTo>
                  <a:pt x="408452" y="130649"/>
                </a:lnTo>
                <a:lnTo>
                  <a:pt x="418876" y="79222"/>
                </a:lnTo>
                <a:cubicBezTo>
                  <a:pt x="419224" y="77254"/>
                  <a:pt x="419543" y="75575"/>
                  <a:pt x="419833" y="74186"/>
                </a:cubicBezTo>
                <a:cubicBezTo>
                  <a:pt x="420122" y="72795"/>
                  <a:pt x="420267" y="71462"/>
                  <a:pt x="420267" y="70188"/>
                </a:cubicBezTo>
                <a:cubicBezTo>
                  <a:pt x="420267" y="62892"/>
                  <a:pt x="416677" y="59245"/>
                  <a:pt x="409496" y="59245"/>
                </a:cubicBezTo>
                <a:cubicBezTo>
                  <a:pt x="406485" y="59245"/>
                  <a:pt x="403270" y="60287"/>
                  <a:pt x="399852" y="62373"/>
                </a:cubicBezTo>
                <a:cubicBezTo>
                  <a:pt x="396436" y="64456"/>
                  <a:pt x="392469" y="67814"/>
                  <a:pt x="387952" y="72447"/>
                </a:cubicBezTo>
                <a:lnTo>
                  <a:pt x="376486" y="130649"/>
                </a:lnTo>
                <a:lnTo>
                  <a:pt x="357722" y="130649"/>
                </a:lnTo>
                <a:close/>
                <a:moveTo>
                  <a:pt x="451888" y="96597"/>
                </a:moveTo>
                <a:cubicBezTo>
                  <a:pt x="451888" y="88605"/>
                  <a:pt x="453249" y="81337"/>
                  <a:pt x="455970" y="74793"/>
                </a:cubicBezTo>
                <a:cubicBezTo>
                  <a:pt x="458692" y="68248"/>
                  <a:pt x="462282" y="62631"/>
                  <a:pt x="466741" y="57940"/>
                </a:cubicBezTo>
                <a:cubicBezTo>
                  <a:pt x="471200" y="53250"/>
                  <a:pt x="476210" y="49630"/>
                  <a:pt x="481770" y="47082"/>
                </a:cubicBezTo>
                <a:cubicBezTo>
                  <a:pt x="487330" y="44533"/>
                  <a:pt x="492889" y="43259"/>
                  <a:pt x="498447" y="43259"/>
                </a:cubicBezTo>
                <a:cubicBezTo>
                  <a:pt x="503428" y="43259"/>
                  <a:pt x="507626" y="44070"/>
                  <a:pt x="511042" y="45693"/>
                </a:cubicBezTo>
                <a:cubicBezTo>
                  <a:pt x="514460" y="47313"/>
                  <a:pt x="517240" y="49543"/>
                  <a:pt x="519382" y="52381"/>
                </a:cubicBezTo>
                <a:cubicBezTo>
                  <a:pt x="521526" y="55219"/>
                  <a:pt x="523090" y="58550"/>
                  <a:pt x="524075" y="62373"/>
                </a:cubicBezTo>
                <a:cubicBezTo>
                  <a:pt x="525059" y="66194"/>
                  <a:pt x="525551" y="70305"/>
                  <a:pt x="525551" y="74705"/>
                </a:cubicBezTo>
                <a:cubicBezTo>
                  <a:pt x="525551" y="78413"/>
                  <a:pt x="525087" y="82004"/>
                  <a:pt x="524159" y="85479"/>
                </a:cubicBezTo>
                <a:cubicBezTo>
                  <a:pt x="523233" y="88953"/>
                  <a:pt x="522481" y="91385"/>
                  <a:pt x="521903" y="92774"/>
                </a:cubicBezTo>
                <a:lnTo>
                  <a:pt x="469954" y="92774"/>
                </a:lnTo>
                <a:cubicBezTo>
                  <a:pt x="469491" y="97292"/>
                  <a:pt x="469723" y="101172"/>
                  <a:pt x="470649" y="104415"/>
                </a:cubicBezTo>
                <a:cubicBezTo>
                  <a:pt x="471577" y="107658"/>
                  <a:pt x="472996" y="110322"/>
                  <a:pt x="474906" y="112408"/>
                </a:cubicBezTo>
                <a:cubicBezTo>
                  <a:pt x="476819" y="114491"/>
                  <a:pt x="479164" y="116025"/>
                  <a:pt x="481942" y="117010"/>
                </a:cubicBezTo>
                <a:cubicBezTo>
                  <a:pt x="484722" y="117994"/>
                  <a:pt x="487734" y="118486"/>
                  <a:pt x="490977" y="118486"/>
                </a:cubicBezTo>
                <a:cubicBezTo>
                  <a:pt x="493988" y="118486"/>
                  <a:pt x="497057" y="117792"/>
                  <a:pt x="500184" y="116403"/>
                </a:cubicBezTo>
                <a:cubicBezTo>
                  <a:pt x="503312" y="115014"/>
                  <a:pt x="506034" y="113450"/>
                  <a:pt x="508351" y="111713"/>
                </a:cubicBezTo>
                <a:lnTo>
                  <a:pt x="515300" y="123701"/>
                </a:lnTo>
                <a:cubicBezTo>
                  <a:pt x="511825" y="126133"/>
                  <a:pt x="507627" y="128247"/>
                  <a:pt x="502705" y="130042"/>
                </a:cubicBezTo>
                <a:cubicBezTo>
                  <a:pt x="497783" y="131836"/>
                  <a:pt x="492252" y="132733"/>
                  <a:pt x="486112" y="132733"/>
                </a:cubicBezTo>
                <a:cubicBezTo>
                  <a:pt x="481017" y="132733"/>
                  <a:pt x="476384" y="131923"/>
                  <a:pt x="472213" y="130302"/>
                </a:cubicBezTo>
                <a:cubicBezTo>
                  <a:pt x="468044" y="128680"/>
                  <a:pt x="464453" y="126334"/>
                  <a:pt x="461442" y="123266"/>
                </a:cubicBezTo>
                <a:cubicBezTo>
                  <a:pt x="458430" y="120196"/>
                  <a:pt x="456085" y="116432"/>
                  <a:pt x="454406" y="111973"/>
                </a:cubicBezTo>
                <a:cubicBezTo>
                  <a:pt x="452727" y="107514"/>
                  <a:pt x="451888" y="102389"/>
                  <a:pt x="451888" y="96597"/>
                </a:cubicBezTo>
                <a:moveTo>
                  <a:pt x="471518" y="80962"/>
                </a:moveTo>
                <a:lnTo>
                  <a:pt x="509221" y="80962"/>
                </a:lnTo>
                <a:cubicBezTo>
                  <a:pt x="509452" y="79802"/>
                  <a:pt x="509655" y="78615"/>
                  <a:pt x="509828" y="77399"/>
                </a:cubicBezTo>
                <a:cubicBezTo>
                  <a:pt x="510001" y="76183"/>
                  <a:pt x="510088" y="74880"/>
                  <a:pt x="510088" y="73491"/>
                </a:cubicBezTo>
                <a:cubicBezTo>
                  <a:pt x="510088" y="69320"/>
                  <a:pt x="509074" y="65642"/>
                  <a:pt x="507047" y="62458"/>
                </a:cubicBezTo>
                <a:cubicBezTo>
                  <a:pt x="505020" y="59273"/>
                  <a:pt x="501400" y="57680"/>
                  <a:pt x="496189" y="57680"/>
                </a:cubicBezTo>
                <a:cubicBezTo>
                  <a:pt x="490977" y="57680"/>
                  <a:pt x="486083" y="59737"/>
                  <a:pt x="481507" y="63849"/>
                </a:cubicBezTo>
                <a:cubicBezTo>
                  <a:pt x="476934" y="67960"/>
                  <a:pt x="473604" y="73664"/>
                  <a:pt x="471518" y="80962"/>
                </a:cubicBezTo>
                <a:close/>
                <a:moveTo>
                  <a:pt x="586706" y="149760"/>
                </a:moveTo>
                <a:lnTo>
                  <a:pt x="590353" y="131866"/>
                </a:lnTo>
                <a:cubicBezTo>
                  <a:pt x="585258" y="130707"/>
                  <a:pt x="580509" y="128709"/>
                  <a:pt x="576107" y="125872"/>
                </a:cubicBezTo>
                <a:cubicBezTo>
                  <a:pt x="571706" y="123034"/>
                  <a:pt x="567884" y="119703"/>
                  <a:pt x="564641" y="115881"/>
                </a:cubicBezTo>
                <a:lnTo>
                  <a:pt x="576282" y="104415"/>
                </a:lnTo>
                <a:cubicBezTo>
                  <a:pt x="578945" y="107890"/>
                  <a:pt x="582217" y="110959"/>
                  <a:pt x="586096" y="113625"/>
                </a:cubicBezTo>
                <a:cubicBezTo>
                  <a:pt x="589977" y="116288"/>
                  <a:pt x="594350" y="117620"/>
                  <a:pt x="599216" y="117620"/>
                </a:cubicBezTo>
                <a:cubicBezTo>
                  <a:pt x="604774" y="117620"/>
                  <a:pt x="609204" y="116114"/>
                  <a:pt x="612505" y="113102"/>
                </a:cubicBezTo>
                <a:cubicBezTo>
                  <a:pt x="615806" y="110091"/>
                  <a:pt x="617457" y="106036"/>
                  <a:pt x="617457" y="100939"/>
                </a:cubicBezTo>
                <a:cubicBezTo>
                  <a:pt x="617457" y="97233"/>
                  <a:pt x="616559" y="93990"/>
                  <a:pt x="614764" y="91210"/>
                </a:cubicBezTo>
                <a:cubicBezTo>
                  <a:pt x="612968" y="88430"/>
                  <a:pt x="610739" y="85854"/>
                  <a:pt x="608075" y="83480"/>
                </a:cubicBezTo>
                <a:cubicBezTo>
                  <a:pt x="605412" y="81105"/>
                  <a:pt x="602545" y="78817"/>
                  <a:pt x="599475" y="76617"/>
                </a:cubicBezTo>
                <a:cubicBezTo>
                  <a:pt x="596406" y="74416"/>
                  <a:pt x="593539" y="72014"/>
                  <a:pt x="590876" y="69408"/>
                </a:cubicBezTo>
                <a:cubicBezTo>
                  <a:pt x="588212" y="66802"/>
                  <a:pt x="585983" y="63877"/>
                  <a:pt x="584187" y="60634"/>
                </a:cubicBezTo>
                <a:cubicBezTo>
                  <a:pt x="582392" y="57391"/>
                  <a:pt x="581494" y="53569"/>
                  <a:pt x="581494" y="49168"/>
                </a:cubicBezTo>
                <a:cubicBezTo>
                  <a:pt x="581494" y="44766"/>
                  <a:pt x="582247" y="40682"/>
                  <a:pt x="583752" y="36918"/>
                </a:cubicBezTo>
                <a:cubicBezTo>
                  <a:pt x="585258" y="33153"/>
                  <a:pt x="587401" y="29882"/>
                  <a:pt x="590181" y="27104"/>
                </a:cubicBezTo>
                <a:cubicBezTo>
                  <a:pt x="592961" y="24324"/>
                  <a:pt x="596262" y="22065"/>
                  <a:pt x="600083" y="20328"/>
                </a:cubicBezTo>
                <a:cubicBezTo>
                  <a:pt x="603905" y="18591"/>
                  <a:pt x="608191" y="17548"/>
                  <a:pt x="612940" y="17200"/>
                </a:cubicBezTo>
                <a:lnTo>
                  <a:pt x="616240" y="0"/>
                </a:lnTo>
                <a:lnTo>
                  <a:pt x="629098" y="0"/>
                </a:lnTo>
                <a:lnTo>
                  <a:pt x="625622" y="18242"/>
                </a:lnTo>
                <a:cubicBezTo>
                  <a:pt x="629677" y="19401"/>
                  <a:pt x="633441" y="21226"/>
                  <a:pt x="636916" y="23716"/>
                </a:cubicBezTo>
                <a:cubicBezTo>
                  <a:pt x="640390" y="26206"/>
                  <a:pt x="643517" y="29188"/>
                  <a:pt x="646297" y="32663"/>
                </a:cubicBezTo>
                <a:lnTo>
                  <a:pt x="634310" y="43259"/>
                </a:lnTo>
                <a:cubicBezTo>
                  <a:pt x="631993" y="40016"/>
                  <a:pt x="629242" y="37353"/>
                  <a:pt x="626057" y="35269"/>
                </a:cubicBezTo>
                <a:cubicBezTo>
                  <a:pt x="622872" y="33183"/>
                  <a:pt x="619484" y="32141"/>
                  <a:pt x="615893" y="32141"/>
                </a:cubicBezTo>
                <a:cubicBezTo>
                  <a:pt x="611029" y="32141"/>
                  <a:pt x="607149" y="33502"/>
                  <a:pt x="604253" y="36223"/>
                </a:cubicBezTo>
                <a:cubicBezTo>
                  <a:pt x="601358" y="38945"/>
                  <a:pt x="599910" y="42507"/>
                  <a:pt x="599910" y="46909"/>
                </a:cubicBezTo>
                <a:cubicBezTo>
                  <a:pt x="599910" y="50036"/>
                  <a:pt x="600807" y="52816"/>
                  <a:pt x="602601" y="55249"/>
                </a:cubicBezTo>
                <a:cubicBezTo>
                  <a:pt x="604397" y="57681"/>
                  <a:pt x="606626" y="59997"/>
                  <a:pt x="609289" y="62198"/>
                </a:cubicBezTo>
                <a:cubicBezTo>
                  <a:pt x="611955" y="64398"/>
                  <a:pt x="614821" y="66598"/>
                  <a:pt x="617889" y="68799"/>
                </a:cubicBezTo>
                <a:cubicBezTo>
                  <a:pt x="620959" y="70999"/>
                  <a:pt x="623826" y="73489"/>
                  <a:pt x="626489" y="76269"/>
                </a:cubicBezTo>
                <a:cubicBezTo>
                  <a:pt x="629154" y="79049"/>
                  <a:pt x="631385" y="82206"/>
                  <a:pt x="633180" y="85739"/>
                </a:cubicBezTo>
                <a:cubicBezTo>
                  <a:pt x="634976" y="89272"/>
                  <a:pt x="635874" y="93470"/>
                  <a:pt x="635874" y="98334"/>
                </a:cubicBezTo>
                <a:cubicBezTo>
                  <a:pt x="635874" y="102968"/>
                  <a:pt x="635092" y="107253"/>
                  <a:pt x="633528" y="111191"/>
                </a:cubicBezTo>
                <a:cubicBezTo>
                  <a:pt x="631963" y="115129"/>
                  <a:pt x="629762" y="118632"/>
                  <a:pt x="626924" y="121702"/>
                </a:cubicBezTo>
                <a:cubicBezTo>
                  <a:pt x="624087" y="124772"/>
                  <a:pt x="620642" y="127234"/>
                  <a:pt x="616588" y="129088"/>
                </a:cubicBezTo>
                <a:cubicBezTo>
                  <a:pt x="612533" y="130940"/>
                  <a:pt x="608016" y="132098"/>
                  <a:pt x="603036" y="132561"/>
                </a:cubicBezTo>
                <a:lnTo>
                  <a:pt x="599563" y="149760"/>
                </a:lnTo>
                <a:lnTo>
                  <a:pt x="586706" y="149760"/>
                </a:lnTo>
                <a:close/>
                <a:moveTo>
                  <a:pt x="679133" y="168524"/>
                </a:moveTo>
                <a:cubicBezTo>
                  <a:pt x="673689" y="168524"/>
                  <a:pt x="668333" y="167481"/>
                  <a:pt x="663062" y="165396"/>
                </a:cubicBezTo>
                <a:cubicBezTo>
                  <a:pt x="657792" y="163312"/>
                  <a:pt x="652898" y="160416"/>
                  <a:pt x="648381" y="156709"/>
                </a:cubicBezTo>
                <a:lnTo>
                  <a:pt x="656721" y="144201"/>
                </a:lnTo>
                <a:cubicBezTo>
                  <a:pt x="659964" y="146865"/>
                  <a:pt x="663496" y="149094"/>
                  <a:pt x="667317" y="150890"/>
                </a:cubicBezTo>
                <a:cubicBezTo>
                  <a:pt x="671140" y="152685"/>
                  <a:pt x="675253" y="153583"/>
                  <a:pt x="679655" y="153583"/>
                </a:cubicBezTo>
                <a:cubicBezTo>
                  <a:pt x="686141" y="153583"/>
                  <a:pt x="691382" y="151701"/>
                  <a:pt x="695378" y="147936"/>
                </a:cubicBezTo>
                <a:cubicBezTo>
                  <a:pt x="699374" y="144172"/>
                  <a:pt x="702241" y="138873"/>
                  <a:pt x="703978" y="132038"/>
                </a:cubicBezTo>
                <a:lnTo>
                  <a:pt x="708320" y="115533"/>
                </a:lnTo>
                <a:cubicBezTo>
                  <a:pt x="704266" y="119704"/>
                  <a:pt x="699894" y="122977"/>
                  <a:pt x="695203" y="125353"/>
                </a:cubicBezTo>
                <a:cubicBezTo>
                  <a:pt x="690513" y="127726"/>
                  <a:pt x="685619" y="128913"/>
                  <a:pt x="680522" y="128913"/>
                </a:cubicBezTo>
                <a:cubicBezTo>
                  <a:pt x="673341" y="128913"/>
                  <a:pt x="667406" y="126394"/>
                  <a:pt x="662715" y="121355"/>
                </a:cubicBezTo>
                <a:cubicBezTo>
                  <a:pt x="658025" y="116316"/>
                  <a:pt x="655679" y="108816"/>
                  <a:pt x="655679" y="98856"/>
                </a:cubicBezTo>
                <a:cubicBezTo>
                  <a:pt x="655679" y="91095"/>
                  <a:pt x="656924" y="83856"/>
                  <a:pt x="659415" y="77139"/>
                </a:cubicBezTo>
                <a:cubicBezTo>
                  <a:pt x="661905" y="70421"/>
                  <a:pt x="665234" y="64543"/>
                  <a:pt x="669404" y="59504"/>
                </a:cubicBezTo>
                <a:cubicBezTo>
                  <a:pt x="673573" y="54466"/>
                  <a:pt x="678350" y="50499"/>
                  <a:pt x="683735" y="47604"/>
                </a:cubicBezTo>
                <a:cubicBezTo>
                  <a:pt x="689122" y="44707"/>
                  <a:pt x="694711" y="43259"/>
                  <a:pt x="700502" y="43259"/>
                </a:cubicBezTo>
                <a:cubicBezTo>
                  <a:pt x="704672" y="43259"/>
                  <a:pt x="708464" y="44331"/>
                  <a:pt x="711881" y="46475"/>
                </a:cubicBezTo>
                <a:cubicBezTo>
                  <a:pt x="715299" y="48617"/>
                  <a:pt x="717935" y="51541"/>
                  <a:pt x="719788" y="55247"/>
                </a:cubicBezTo>
                <a:lnTo>
                  <a:pt x="720308" y="55247"/>
                </a:lnTo>
                <a:lnTo>
                  <a:pt x="723956" y="45345"/>
                </a:lnTo>
                <a:lnTo>
                  <a:pt x="739072" y="45345"/>
                </a:lnTo>
                <a:lnTo>
                  <a:pt x="721697" y="131866"/>
                </a:lnTo>
                <a:cubicBezTo>
                  <a:pt x="719265" y="143910"/>
                  <a:pt x="714401" y="153031"/>
                  <a:pt x="707103" y="159227"/>
                </a:cubicBezTo>
                <a:cubicBezTo>
                  <a:pt x="699808" y="165425"/>
                  <a:pt x="690484" y="168524"/>
                  <a:pt x="679133" y="168524"/>
                </a:cubicBezTo>
                <a:moveTo>
                  <a:pt x="687298" y="113450"/>
                </a:moveTo>
                <a:cubicBezTo>
                  <a:pt x="690658" y="113450"/>
                  <a:pt x="694335" y="112436"/>
                  <a:pt x="698331" y="110409"/>
                </a:cubicBezTo>
                <a:cubicBezTo>
                  <a:pt x="702327" y="108382"/>
                  <a:pt x="706004" y="105110"/>
                  <a:pt x="709362" y="100592"/>
                </a:cubicBezTo>
                <a:lnTo>
                  <a:pt x="715791" y="68974"/>
                </a:lnTo>
                <a:cubicBezTo>
                  <a:pt x="713822" y="65268"/>
                  <a:pt x="711622" y="62604"/>
                  <a:pt x="709190" y="60984"/>
                </a:cubicBezTo>
                <a:cubicBezTo>
                  <a:pt x="706758" y="59361"/>
                  <a:pt x="704209" y="58550"/>
                  <a:pt x="701544" y="58550"/>
                </a:cubicBezTo>
                <a:cubicBezTo>
                  <a:pt x="698070" y="58550"/>
                  <a:pt x="694740" y="59564"/>
                  <a:pt x="691555" y="61591"/>
                </a:cubicBezTo>
                <a:cubicBezTo>
                  <a:pt x="688371" y="63616"/>
                  <a:pt x="685533" y="66366"/>
                  <a:pt x="683043" y="69841"/>
                </a:cubicBezTo>
                <a:cubicBezTo>
                  <a:pt x="680553" y="73315"/>
                  <a:pt x="678583" y="77340"/>
                  <a:pt x="677134" y="81916"/>
                </a:cubicBezTo>
                <a:cubicBezTo>
                  <a:pt x="675686" y="86492"/>
                  <a:pt x="674963" y="91327"/>
                  <a:pt x="674963" y="96422"/>
                </a:cubicBezTo>
                <a:cubicBezTo>
                  <a:pt x="674963" y="102214"/>
                  <a:pt x="676092" y="106500"/>
                  <a:pt x="678351" y="109280"/>
                </a:cubicBezTo>
                <a:cubicBezTo>
                  <a:pt x="680609" y="112060"/>
                  <a:pt x="683592" y="113450"/>
                  <a:pt x="687298" y="113450"/>
                </a:cubicBezTo>
                <a:close/>
                <a:moveTo>
                  <a:pt x="747586" y="96597"/>
                </a:moveTo>
                <a:cubicBezTo>
                  <a:pt x="747586" y="88605"/>
                  <a:pt x="748947" y="81337"/>
                  <a:pt x="751668" y="74793"/>
                </a:cubicBezTo>
                <a:cubicBezTo>
                  <a:pt x="754390" y="68248"/>
                  <a:pt x="757980" y="62631"/>
                  <a:pt x="762439" y="57940"/>
                </a:cubicBezTo>
                <a:cubicBezTo>
                  <a:pt x="766898" y="53250"/>
                  <a:pt x="771908" y="49630"/>
                  <a:pt x="777468" y="47082"/>
                </a:cubicBezTo>
                <a:cubicBezTo>
                  <a:pt x="783028" y="44533"/>
                  <a:pt x="788587" y="43259"/>
                  <a:pt x="794145" y="43259"/>
                </a:cubicBezTo>
                <a:cubicBezTo>
                  <a:pt x="799126" y="43259"/>
                  <a:pt x="803324" y="44070"/>
                  <a:pt x="806740" y="45693"/>
                </a:cubicBezTo>
                <a:cubicBezTo>
                  <a:pt x="810158" y="47313"/>
                  <a:pt x="812938" y="49543"/>
                  <a:pt x="815080" y="52381"/>
                </a:cubicBezTo>
                <a:cubicBezTo>
                  <a:pt x="817224" y="55219"/>
                  <a:pt x="818788" y="58550"/>
                  <a:pt x="819773" y="62373"/>
                </a:cubicBezTo>
                <a:cubicBezTo>
                  <a:pt x="820757" y="66194"/>
                  <a:pt x="821249" y="70305"/>
                  <a:pt x="821249" y="74705"/>
                </a:cubicBezTo>
                <a:cubicBezTo>
                  <a:pt x="821249" y="78413"/>
                  <a:pt x="820785" y="82004"/>
                  <a:pt x="819857" y="85479"/>
                </a:cubicBezTo>
                <a:cubicBezTo>
                  <a:pt x="818931" y="88953"/>
                  <a:pt x="818179" y="91385"/>
                  <a:pt x="817601" y="92774"/>
                </a:cubicBezTo>
                <a:lnTo>
                  <a:pt x="765652" y="92774"/>
                </a:lnTo>
                <a:cubicBezTo>
                  <a:pt x="765189" y="97292"/>
                  <a:pt x="765421" y="101172"/>
                  <a:pt x="766347" y="104415"/>
                </a:cubicBezTo>
                <a:cubicBezTo>
                  <a:pt x="767275" y="107658"/>
                  <a:pt x="768694" y="110322"/>
                  <a:pt x="770604" y="112408"/>
                </a:cubicBezTo>
                <a:cubicBezTo>
                  <a:pt x="772517" y="114491"/>
                  <a:pt x="774862" y="116025"/>
                  <a:pt x="777640" y="117010"/>
                </a:cubicBezTo>
                <a:cubicBezTo>
                  <a:pt x="780420" y="117994"/>
                  <a:pt x="783432" y="118486"/>
                  <a:pt x="786675" y="118486"/>
                </a:cubicBezTo>
                <a:cubicBezTo>
                  <a:pt x="789686" y="118486"/>
                  <a:pt x="792755" y="117792"/>
                  <a:pt x="795882" y="116403"/>
                </a:cubicBezTo>
                <a:cubicBezTo>
                  <a:pt x="799010" y="115014"/>
                  <a:pt x="801733" y="113450"/>
                  <a:pt x="804050" y="111713"/>
                </a:cubicBezTo>
                <a:lnTo>
                  <a:pt x="810998" y="123701"/>
                </a:lnTo>
                <a:cubicBezTo>
                  <a:pt x="807523" y="126133"/>
                  <a:pt x="803325" y="128247"/>
                  <a:pt x="798403" y="130042"/>
                </a:cubicBezTo>
                <a:cubicBezTo>
                  <a:pt x="793481" y="131836"/>
                  <a:pt x="787950" y="132733"/>
                  <a:pt x="781810" y="132733"/>
                </a:cubicBezTo>
                <a:cubicBezTo>
                  <a:pt x="776715" y="132733"/>
                  <a:pt x="772082" y="131923"/>
                  <a:pt x="767911" y="130302"/>
                </a:cubicBezTo>
                <a:cubicBezTo>
                  <a:pt x="763742" y="128680"/>
                  <a:pt x="760152" y="126334"/>
                  <a:pt x="757140" y="123266"/>
                </a:cubicBezTo>
                <a:cubicBezTo>
                  <a:pt x="754129" y="120196"/>
                  <a:pt x="751783" y="116432"/>
                  <a:pt x="750104" y="111973"/>
                </a:cubicBezTo>
                <a:cubicBezTo>
                  <a:pt x="748425" y="107514"/>
                  <a:pt x="747586" y="102389"/>
                  <a:pt x="747586" y="96597"/>
                </a:cubicBezTo>
                <a:moveTo>
                  <a:pt x="767217" y="80962"/>
                </a:moveTo>
                <a:lnTo>
                  <a:pt x="804919" y="80962"/>
                </a:lnTo>
                <a:cubicBezTo>
                  <a:pt x="805151" y="79802"/>
                  <a:pt x="805353" y="78615"/>
                  <a:pt x="805526" y="77399"/>
                </a:cubicBezTo>
                <a:cubicBezTo>
                  <a:pt x="805699" y="76183"/>
                  <a:pt x="805786" y="74880"/>
                  <a:pt x="805786" y="73491"/>
                </a:cubicBezTo>
                <a:cubicBezTo>
                  <a:pt x="805786" y="69320"/>
                  <a:pt x="804772" y="65642"/>
                  <a:pt x="802745" y="62458"/>
                </a:cubicBezTo>
                <a:cubicBezTo>
                  <a:pt x="800718" y="59273"/>
                  <a:pt x="797099" y="57680"/>
                  <a:pt x="791887" y="57680"/>
                </a:cubicBezTo>
                <a:cubicBezTo>
                  <a:pt x="786675" y="57680"/>
                  <a:pt x="781781" y="59737"/>
                  <a:pt x="777205" y="63849"/>
                </a:cubicBezTo>
                <a:cubicBezTo>
                  <a:pt x="772632" y="67960"/>
                  <a:pt x="769302" y="73664"/>
                  <a:pt x="767217" y="80962"/>
                </a:cubicBezTo>
                <a:close/>
                <a:moveTo>
                  <a:pt x="829763" y="130649"/>
                </a:moveTo>
                <a:lnTo>
                  <a:pt x="846787" y="45345"/>
                </a:lnTo>
                <a:lnTo>
                  <a:pt x="861903" y="45345"/>
                </a:lnTo>
                <a:lnTo>
                  <a:pt x="861034" y="57333"/>
                </a:lnTo>
                <a:lnTo>
                  <a:pt x="861728" y="57333"/>
                </a:lnTo>
                <a:cubicBezTo>
                  <a:pt x="866246" y="53510"/>
                  <a:pt x="870908" y="50209"/>
                  <a:pt x="875715" y="47429"/>
                </a:cubicBezTo>
                <a:cubicBezTo>
                  <a:pt x="880522" y="44649"/>
                  <a:pt x="885648" y="43259"/>
                  <a:pt x="891091" y="43259"/>
                </a:cubicBezTo>
                <a:cubicBezTo>
                  <a:pt x="898272" y="43259"/>
                  <a:pt x="903425" y="45113"/>
                  <a:pt x="906552" y="48821"/>
                </a:cubicBezTo>
                <a:cubicBezTo>
                  <a:pt x="909680" y="52527"/>
                  <a:pt x="911244" y="57855"/>
                  <a:pt x="911244" y="64804"/>
                </a:cubicBezTo>
                <a:cubicBezTo>
                  <a:pt x="911244" y="66773"/>
                  <a:pt x="911157" y="68684"/>
                  <a:pt x="910984" y="70538"/>
                </a:cubicBezTo>
                <a:cubicBezTo>
                  <a:pt x="910811" y="72390"/>
                  <a:pt x="910434" y="74475"/>
                  <a:pt x="909855" y="76792"/>
                </a:cubicBezTo>
                <a:lnTo>
                  <a:pt x="899084" y="130649"/>
                </a:lnTo>
                <a:lnTo>
                  <a:pt x="880492" y="130649"/>
                </a:lnTo>
                <a:lnTo>
                  <a:pt x="890916" y="79222"/>
                </a:lnTo>
                <a:cubicBezTo>
                  <a:pt x="891264" y="77254"/>
                  <a:pt x="891583" y="75575"/>
                  <a:pt x="891873" y="74186"/>
                </a:cubicBezTo>
                <a:cubicBezTo>
                  <a:pt x="892163" y="72795"/>
                  <a:pt x="892308" y="71462"/>
                  <a:pt x="892308" y="70188"/>
                </a:cubicBezTo>
                <a:cubicBezTo>
                  <a:pt x="892308" y="62892"/>
                  <a:pt x="888717" y="59245"/>
                  <a:pt x="881537" y="59245"/>
                </a:cubicBezTo>
                <a:cubicBezTo>
                  <a:pt x="878525" y="59245"/>
                  <a:pt x="875310" y="60287"/>
                  <a:pt x="871892" y="62373"/>
                </a:cubicBezTo>
                <a:cubicBezTo>
                  <a:pt x="868476" y="64456"/>
                  <a:pt x="864509" y="67814"/>
                  <a:pt x="859992" y="72447"/>
                </a:cubicBezTo>
                <a:lnTo>
                  <a:pt x="848526" y="130649"/>
                </a:lnTo>
                <a:lnTo>
                  <a:pt x="829763" y="130649"/>
                </a:lnTo>
                <a:close/>
                <a:moveTo>
                  <a:pt x="942864" y="71752"/>
                </a:moveTo>
                <a:cubicBezTo>
                  <a:pt x="939736" y="71752"/>
                  <a:pt x="937245" y="70739"/>
                  <a:pt x="935391" y="68714"/>
                </a:cubicBezTo>
                <a:cubicBezTo>
                  <a:pt x="933539" y="66687"/>
                  <a:pt x="932613" y="64109"/>
                  <a:pt x="932613" y="60981"/>
                </a:cubicBezTo>
                <a:cubicBezTo>
                  <a:pt x="932613" y="59129"/>
                  <a:pt x="932960" y="57305"/>
                  <a:pt x="933655" y="55509"/>
                </a:cubicBezTo>
                <a:cubicBezTo>
                  <a:pt x="934351" y="53714"/>
                  <a:pt x="935365" y="52121"/>
                  <a:pt x="936695" y="50732"/>
                </a:cubicBezTo>
                <a:cubicBezTo>
                  <a:pt x="938028" y="49341"/>
                  <a:pt x="939563" y="48212"/>
                  <a:pt x="941300" y="47344"/>
                </a:cubicBezTo>
                <a:cubicBezTo>
                  <a:pt x="943037" y="46475"/>
                  <a:pt x="944949" y="46040"/>
                  <a:pt x="947034" y="46040"/>
                </a:cubicBezTo>
                <a:cubicBezTo>
                  <a:pt x="950161" y="46040"/>
                  <a:pt x="952622" y="47083"/>
                  <a:pt x="954417" y="49168"/>
                </a:cubicBezTo>
                <a:cubicBezTo>
                  <a:pt x="956213" y="51252"/>
                  <a:pt x="957111" y="53858"/>
                  <a:pt x="957111" y="56986"/>
                </a:cubicBezTo>
                <a:cubicBezTo>
                  <a:pt x="957111" y="58838"/>
                  <a:pt x="956763" y="60662"/>
                  <a:pt x="956066" y="62458"/>
                </a:cubicBezTo>
                <a:cubicBezTo>
                  <a:pt x="955372" y="64253"/>
                  <a:pt x="954416" y="65846"/>
                  <a:pt x="953201" y="67237"/>
                </a:cubicBezTo>
                <a:cubicBezTo>
                  <a:pt x="951985" y="68626"/>
                  <a:pt x="950479" y="69727"/>
                  <a:pt x="948683" y="70538"/>
                </a:cubicBezTo>
                <a:cubicBezTo>
                  <a:pt x="946889" y="71347"/>
                  <a:pt x="944950" y="71752"/>
                  <a:pt x="942864" y="71752"/>
                </a:cubicBezTo>
                <a:moveTo>
                  <a:pt x="915413" y="161226"/>
                </a:moveTo>
                <a:lnTo>
                  <a:pt x="913155" y="150630"/>
                </a:lnTo>
                <a:cubicBezTo>
                  <a:pt x="919294" y="148661"/>
                  <a:pt x="924101" y="145910"/>
                  <a:pt x="927576" y="142377"/>
                </a:cubicBezTo>
                <a:cubicBezTo>
                  <a:pt x="931051" y="138844"/>
                  <a:pt x="933251" y="135051"/>
                  <a:pt x="934177" y="130997"/>
                </a:cubicBezTo>
                <a:cubicBezTo>
                  <a:pt x="930819" y="130997"/>
                  <a:pt x="928068" y="130070"/>
                  <a:pt x="925924" y="128218"/>
                </a:cubicBezTo>
                <a:cubicBezTo>
                  <a:pt x="923782" y="126364"/>
                  <a:pt x="922711" y="123816"/>
                  <a:pt x="922711" y="120573"/>
                </a:cubicBezTo>
                <a:cubicBezTo>
                  <a:pt x="922711" y="117098"/>
                  <a:pt x="923927" y="113971"/>
                  <a:pt x="926359" y="111191"/>
                </a:cubicBezTo>
                <a:cubicBezTo>
                  <a:pt x="928791" y="108411"/>
                  <a:pt x="932092" y="107021"/>
                  <a:pt x="936263" y="107021"/>
                </a:cubicBezTo>
                <a:cubicBezTo>
                  <a:pt x="940201" y="107021"/>
                  <a:pt x="943212" y="108295"/>
                  <a:pt x="945295" y="110844"/>
                </a:cubicBezTo>
                <a:cubicBezTo>
                  <a:pt x="947381" y="113392"/>
                  <a:pt x="948423" y="116867"/>
                  <a:pt x="948423" y="121267"/>
                </a:cubicBezTo>
                <a:cubicBezTo>
                  <a:pt x="948423" y="126133"/>
                  <a:pt x="947641" y="130737"/>
                  <a:pt x="946077" y="135079"/>
                </a:cubicBezTo>
                <a:cubicBezTo>
                  <a:pt x="944515" y="139423"/>
                  <a:pt x="942285" y="143333"/>
                  <a:pt x="939389" y="146807"/>
                </a:cubicBezTo>
                <a:cubicBezTo>
                  <a:pt x="936494" y="150282"/>
                  <a:pt x="933019" y="153264"/>
                  <a:pt x="928965" y="155754"/>
                </a:cubicBezTo>
                <a:cubicBezTo>
                  <a:pt x="924911" y="158244"/>
                  <a:pt x="920394" y="160068"/>
                  <a:pt x="915413" y="161226"/>
                </a:cubicBezTo>
                <a:close/>
                <a:moveTo>
                  <a:pt x="1022089" y="92949"/>
                </a:moveTo>
                <a:cubicBezTo>
                  <a:pt x="1022435" y="88201"/>
                  <a:pt x="1023506" y="84031"/>
                  <a:pt x="1025302" y="80439"/>
                </a:cubicBezTo>
                <a:cubicBezTo>
                  <a:pt x="1027098" y="76848"/>
                  <a:pt x="1029182" y="73634"/>
                  <a:pt x="1031556" y="70798"/>
                </a:cubicBezTo>
                <a:cubicBezTo>
                  <a:pt x="1033931" y="67959"/>
                  <a:pt x="1036479" y="65353"/>
                  <a:pt x="1039201" y="62980"/>
                </a:cubicBezTo>
                <a:cubicBezTo>
                  <a:pt x="1041923" y="60605"/>
                  <a:pt x="1044442" y="58259"/>
                  <a:pt x="1046759" y="55944"/>
                </a:cubicBezTo>
                <a:cubicBezTo>
                  <a:pt x="1049076" y="53627"/>
                  <a:pt x="1050987" y="51224"/>
                  <a:pt x="1052491" y="48733"/>
                </a:cubicBezTo>
                <a:cubicBezTo>
                  <a:pt x="1053996" y="46243"/>
                  <a:pt x="1054749" y="43434"/>
                  <a:pt x="1054749" y="40306"/>
                </a:cubicBezTo>
                <a:cubicBezTo>
                  <a:pt x="1054749" y="36253"/>
                  <a:pt x="1053591" y="33069"/>
                  <a:pt x="1051274" y="30752"/>
                </a:cubicBezTo>
                <a:cubicBezTo>
                  <a:pt x="1048959" y="28435"/>
                  <a:pt x="1045774" y="27276"/>
                  <a:pt x="1041720" y="27276"/>
                </a:cubicBezTo>
                <a:cubicBezTo>
                  <a:pt x="1038940" y="27276"/>
                  <a:pt x="1036218" y="27972"/>
                  <a:pt x="1033555" y="29362"/>
                </a:cubicBezTo>
                <a:cubicBezTo>
                  <a:pt x="1030891" y="30752"/>
                  <a:pt x="1028401" y="32662"/>
                  <a:pt x="1026084" y="35094"/>
                </a:cubicBezTo>
                <a:lnTo>
                  <a:pt x="1016355" y="24323"/>
                </a:lnTo>
                <a:cubicBezTo>
                  <a:pt x="1020061" y="20617"/>
                  <a:pt x="1024288" y="17664"/>
                  <a:pt x="1029037" y="15463"/>
                </a:cubicBezTo>
                <a:cubicBezTo>
                  <a:pt x="1033786" y="13261"/>
                  <a:pt x="1038766" y="12160"/>
                  <a:pt x="1043978" y="12160"/>
                </a:cubicBezTo>
                <a:cubicBezTo>
                  <a:pt x="1052781" y="12160"/>
                  <a:pt x="1059818" y="14361"/>
                  <a:pt x="1065088" y="18764"/>
                </a:cubicBezTo>
                <a:cubicBezTo>
                  <a:pt x="1070358" y="23164"/>
                  <a:pt x="1072993" y="29361"/>
                  <a:pt x="1072993" y="37353"/>
                </a:cubicBezTo>
                <a:cubicBezTo>
                  <a:pt x="1072993" y="41987"/>
                  <a:pt x="1072211" y="46012"/>
                  <a:pt x="1070647" y="49428"/>
                </a:cubicBezTo>
                <a:cubicBezTo>
                  <a:pt x="1069083" y="52844"/>
                  <a:pt x="1067085" y="55971"/>
                  <a:pt x="1064653" y="58810"/>
                </a:cubicBezTo>
                <a:cubicBezTo>
                  <a:pt x="1062222" y="61646"/>
                  <a:pt x="1059557" y="64339"/>
                  <a:pt x="1056661" y="66887"/>
                </a:cubicBezTo>
                <a:cubicBezTo>
                  <a:pt x="1053766" y="69436"/>
                  <a:pt x="1051015" y="72043"/>
                  <a:pt x="1048408" y="74708"/>
                </a:cubicBezTo>
                <a:cubicBezTo>
                  <a:pt x="1045803" y="77371"/>
                  <a:pt x="1043544" y="80267"/>
                  <a:pt x="1041632" y="83395"/>
                </a:cubicBezTo>
                <a:cubicBezTo>
                  <a:pt x="1039722" y="86522"/>
                  <a:pt x="1038535" y="90169"/>
                  <a:pt x="1038072" y="94338"/>
                </a:cubicBezTo>
                <a:lnTo>
                  <a:pt x="1022089" y="92949"/>
                </a:lnTo>
                <a:moveTo>
                  <a:pt x="1023131" y="132733"/>
                </a:moveTo>
                <a:cubicBezTo>
                  <a:pt x="1020003" y="132733"/>
                  <a:pt x="1017512" y="131720"/>
                  <a:pt x="1015658" y="129695"/>
                </a:cubicBezTo>
                <a:cubicBezTo>
                  <a:pt x="1013805" y="127668"/>
                  <a:pt x="1012879" y="125090"/>
                  <a:pt x="1012879" y="121962"/>
                </a:cubicBezTo>
                <a:cubicBezTo>
                  <a:pt x="1012879" y="120110"/>
                  <a:pt x="1013227" y="118286"/>
                  <a:pt x="1013921" y="116490"/>
                </a:cubicBezTo>
                <a:cubicBezTo>
                  <a:pt x="1014618" y="114695"/>
                  <a:pt x="1015603" y="113102"/>
                  <a:pt x="1016877" y="111713"/>
                </a:cubicBezTo>
                <a:cubicBezTo>
                  <a:pt x="1018151" y="110322"/>
                  <a:pt x="1019685" y="109193"/>
                  <a:pt x="1021479" y="108325"/>
                </a:cubicBezTo>
                <a:cubicBezTo>
                  <a:pt x="1023275" y="107456"/>
                  <a:pt x="1025215" y="107021"/>
                  <a:pt x="1027301" y="107021"/>
                </a:cubicBezTo>
                <a:cubicBezTo>
                  <a:pt x="1030427" y="107021"/>
                  <a:pt x="1032888" y="108064"/>
                  <a:pt x="1034684" y="110149"/>
                </a:cubicBezTo>
                <a:cubicBezTo>
                  <a:pt x="1036479" y="112233"/>
                  <a:pt x="1037377" y="114839"/>
                  <a:pt x="1037377" y="117967"/>
                </a:cubicBezTo>
                <a:cubicBezTo>
                  <a:pt x="1037377" y="119819"/>
                  <a:pt x="1037029" y="121643"/>
                  <a:pt x="1036333" y="123439"/>
                </a:cubicBezTo>
                <a:cubicBezTo>
                  <a:pt x="1035638" y="125234"/>
                  <a:pt x="1034683" y="126827"/>
                  <a:pt x="1033467" y="128218"/>
                </a:cubicBezTo>
                <a:cubicBezTo>
                  <a:pt x="1032251" y="129607"/>
                  <a:pt x="1030745" y="130707"/>
                  <a:pt x="1028950" y="131516"/>
                </a:cubicBezTo>
                <a:cubicBezTo>
                  <a:pt x="1027156" y="132327"/>
                  <a:pt x="1025216" y="132733"/>
                  <a:pt x="1023131" y="132733"/>
                </a:cubicBezTo>
                <a:close/>
                <a:moveTo>
                  <a:pt x="1078553" y="109627"/>
                </a:moveTo>
                <a:lnTo>
                  <a:pt x="1078553" y="93816"/>
                </a:lnTo>
                <a:lnTo>
                  <a:pt x="1111041" y="81656"/>
                </a:lnTo>
                <a:lnTo>
                  <a:pt x="1133106" y="73491"/>
                </a:lnTo>
                <a:lnTo>
                  <a:pt x="1133106" y="72796"/>
                </a:lnTo>
                <a:lnTo>
                  <a:pt x="1111041" y="64456"/>
                </a:lnTo>
                <a:lnTo>
                  <a:pt x="1078553" y="52294"/>
                </a:lnTo>
                <a:lnTo>
                  <a:pt x="1078553" y="36833"/>
                </a:lnTo>
                <a:lnTo>
                  <a:pt x="1152564" y="66540"/>
                </a:lnTo>
                <a:lnTo>
                  <a:pt x="1152564" y="79917"/>
                </a:lnTo>
                <a:lnTo>
                  <a:pt x="1078553" y="109627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Text --E">
            <a:extLst xmlns:a="http://schemas.openxmlformats.org/drawingml/2006/main">
              <a:ext uri="{FF2B5EF4-FFF2-40B4-BE49-F238E27FC236}">
                <a16:creationId xmlns:a16="http://schemas.microsoft.com/office/drawing/2014/main" id="{280FADCA-3BEB-496F-B2A7-BBD22BC1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067" y="3641533"/>
            <a:ext cx="195975" cy="113625"/>
          </a:xfrm>
          <a:custGeom xmlns:a="http://schemas.openxmlformats.org/drawingml/2006/main">
            <a:pathLst>
              <a:path w="195975" h="113625">
                <a:moveTo>
                  <a:pt x="0" y="76619"/>
                </a:moveTo>
                <a:lnTo>
                  <a:pt x="2781" y="62892"/>
                </a:lnTo>
                <a:lnTo>
                  <a:pt x="42217" y="62892"/>
                </a:lnTo>
                <a:lnTo>
                  <a:pt x="39264" y="76619"/>
                </a:lnTo>
                <a:lnTo>
                  <a:pt x="0" y="76619"/>
                </a:lnTo>
                <a:close/>
                <a:moveTo>
                  <a:pt x="54293" y="76619"/>
                </a:moveTo>
                <a:lnTo>
                  <a:pt x="57073" y="62892"/>
                </a:lnTo>
                <a:lnTo>
                  <a:pt x="96510" y="62892"/>
                </a:lnTo>
                <a:lnTo>
                  <a:pt x="93556" y="76619"/>
                </a:lnTo>
                <a:lnTo>
                  <a:pt x="54293" y="76619"/>
                </a:lnTo>
                <a:close/>
                <a:moveTo>
                  <a:pt x="108238" y="113625"/>
                </a:moveTo>
                <a:lnTo>
                  <a:pt x="130824" y="0"/>
                </a:lnTo>
                <a:lnTo>
                  <a:pt x="195975" y="0"/>
                </a:lnTo>
                <a:lnTo>
                  <a:pt x="192847" y="15811"/>
                </a:lnTo>
                <a:lnTo>
                  <a:pt x="146288" y="15811"/>
                </a:lnTo>
                <a:lnTo>
                  <a:pt x="140206" y="46390"/>
                </a:lnTo>
                <a:lnTo>
                  <a:pt x="179642" y="46390"/>
                </a:lnTo>
                <a:lnTo>
                  <a:pt x="176517" y="62198"/>
                </a:lnTo>
                <a:lnTo>
                  <a:pt x="137253" y="62198"/>
                </a:lnTo>
                <a:lnTo>
                  <a:pt x="129955" y="97814"/>
                </a:lnTo>
                <a:lnTo>
                  <a:pt x="177906" y="97814"/>
                </a:lnTo>
                <a:lnTo>
                  <a:pt x="174778" y="113625"/>
                </a:lnTo>
                <a:lnTo>
                  <a:pt x="108238" y="11362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Text XPECTF--">
            <a:extLst xmlns:a="http://schemas.openxmlformats.org/drawingml/2006/main">
              <a:ext uri="{FF2B5EF4-FFF2-40B4-BE49-F238E27FC236}">
                <a16:creationId xmlns:a16="http://schemas.microsoft.com/office/drawing/2014/main" id="{3EC7F31A-572F-482C-AC3E-47C6F03A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070" y="3639449"/>
            <a:ext cx="659743" cy="117792"/>
          </a:xfrm>
          <a:custGeom xmlns:a="http://schemas.openxmlformats.org/drawingml/2006/main">
            <a:pathLst>
              <a:path w="659743" h="117792">
                <a:moveTo>
                  <a:pt x="0" y="115708"/>
                </a:moveTo>
                <a:lnTo>
                  <a:pt x="42912" y="56986"/>
                </a:lnTo>
                <a:lnTo>
                  <a:pt x="24670" y="2084"/>
                </a:lnTo>
                <a:lnTo>
                  <a:pt x="45345" y="2084"/>
                </a:lnTo>
                <a:lnTo>
                  <a:pt x="52988" y="28493"/>
                </a:lnTo>
                <a:cubicBezTo>
                  <a:pt x="53683" y="31156"/>
                  <a:pt x="54348" y="33849"/>
                  <a:pt x="54984" y="36571"/>
                </a:cubicBezTo>
                <a:cubicBezTo>
                  <a:pt x="55622" y="39292"/>
                  <a:pt x="56405" y="42275"/>
                  <a:pt x="57333" y="45518"/>
                </a:cubicBezTo>
                <a:lnTo>
                  <a:pt x="58028" y="45518"/>
                </a:lnTo>
                <a:cubicBezTo>
                  <a:pt x="59997" y="42391"/>
                  <a:pt x="61936" y="39381"/>
                  <a:pt x="63847" y="36486"/>
                </a:cubicBezTo>
                <a:cubicBezTo>
                  <a:pt x="65759" y="33589"/>
                  <a:pt x="67525" y="30809"/>
                  <a:pt x="69146" y="28146"/>
                </a:cubicBezTo>
                <a:lnTo>
                  <a:pt x="86346" y="2084"/>
                </a:lnTo>
                <a:lnTo>
                  <a:pt x="106326" y="2084"/>
                </a:lnTo>
                <a:lnTo>
                  <a:pt x="65671" y="58028"/>
                </a:lnTo>
                <a:lnTo>
                  <a:pt x="85476" y="115708"/>
                </a:lnTo>
                <a:lnTo>
                  <a:pt x="64804" y="115708"/>
                </a:lnTo>
                <a:lnTo>
                  <a:pt x="56464" y="87390"/>
                </a:lnTo>
                <a:cubicBezTo>
                  <a:pt x="55538" y="84494"/>
                  <a:pt x="54698" y="81598"/>
                  <a:pt x="53945" y="78703"/>
                </a:cubicBezTo>
                <a:cubicBezTo>
                  <a:pt x="53192" y="75806"/>
                  <a:pt x="52352" y="72736"/>
                  <a:pt x="51424" y="69493"/>
                </a:cubicBezTo>
                <a:lnTo>
                  <a:pt x="50905" y="69493"/>
                </a:lnTo>
                <a:cubicBezTo>
                  <a:pt x="48704" y="72736"/>
                  <a:pt x="46619" y="75864"/>
                  <a:pt x="44648" y="78875"/>
                </a:cubicBezTo>
                <a:cubicBezTo>
                  <a:pt x="42679" y="81887"/>
                  <a:pt x="40769" y="84898"/>
                  <a:pt x="38917" y="87910"/>
                </a:cubicBezTo>
                <a:lnTo>
                  <a:pt x="19978" y="115708"/>
                </a:lnTo>
                <a:lnTo>
                  <a:pt x="0" y="115708"/>
                </a:lnTo>
                <a:close/>
                <a:moveTo>
                  <a:pt x="104171" y="115708"/>
                </a:moveTo>
                <a:lnTo>
                  <a:pt x="126757" y="2084"/>
                </a:lnTo>
                <a:lnTo>
                  <a:pt x="160810" y="2084"/>
                </a:lnTo>
                <a:cubicBezTo>
                  <a:pt x="166253" y="2084"/>
                  <a:pt x="171262" y="2605"/>
                  <a:pt x="175835" y="3648"/>
                </a:cubicBezTo>
                <a:cubicBezTo>
                  <a:pt x="180411" y="4691"/>
                  <a:pt x="184350" y="6400"/>
                  <a:pt x="187651" y="8775"/>
                </a:cubicBezTo>
                <a:cubicBezTo>
                  <a:pt x="190952" y="11148"/>
                  <a:pt x="193529" y="14160"/>
                  <a:pt x="195381" y="17809"/>
                </a:cubicBezTo>
                <a:cubicBezTo>
                  <a:pt x="197235" y="21457"/>
                  <a:pt x="198162" y="25887"/>
                  <a:pt x="198162" y="31099"/>
                </a:cubicBezTo>
                <a:cubicBezTo>
                  <a:pt x="198162" y="38511"/>
                  <a:pt x="196859" y="44881"/>
                  <a:pt x="194252" y="50210"/>
                </a:cubicBezTo>
                <a:cubicBezTo>
                  <a:pt x="191647" y="55538"/>
                  <a:pt x="188057" y="59883"/>
                  <a:pt x="183481" y="63242"/>
                </a:cubicBezTo>
                <a:cubicBezTo>
                  <a:pt x="178907" y="66600"/>
                  <a:pt x="173493" y="69090"/>
                  <a:pt x="167238" y="70713"/>
                </a:cubicBezTo>
                <a:cubicBezTo>
                  <a:pt x="160984" y="72333"/>
                  <a:pt x="154266" y="73144"/>
                  <a:pt x="147085" y="73144"/>
                </a:cubicBezTo>
                <a:lnTo>
                  <a:pt x="131275" y="73144"/>
                </a:lnTo>
                <a:lnTo>
                  <a:pt x="122935" y="115708"/>
                </a:lnTo>
                <a:lnTo>
                  <a:pt x="104171" y="115708"/>
                </a:lnTo>
                <a:moveTo>
                  <a:pt x="134400" y="58203"/>
                </a:moveTo>
                <a:lnTo>
                  <a:pt x="148647" y="58203"/>
                </a:lnTo>
                <a:cubicBezTo>
                  <a:pt x="158724" y="58203"/>
                  <a:pt x="166398" y="56147"/>
                  <a:pt x="171668" y="52036"/>
                </a:cubicBezTo>
                <a:cubicBezTo>
                  <a:pt x="176938" y="47924"/>
                  <a:pt x="179573" y="41813"/>
                  <a:pt x="179573" y="33705"/>
                </a:cubicBezTo>
                <a:cubicBezTo>
                  <a:pt x="179573" y="27798"/>
                  <a:pt x="177662" y="23543"/>
                  <a:pt x="173839" y="20938"/>
                </a:cubicBezTo>
                <a:cubicBezTo>
                  <a:pt x="170017" y="18331"/>
                  <a:pt x="164515" y="17027"/>
                  <a:pt x="157334" y="17027"/>
                </a:cubicBezTo>
                <a:lnTo>
                  <a:pt x="142393" y="17027"/>
                </a:lnTo>
                <a:lnTo>
                  <a:pt x="134400" y="58203"/>
                </a:lnTo>
                <a:close/>
                <a:moveTo>
                  <a:pt x="201915" y="115708"/>
                </a:moveTo>
                <a:lnTo>
                  <a:pt x="224501" y="2084"/>
                </a:lnTo>
                <a:lnTo>
                  <a:pt x="289652" y="2084"/>
                </a:lnTo>
                <a:lnTo>
                  <a:pt x="286524" y="17894"/>
                </a:lnTo>
                <a:lnTo>
                  <a:pt x="239965" y="17894"/>
                </a:lnTo>
                <a:lnTo>
                  <a:pt x="233883" y="48474"/>
                </a:lnTo>
                <a:lnTo>
                  <a:pt x="273320" y="48474"/>
                </a:lnTo>
                <a:lnTo>
                  <a:pt x="270194" y="64281"/>
                </a:lnTo>
                <a:lnTo>
                  <a:pt x="230930" y="64281"/>
                </a:lnTo>
                <a:lnTo>
                  <a:pt x="223632" y="99898"/>
                </a:lnTo>
                <a:lnTo>
                  <a:pt x="271583" y="99898"/>
                </a:lnTo>
                <a:lnTo>
                  <a:pt x="268455" y="115708"/>
                </a:lnTo>
                <a:lnTo>
                  <a:pt x="201915" y="115708"/>
                </a:lnTo>
                <a:close/>
                <a:moveTo>
                  <a:pt x="337533" y="117792"/>
                </a:moveTo>
                <a:cubicBezTo>
                  <a:pt x="331047" y="117792"/>
                  <a:pt x="325226" y="116692"/>
                  <a:pt x="320071" y="114491"/>
                </a:cubicBezTo>
                <a:cubicBezTo>
                  <a:pt x="314917" y="112291"/>
                  <a:pt x="310545" y="109165"/>
                  <a:pt x="306954" y="105112"/>
                </a:cubicBezTo>
                <a:cubicBezTo>
                  <a:pt x="303364" y="101058"/>
                  <a:pt x="300614" y="96164"/>
                  <a:pt x="298704" y="90431"/>
                </a:cubicBezTo>
                <a:cubicBezTo>
                  <a:pt x="296793" y="84696"/>
                  <a:pt x="295838" y="78238"/>
                  <a:pt x="295838" y="71057"/>
                </a:cubicBezTo>
                <a:cubicBezTo>
                  <a:pt x="295838" y="61676"/>
                  <a:pt x="297315" y="52701"/>
                  <a:pt x="300268" y="44131"/>
                </a:cubicBezTo>
                <a:cubicBezTo>
                  <a:pt x="303221" y="35560"/>
                  <a:pt x="307333" y="28002"/>
                  <a:pt x="312603" y="21457"/>
                </a:cubicBezTo>
                <a:cubicBezTo>
                  <a:pt x="317873" y="14913"/>
                  <a:pt x="324156" y="9701"/>
                  <a:pt x="331451" y="5822"/>
                </a:cubicBezTo>
                <a:cubicBezTo>
                  <a:pt x="338749" y="1941"/>
                  <a:pt x="346741" y="0"/>
                  <a:pt x="355427" y="0"/>
                </a:cubicBezTo>
                <a:cubicBezTo>
                  <a:pt x="362030" y="0"/>
                  <a:pt x="367763" y="1593"/>
                  <a:pt x="372627" y="4780"/>
                </a:cubicBezTo>
                <a:cubicBezTo>
                  <a:pt x="377492" y="7964"/>
                  <a:pt x="381431" y="12163"/>
                  <a:pt x="384442" y="17375"/>
                </a:cubicBezTo>
                <a:lnTo>
                  <a:pt x="371585" y="27276"/>
                </a:lnTo>
                <a:cubicBezTo>
                  <a:pt x="369385" y="23802"/>
                  <a:pt x="366894" y="21080"/>
                  <a:pt x="364114" y="19111"/>
                </a:cubicBezTo>
                <a:cubicBezTo>
                  <a:pt x="361334" y="17142"/>
                  <a:pt x="358091" y="16158"/>
                  <a:pt x="354385" y="16158"/>
                </a:cubicBezTo>
                <a:cubicBezTo>
                  <a:pt x="348594" y="16158"/>
                  <a:pt x="343294" y="17722"/>
                  <a:pt x="338487" y="20850"/>
                </a:cubicBezTo>
                <a:cubicBezTo>
                  <a:pt x="333682" y="23977"/>
                  <a:pt x="329542" y="28059"/>
                  <a:pt x="326067" y="33098"/>
                </a:cubicBezTo>
                <a:cubicBezTo>
                  <a:pt x="322593" y="38135"/>
                  <a:pt x="319871" y="43839"/>
                  <a:pt x="317902" y="50210"/>
                </a:cubicBezTo>
                <a:cubicBezTo>
                  <a:pt x="315933" y="56579"/>
                  <a:pt x="314949" y="63066"/>
                  <a:pt x="314949" y="69668"/>
                </a:cubicBezTo>
                <a:cubicBezTo>
                  <a:pt x="314949" y="74417"/>
                  <a:pt x="315441" y="78760"/>
                  <a:pt x="316426" y="82698"/>
                </a:cubicBezTo>
                <a:cubicBezTo>
                  <a:pt x="317410" y="86636"/>
                  <a:pt x="318973" y="89994"/>
                  <a:pt x="321115" y="92774"/>
                </a:cubicBezTo>
                <a:cubicBezTo>
                  <a:pt x="323257" y="95554"/>
                  <a:pt x="325979" y="97726"/>
                  <a:pt x="329280" y="99291"/>
                </a:cubicBezTo>
                <a:cubicBezTo>
                  <a:pt x="332582" y="100855"/>
                  <a:pt x="336548" y="101637"/>
                  <a:pt x="341181" y="101637"/>
                </a:cubicBezTo>
                <a:cubicBezTo>
                  <a:pt x="345235" y="101637"/>
                  <a:pt x="349029" y="100768"/>
                  <a:pt x="352561" y="99031"/>
                </a:cubicBezTo>
                <a:cubicBezTo>
                  <a:pt x="356094" y="97293"/>
                  <a:pt x="359540" y="95035"/>
                  <a:pt x="362898" y="92255"/>
                </a:cubicBezTo>
                <a:lnTo>
                  <a:pt x="371065" y="104243"/>
                </a:lnTo>
                <a:cubicBezTo>
                  <a:pt x="367243" y="107601"/>
                  <a:pt x="362522" y="110699"/>
                  <a:pt x="356904" y="113537"/>
                </a:cubicBezTo>
                <a:cubicBezTo>
                  <a:pt x="351287" y="116374"/>
                  <a:pt x="344830" y="117792"/>
                  <a:pt x="337533" y="117792"/>
                </a:cubicBezTo>
                <a:close/>
                <a:moveTo>
                  <a:pt x="410954" y="115708"/>
                </a:moveTo>
                <a:lnTo>
                  <a:pt x="430412" y="18069"/>
                </a:lnTo>
                <a:lnTo>
                  <a:pt x="398966" y="18069"/>
                </a:lnTo>
                <a:lnTo>
                  <a:pt x="402094" y="2084"/>
                </a:lnTo>
                <a:lnTo>
                  <a:pt x="483750" y="2084"/>
                </a:lnTo>
                <a:lnTo>
                  <a:pt x="480622" y="18069"/>
                </a:lnTo>
                <a:lnTo>
                  <a:pt x="449176" y="18069"/>
                </a:lnTo>
                <a:lnTo>
                  <a:pt x="429718" y="115708"/>
                </a:lnTo>
                <a:lnTo>
                  <a:pt x="410954" y="115708"/>
                </a:lnTo>
                <a:close/>
                <a:moveTo>
                  <a:pt x="478815" y="115708"/>
                </a:moveTo>
                <a:lnTo>
                  <a:pt x="501402" y="2084"/>
                </a:lnTo>
                <a:lnTo>
                  <a:pt x="566553" y="2084"/>
                </a:lnTo>
                <a:lnTo>
                  <a:pt x="563425" y="17894"/>
                </a:lnTo>
                <a:lnTo>
                  <a:pt x="516865" y="17894"/>
                </a:lnTo>
                <a:lnTo>
                  <a:pt x="510261" y="51427"/>
                </a:lnTo>
                <a:lnTo>
                  <a:pt x="549700" y="51427"/>
                </a:lnTo>
                <a:lnTo>
                  <a:pt x="546572" y="67235"/>
                </a:lnTo>
                <a:lnTo>
                  <a:pt x="507308" y="67235"/>
                </a:lnTo>
                <a:lnTo>
                  <a:pt x="497579" y="115708"/>
                </a:lnTo>
                <a:lnTo>
                  <a:pt x="478815" y="115708"/>
                </a:lnTo>
                <a:close/>
                <a:moveTo>
                  <a:pt x="563233" y="78703"/>
                </a:moveTo>
                <a:lnTo>
                  <a:pt x="566014" y="64976"/>
                </a:lnTo>
                <a:lnTo>
                  <a:pt x="605450" y="64976"/>
                </a:lnTo>
                <a:lnTo>
                  <a:pt x="602497" y="78703"/>
                </a:lnTo>
                <a:lnTo>
                  <a:pt x="563233" y="78703"/>
                </a:lnTo>
                <a:close/>
                <a:moveTo>
                  <a:pt x="617526" y="78703"/>
                </a:moveTo>
                <a:lnTo>
                  <a:pt x="620307" y="64976"/>
                </a:lnTo>
                <a:lnTo>
                  <a:pt x="659743" y="64976"/>
                </a:lnTo>
                <a:lnTo>
                  <a:pt x="656790" y="78703"/>
                </a:lnTo>
                <a:lnTo>
                  <a:pt x="617526" y="7870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Text Fatalerror:UncaughtError:">
            <a:extLst xmlns:a="http://schemas.openxmlformats.org/drawingml/2006/main">
              <a:ext uri="{FF2B5EF4-FFF2-40B4-BE49-F238E27FC236}">
                <a16:creationId xmlns:a16="http://schemas.microsoft.com/office/drawing/2014/main" id="{98939057-753B-4084-8FF6-DF4907CC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719" y="3851408"/>
            <a:ext cx="1998971" cy="160531"/>
          </a:xfrm>
          <a:custGeom xmlns:a="http://schemas.openxmlformats.org/drawingml/2006/main">
            <a:pathLst>
              <a:path w="1998971" h="160531">
                <a:moveTo>
                  <a:pt x="0" y="122656"/>
                </a:moveTo>
                <a:lnTo>
                  <a:pt x="22587" y="9032"/>
                </a:lnTo>
                <a:lnTo>
                  <a:pt x="87738" y="9032"/>
                </a:lnTo>
                <a:lnTo>
                  <a:pt x="84609" y="24843"/>
                </a:lnTo>
                <a:lnTo>
                  <a:pt x="38050" y="24843"/>
                </a:lnTo>
                <a:lnTo>
                  <a:pt x="31446" y="58375"/>
                </a:lnTo>
                <a:lnTo>
                  <a:pt x="70885" y="58375"/>
                </a:lnTo>
                <a:lnTo>
                  <a:pt x="67757" y="74183"/>
                </a:lnTo>
                <a:lnTo>
                  <a:pt x="28493" y="74183"/>
                </a:lnTo>
                <a:lnTo>
                  <a:pt x="18764" y="122656"/>
                </a:lnTo>
                <a:lnTo>
                  <a:pt x="0" y="122656"/>
                </a:lnTo>
                <a:close/>
                <a:moveTo>
                  <a:pt x="109003" y="124740"/>
                </a:moveTo>
                <a:cubicBezTo>
                  <a:pt x="101474" y="124740"/>
                  <a:pt x="95538" y="122077"/>
                  <a:pt x="91193" y="116750"/>
                </a:cubicBezTo>
                <a:cubicBezTo>
                  <a:pt x="86851" y="111422"/>
                  <a:pt x="84680" y="103719"/>
                  <a:pt x="84680" y="93641"/>
                </a:cubicBezTo>
                <a:cubicBezTo>
                  <a:pt x="84680" y="85535"/>
                  <a:pt x="85953" y="77920"/>
                  <a:pt x="88500" y="70798"/>
                </a:cubicBezTo>
                <a:cubicBezTo>
                  <a:pt x="91048" y="63673"/>
                  <a:pt x="94466" y="57476"/>
                  <a:pt x="98751" y="52206"/>
                </a:cubicBezTo>
                <a:cubicBezTo>
                  <a:pt x="103037" y="46936"/>
                  <a:pt x="107931" y="42795"/>
                  <a:pt x="113433" y="39784"/>
                </a:cubicBezTo>
                <a:cubicBezTo>
                  <a:pt x="118934" y="36772"/>
                  <a:pt x="124638" y="35266"/>
                  <a:pt x="130545" y="35266"/>
                </a:cubicBezTo>
                <a:cubicBezTo>
                  <a:pt x="134716" y="35266"/>
                  <a:pt x="138539" y="36338"/>
                  <a:pt x="142013" y="38482"/>
                </a:cubicBezTo>
                <a:cubicBezTo>
                  <a:pt x="145488" y="40624"/>
                  <a:pt x="148209" y="43548"/>
                  <a:pt x="150178" y="47254"/>
                </a:cubicBezTo>
                <a:lnTo>
                  <a:pt x="150525" y="47254"/>
                </a:lnTo>
                <a:lnTo>
                  <a:pt x="154173" y="37353"/>
                </a:lnTo>
                <a:lnTo>
                  <a:pt x="169114" y="37353"/>
                </a:lnTo>
                <a:lnTo>
                  <a:pt x="152090" y="122656"/>
                </a:lnTo>
                <a:lnTo>
                  <a:pt x="136801" y="122656"/>
                </a:lnTo>
                <a:lnTo>
                  <a:pt x="137668" y="110844"/>
                </a:lnTo>
                <a:lnTo>
                  <a:pt x="137149" y="110844"/>
                </a:lnTo>
                <a:cubicBezTo>
                  <a:pt x="133094" y="115013"/>
                  <a:pt x="128605" y="118372"/>
                  <a:pt x="123681" y="120920"/>
                </a:cubicBezTo>
                <a:cubicBezTo>
                  <a:pt x="118759" y="123467"/>
                  <a:pt x="113867" y="124740"/>
                  <a:pt x="109003" y="124740"/>
                </a:cubicBezTo>
                <a:moveTo>
                  <a:pt x="116646" y="109452"/>
                </a:moveTo>
                <a:cubicBezTo>
                  <a:pt x="120354" y="109452"/>
                  <a:pt x="124147" y="108352"/>
                  <a:pt x="128026" y="106151"/>
                </a:cubicBezTo>
                <a:cubicBezTo>
                  <a:pt x="131906" y="103951"/>
                  <a:pt x="135584" y="100245"/>
                  <a:pt x="139060" y="95033"/>
                </a:cubicBezTo>
                <a:lnTo>
                  <a:pt x="146008" y="60981"/>
                </a:lnTo>
                <a:cubicBezTo>
                  <a:pt x="144039" y="57275"/>
                  <a:pt x="141810" y="54611"/>
                  <a:pt x="139320" y="52991"/>
                </a:cubicBezTo>
                <a:cubicBezTo>
                  <a:pt x="136830" y="51368"/>
                  <a:pt x="134252" y="50557"/>
                  <a:pt x="131587" y="50557"/>
                </a:cubicBezTo>
                <a:cubicBezTo>
                  <a:pt x="127997" y="50557"/>
                  <a:pt x="124523" y="51628"/>
                  <a:pt x="121163" y="53770"/>
                </a:cubicBezTo>
                <a:cubicBezTo>
                  <a:pt x="117805" y="55912"/>
                  <a:pt x="114852" y="58837"/>
                  <a:pt x="112303" y="62545"/>
                </a:cubicBezTo>
                <a:cubicBezTo>
                  <a:pt x="109755" y="66251"/>
                  <a:pt x="107728" y="70565"/>
                  <a:pt x="106222" y="75487"/>
                </a:cubicBezTo>
                <a:cubicBezTo>
                  <a:pt x="104716" y="80409"/>
                  <a:pt x="103963" y="85592"/>
                  <a:pt x="103963" y="91035"/>
                </a:cubicBezTo>
                <a:cubicBezTo>
                  <a:pt x="103963" y="97290"/>
                  <a:pt x="105093" y="101923"/>
                  <a:pt x="107351" y="104935"/>
                </a:cubicBezTo>
                <a:cubicBezTo>
                  <a:pt x="109610" y="107946"/>
                  <a:pt x="112708" y="109452"/>
                  <a:pt x="116646" y="109452"/>
                </a:cubicBezTo>
                <a:close/>
                <a:moveTo>
                  <a:pt x="207407" y="124740"/>
                </a:moveTo>
                <a:cubicBezTo>
                  <a:pt x="199415" y="124740"/>
                  <a:pt x="193710" y="122742"/>
                  <a:pt x="190292" y="118746"/>
                </a:cubicBezTo>
                <a:cubicBezTo>
                  <a:pt x="186876" y="114750"/>
                  <a:pt x="185167" y="109799"/>
                  <a:pt x="185167" y="103893"/>
                </a:cubicBezTo>
                <a:cubicBezTo>
                  <a:pt x="185167" y="102155"/>
                  <a:pt x="185283" y="100476"/>
                  <a:pt x="185515" y="98856"/>
                </a:cubicBezTo>
                <a:cubicBezTo>
                  <a:pt x="185748" y="97233"/>
                  <a:pt x="185980" y="95554"/>
                  <a:pt x="186212" y="93816"/>
                </a:cubicBezTo>
                <a:lnTo>
                  <a:pt x="194897" y="52119"/>
                </a:lnTo>
                <a:lnTo>
                  <a:pt x="182909" y="52119"/>
                </a:lnTo>
                <a:lnTo>
                  <a:pt x="185690" y="38222"/>
                </a:lnTo>
                <a:lnTo>
                  <a:pt x="198719" y="37353"/>
                </a:lnTo>
                <a:lnTo>
                  <a:pt x="205495" y="14419"/>
                </a:lnTo>
                <a:lnTo>
                  <a:pt x="221131" y="14419"/>
                </a:lnTo>
                <a:lnTo>
                  <a:pt x="216614" y="37353"/>
                </a:lnTo>
                <a:lnTo>
                  <a:pt x="237116" y="37353"/>
                </a:lnTo>
                <a:lnTo>
                  <a:pt x="234163" y="52119"/>
                </a:lnTo>
                <a:lnTo>
                  <a:pt x="213313" y="52119"/>
                </a:lnTo>
                <a:lnTo>
                  <a:pt x="204626" y="94511"/>
                </a:lnTo>
                <a:cubicBezTo>
                  <a:pt x="204279" y="96596"/>
                  <a:pt x="204106" y="98623"/>
                  <a:pt x="204106" y="100592"/>
                </a:cubicBezTo>
                <a:cubicBezTo>
                  <a:pt x="204106" y="103719"/>
                  <a:pt x="204859" y="106064"/>
                  <a:pt x="206365" y="107628"/>
                </a:cubicBezTo>
                <a:cubicBezTo>
                  <a:pt x="207871" y="109192"/>
                  <a:pt x="210418" y="109974"/>
                  <a:pt x="214008" y="109974"/>
                </a:cubicBezTo>
                <a:cubicBezTo>
                  <a:pt x="215513" y="109974"/>
                  <a:pt x="216903" y="109743"/>
                  <a:pt x="218178" y="109280"/>
                </a:cubicBezTo>
                <a:cubicBezTo>
                  <a:pt x="219452" y="108817"/>
                  <a:pt x="220726" y="108295"/>
                  <a:pt x="222000" y="107715"/>
                </a:cubicBezTo>
                <a:lnTo>
                  <a:pt x="225476" y="120920"/>
                </a:lnTo>
                <a:cubicBezTo>
                  <a:pt x="223390" y="121846"/>
                  <a:pt x="220842" y="122714"/>
                  <a:pt x="217830" y="123523"/>
                </a:cubicBezTo>
                <a:cubicBezTo>
                  <a:pt x="214819" y="124335"/>
                  <a:pt x="211344" y="124740"/>
                  <a:pt x="207407" y="124740"/>
                </a:cubicBezTo>
                <a:close/>
                <a:moveTo>
                  <a:pt x="263767" y="124740"/>
                </a:moveTo>
                <a:cubicBezTo>
                  <a:pt x="256238" y="124740"/>
                  <a:pt x="250301" y="122077"/>
                  <a:pt x="245957" y="116750"/>
                </a:cubicBezTo>
                <a:cubicBezTo>
                  <a:pt x="241615" y="111422"/>
                  <a:pt x="239444" y="103719"/>
                  <a:pt x="239444" y="93641"/>
                </a:cubicBezTo>
                <a:cubicBezTo>
                  <a:pt x="239444" y="85535"/>
                  <a:pt x="240717" y="77920"/>
                  <a:pt x="243264" y="70798"/>
                </a:cubicBezTo>
                <a:cubicBezTo>
                  <a:pt x="245812" y="63673"/>
                  <a:pt x="249230" y="57476"/>
                  <a:pt x="253515" y="52206"/>
                </a:cubicBezTo>
                <a:cubicBezTo>
                  <a:pt x="257801" y="46936"/>
                  <a:pt x="262695" y="42795"/>
                  <a:pt x="268197" y="39784"/>
                </a:cubicBezTo>
                <a:cubicBezTo>
                  <a:pt x="273698" y="36772"/>
                  <a:pt x="279402" y="35266"/>
                  <a:pt x="285309" y="35266"/>
                </a:cubicBezTo>
                <a:cubicBezTo>
                  <a:pt x="289480" y="35266"/>
                  <a:pt x="293302" y="36338"/>
                  <a:pt x="296777" y="38482"/>
                </a:cubicBezTo>
                <a:cubicBezTo>
                  <a:pt x="300252" y="40624"/>
                  <a:pt x="302973" y="43548"/>
                  <a:pt x="304942" y="47254"/>
                </a:cubicBezTo>
                <a:lnTo>
                  <a:pt x="305289" y="47254"/>
                </a:lnTo>
                <a:lnTo>
                  <a:pt x="308937" y="37353"/>
                </a:lnTo>
                <a:lnTo>
                  <a:pt x="323878" y="37353"/>
                </a:lnTo>
                <a:lnTo>
                  <a:pt x="306853" y="122656"/>
                </a:lnTo>
                <a:lnTo>
                  <a:pt x="291565" y="122656"/>
                </a:lnTo>
                <a:lnTo>
                  <a:pt x="292432" y="110844"/>
                </a:lnTo>
                <a:lnTo>
                  <a:pt x="291912" y="110844"/>
                </a:lnTo>
                <a:cubicBezTo>
                  <a:pt x="287858" y="115013"/>
                  <a:pt x="283369" y="118372"/>
                  <a:pt x="278445" y="120920"/>
                </a:cubicBezTo>
                <a:cubicBezTo>
                  <a:pt x="273523" y="123467"/>
                  <a:pt x="268630" y="124740"/>
                  <a:pt x="263767" y="124740"/>
                </a:cubicBezTo>
                <a:moveTo>
                  <a:pt x="271410" y="109452"/>
                </a:moveTo>
                <a:cubicBezTo>
                  <a:pt x="275117" y="109452"/>
                  <a:pt x="278911" y="108352"/>
                  <a:pt x="282790" y="106151"/>
                </a:cubicBezTo>
                <a:cubicBezTo>
                  <a:pt x="286670" y="103951"/>
                  <a:pt x="290347" y="100245"/>
                  <a:pt x="293824" y="95033"/>
                </a:cubicBezTo>
                <a:lnTo>
                  <a:pt x="300772" y="60981"/>
                </a:lnTo>
                <a:cubicBezTo>
                  <a:pt x="298803" y="57275"/>
                  <a:pt x="296574" y="54611"/>
                  <a:pt x="294084" y="52991"/>
                </a:cubicBezTo>
                <a:cubicBezTo>
                  <a:pt x="291593" y="51368"/>
                  <a:pt x="289016" y="50557"/>
                  <a:pt x="286351" y="50557"/>
                </a:cubicBezTo>
                <a:cubicBezTo>
                  <a:pt x="282761" y="50557"/>
                  <a:pt x="279287" y="51628"/>
                  <a:pt x="275927" y="53770"/>
                </a:cubicBezTo>
                <a:cubicBezTo>
                  <a:pt x="272569" y="55912"/>
                  <a:pt x="269616" y="58837"/>
                  <a:pt x="267067" y="62545"/>
                </a:cubicBezTo>
                <a:cubicBezTo>
                  <a:pt x="264519" y="66251"/>
                  <a:pt x="262492" y="70565"/>
                  <a:pt x="260986" y="75487"/>
                </a:cubicBezTo>
                <a:cubicBezTo>
                  <a:pt x="259480" y="80409"/>
                  <a:pt x="258727" y="85592"/>
                  <a:pt x="258727" y="91035"/>
                </a:cubicBezTo>
                <a:cubicBezTo>
                  <a:pt x="258727" y="97290"/>
                  <a:pt x="259857" y="101923"/>
                  <a:pt x="262115" y="104935"/>
                </a:cubicBezTo>
                <a:cubicBezTo>
                  <a:pt x="264374" y="107946"/>
                  <a:pt x="267472" y="109452"/>
                  <a:pt x="271410" y="109452"/>
                </a:cubicBezTo>
                <a:close/>
                <a:moveTo>
                  <a:pt x="349835" y="124740"/>
                </a:moveTo>
                <a:cubicBezTo>
                  <a:pt x="344855" y="124740"/>
                  <a:pt x="341206" y="123524"/>
                  <a:pt x="338889" y="121092"/>
                </a:cubicBezTo>
                <a:cubicBezTo>
                  <a:pt x="336573" y="118661"/>
                  <a:pt x="335414" y="115244"/>
                  <a:pt x="335414" y="110844"/>
                </a:cubicBezTo>
                <a:cubicBezTo>
                  <a:pt x="335414" y="108178"/>
                  <a:pt x="335820" y="105167"/>
                  <a:pt x="336631" y="101809"/>
                </a:cubicBezTo>
                <a:lnTo>
                  <a:pt x="356959" y="0"/>
                </a:lnTo>
                <a:lnTo>
                  <a:pt x="375548" y="0"/>
                </a:lnTo>
                <a:lnTo>
                  <a:pt x="355047" y="102676"/>
                </a:lnTo>
                <a:cubicBezTo>
                  <a:pt x="354816" y="103604"/>
                  <a:pt x="354700" y="104299"/>
                  <a:pt x="354700" y="104762"/>
                </a:cubicBezTo>
                <a:cubicBezTo>
                  <a:pt x="354700" y="105225"/>
                  <a:pt x="354700" y="105631"/>
                  <a:pt x="354700" y="105979"/>
                </a:cubicBezTo>
                <a:cubicBezTo>
                  <a:pt x="354700" y="108411"/>
                  <a:pt x="355684" y="109627"/>
                  <a:pt x="357653" y="109627"/>
                </a:cubicBezTo>
                <a:cubicBezTo>
                  <a:pt x="358233" y="109627"/>
                  <a:pt x="358696" y="109598"/>
                  <a:pt x="359042" y="109539"/>
                </a:cubicBezTo>
                <a:cubicBezTo>
                  <a:pt x="359391" y="109481"/>
                  <a:pt x="359970" y="109336"/>
                  <a:pt x="360781" y="109105"/>
                </a:cubicBezTo>
                <a:lnTo>
                  <a:pt x="360434" y="123004"/>
                </a:lnTo>
                <a:cubicBezTo>
                  <a:pt x="359160" y="123583"/>
                  <a:pt x="357654" y="124017"/>
                  <a:pt x="355917" y="124305"/>
                </a:cubicBezTo>
                <a:cubicBezTo>
                  <a:pt x="354180" y="124595"/>
                  <a:pt x="352152" y="124740"/>
                  <a:pt x="349835" y="124740"/>
                </a:cubicBezTo>
                <a:close/>
                <a:moveTo>
                  <a:pt x="412867" y="88604"/>
                </a:moveTo>
                <a:cubicBezTo>
                  <a:pt x="412867" y="80613"/>
                  <a:pt x="414228" y="73344"/>
                  <a:pt x="416950" y="66800"/>
                </a:cubicBezTo>
                <a:cubicBezTo>
                  <a:pt x="419672" y="60255"/>
                  <a:pt x="423262" y="54638"/>
                  <a:pt x="427721" y="49948"/>
                </a:cubicBezTo>
                <a:cubicBezTo>
                  <a:pt x="432180" y="45257"/>
                  <a:pt x="437189" y="41638"/>
                  <a:pt x="442749" y="39089"/>
                </a:cubicBezTo>
                <a:cubicBezTo>
                  <a:pt x="448310" y="36541"/>
                  <a:pt x="453869" y="35266"/>
                  <a:pt x="459427" y="35266"/>
                </a:cubicBezTo>
                <a:cubicBezTo>
                  <a:pt x="464407" y="35266"/>
                  <a:pt x="468606" y="36077"/>
                  <a:pt x="472022" y="37700"/>
                </a:cubicBezTo>
                <a:cubicBezTo>
                  <a:pt x="475440" y="39321"/>
                  <a:pt x="478220" y="41550"/>
                  <a:pt x="480362" y="44388"/>
                </a:cubicBezTo>
                <a:cubicBezTo>
                  <a:pt x="482506" y="47227"/>
                  <a:pt x="484070" y="50557"/>
                  <a:pt x="485054" y="54380"/>
                </a:cubicBezTo>
                <a:cubicBezTo>
                  <a:pt x="486039" y="58201"/>
                  <a:pt x="486531" y="62312"/>
                  <a:pt x="486531" y="66712"/>
                </a:cubicBezTo>
                <a:cubicBezTo>
                  <a:pt x="486531" y="70420"/>
                  <a:pt x="486067" y="74012"/>
                  <a:pt x="485139" y="77486"/>
                </a:cubicBezTo>
                <a:cubicBezTo>
                  <a:pt x="484213" y="80961"/>
                  <a:pt x="483461" y="83393"/>
                  <a:pt x="482883" y="84782"/>
                </a:cubicBezTo>
                <a:lnTo>
                  <a:pt x="430934" y="84782"/>
                </a:lnTo>
                <a:cubicBezTo>
                  <a:pt x="430471" y="89299"/>
                  <a:pt x="430702" y="93179"/>
                  <a:pt x="431629" y="96422"/>
                </a:cubicBezTo>
                <a:cubicBezTo>
                  <a:pt x="432556" y="99665"/>
                  <a:pt x="433976" y="102330"/>
                  <a:pt x="435886" y="104415"/>
                </a:cubicBezTo>
                <a:cubicBezTo>
                  <a:pt x="437798" y="106499"/>
                  <a:pt x="440144" y="108033"/>
                  <a:pt x="442922" y="109017"/>
                </a:cubicBezTo>
                <a:cubicBezTo>
                  <a:pt x="445702" y="110001"/>
                  <a:pt x="448713" y="110494"/>
                  <a:pt x="451956" y="110494"/>
                </a:cubicBezTo>
                <a:cubicBezTo>
                  <a:pt x="454968" y="110494"/>
                  <a:pt x="458037" y="109799"/>
                  <a:pt x="461163" y="108410"/>
                </a:cubicBezTo>
                <a:cubicBezTo>
                  <a:pt x="464292" y="107021"/>
                  <a:pt x="467014" y="105458"/>
                  <a:pt x="469331" y="103720"/>
                </a:cubicBezTo>
                <a:lnTo>
                  <a:pt x="476279" y="115708"/>
                </a:lnTo>
                <a:cubicBezTo>
                  <a:pt x="472805" y="118140"/>
                  <a:pt x="468606" y="120254"/>
                  <a:pt x="463684" y="122049"/>
                </a:cubicBezTo>
                <a:cubicBezTo>
                  <a:pt x="458762" y="123843"/>
                  <a:pt x="453232" y="124740"/>
                  <a:pt x="447092" y="124740"/>
                </a:cubicBezTo>
                <a:cubicBezTo>
                  <a:pt x="441997" y="124740"/>
                  <a:pt x="437364" y="123930"/>
                  <a:pt x="433193" y="122309"/>
                </a:cubicBezTo>
                <a:cubicBezTo>
                  <a:pt x="429023" y="120687"/>
                  <a:pt x="425433" y="118342"/>
                  <a:pt x="422422" y="115273"/>
                </a:cubicBezTo>
                <a:cubicBezTo>
                  <a:pt x="419410" y="112204"/>
                  <a:pt x="417065" y="108439"/>
                  <a:pt x="415386" y="103980"/>
                </a:cubicBezTo>
                <a:cubicBezTo>
                  <a:pt x="413707" y="99521"/>
                  <a:pt x="412867" y="94396"/>
                  <a:pt x="412867" y="88604"/>
                </a:cubicBezTo>
                <a:moveTo>
                  <a:pt x="432498" y="72969"/>
                </a:moveTo>
                <a:lnTo>
                  <a:pt x="470201" y="72969"/>
                </a:lnTo>
                <a:cubicBezTo>
                  <a:pt x="470432" y="71809"/>
                  <a:pt x="470634" y="70622"/>
                  <a:pt x="470808" y="69406"/>
                </a:cubicBezTo>
                <a:cubicBezTo>
                  <a:pt x="470981" y="68190"/>
                  <a:pt x="471067" y="66887"/>
                  <a:pt x="471067" y="65498"/>
                </a:cubicBezTo>
                <a:cubicBezTo>
                  <a:pt x="471067" y="61327"/>
                  <a:pt x="470054" y="57650"/>
                  <a:pt x="468027" y="54465"/>
                </a:cubicBezTo>
                <a:cubicBezTo>
                  <a:pt x="466000" y="51280"/>
                  <a:pt x="462380" y="49688"/>
                  <a:pt x="457168" y="49688"/>
                </a:cubicBezTo>
                <a:cubicBezTo>
                  <a:pt x="451956" y="49688"/>
                  <a:pt x="447063" y="51744"/>
                  <a:pt x="442487" y="55857"/>
                </a:cubicBezTo>
                <a:cubicBezTo>
                  <a:pt x="437913" y="59967"/>
                  <a:pt x="434584" y="65671"/>
                  <a:pt x="432498" y="72969"/>
                </a:cubicBezTo>
                <a:close/>
                <a:moveTo>
                  <a:pt x="495114" y="122656"/>
                </a:moveTo>
                <a:lnTo>
                  <a:pt x="512139" y="37353"/>
                </a:lnTo>
                <a:lnTo>
                  <a:pt x="527255" y="37353"/>
                </a:lnTo>
                <a:lnTo>
                  <a:pt x="525691" y="53858"/>
                </a:lnTo>
                <a:lnTo>
                  <a:pt x="526385" y="53858"/>
                </a:lnTo>
                <a:cubicBezTo>
                  <a:pt x="529745" y="48529"/>
                  <a:pt x="533683" y="44099"/>
                  <a:pt x="538201" y="40566"/>
                </a:cubicBezTo>
                <a:cubicBezTo>
                  <a:pt x="542718" y="37033"/>
                  <a:pt x="547583" y="35266"/>
                  <a:pt x="552794" y="35266"/>
                </a:cubicBezTo>
                <a:cubicBezTo>
                  <a:pt x="556152" y="35266"/>
                  <a:pt x="558990" y="35788"/>
                  <a:pt x="561307" y="36830"/>
                </a:cubicBezTo>
                <a:lnTo>
                  <a:pt x="555053" y="53163"/>
                </a:lnTo>
                <a:cubicBezTo>
                  <a:pt x="554010" y="52583"/>
                  <a:pt x="552794" y="52207"/>
                  <a:pt x="551403" y="52034"/>
                </a:cubicBezTo>
                <a:cubicBezTo>
                  <a:pt x="550014" y="51859"/>
                  <a:pt x="548566" y="51771"/>
                  <a:pt x="547060" y="51771"/>
                </a:cubicBezTo>
                <a:cubicBezTo>
                  <a:pt x="543006" y="51771"/>
                  <a:pt x="539010" y="53335"/>
                  <a:pt x="535073" y="56464"/>
                </a:cubicBezTo>
                <a:cubicBezTo>
                  <a:pt x="531135" y="59590"/>
                  <a:pt x="527429" y="64455"/>
                  <a:pt x="523954" y="71057"/>
                </a:cubicBezTo>
                <a:lnTo>
                  <a:pt x="513878" y="122656"/>
                </a:lnTo>
                <a:lnTo>
                  <a:pt x="495114" y="122656"/>
                </a:lnTo>
                <a:close/>
                <a:moveTo>
                  <a:pt x="557555" y="122656"/>
                </a:moveTo>
                <a:lnTo>
                  <a:pt x="574579" y="37353"/>
                </a:lnTo>
                <a:lnTo>
                  <a:pt x="589695" y="37353"/>
                </a:lnTo>
                <a:lnTo>
                  <a:pt x="588131" y="53858"/>
                </a:lnTo>
                <a:lnTo>
                  <a:pt x="588826" y="53858"/>
                </a:lnTo>
                <a:cubicBezTo>
                  <a:pt x="592186" y="48529"/>
                  <a:pt x="596124" y="44099"/>
                  <a:pt x="600641" y="40566"/>
                </a:cubicBezTo>
                <a:cubicBezTo>
                  <a:pt x="605159" y="37033"/>
                  <a:pt x="610023" y="35266"/>
                  <a:pt x="615235" y="35266"/>
                </a:cubicBezTo>
                <a:cubicBezTo>
                  <a:pt x="618593" y="35266"/>
                  <a:pt x="621430" y="35788"/>
                  <a:pt x="623747" y="36830"/>
                </a:cubicBezTo>
                <a:lnTo>
                  <a:pt x="617494" y="53163"/>
                </a:lnTo>
                <a:cubicBezTo>
                  <a:pt x="616451" y="52583"/>
                  <a:pt x="615234" y="52207"/>
                  <a:pt x="613843" y="52034"/>
                </a:cubicBezTo>
                <a:cubicBezTo>
                  <a:pt x="612454" y="51859"/>
                  <a:pt x="611007" y="51771"/>
                  <a:pt x="609501" y="51771"/>
                </a:cubicBezTo>
                <a:cubicBezTo>
                  <a:pt x="605447" y="51771"/>
                  <a:pt x="601451" y="53335"/>
                  <a:pt x="597513" y="56464"/>
                </a:cubicBezTo>
                <a:cubicBezTo>
                  <a:pt x="593576" y="59590"/>
                  <a:pt x="589869" y="64455"/>
                  <a:pt x="586395" y="71057"/>
                </a:cubicBezTo>
                <a:lnTo>
                  <a:pt x="576318" y="122656"/>
                </a:lnTo>
                <a:lnTo>
                  <a:pt x="557555" y="122656"/>
                </a:lnTo>
                <a:close/>
                <a:moveTo>
                  <a:pt x="653872" y="124740"/>
                </a:moveTo>
                <a:cubicBezTo>
                  <a:pt x="649124" y="124740"/>
                  <a:pt x="644780" y="123930"/>
                  <a:pt x="640843" y="122309"/>
                </a:cubicBezTo>
                <a:cubicBezTo>
                  <a:pt x="636905" y="120687"/>
                  <a:pt x="633546" y="118371"/>
                  <a:pt x="630766" y="115361"/>
                </a:cubicBezTo>
                <a:cubicBezTo>
                  <a:pt x="627986" y="112349"/>
                  <a:pt x="625843" y="108701"/>
                  <a:pt x="624338" y="104415"/>
                </a:cubicBezTo>
                <a:cubicBezTo>
                  <a:pt x="622832" y="100129"/>
                  <a:pt x="622079" y="95322"/>
                  <a:pt x="622079" y="89994"/>
                </a:cubicBezTo>
                <a:cubicBezTo>
                  <a:pt x="622079" y="81887"/>
                  <a:pt x="623440" y="74445"/>
                  <a:pt x="626162" y="67669"/>
                </a:cubicBezTo>
                <a:cubicBezTo>
                  <a:pt x="628883" y="60893"/>
                  <a:pt x="632444" y="55131"/>
                  <a:pt x="636845" y="50382"/>
                </a:cubicBezTo>
                <a:cubicBezTo>
                  <a:pt x="641247" y="45633"/>
                  <a:pt x="646257" y="41927"/>
                  <a:pt x="651874" y="39264"/>
                </a:cubicBezTo>
                <a:cubicBezTo>
                  <a:pt x="657492" y="36599"/>
                  <a:pt x="663197" y="35266"/>
                  <a:pt x="668988" y="35266"/>
                </a:cubicBezTo>
                <a:cubicBezTo>
                  <a:pt x="678718" y="35266"/>
                  <a:pt x="686478" y="38365"/>
                  <a:pt x="692270" y="44563"/>
                </a:cubicBezTo>
                <a:cubicBezTo>
                  <a:pt x="698061" y="50760"/>
                  <a:pt x="700957" y="59244"/>
                  <a:pt x="700957" y="70016"/>
                </a:cubicBezTo>
                <a:cubicBezTo>
                  <a:pt x="700957" y="78122"/>
                  <a:pt x="699595" y="85535"/>
                  <a:pt x="696872" y="92252"/>
                </a:cubicBezTo>
                <a:cubicBezTo>
                  <a:pt x="694150" y="98970"/>
                  <a:pt x="690589" y="104732"/>
                  <a:pt x="686188" y="109539"/>
                </a:cubicBezTo>
                <a:cubicBezTo>
                  <a:pt x="681787" y="114346"/>
                  <a:pt x="676778" y="118082"/>
                  <a:pt x="671160" y="120745"/>
                </a:cubicBezTo>
                <a:cubicBezTo>
                  <a:pt x="665543" y="123408"/>
                  <a:pt x="659781" y="124740"/>
                  <a:pt x="653872" y="124740"/>
                </a:cubicBezTo>
                <a:moveTo>
                  <a:pt x="655959" y="109627"/>
                </a:moveTo>
                <a:cubicBezTo>
                  <a:pt x="659317" y="109627"/>
                  <a:pt x="662559" y="108613"/>
                  <a:pt x="665685" y="106586"/>
                </a:cubicBezTo>
                <a:cubicBezTo>
                  <a:pt x="668813" y="104559"/>
                  <a:pt x="671593" y="101779"/>
                  <a:pt x="674025" y="98246"/>
                </a:cubicBezTo>
                <a:cubicBezTo>
                  <a:pt x="676459" y="94713"/>
                  <a:pt x="678399" y="90572"/>
                  <a:pt x="679847" y="85823"/>
                </a:cubicBezTo>
                <a:cubicBezTo>
                  <a:pt x="681294" y="81075"/>
                  <a:pt x="682018" y="75979"/>
                  <a:pt x="682018" y="70535"/>
                </a:cubicBezTo>
                <a:cubicBezTo>
                  <a:pt x="682018" y="64049"/>
                  <a:pt x="680744" y="59069"/>
                  <a:pt x="678195" y="55594"/>
                </a:cubicBezTo>
                <a:cubicBezTo>
                  <a:pt x="675649" y="52120"/>
                  <a:pt x="671943" y="50382"/>
                  <a:pt x="667077" y="50382"/>
                </a:cubicBezTo>
                <a:cubicBezTo>
                  <a:pt x="663719" y="50382"/>
                  <a:pt x="660447" y="51396"/>
                  <a:pt x="657260" y="53423"/>
                </a:cubicBezTo>
                <a:cubicBezTo>
                  <a:pt x="654076" y="55450"/>
                  <a:pt x="651267" y="58201"/>
                  <a:pt x="648836" y="61676"/>
                </a:cubicBezTo>
                <a:cubicBezTo>
                  <a:pt x="646404" y="65150"/>
                  <a:pt x="644463" y="69262"/>
                  <a:pt x="643014" y="74011"/>
                </a:cubicBezTo>
                <a:cubicBezTo>
                  <a:pt x="641566" y="78759"/>
                  <a:pt x="640843" y="83856"/>
                  <a:pt x="640843" y="89299"/>
                </a:cubicBezTo>
                <a:cubicBezTo>
                  <a:pt x="640843" y="95785"/>
                  <a:pt x="642117" y="100795"/>
                  <a:pt x="644666" y="104327"/>
                </a:cubicBezTo>
                <a:cubicBezTo>
                  <a:pt x="647214" y="107860"/>
                  <a:pt x="650978" y="109627"/>
                  <a:pt x="655959" y="109627"/>
                </a:cubicBezTo>
                <a:close/>
                <a:moveTo>
                  <a:pt x="712319" y="122656"/>
                </a:moveTo>
                <a:lnTo>
                  <a:pt x="729343" y="37353"/>
                </a:lnTo>
                <a:lnTo>
                  <a:pt x="744459" y="37353"/>
                </a:lnTo>
                <a:lnTo>
                  <a:pt x="742895" y="53858"/>
                </a:lnTo>
                <a:lnTo>
                  <a:pt x="743590" y="53858"/>
                </a:lnTo>
                <a:cubicBezTo>
                  <a:pt x="746949" y="48529"/>
                  <a:pt x="750888" y="44099"/>
                  <a:pt x="755405" y="40566"/>
                </a:cubicBezTo>
                <a:cubicBezTo>
                  <a:pt x="759923" y="37033"/>
                  <a:pt x="764787" y="35266"/>
                  <a:pt x="769999" y="35266"/>
                </a:cubicBezTo>
                <a:cubicBezTo>
                  <a:pt x="773357" y="35266"/>
                  <a:pt x="776194" y="35788"/>
                  <a:pt x="778511" y="36830"/>
                </a:cubicBezTo>
                <a:lnTo>
                  <a:pt x="772258" y="53163"/>
                </a:lnTo>
                <a:cubicBezTo>
                  <a:pt x="771215" y="52583"/>
                  <a:pt x="769998" y="52207"/>
                  <a:pt x="768607" y="52034"/>
                </a:cubicBezTo>
                <a:cubicBezTo>
                  <a:pt x="767218" y="51859"/>
                  <a:pt x="765771" y="51771"/>
                  <a:pt x="764265" y="51771"/>
                </a:cubicBezTo>
                <a:cubicBezTo>
                  <a:pt x="760211" y="51771"/>
                  <a:pt x="756215" y="53335"/>
                  <a:pt x="752277" y="56464"/>
                </a:cubicBezTo>
                <a:cubicBezTo>
                  <a:pt x="748339" y="59590"/>
                  <a:pt x="744633" y="64455"/>
                  <a:pt x="741159" y="71057"/>
                </a:cubicBezTo>
                <a:lnTo>
                  <a:pt x="731082" y="122656"/>
                </a:lnTo>
                <a:lnTo>
                  <a:pt x="712319" y="122656"/>
                </a:lnTo>
                <a:close/>
                <a:moveTo>
                  <a:pt x="795607" y="63759"/>
                </a:moveTo>
                <a:cubicBezTo>
                  <a:pt x="792479" y="63759"/>
                  <a:pt x="789987" y="62747"/>
                  <a:pt x="788134" y="60721"/>
                </a:cubicBezTo>
                <a:cubicBezTo>
                  <a:pt x="786281" y="58694"/>
                  <a:pt x="785355" y="56116"/>
                  <a:pt x="785355" y="52988"/>
                </a:cubicBezTo>
                <a:cubicBezTo>
                  <a:pt x="785355" y="51136"/>
                  <a:pt x="785703" y="49312"/>
                  <a:pt x="786397" y="47517"/>
                </a:cubicBezTo>
                <a:cubicBezTo>
                  <a:pt x="787093" y="45721"/>
                  <a:pt x="788107" y="44129"/>
                  <a:pt x="789438" y="42739"/>
                </a:cubicBezTo>
                <a:cubicBezTo>
                  <a:pt x="790770" y="41349"/>
                  <a:pt x="792305" y="40219"/>
                  <a:pt x="794043" y="39351"/>
                </a:cubicBezTo>
                <a:cubicBezTo>
                  <a:pt x="795780" y="38482"/>
                  <a:pt x="797691" y="38047"/>
                  <a:pt x="799777" y="38047"/>
                </a:cubicBezTo>
                <a:cubicBezTo>
                  <a:pt x="802903" y="38047"/>
                  <a:pt x="805364" y="39090"/>
                  <a:pt x="807160" y="41175"/>
                </a:cubicBezTo>
                <a:cubicBezTo>
                  <a:pt x="808955" y="43259"/>
                  <a:pt x="809853" y="45865"/>
                  <a:pt x="809853" y="48993"/>
                </a:cubicBezTo>
                <a:cubicBezTo>
                  <a:pt x="809853" y="50845"/>
                  <a:pt x="809505" y="52669"/>
                  <a:pt x="808809" y="54465"/>
                </a:cubicBezTo>
                <a:cubicBezTo>
                  <a:pt x="808114" y="56260"/>
                  <a:pt x="807159" y="57854"/>
                  <a:pt x="805943" y="59245"/>
                </a:cubicBezTo>
                <a:cubicBezTo>
                  <a:pt x="804727" y="60634"/>
                  <a:pt x="803221" y="61734"/>
                  <a:pt x="801426" y="62545"/>
                </a:cubicBezTo>
                <a:cubicBezTo>
                  <a:pt x="799632" y="63354"/>
                  <a:pt x="797692" y="63759"/>
                  <a:pt x="795607" y="63759"/>
                </a:cubicBezTo>
                <a:moveTo>
                  <a:pt x="785183" y="124740"/>
                </a:moveTo>
                <a:cubicBezTo>
                  <a:pt x="782055" y="124740"/>
                  <a:pt x="779564" y="123727"/>
                  <a:pt x="777710" y="121702"/>
                </a:cubicBezTo>
                <a:cubicBezTo>
                  <a:pt x="775858" y="119675"/>
                  <a:pt x="774932" y="117097"/>
                  <a:pt x="774932" y="113969"/>
                </a:cubicBezTo>
                <a:cubicBezTo>
                  <a:pt x="774932" y="112117"/>
                  <a:pt x="775279" y="110293"/>
                  <a:pt x="775973" y="108497"/>
                </a:cubicBezTo>
                <a:cubicBezTo>
                  <a:pt x="776670" y="106702"/>
                  <a:pt x="777683" y="105110"/>
                  <a:pt x="779014" y="103720"/>
                </a:cubicBezTo>
                <a:cubicBezTo>
                  <a:pt x="780347" y="102330"/>
                  <a:pt x="781882" y="101200"/>
                  <a:pt x="783619" y="100332"/>
                </a:cubicBezTo>
                <a:cubicBezTo>
                  <a:pt x="785356" y="99463"/>
                  <a:pt x="787268" y="99028"/>
                  <a:pt x="789353" y="99028"/>
                </a:cubicBezTo>
                <a:cubicBezTo>
                  <a:pt x="792479" y="99028"/>
                  <a:pt x="794940" y="100071"/>
                  <a:pt x="796736" y="102156"/>
                </a:cubicBezTo>
                <a:cubicBezTo>
                  <a:pt x="798532" y="104240"/>
                  <a:pt x="799429" y="106846"/>
                  <a:pt x="799429" y="109974"/>
                </a:cubicBezTo>
                <a:cubicBezTo>
                  <a:pt x="799429" y="111826"/>
                  <a:pt x="799081" y="113650"/>
                  <a:pt x="798385" y="115446"/>
                </a:cubicBezTo>
                <a:cubicBezTo>
                  <a:pt x="797690" y="117241"/>
                  <a:pt x="796735" y="118835"/>
                  <a:pt x="795519" y="120226"/>
                </a:cubicBezTo>
                <a:cubicBezTo>
                  <a:pt x="794303" y="121615"/>
                  <a:pt x="792798" y="122714"/>
                  <a:pt x="791002" y="123523"/>
                </a:cubicBezTo>
                <a:cubicBezTo>
                  <a:pt x="789208" y="124335"/>
                  <a:pt x="787268" y="124740"/>
                  <a:pt x="785183" y="124740"/>
                </a:cubicBezTo>
                <a:close/>
                <a:moveTo>
                  <a:pt x="865067" y="69841"/>
                </a:moveTo>
                <a:lnTo>
                  <a:pt x="877227" y="9032"/>
                </a:lnTo>
                <a:lnTo>
                  <a:pt x="895991" y="9032"/>
                </a:lnTo>
                <a:lnTo>
                  <a:pt x="883309" y="72622"/>
                </a:lnTo>
                <a:cubicBezTo>
                  <a:pt x="882266" y="77485"/>
                  <a:pt x="881745" y="81944"/>
                  <a:pt x="881745" y="85998"/>
                </a:cubicBezTo>
                <a:cubicBezTo>
                  <a:pt x="881745" y="93296"/>
                  <a:pt x="883308" y="98885"/>
                  <a:pt x="886434" y="102766"/>
                </a:cubicBezTo>
                <a:cubicBezTo>
                  <a:pt x="889563" y="106645"/>
                  <a:pt x="894717" y="108585"/>
                  <a:pt x="901898" y="108585"/>
                </a:cubicBezTo>
                <a:cubicBezTo>
                  <a:pt x="907921" y="108585"/>
                  <a:pt x="913103" y="106153"/>
                  <a:pt x="917446" y="101289"/>
                </a:cubicBezTo>
                <a:cubicBezTo>
                  <a:pt x="921790" y="96424"/>
                  <a:pt x="925120" y="88257"/>
                  <a:pt x="927437" y="76789"/>
                </a:cubicBezTo>
                <a:lnTo>
                  <a:pt x="940989" y="9032"/>
                </a:lnTo>
                <a:lnTo>
                  <a:pt x="959406" y="9032"/>
                </a:lnTo>
                <a:lnTo>
                  <a:pt x="945679" y="76789"/>
                </a:lnTo>
                <a:cubicBezTo>
                  <a:pt x="942321" y="93700"/>
                  <a:pt x="936878" y="105921"/>
                  <a:pt x="929349" y="113450"/>
                </a:cubicBezTo>
                <a:cubicBezTo>
                  <a:pt x="921820" y="120977"/>
                  <a:pt x="912438" y="124740"/>
                  <a:pt x="901203" y="124740"/>
                </a:cubicBezTo>
                <a:cubicBezTo>
                  <a:pt x="888579" y="124740"/>
                  <a:pt x="879052" y="121614"/>
                  <a:pt x="872623" y="115361"/>
                </a:cubicBezTo>
                <a:cubicBezTo>
                  <a:pt x="866195" y="109106"/>
                  <a:pt x="862981" y="99666"/>
                  <a:pt x="862981" y="87040"/>
                </a:cubicBezTo>
                <a:cubicBezTo>
                  <a:pt x="862981" y="84492"/>
                  <a:pt x="863183" y="81712"/>
                  <a:pt x="863588" y="78700"/>
                </a:cubicBezTo>
                <a:cubicBezTo>
                  <a:pt x="863995" y="75689"/>
                  <a:pt x="864488" y="72736"/>
                  <a:pt x="865067" y="69841"/>
                </a:cubicBezTo>
                <a:close/>
                <a:moveTo>
                  <a:pt x="962081" y="122656"/>
                </a:moveTo>
                <a:lnTo>
                  <a:pt x="979106" y="37353"/>
                </a:lnTo>
                <a:lnTo>
                  <a:pt x="994222" y="37353"/>
                </a:lnTo>
                <a:lnTo>
                  <a:pt x="993352" y="49340"/>
                </a:lnTo>
                <a:lnTo>
                  <a:pt x="994047" y="49340"/>
                </a:lnTo>
                <a:cubicBezTo>
                  <a:pt x="998564" y="45518"/>
                  <a:pt x="1003226" y="42216"/>
                  <a:pt x="1008034" y="39436"/>
                </a:cubicBezTo>
                <a:cubicBezTo>
                  <a:pt x="1012841" y="36656"/>
                  <a:pt x="1017966" y="35266"/>
                  <a:pt x="1023409" y="35266"/>
                </a:cubicBezTo>
                <a:cubicBezTo>
                  <a:pt x="1030590" y="35266"/>
                  <a:pt x="1035744" y="37120"/>
                  <a:pt x="1038870" y="40828"/>
                </a:cubicBezTo>
                <a:cubicBezTo>
                  <a:pt x="1041998" y="44534"/>
                  <a:pt x="1043562" y="49862"/>
                  <a:pt x="1043562" y="56811"/>
                </a:cubicBezTo>
                <a:cubicBezTo>
                  <a:pt x="1043562" y="58780"/>
                  <a:pt x="1043476" y="60691"/>
                  <a:pt x="1043303" y="62545"/>
                </a:cubicBezTo>
                <a:cubicBezTo>
                  <a:pt x="1043129" y="64397"/>
                  <a:pt x="1042753" y="66482"/>
                  <a:pt x="1042173" y="68799"/>
                </a:cubicBezTo>
                <a:lnTo>
                  <a:pt x="1031402" y="122656"/>
                </a:lnTo>
                <a:lnTo>
                  <a:pt x="1012811" y="122656"/>
                </a:lnTo>
                <a:lnTo>
                  <a:pt x="1023234" y="71230"/>
                </a:lnTo>
                <a:cubicBezTo>
                  <a:pt x="1023583" y="69261"/>
                  <a:pt x="1023902" y="67582"/>
                  <a:pt x="1024191" y="66193"/>
                </a:cubicBezTo>
                <a:cubicBezTo>
                  <a:pt x="1024481" y="64802"/>
                  <a:pt x="1024626" y="63469"/>
                  <a:pt x="1024626" y="62195"/>
                </a:cubicBezTo>
                <a:cubicBezTo>
                  <a:pt x="1024626" y="54900"/>
                  <a:pt x="1021036" y="51252"/>
                  <a:pt x="1013855" y="51252"/>
                </a:cubicBezTo>
                <a:cubicBezTo>
                  <a:pt x="1010844" y="51252"/>
                  <a:pt x="1007629" y="52295"/>
                  <a:pt x="1004211" y="54380"/>
                </a:cubicBezTo>
                <a:cubicBezTo>
                  <a:pt x="1000795" y="56464"/>
                  <a:pt x="996828" y="59822"/>
                  <a:pt x="992311" y="64454"/>
                </a:cubicBezTo>
                <a:lnTo>
                  <a:pt x="980845" y="122656"/>
                </a:lnTo>
                <a:lnTo>
                  <a:pt x="962081" y="122656"/>
                </a:lnTo>
                <a:close/>
                <a:moveTo>
                  <a:pt x="1088804" y="124740"/>
                </a:moveTo>
                <a:cubicBezTo>
                  <a:pt x="1084055" y="124740"/>
                  <a:pt x="1079711" y="123959"/>
                  <a:pt x="1075772" y="122397"/>
                </a:cubicBezTo>
                <a:cubicBezTo>
                  <a:pt x="1071834" y="120833"/>
                  <a:pt x="1068418" y="118574"/>
                  <a:pt x="1065523" y="115621"/>
                </a:cubicBezTo>
                <a:cubicBezTo>
                  <a:pt x="1062628" y="112668"/>
                  <a:pt x="1060369" y="109048"/>
                  <a:pt x="1058747" y="104762"/>
                </a:cubicBezTo>
                <a:cubicBezTo>
                  <a:pt x="1057126" y="100476"/>
                  <a:pt x="1056316" y="95554"/>
                  <a:pt x="1056316" y="89994"/>
                </a:cubicBezTo>
                <a:cubicBezTo>
                  <a:pt x="1056316" y="82350"/>
                  <a:pt x="1057618" y="75198"/>
                  <a:pt x="1060223" y="68539"/>
                </a:cubicBezTo>
                <a:cubicBezTo>
                  <a:pt x="1062830" y="61878"/>
                  <a:pt x="1066363" y="56086"/>
                  <a:pt x="1070822" y="51164"/>
                </a:cubicBezTo>
                <a:cubicBezTo>
                  <a:pt x="1075281" y="46242"/>
                  <a:pt x="1080493" y="42362"/>
                  <a:pt x="1086458" y="39524"/>
                </a:cubicBezTo>
                <a:cubicBezTo>
                  <a:pt x="1092422" y="36685"/>
                  <a:pt x="1098706" y="35266"/>
                  <a:pt x="1105309" y="35266"/>
                </a:cubicBezTo>
                <a:cubicBezTo>
                  <a:pt x="1110521" y="35266"/>
                  <a:pt x="1114980" y="36309"/>
                  <a:pt x="1118686" y="38394"/>
                </a:cubicBezTo>
                <a:cubicBezTo>
                  <a:pt x="1122392" y="40480"/>
                  <a:pt x="1125404" y="42913"/>
                  <a:pt x="1127721" y="45693"/>
                </a:cubicBezTo>
                <a:lnTo>
                  <a:pt x="1117297" y="56983"/>
                </a:lnTo>
                <a:cubicBezTo>
                  <a:pt x="1115328" y="54668"/>
                  <a:pt x="1113358" y="52989"/>
                  <a:pt x="1111388" y="51946"/>
                </a:cubicBezTo>
                <a:cubicBezTo>
                  <a:pt x="1109419" y="50904"/>
                  <a:pt x="1106987" y="50382"/>
                  <a:pt x="1104092" y="50382"/>
                </a:cubicBezTo>
                <a:cubicBezTo>
                  <a:pt x="1100269" y="50382"/>
                  <a:pt x="1096621" y="51425"/>
                  <a:pt x="1093146" y="53510"/>
                </a:cubicBezTo>
                <a:cubicBezTo>
                  <a:pt x="1089672" y="55594"/>
                  <a:pt x="1086631" y="58402"/>
                  <a:pt x="1084024" y="61935"/>
                </a:cubicBezTo>
                <a:cubicBezTo>
                  <a:pt x="1081419" y="65468"/>
                  <a:pt x="1079334" y="69580"/>
                  <a:pt x="1077770" y="74270"/>
                </a:cubicBezTo>
                <a:cubicBezTo>
                  <a:pt x="1076208" y="78961"/>
                  <a:pt x="1075427" y="83970"/>
                  <a:pt x="1075427" y="89299"/>
                </a:cubicBezTo>
                <a:cubicBezTo>
                  <a:pt x="1075427" y="95785"/>
                  <a:pt x="1076845" y="100795"/>
                  <a:pt x="1079682" y="104327"/>
                </a:cubicBezTo>
                <a:cubicBezTo>
                  <a:pt x="1082520" y="107860"/>
                  <a:pt x="1086835" y="109627"/>
                  <a:pt x="1092627" y="109627"/>
                </a:cubicBezTo>
                <a:cubicBezTo>
                  <a:pt x="1095985" y="109627"/>
                  <a:pt x="1098966" y="108961"/>
                  <a:pt x="1101571" y="107628"/>
                </a:cubicBezTo>
                <a:cubicBezTo>
                  <a:pt x="1104178" y="106295"/>
                  <a:pt x="1106582" y="104760"/>
                  <a:pt x="1108784" y="103023"/>
                </a:cubicBezTo>
                <a:lnTo>
                  <a:pt x="1116775" y="114839"/>
                </a:lnTo>
                <a:cubicBezTo>
                  <a:pt x="1113531" y="117156"/>
                  <a:pt x="1109680" y="119385"/>
                  <a:pt x="1105221" y="121527"/>
                </a:cubicBezTo>
                <a:cubicBezTo>
                  <a:pt x="1100762" y="123669"/>
                  <a:pt x="1095290" y="124740"/>
                  <a:pt x="1088804" y="124740"/>
                </a:cubicBezTo>
                <a:close/>
                <a:moveTo>
                  <a:pt x="1156978" y="124740"/>
                </a:moveTo>
                <a:cubicBezTo>
                  <a:pt x="1149450" y="124740"/>
                  <a:pt x="1143513" y="122077"/>
                  <a:pt x="1139169" y="116750"/>
                </a:cubicBezTo>
                <a:cubicBezTo>
                  <a:pt x="1134827" y="111422"/>
                  <a:pt x="1132655" y="103719"/>
                  <a:pt x="1132655" y="93641"/>
                </a:cubicBezTo>
                <a:cubicBezTo>
                  <a:pt x="1132655" y="85535"/>
                  <a:pt x="1133929" y="77920"/>
                  <a:pt x="1136476" y="70798"/>
                </a:cubicBezTo>
                <a:cubicBezTo>
                  <a:pt x="1139024" y="63673"/>
                  <a:pt x="1142441" y="57476"/>
                  <a:pt x="1146727" y="52206"/>
                </a:cubicBezTo>
                <a:cubicBezTo>
                  <a:pt x="1151013" y="46936"/>
                  <a:pt x="1155907" y="42795"/>
                  <a:pt x="1161408" y="39784"/>
                </a:cubicBezTo>
                <a:cubicBezTo>
                  <a:pt x="1166910" y="36772"/>
                  <a:pt x="1172614" y="35266"/>
                  <a:pt x="1178520" y="35266"/>
                </a:cubicBezTo>
                <a:cubicBezTo>
                  <a:pt x="1182691" y="35266"/>
                  <a:pt x="1186514" y="36338"/>
                  <a:pt x="1189989" y="38482"/>
                </a:cubicBezTo>
                <a:cubicBezTo>
                  <a:pt x="1193463" y="40624"/>
                  <a:pt x="1196185" y="43548"/>
                  <a:pt x="1198154" y="47254"/>
                </a:cubicBezTo>
                <a:lnTo>
                  <a:pt x="1198501" y="47254"/>
                </a:lnTo>
                <a:lnTo>
                  <a:pt x="1202149" y="37353"/>
                </a:lnTo>
                <a:lnTo>
                  <a:pt x="1217090" y="37353"/>
                </a:lnTo>
                <a:lnTo>
                  <a:pt x="1200065" y="122656"/>
                </a:lnTo>
                <a:lnTo>
                  <a:pt x="1184777" y="122656"/>
                </a:lnTo>
                <a:lnTo>
                  <a:pt x="1185644" y="110844"/>
                </a:lnTo>
                <a:lnTo>
                  <a:pt x="1185124" y="110844"/>
                </a:lnTo>
                <a:cubicBezTo>
                  <a:pt x="1181070" y="115013"/>
                  <a:pt x="1176581" y="118372"/>
                  <a:pt x="1171657" y="120920"/>
                </a:cubicBezTo>
                <a:cubicBezTo>
                  <a:pt x="1166735" y="123467"/>
                  <a:pt x="1161842" y="124740"/>
                  <a:pt x="1156978" y="124740"/>
                </a:cubicBezTo>
                <a:moveTo>
                  <a:pt x="1164621" y="109452"/>
                </a:moveTo>
                <a:cubicBezTo>
                  <a:pt x="1168329" y="109452"/>
                  <a:pt x="1172123" y="108352"/>
                  <a:pt x="1176002" y="106151"/>
                </a:cubicBezTo>
                <a:cubicBezTo>
                  <a:pt x="1179881" y="103951"/>
                  <a:pt x="1183559" y="100245"/>
                  <a:pt x="1187035" y="95033"/>
                </a:cubicBezTo>
                <a:lnTo>
                  <a:pt x="1193984" y="60981"/>
                </a:lnTo>
                <a:cubicBezTo>
                  <a:pt x="1192015" y="57275"/>
                  <a:pt x="1189785" y="54611"/>
                  <a:pt x="1187295" y="52991"/>
                </a:cubicBezTo>
                <a:cubicBezTo>
                  <a:pt x="1184805" y="51368"/>
                  <a:pt x="1182227" y="50557"/>
                  <a:pt x="1179562" y="50557"/>
                </a:cubicBezTo>
                <a:cubicBezTo>
                  <a:pt x="1175973" y="50557"/>
                  <a:pt x="1172498" y="51628"/>
                  <a:pt x="1169139" y="53770"/>
                </a:cubicBezTo>
                <a:cubicBezTo>
                  <a:pt x="1165781" y="55912"/>
                  <a:pt x="1162827" y="58837"/>
                  <a:pt x="1160279" y="62545"/>
                </a:cubicBezTo>
                <a:cubicBezTo>
                  <a:pt x="1157730" y="66251"/>
                  <a:pt x="1155703" y="70565"/>
                  <a:pt x="1154197" y="75487"/>
                </a:cubicBezTo>
                <a:cubicBezTo>
                  <a:pt x="1152692" y="80409"/>
                  <a:pt x="1151939" y="85592"/>
                  <a:pt x="1151939" y="91035"/>
                </a:cubicBezTo>
                <a:cubicBezTo>
                  <a:pt x="1151939" y="97290"/>
                  <a:pt x="1153068" y="101923"/>
                  <a:pt x="1155327" y="104935"/>
                </a:cubicBezTo>
                <a:cubicBezTo>
                  <a:pt x="1157585" y="107946"/>
                  <a:pt x="1160684" y="109452"/>
                  <a:pt x="1164621" y="109452"/>
                </a:cubicBezTo>
                <a:close/>
                <a:moveTo>
                  <a:pt x="1310628" y="37353"/>
                </a:moveTo>
                <a:lnTo>
                  <a:pt x="1293776" y="122656"/>
                </a:lnTo>
                <a:lnTo>
                  <a:pt x="1278663" y="122656"/>
                </a:lnTo>
                <a:lnTo>
                  <a:pt x="1279357" y="110494"/>
                </a:lnTo>
                <a:lnTo>
                  <a:pt x="1278663" y="110494"/>
                </a:lnTo>
                <a:cubicBezTo>
                  <a:pt x="1274377" y="114316"/>
                  <a:pt x="1269860" y="117647"/>
                  <a:pt x="1265111" y="120485"/>
                </a:cubicBezTo>
                <a:cubicBezTo>
                  <a:pt x="1260362" y="123322"/>
                  <a:pt x="1255382" y="124740"/>
                  <a:pt x="1250170" y="124740"/>
                </a:cubicBezTo>
                <a:cubicBezTo>
                  <a:pt x="1242989" y="124740"/>
                  <a:pt x="1237805" y="122859"/>
                  <a:pt x="1234619" y="119096"/>
                </a:cubicBezTo>
                <a:cubicBezTo>
                  <a:pt x="1231434" y="115332"/>
                  <a:pt x="1229842" y="110032"/>
                  <a:pt x="1229842" y="103198"/>
                </a:cubicBezTo>
                <a:cubicBezTo>
                  <a:pt x="1229842" y="101229"/>
                  <a:pt x="1229958" y="99290"/>
                  <a:pt x="1230189" y="97379"/>
                </a:cubicBezTo>
                <a:cubicBezTo>
                  <a:pt x="1230421" y="95467"/>
                  <a:pt x="1230768" y="93411"/>
                  <a:pt x="1231231" y="91210"/>
                </a:cubicBezTo>
                <a:lnTo>
                  <a:pt x="1242005" y="37353"/>
                </a:lnTo>
                <a:lnTo>
                  <a:pt x="1260593" y="37353"/>
                </a:lnTo>
                <a:lnTo>
                  <a:pt x="1250342" y="88777"/>
                </a:lnTo>
                <a:cubicBezTo>
                  <a:pt x="1249879" y="90747"/>
                  <a:pt x="1249532" y="92427"/>
                  <a:pt x="1249300" y="93816"/>
                </a:cubicBezTo>
                <a:cubicBezTo>
                  <a:pt x="1249069" y="95205"/>
                  <a:pt x="1248953" y="96537"/>
                  <a:pt x="1248953" y="97811"/>
                </a:cubicBezTo>
                <a:cubicBezTo>
                  <a:pt x="1248953" y="105109"/>
                  <a:pt x="1252486" y="108757"/>
                  <a:pt x="1259552" y="108757"/>
                </a:cubicBezTo>
                <a:cubicBezTo>
                  <a:pt x="1265227" y="108757"/>
                  <a:pt x="1272234" y="104356"/>
                  <a:pt x="1280574" y="95553"/>
                </a:cubicBezTo>
                <a:lnTo>
                  <a:pt x="1292040" y="37353"/>
                </a:lnTo>
                <a:lnTo>
                  <a:pt x="1310628" y="37353"/>
                </a:lnTo>
                <a:close/>
                <a:moveTo>
                  <a:pt x="1343535" y="160531"/>
                </a:moveTo>
                <a:cubicBezTo>
                  <a:pt x="1338091" y="160531"/>
                  <a:pt x="1332735" y="159489"/>
                  <a:pt x="1327464" y="157403"/>
                </a:cubicBezTo>
                <a:cubicBezTo>
                  <a:pt x="1322194" y="155319"/>
                  <a:pt x="1317301" y="152424"/>
                  <a:pt x="1312783" y="148716"/>
                </a:cubicBezTo>
                <a:lnTo>
                  <a:pt x="1321123" y="136208"/>
                </a:lnTo>
                <a:cubicBezTo>
                  <a:pt x="1324366" y="138872"/>
                  <a:pt x="1327898" y="141101"/>
                  <a:pt x="1331719" y="142897"/>
                </a:cubicBezTo>
                <a:cubicBezTo>
                  <a:pt x="1335542" y="144692"/>
                  <a:pt x="1339655" y="145590"/>
                  <a:pt x="1344057" y="145590"/>
                </a:cubicBezTo>
                <a:cubicBezTo>
                  <a:pt x="1350543" y="145590"/>
                  <a:pt x="1355784" y="143708"/>
                  <a:pt x="1359780" y="139944"/>
                </a:cubicBezTo>
                <a:cubicBezTo>
                  <a:pt x="1363776" y="136179"/>
                  <a:pt x="1366643" y="130880"/>
                  <a:pt x="1368380" y="124046"/>
                </a:cubicBezTo>
                <a:lnTo>
                  <a:pt x="1372722" y="107540"/>
                </a:lnTo>
                <a:cubicBezTo>
                  <a:pt x="1368668" y="111711"/>
                  <a:pt x="1364296" y="114984"/>
                  <a:pt x="1359605" y="117360"/>
                </a:cubicBezTo>
                <a:cubicBezTo>
                  <a:pt x="1354915" y="119733"/>
                  <a:pt x="1350021" y="120920"/>
                  <a:pt x="1344924" y="120920"/>
                </a:cubicBezTo>
                <a:cubicBezTo>
                  <a:pt x="1337743" y="120920"/>
                  <a:pt x="1331808" y="118401"/>
                  <a:pt x="1327117" y="113362"/>
                </a:cubicBezTo>
                <a:cubicBezTo>
                  <a:pt x="1322427" y="108323"/>
                  <a:pt x="1320081" y="100824"/>
                  <a:pt x="1320081" y="90863"/>
                </a:cubicBezTo>
                <a:cubicBezTo>
                  <a:pt x="1320081" y="83103"/>
                  <a:pt x="1321327" y="75864"/>
                  <a:pt x="1323817" y="69146"/>
                </a:cubicBezTo>
                <a:cubicBezTo>
                  <a:pt x="1326307" y="62428"/>
                  <a:pt x="1329637" y="56550"/>
                  <a:pt x="1333806" y="51512"/>
                </a:cubicBezTo>
                <a:cubicBezTo>
                  <a:pt x="1337975" y="46473"/>
                  <a:pt x="1342752" y="42506"/>
                  <a:pt x="1348137" y="39611"/>
                </a:cubicBezTo>
                <a:cubicBezTo>
                  <a:pt x="1353524" y="36715"/>
                  <a:pt x="1359113" y="35266"/>
                  <a:pt x="1364905" y="35266"/>
                </a:cubicBezTo>
                <a:cubicBezTo>
                  <a:pt x="1369074" y="35266"/>
                  <a:pt x="1372866" y="36338"/>
                  <a:pt x="1376283" y="38482"/>
                </a:cubicBezTo>
                <a:cubicBezTo>
                  <a:pt x="1379701" y="40624"/>
                  <a:pt x="1382337" y="43548"/>
                  <a:pt x="1384191" y="47254"/>
                </a:cubicBezTo>
                <a:lnTo>
                  <a:pt x="1384710" y="47254"/>
                </a:lnTo>
                <a:lnTo>
                  <a:pt x="1388358" y="37353"/>
                </a:lnTo>
                <a:lnTo>
                  <a:pt x="1403474" y="37353"/>
                </a:lnTo>
                <a:lnTo>
                  <a:pt x="1386099" y="123873"/>
                </a:lnTo>
                <a:cubicBezTo>
                  <a:pt x="1383667" y="135918"/>
                  <a:pt x="1378803" y="145038"/>
                  <a:pt x="1371506" y="151234"/>
                </a:cubicBezTo>
                <a:cubicBezTo>
                  <a:pt x="1364210" y="157432"/>
                  <a:pt x="1354886" y="160531"/>
                  <a:pt x="1343535" y="160531"/>
                </a:cubicBezTo>
                <a:moveTo>
                  <a:pt x="1351700" y="105457"/>
                </a:moveTo>
                <a:cubicBezTo>
                  <a:pt x="1355060" y="105457"/>
                  <a:pt x="1358737" y="104443"/>
                  <a:pt x="1362733" y="102416"/>
                </a:cubicBezTo>
                <a:cubicBezTo>
                  <a:pt x="1366729" y="100389"/>
                  <a:pt x="1370406" y="97117"/>
                  <a:pt x="1373764" y="92599"/>
                </a:cubicBezTo>
                <a:lnTo>
                  <a:pt x="1380193" y="60981"/>
                </a:lnTo>
                <a:cubicBezTo>
                  <a:pt x="1378224" y="57275"/>
                  <a:pt x="1376024" y="54611"/>
                  <a:pt x="1373592" y="52991"/>
                </a:cubicBezTo>
                <a:cubicBezTo>
                  <a:pt x="1371160" y="51368"/>
                  <a:pt x="1368612" y="50557"/>
                  <a:pt x="1365946" y="50557"/>
                </a:cubicBezTo>
                <a:cubicBezTo>
                  <a:pt x="1362472" y="50557"/>
                  <a:pt x="1359142" y="51571"/>
                  <a:pt x="1355957" y="53598"/>
                </a:cubicBezTo>
                <a:cubicBezTo>
                  <a:pt x="1352773" y="55623"/>
                  <a:pt x="1349935" y="58373"/>
                  <a:pt x="1347445" y="61848"/>
                </a:cubicBezTo>
                <a:cubicBezTo>
                  <a:pt x="1344955" y="65322"/>
                  <a:pt x="1342985" y="69348"/>
                  <a:pt x="1341536" y="73923"/>
                </a:cubicBezTo>
                <a:cubicBezTo>
                  <a:pt x="1340089" y="78499"/>
                  <a:pt x="1339365" y="83334"/>
                  <a:pt x="1339365" y="88429"/>
                </a:cubicBezTo>
                <a:cubicBezTo>
                  <a:pt x="1339365" y="94221"/>
                  <a:pt x="1340494" y="98507"/>
                  <a:pt x="1342753" y="101287"/>
                </a:cubicBezTo>
                <a:cubicBezTo>
                  <a:pt x="1345011" y="104067"/>
                  <a:pt x="1347994" y="105457"/>
                  <a:pt x="1351700" y="105457"/>
                </a:cubicBezTo>
                <a:close/>
                <a:moveTo>
                  <a:pt x="1410146" y="122656"/>
                </a:moveTo>
                <a:lnTo>
                  <a:pt x="1434816" y="0"/>
                </a:lnTo>
                <a:lnTo>
                  <a:pt x="1453405" y="0"/>
                </a:lnTo>
                <a:lnTo>
                  <a:pt x="1445935" y="36136"/>
                </a:lnTo>
                <a:lnTo>
                  <a:pt x="1442634" y="48471"/>
                </a:lnTo>
                <a:lnTo>
                  <a:pt x="1443329" y="48471"/>
                </a:lnTo>
                <a:cubicBezTo>
                  <a:pt x="1447731" y="44765"/>
                  <a:pt x="1452219" y="41638"/>
                  <a:pt x="1456793" y="39089"/>
                </a:cubicBezTo>
                <a:cubicBezTo>
                  <a:pt x="1461369" y="36541"/>
                  <a:pt x="1466262" y="35266"/>
                  <a:pt x="1471474" y="35266"/>
                </a:cubicBezTo>
                <a:cubicBezTo>
                  <a:pt x="1478655" y="35266"/>
                  <a:pt x="1483809" y="37120"/>
                  <a:pt x="1486935" y="40828"/>
                </a:cubicBezTo>
                <a:cubicBezTo>
                  <a:pt x="1490063" y="44534"/>
                  <a:pt x="1491627" y="49862"/>
                  <a:pt x="1491627" y="56811"/>
                </a:cubicBezTo>
                <a:cubicBezTo>
                  <a:pt x="1491627" y="58780"/>
                  <a:pt x="1491541" y="60691"/>
                  <a:pt x="1491367" y="62545"/>
                </a:cubicBezTo>
                <a:cubicBezTo>
                  <a:pt x="1491194" y="64397"/>
                  <a:pt x="1490818" y="66482"/>
                  <a:pt x="1490238" y="68799"/>
                </a:cubicBezTo>
                <a:lnTo>
                  <a:pt x="1479467" y="122656"/>
                </a:lnTo>
                <a:lnTo>
                  <a:pt x="1460876" y="122656"/>
                </a:lnTo>
                <a:lnTo>
                  <a:pt x="1471299" y="71230"/>
                </a:lnTo>
                <a:cubicBezTo>
                  <a:pt x="1471648" y="69261"/>
                  <a:pt x="1471967" y="67582"/>
                  <a:pt x="1472256" y="66193"/>
                </a:cubicBezTo>
                <a:cubicBezTo>
                  <a:pt x="1472546" y="64802"/>
                  <a:pt x="1472691" y="63469"/>
                  <a:pt x="1472691" y="62195"/>
                </a:cubicBezTo>
                <a:cubicBezTo>
                  <a:pt x="1472691" y="54900"/>
                  <a:pt x="1469101" y="51252"/>
                  <a:pt x="1461920" y="51252"/>
                </a:cubicBezTo>
                <a:cubicBezTo>
                  <a:pt x="1458909" y="51252"/>
                  <a:pt x="1455694" y="52295"/>
                  <a:pt x="1452276" y="54380"/>
                </a:cubicBezTo>
                <a:cubicBezTo>
                  <a:pt x="1448859" y="56464"/>
                  <a:pt x="1444893" y="59822"/>
                  <a:pt x="1440375" y="64454"/>
                </a:cubicBezTo>
                <a:lnTo>
                  <a:pt x="1428910" y="122656"/>
                </a:lnTo>
                <a:lnTo>
                  <a:pt x="1410146" y="122656"/>
                </a:lnTo>
                <a:close/>
                <a:moveTo>
                  <a:pt x="1532352" y="124740"/>
                </a:moveTo>
                <a:cubicBezTo>
                  <a:pt x="1524360" y="124740"/>
                  <a:pt x="1518655" y="122742"/>
                  <a:pt x="1515237" y="118746"/>
                </a:cubicBezTo>
                <a:cubicBezTo>
                  <a:pt x="1511821" y="114750"/>
                  <a:pt x="1510112" y="109799"/>
                  <a:pt x="1510112" y="103893"/>
                </a:cubicBezTo>
                <a:cubicBezTo>
                  <a:pt x="1510112" y="102155"/>
                  <a:pt x="1510228" y="100476"/>
                  <a:pt x="1510460" y="98856"/>
                </a:cubicBezTo>
                <a:cubicBezTo>
                  <a:pt x="1510693" y="97233"/>
                  <a:pt x="1510925" y="95554"/>
                  <a:pt x="1511157" y="93816"/>
                </a:cubicBezTo>
                <a:lnTo>
                  <a:pt x="1519842" y="52119"/>
                </a:lnTo>
                <a:lnTo>
                  <a:pt x="1507854" y="52119"/>
                </a:lnTo>
                <a:lnTo>
                  <a:pt x="1510635" y="38222"/>
                </a:lnTo>
                <a:lnTo>
                  <a:pt x="1523664" y="37353"/>
                </a:lnTo>
                <a:lnTo>
                  <a:pt x="1530440" y="14419"/>
                </a:lnTo>
                <a:lnTo>
                  <a:pt x="1546076" y="14419"/>
                </a:lnTo>
                <a:lnTo>
                  <a:pt x="1541559" y="37353"/>
                </a:lnTo>
                <a:lnTo>
                  <a:pt x="1562061" y="37353"/>
                </a:lnTo>
                <a:lnTo>
                  <a:pt x="1559108" y="52119"/>
                </a:lnTo>
                <a:lnTo>
                  <a:pt x="1538258" y="52119"/>
                </a:lnTo>
                <a:lnTo>
                  <a:pt x="1529571" y="94511"/>
                </a:lnTo>
                <a:cubicBezTo>
                  <a:pt x="1529224" y="96596"/>
                  <a:pt x="1529051" y="98623"/>
                  <a:pt x="1529051" y="100592"/>
                </a:cubicBezTo>
                <a:cubicBezTo>
                  <a:pt x="1529051" y="103719"/>
                  <a:pt x="1529804" y="106064"/>
                  <a:pt x="1531310" y="107628"/>
                </a:cubicBezTo>
                <a:cubicBezTo>
                  <a:pt x="1532816" y="109192"/>
                  <a:pt x="1535363" y="109974"/>
                  <a:pt x="1538953" y="109974"/>
                </a:cubicBezTo>
                <a:cubicBezTo>
                  <a:pt x="1540458" y="109974"/>
                  <a:pt x="1541848" y="109743"/>
                  <a:pt x="1543123" y="109280"/>
                </a:cubicBezTo>
                <a:cubicBezTo>
                  <a:pt x="1544397" y="108817"/>
                  <a:pt x="1545671" y="108295"/>
                  <a:pt x="1546945" y="107715"/>
                </a:cubicBezTo>
                <a:lnTo>
                  <a:pt x="1550421" y="120920"/>
                </a:lnTo>
                <a:cubicBezTo>
                  <a:pt x="1548335" y="121846"/>
                  <a:pt x="1545787" y="122714"/>
                  <a:pt x="1542775" y="123523"/>
                </a:cubicBezTo>
                <a:cubicBezTo>
                  <a:pt x="1539764" y="124335"/>
                  <a:pt x="1536289" y="124740"/>
                  <a:pt x="1532352" y="124740"/>
                </a:cubicBezTo>
                <a:close/>
                <a:moveTo>
                  <a:pt x="1596425" y="122656"/>
                </a:moveTo>
                <a:lnTo>
                  <a:pt x="1619011" y="9032"/>
                </a:lnTo>
                <a:lnTo>
                  <a:pt x="1684162" y="9032"/>
                </a:lnTo>
                <a:lnTo>
                  <a:pt x="1681034" y="24843"/>
                </a:lnTo>
                <a:lnTo>
                  <a:pt x="1634475" y="24843"/>
                </a:lnTo>
                <a:lnTo>
                  <a:pt x="1628393" y="55422"/>
                </a:lnTo>
                <a:lnTo>
                  <a:pt x="1667830" y="55422"/>
                </a:lnTo>
                <a:lnTo>
                  <a:pt x="1664704" y="71230"/>
                </a:lnTo>
                <a:lnTo>
                  <a:pt x="1625440" y="71230"/>
                </a:lnTo>
                <a:lnTo>
                  <a:pt x="1618142" y="106846"/>
                </a:lnTo>
                <a:lnTo>
                  <a:pt x="1666093" y="106846"/>
                </a:lnTo>
                <a:lnTo>
                  <a:pt x="1662965" y="122656"/>
                </a:lnTo>
                <a:lnTo>
                  <a:pt x="1596425" y="122656"/>
                </a:lnTo>
                <a:close/>
                <a:moveTo>
                  <a:pt x="1684232" y="122656"/>
                </a:moveTo>
                <a:lnTo>
                  <a:pt x="1701257" y="37353"/>
                </a:lnTo>
                <a:lnTo>
                  <a:pt x="1716373" y="37353"/>
                </a:lnTo>
                <a:lnTo>
                  <a:pt x="1714809" y="53858"/>
                </a:lnTo>
                <a:lnTo>
                  <a:pt x="1715504" y="53858"/>
                </a:lnTo>
                <a:cubicBezTo>
                  <a:pt x="1718863" y="48529"/>
                  <a:pt x="1722802" y="44099"/>
                  <a:pt x="1727319" y="40566"/>
                </a:cubicBezTo>
                <a:cubicBezTo>
                  <a:pt x="1731836" y="37033"/>
                  <a:pt x="1736701" y="35266"/>
                  <a:pt x="1741913" y="35266"/>
                </a:cubicBezTo>
                <a:cubicBezTo>
                  <a:pt x="1745271" y="35266"/>
                  <a:pt x="1748108" y="35788"/>
                  <a:pt x="1750425" y="36830"/>
                </a:cubicBezTo>
                <a:lnTo>
                  <a:pt x="1744171" y="53163"/>
                </a:lnTo>
                <a:cubicBezTo>
                  <a:pt x="1743129" y="52583"/>
                  <a:pt x="1741912" y="52207"/>
                  <a:pt x="1740521" y="52034"/>
                </a:cubicBezTo>
                <a:cubicBezTo>
                  <a:pt x="1739132" y="51859"/>
                  <a:pt x="1737684" y="51771"/>
                  <a:pt x="1736179" y="51771"/>
                </a:cubicBezTo>
                <a:cubicBezTo>
                  <a:pt x="1732124" y="51771"/>
                  <a:pt x="1728128" y="53335"/>
                  <a:pt x="1724191" y="56464"/>
                </a:cubicBezTo>
                <a:cubicBezTo>
                  <a:pt x="1720253" y="59590"/>
                  <a:pt x="1716547" y="64455"/>
                  <a:pt x="1713073" y="71057"/>
                </a:cubicBezTo>
                <a:lnTo>
                  <a:pt x="1702996" y="122656"/>
                </a:lnTo>
                <a:lnTo>
                  <a:pt x="1684232" y="122656"/>
                </a:lnTo>
                <a:close/>
                <a:moveTo>
                  <a:pt x="1746673" y="122656"/>
                </a:moveTo>
                <a:lnTo>
                  <a:pt x="1763698" y="37353"/>
                </a:lnTo>
                <a:lnTo>
                  <a:pt x="1778814" y="37353"/>
                </a:lnTo>
                <a:lnTo>
                  <a:pt x="1777250" y="53858"/>
                </a:lnTo>
                <a:lnTo>
                  <a:pt x="1777944" y="53858"/>
                </a:lnTo>
                <a:cubicBezTo>
                  <a:pt x="1781304" y="48529"/>
                  <a:pt x="1785242" y="44099"/>
                  <a:pt x="1789760" y="40566"/>
                </a:cubicBezTo>
                <a:cubicBezTo>
                  <a:pt x="1794277" y="37033"/>
                  <a:pt x="1799142" y="35266"/>
                  <a:pt x="1804353" y="35266"/>
                </a:cubicBezTo>
                <a:cubicBezTo>
                  <a:pt x="1807711" y="35266"/>
                  <a:pt x="1810549" y="35788"/>
                  <a:pt x="1812866" y="36830"/>
                </a:cubicBezTo>
                <a:lnTo>
                  <a:pt x="1806612" y="53163"/>
                </a:lnTo>
                <a:cubicBezTo>
                  <a:pt x="1805569" y="52583"/>
                  <a:pt x="1804353" y="52207"/>
                  <a:pt x="1802962" y="52034"/>
                </a:cubicBezTo>
                <a:cubicBezTo>
                  <a:pt x="1801573" y="51859"/>
                  <a:pt x="1800125" y="51771"/>
                  <a:pt x="1798619" y="51771"/>
                </a:cubicBezTo>
                <a:cubicBezTo>
                  <a:pt x="1794565" y="51771"/>
                  <a:pt x="1790569" y="53335"/>
                  <a:pt x="1786632" y="56464"/>
                </a:cubicBezTo>
                <a:cubicBezTo>
                  <a:pt x="1782694" y="59590"/>
                  <a:pt x="1778988" y="64455"/>
                  <a:pt x="1775513" y="71057"/>
                </a:cubicBezTo>
                <a:lnTo>
                  <a:pt x="1765437" y="122656"/>
                </a:lnTo>
                <a:lnTo>
                  <a:pt x="1746673" y="122656"/>
                </a:lnTo>
                <a:close/>
                <a:moveTo>
                  <a:pt x="1842991" y="124740"/>
                </a:moveTo>
                <a:cubicBezTo>
                  <a:pt x="1838242" y="124740"/>
                  <a:pt x="1833899" y="123930"/>
                  <a:pt x="1829961" y="122309"/>
                </a:cubicBezTo>
                <a:cubicBezTo>
                  <a:pt x="1826023" y="120687"/>
                  <a:pt x="1822665" y="118371"/>
                  <a:pt x="1819885" y="115361"/>
                </a:cubicBezTo>
                <a:cubicBezTo>
                  <a:pt x="1817105" y="112349"/>
                  <a:pt x="1814962" y="108701"/>
                  <a:pt x="1813456" y="104415"/>
                </a:cubicBezTo>
                <a:cubicBezTo>
                  <a:pt x="1811950" y="100129"/>
                  <a:pt x="1811197" y="95322"/>
                  <a:pt x="1811197" y="89994"/>
                </a:cubicBezTo>
                <a:cubicBezTo>
                  <a:pt x="1811197" y="81887"/>
                  <a:pt x="1812558" y="74445"/>
                  <a:pt x="1815280" y="67669"/>
                </a:cubicBezTo>
                <a:cubicBezTo>
                  <a:pt x="1818002" y="60893"/>
                  <a:pt x="1821563" y="55131"/>
                  <a:pt x="1825963" y="50382"/>
                </a:cubicBezTo>
                <a:cubicBezTo>
                  <a:pt x="1830366" y="45633"/>
                  <a:pt x="1835375" y="41927"/>
                  <a:pt x="1840992" y="39264"/>
                </a:cubicBezTo>
                <a:cubicBezTo>
                  <a:pt x="1846610" y="36599"/>
                  <a:pt x="1852315" y="35266"/>
                  <a:pt x="1858107" y="35266"/>
                </a:cubicBezTo>
                <a:cubicBezTo>
                  <a:pt x="1867836" y="35266"/>
                  <a:pt x="1875596" y="38365"/>
                  <a:pt x="1881388" y="44563"/>
                </a:cubicBezTo>
                <a:cubicBezTo>
                  <a:pt x="1887179" y="50760"/>
                  <a:pt x="1890075" y="59244"/>
                  <a:pt x="1890075" y="70016"/>
                </a:cubicBezTo>
                <a:cubicBezTo>
                  <a:pt x="1890075" y="78122"/>
                  <a:pt x="1888713" y="85535"/>
                  <a:pt x="1885990" y="92252"/>
                </a:cubicBezTo>
                <a:cubicBezTo>
                  <a:pt x="1883268" y="98970"/>
                  <a:pt x="1879707" y="104732"/>
                  <a:pt x="1875306" y="109539"/>
                </a:cubicBezTo>
                <a:cubicBezTo>
                  <a:pt x="1870906" y="114346"/>
                  <a:pt x="1865896" y="118082"/>
                  <a:pt x="1860278" y="120745"/>
                </a:cubicBezTo>
                <a:cubicBezTo>
                  <a:pt x="1854661" y="123408"/>
                  <a:pt x="1848899" y="124740"/>
                  <a:pt x="1842991" y="124740"/>
                </a:cubicBezTo>
                <a:moveTo>
                  <a:pt x="1845077" y="109627"/>
                </a:moveTo>
                <a:cubicBezTo>
                  <a:pt x="1848435" y="109627"/>
                  <a:pt x="1851677" y="108613"/>
                  <a:pt x="1854804" y="106586"/>
                </a:cubicBezTo>
                <a:cubicBezTo>
                  <a:pt x="1857932" y="104559"/>
                  <a:pt x="1860712" y="101779"/>
                  <a:pt x="1863144" y="98246"/>
                </a:cubicBezTo>
                <a:cubicBezTo>
                  <a:pt x="1865577" y="94713"/>
                  <a:pt x="1867518" y="90572"/>
                  <a:pt x="1868965" y="85823"/>
                </a:cubicBezTo>
                <a:cubicBezTo>
                  <a:pt x="1870413" y="81075"/>
                  <a:pt x="1871136" y="75979"/>
                  <a:pt x="1871136" y="70535"/>
                </a:cubicBezTo>
                <a:cubicBezTo>
                  <a:pt x="1871136" y="64049"/>
                  <a:pt x="1869862" y="59069"/>
                  <a:pt x="1867314" y="55594"/>
                </a:cubicBezTo>
                <a:cubicBezTo>
                  <a:pt x="1864767" y="52120"/>
                  <a:pt x="1861061" y="50382"/>
                  <a:pt x="1856195" y="50382"/>
                </a:cubicBezTo>
                <a:cubicBezTo>
                  <a:pt x="1852837" y="50382"/>
                  <a:pt x="1849565" y="51396"/>
                  <a:pt x="1846379" y="53423"/>
                </a:cubicBezTo>
                <a:cubicBezTo>
                  <a:pt x="1843194" y="55450"/>
                  <a:pt x="1840386" y="58201"/>
                  <a:pt x="1837954" y="61676"/>
                </a:cubicBezTo>
                <a:cubicBezTo>
                  <a:pt x="1835522" y="65150"/>
                  <a:pt x="1833581" y="69262"/>
                  <a:pt x="1832132" y="74011"/>
                </a:cubicBezTo>
                <a:cubicBezTo>
                  <a:pt x="1830685" y="78759"/>
                  <a:pt x="1829961" y="83856"/>
                  <a:pt x="1829961" y="89299"/>
                </a:cubicBezTo>
                <a:cubicBezTo>
                  <a:pt x="1829961" y="95785"/>
                  <a:pt x="1831235" y="100795"/>
                  <a:pt x="1833784" y="104327"/>
                </a:cubicBezTo>
                <a:cubicBezTo>
                  <a:pt x="1836332" y="107860"/>
                  <a:pt x="1840097" y="109627"/>
                  <a:pt x="1845077" y="109627"/>
                </a:cubicBezTo>
                <a:close/>
                <a:moveTo>
                  <a:pt x="1901436" y="122656"/>
                </a:moveTo>
                <a:lnTo>
                  <a:pt x="1918461" y="37353"/>
                </a:lnTo>
                <a:lnTo>
                  <a:pt x="1933577" y="37353"/>
                </a:lnTo>
                <a:lnTo>
                  <a:pt x="1932013" y="53858"/>
                </a:lnTo>
                <a:lnTo>
                  <a:pt x="1932708" y="53858"/>
                </a:lnTo>
                <a:cubicBezTo>
                  <a:pt x="1936067" y="48529"/>
                  <a:pt x="1940006" y="44099"/>
                  <a:pt x="1944523" y="40566"/>
                </a:cubicBezTo>
                <a:cubicBezTo>
                  <a:pt x="1949040" y="37033"/>
                  <a:pt x="1953905" y="35266"/>
                  <a:pt x="1959117" y="35266"/>
                </a:cubicBezTo>
                <a:cubicBezTo>
                  <a:pt x="1962475" y="35266"/>
                  <a:pt x="1965312" y="35788"/>
                  <a:pt x="1967629" y="36830"/>
                </a:cubicBezTo>
                <a:lnTo>
                  <a:pt x="1961375" y="53163"/>
                </a:lnTo>
                <a:cubicBezTo>
                  <a:pt x="1960333" y="52583"/>
                  <a:pt x="1959116" y="52207"/>
                  <a:pt x="1957725" y="52034"/>
                </a:cubicBezTo>
                <a:cubicBezTo>
                  <a:pt x="1956336" y="51859"/>
                  <a:pt x="1954888" y="51771"/>
                  <a:pt x="1953383" y="51771"/>
                </a:cubicBezTo>
                <a:cubicBezTo>
                  <a:pt x="1949328" y="51771"/>
                  <a:pt x="1945332" y="53335"/>
                  <a:pt x="1941395" y="56464"/>
                </a:cubicBezTo>
                <a:cubicBezTo>
                  <a:pt x="1937457" y="59590"/>
                  <a:pt x="1933751" y="64455"/>
                  <a:pt x="1930277" y="71057"/>
                </a:cubicBezTo>
                <a:lnTo>
                  <a:pt x="1920200" y="122656"/>
                </a:lnTo>
                <a:lnTo>
                  <a:pt x="1901436" y="122656"/>
                </a:lnTo>
                <a:close/>
                <a:moveTo>
                  <a:pt x="1984724" y="63759"/>
                </a:moveTo>
                <a:cubicBezTo>
                  <a:pt x="1981596" y="63759"/>
                  <a:pt x="1979105" y="62747"/>
                  <a:pt x="1977251" y="60721"/>
                </a:cubicBezTo>
                <a:cubicBezTo>
                  <a:pt x="1975399" y="58694"/>
                  <a:pt x="1974473" y="56116"/>
                  <a:pt x="1974473" y="52988"/>
                </a:cubicBezTo>
                <a:cubicBezTo>
                  <a:pt x="1974473" y="51136"/>
                  <a:pt x="1974820" y="49312"/>
                  <a:pt x="1975515" y="47517"/>
                </a:cubicBezTo>
                <a:cubicBezTo>
                  <a:pt x="1976211" y="45721"/>
                  <a:pt x="1977225" y="44129"/>
                  <a:pt x="1978556" y="42739"/>
                </a:cubicBezTo>
                <a:cubicBezTo>
                  <a:pt x="1979888" y="41349"/>
                  <a:pt x="1981423" y="40219"/>
                  <a:pt x="1983160" y="39351"/>
                </a:cubicBezTo>
                <a:cubicBezTo>
                  <a:pt x="1984898" y="38482"/>
                  <a:pt x="1986809" y="38047"/>
                  <a:pt x="1988894" y="38047"/>
                </a:cubicBezTo>
                <a:cubicBezTo>
                  <a:pt x="1992021" y="38047"/>
                  <a:pt x="1994482" y="39090"/>
                  <a:pt x="1996278" y="41175"/>
                </a:cubicBezTo>
                <a:cubicBezTo>
                  <a:pt x="1998073" y="43259"/>
                  <a:pt x="1998971" y="45865"/>
                  <a:pt x="1998971" y="48993"/>
                </a:cubicBezTo>
                <a:cubicBezTo>
                  <a:pt x="1998971" y="50845"/>
                  <a:pt x="1998623" y="52669"/>
                  <a:pt x="1997926" y="54465"/>
                </a:cubicBezTo>
                <a:cubicBezTo>
                  <a:pt x="1997232" y="56260"/>
                  <a:pt x="1996277" y="57854"/>
                  <a:pt x="1995061" y="59245"/>
                </a:cubicBezTo>
                <a:cubicBezTo>
                  <a:pt x="1993845" y="60634"/>
                  <a:pt x="1992339" y="61734"/>
                  <a:pt x="1990543" y="62545"/>
                </a:cubicBezTo>
                <a:cubicBezTo>
                  <a:pt x="1988750" y="63354"/>
                  <a:pt x="1986810" y="63759"/>
                  <a:pt x="1984724" y="63759"/>
                </a:cubicBezTo>
                <a:moveTo>
                  <a:pt x="1974301" y="124740"/>
                </a:moveTo>
                <a:cubicBezTo>
                  <a:pt x="1971173" y="124740"/>
                  <a:pt x="1968681" y="123727"/>
                  <a:pt x="1966828" y="121702"/>
                </a:cubicBezTo>
                <a:cubicBezTo>
                  <a:pt x="1964975" y="119675"/>
                  <a:pt x="1964049" y="117097"/>
                  <a:pt x="1964049" y="113969"/>
                </a:cubicBezTo>
                <a:cubicBezTo>
                  <a:pt x="1964049" y="112117"/>
                  <a:pt x="1964397" y="110293"/>
                  <a:pt x="1965091" y="108497"/>
                </a:cubicBezTo>
                <a:cubicBezTo>
                  <a:pt x="1965787" y="106702"/>
                  <a:pt x="1966801" y="105110"/>
                  <a:pt x="1968132" y="103720"/>
                </a:cubicBezTo>
                <a:cubicBezTo>
                  <a:pt x="1969464" y="102330"/>
                  <a:pt x="1970999" y="101200"/>
                  <a:pt x="1972737" y="100332"/>
                </a:cubicBezTo>
                <a:cubicBezTo>
                  <a:pt x="1974474" y="99463"/>
                  <a:pt x="1976385" y="99028"/>
                  <a:pt x="1978471" y="99028"/>
                </a:cubicBezTo>
                <a:cubicBezTo>
                  <a:pt x="1981597" y="99028"/>
                  <a:pt x="1984058" y="100071"/>
                  <a:pt x="1985854" y="102156"/>
                </a:cubicBezTo>
                <a:cubicBezTo>
                  <a:pt x="1987649" y="104240"/>
                  <a:pt x="1988547" y="106846"/>
                  <a:pt x="1988547" y="109974"/>
                </a:cubicBezTo>
                <a:cubicBezTo>
                  <a:pt x="1988547" y="111826"/>
                  <a:pt x="1988199" y="113650"/>
                  <a:pt x="1987503" y="115446"/>
                </a:cubicBezTo>
                <a:cubicBezTo>
                  <a:pt x="1986808" y="117241"/>
                  <a:pt x="1985853" y="118835"/>
                  <a:pt x="1984637" y="120226"/>
                </a:cubicBezTo>
                <a:cubicBezTo>
                  <a:pt x="1983421" y="121615"/>
                  <a:pt x="1981915" y="122714"/>
                  <a:pt x="1980120" y="123523"/>
                </a:cubicBezTo>
                <a:cubicBezTo>
                  <a:pt x="1978326" y="124335"/>
                  <a:pt x="1976386" y="124740"/>
                  <a:pt x="1974301" y="12474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Text T">
            <a:extLst xmlns:a="http://schemas.openxmlformats.org/drawingml/2006/main">
              <a:ext uri="{FF2B5EF4-FFF2-40B4-BE49-F238E27FC236}">
                <a16:creationId xmlns:a16="http://schemas.microsoft.com/office/drawing/2014/main" id="{1D1455CB-B321-4D9A-9789-7FC99BDB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448" y="4058498"/>
            <a:ext cx="84784" cy="113625"/>
          </a:xfrm>
          <a:custGeom xmlns:a="http://schemas.openxmlformats.org/drawingml/2006/main">
            <a:pathLst>
              <a:path w="84784" h="113625">
                <a:moveTo>
                  <a:pt x="11988" y="113625"/>
                </a:moveTo>
                <a:lnTo>
                  <a:pt x="31446" y="15986"/>
                </a:lnTo>
                <a:lnTo>
                  <a:pt x="0" y="15986"/>
                </a:lnTo>
                <a:lnTo>
                  <a:pt x="3128" y="0"/>
                </a:lnTo>
                <a:lnTo>
                  <a:pt x="84784" y="0"/>
                </a:lnTo>
                <a:lnTo>
                  <a:pt x="81656" y="15986"/>
                </a:lnTo>
                <a:lnTo>
                  <a:pt x="50210" y="15986"/>
                </a:lnTo>
                <a:lnTo>
                  <a:pt x="30752" y="113625"/>
                </a:lnTo>
                <a:lnTo>
                  <a:pt x="11988" y="11362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Text r">
            <a:extLst xmlns:a="http://schemas.openxmlformats.org/drawingml/2006/main">
              <a:ext uri="{FF2B5EF4-FFF2-40B4-BE49-F238E27FC236}">
                <a16:creationId xmlns:a16="http://schemas.microsoft.com/office/drawing/2014/main" id="{2BAA402E-9474-4774-845C-20EEC062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61" y="4084733"/>
            <a:ext cx="66193" cy="87390"/>
          </a:xfrm>
          <a:custGeom xmlns:a="http://schemas.openxmlformats.org/drawingml/2006/main">
            <a:pathLst>
              <a:path w="66193" h="87390">
                <a:moveTo>
                  <a:pt x="0" y="87390"/>
                </a:moveTo>
                <a:lnTo>
                  <a:pt x="17025" y="2086"/>
                </a:lnTo>
                <a:lnTo>
                  <a:pt x="32141" y="2086"/>
                </a:lnTo>
                <a:lnTo>
                  <a:pt x="30577" y="18591"/>
                </a:lnTo>
                <a:lnTo>
                  <a:pt x="31271" y="18591"/>
                </a:lnTo>
                <a:cubicBezTo>
                  <a:pt x="34631" y="13263"/>
                  <a:pt x="38569" y="8832"/>
                  <a:pt x="43087" y="5299"/>
                </a:cubicBezTo>
                <a:cubicBezTo>
                  <a:pt x="47604" y="1766"/>
                  <a:pt x="52469" y="0"/>
                  <a:pt x="57680" y="0"/>
                </a:cubicBezTo>
                <a:cubicBezTo>
                  <a:pt x="61038" y="0"/>
                  <a:pt x="63876" y="521"/>
                  <a:pt x="66193" y="1564"/>
                </a:cubicBezTo>
                <a:lnTo>
                  <a:pt x="59939" y="17897"/>
                </a:lnTo>
                <a:cubicBezTo>
                  <a:pt x="58896" y="17317"/>
                  <a:pt x="57680" y="16941"/>
                  <a:pt x="56289" y="16768"/>
                </a:cubicBezTo>
                <a:cubicBezTo>
                  <a:pt x="54900" y="16593"/>
                  <a:pt x="53452" y="16505"/>
                  <a:pt x="51946" y="16505"/>
                </a:cubicBezTo>
                <a:cubicBezTo>
                  <a:pt x="47892" y="16505"/>
                  <a:pt x="43896" y="18069"/>
                  <a:pt x="39959" y="21197"/>
                </a:cubicBezTo>
                <a:cubicBezTo>
                  <a:pt x="36021" y="24324"/>
                  <a:pt x="32315" y="29188"/>
                  <a:pt x="28840" y="35791"/>
                </a:cubicBezTo>
                <a:lnTo>
                  <a:pt x="18764" y="87390"/>
                </a:lnTo>
                <a:lnTo>
                  <a:pt x="0" y="8739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Text yingtocloneanuncloneable">
            <a:extLst xmlns:a="http://schemas.openxmlformats.org/drawingml/2006/main">
              <a:ext uri="{FF2B5EF4-FFF2-40B4-BE49-F238E27FC236}">
                <a16:creationId xmlns:a16="http://schemas.microsoft.com/office/drawing/2014/main" id="{18934FE4-F486-4D4D-B765-AB141BC6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874" y="4049466"/>
            <a:ext cx="2069227" cy="160531"/>
          </a:xfrm>
          <a:custGeom xmlns:a="http://schemas.openxmlformats.org/drawingml/2006/main">
            <a:pathLst>
              <a:path w="2069227" h="160531">
                <a:moveTo>
                  <a:pt x="10946" y="157750"/>
                </a:moveTo>
                <a:cubicBezTo>
                  <a:pt x="9557" y="157750"/>
                  <a:pt x="7791" y="157461"/>
                  <a:pt x="5649" y="156881"/>
                </a:cubicBezTo>
                <a:cubicBezTo>
                  <a:pt x="3506" y="156303"/>
                  <a:pt x="1622" y="155551"/>
                  <a:pt x="0" y="154625"/>
                </a:cubicBezTo>
                <a:lnTo>
                  <a:pt x="5906" y="141073"/>
                </a:lnTo>
                <a:cubicBezTo>
                  <a:pt x="7877" y="142231"/>
                  <a:pt x="9962" y="142809"/>
                  <a:pt x="12163" y="142809"/>
                </a:cubicBezTo>
                <a:cubicBezTo>
                  <a:pt x="15869" y="142809"/>
                  <a:pt x="19401" y="141390"/>
                  <a:pt x="22759" y="138552"/>
                </a:cubicBezTo>
                <a:cubicBezTo>
                  <a:pt x="26119" y="135715"/>
                  <a:pt x="28957" y="131864"/>
                  <a:pt x="31274" y="126999"/>
                </a:cubicBezTo>
                <a:lnTo>
                  <a:pt x="33880" y="121787"/>
                </a:lnTo>
                <a:lnTo>
                  <a:pt x="19111" y="37353"/>
                </a:lnTo>
                <a:lnTo>
                  <a:pt x="37703" y="37353"/>
                </a:lnTo>
                <a:lnTo>
                  <a:pt x="43087" y="80439"/>
                </a:lnTo>
                <a:cubicBezTo>
                  <a:pt x="43550" y="84260"/>
                  <a:pt x="43955" y="88459"/>
                  <a:pt x="44304" y="93034"/>
                </a:cubicBezTo>
                <a:cubicBezTo>
                  <a:pt x="44652" y="97610"/>
                  <a:pt x="44942" y="101925"/>
                  <a:pt x="45173" y="105979"/>
                </a:cubicBezTo>
                <a:lnTo>
                  <a:pt x="45868" y="105979"/>
                </a:lnTo>
                <a:cubicBezTo>
                  <a:pt x="47836" y="101925"/>
                  <a:pt x="49834" y="97668"/>
                  <a:pt x="51862" y="93209"/>
                </a:cubicBezTo>
                <a:cubicBezTo>
                  <a:pt x="53889" y="88750"/>
                  <a:pt x="55887" y="84494"/>
                  <a:pt x="57855" y="80439"/>
                </a:cubicBezTo>
                <a:lnTo>
                  <a:pt x="79050" y="37353"/>
                </a:lnTo>
                <a:lnTo>
                  <a:pt x="97119" y="37353"/>
                </a:lnTo>
                <a:lnTo>
                  <a:pt x="49168" y="127174"/>
                </a:lnTo>
                <a:cubicBezTo>
                  <a:pt x="46505" y="131806"/>
                  <a:pt x="43811" y="136004"/>
                  <a:pt x="41088" y="139769"/>
                </a:cubicBezTo>
                <a:cubicBezTo>
                  <a:pt x="38366" y="143533"/>
                  <a:pt x="35500" y="146747"/>
                  <a:pt x="32488" y="149410"/>
                </a:cubicBezTo>
                <a:cubicBezTo>
                  <a:pt x="29478" y="152076"/>
                  <a:pt x="26207" y="154132"/>
                  <a:pt x="22674" y="155579"/>
                </a:cubicBezTo>
                <a:cubicBezTo>
                  <a:pt x="19141" y="157027"/>
                  <a:pt x="15232" y="157750"/>
                  <a:pt x="10946" y="157750"/>
                </a:cubicBezTo>
                <a:close/>
                <a:moveTo>
                  <a:pt x="93576" y="122656"/>
                </a:moveTo>
                <a:lnTo>
                  <a:pt x="110775" y="37353"/>
                </a:lnTo>
                <a:lnTo>
                  <a:pt x="129364" y="37353"/>
                </a:lnTo>
                <a:lnTo>
                  <a:pt x="112339" y="122656"/>
                </a:lnTo>
                <a:lnTo>
                  <a:pt x="93576" y="122656"/>
                </a:lnTo>
                <a:moveTo>
                  <a:pt x="124499" y="22237"/>
                </a:moveTo>
                <a:cubicBezTo>
                  <a:pt x="121836" y="22237"/>
                  <a:pt x="119404" y="21397"/>
                  <a:pt x="117204" y="19718"/>
                </a:cubicBezTo>
                <a:cubicBezTo>
                  <a:pt x="115004" y="18039"/>
                  <a:pt x="113903" y="15636"/>
                  <a:pt x="113903" y="12507"/>
                </a:cubicBezTo>
                <a:cubicBezTo>
                  <a:pt x="113903" y="9149"/>
                  <a:pt x="115119" y="6284"/>
                  <a:pt x="117551" y="3910"/>
                </a:cubicBezTo>
                <a:cubicBezTo>
                  <a:pt x="119983" y="1535"/>
                  <a:pt x="122936" y="347"/>
                  <a:pt x="126411" y="347"/>
                </a:cubicBezTo>
                <a:cubicBezTo>
                  <a:pt x="129074" y="347"/>
                  <a:pt x="131506" y="1187"/>
                  <a:pt x="133706" y="2866"/>
                </a:cubicBezTo>
                <a:cubicBezTo>
                  <a:pt x="135908" y="4545"/>
                  <a:pt x="137010" y="6948"/>
                  <a:pt x="137010" y="10076"/>
                </a:cubicBezTo>
                <a:cubicBezTo>
                  <a:pt x="137010" y="13551"/>
                  <a:pt x="135793" y="16447"/>
                  <a:pt x="133359" y="18764"/>
                </a:cubicBezTo>
                <a:cubicBezTo>
                  <a:pt x="130927" y="21079"/>
                  <a:pt x="127974" y="22237"/>
                  <a:pt x="124499" y="22237"/>
                </a:cubicBezTo>
                <a:close/>
                <a:moveTo>
                  <a:pt x="136940" y="122656"/>
                </a:moveTo>
                <a:lnTo>
                  <a:pt x="153965" y="37353"/>
                </a:lnTo>
                <a:lnTo>
                  <a:pt x="169081" y="37353"/>
                </a:lnTo>
                <a:lnTo>
                  <a:pt x="168211" y="49340"/>
                </a:lnTo>
                <a:lnTo>
                  <a:pt x="168906" y="49340"/>
                </a:lnTo>
                <a:cubicBezTo>
                  <a:pt x="173423" y="45518"/>
                  <a:pt x="178085" y="42216"/>
                  <a:pt x="182893" y="39436"/>
                </a:cubicBezTo>
                <a:cubicBezTo>
                  <a:pt x="187700" y="36656"/>
                  <a:pt x="192825" y="35266"/>
                  <a:pt x="198268" y="35266"/>
                </a:cubicBezTo>
                <a:cubicBezTo>
                  <a:pt x="205449" y="35266"/>
                  <a:pt x="210603" y="37120"/>
                  <a:pt x="213729" y="40828"/>
                </a:cubicBezTo>
                <a:cubicBezTo>
                  <a:pt x="216857" y="44534"/>
                  <a:pt x="218421" y="49862"/>
                  <a:pt x="218421" y="56811"/>
                </a:cubicBezTo>
                <a:cubicBezTo>
                  <a:pt x="218421" y="58780"/>
                  <a:pt x="218335" y="60691"/>
                  <a:pt x="218161" y="62545"/>
                </a:cubicBezTo>
                <a:cubicBezTo>
                  <a:pt x="217988" y="64397"/>
                  <a:pt x="217612" y="66482"/>
                  <a:pt x="217032" y="68799"/>
                </a:cubicBezTo>
                <a:lnTo>
                  <a:pt x="206261" y="122656"/>
                </a:lnTo>
                <a:lnTo>
                  <a:pt x="187670" y="122656"/>
                </a:lnTo>
                <a:lnTo>
                  <a:pt x="198093" y="71230"/>
                </a:lnTo>
                <a:cubicBezTo>
                  <a:pt x="198442" y="69261"/>
                  <a:pt x="198761" y="67582"/>
                  <a:pt x="199050" y="66193"/>
                </a:cubicBezTo>
                <a:cubicBezTo>
                  <a:pt x="199340" y="64802"/>
                  <a:pt x="199485" y="63469"/>
                  <a:pt x="199485" y="62195"/>
                </a:cubicBezTo>
                <a:cubicBezTo>
                  <a:pt x="199485" y="54900"/>
                  <a:pt x="195895" y="51252"/>
                  <a:pt x="188714" y="51252"/>
                </a:cubicBezTo>
                <a:cubicBezTo>
                  <a:pt x="185703" y="51252"/>
                  <a:pt x="182488" y="52295"/>
                  <a:pt x="179070" y="54380"/>
                </a:cubicBezTo>
                <a:cubicBezTo>
                  <a:pt x="175654" y="56464"/>
                  <a:pt x="171687" y="59822"/>
                  <a:pt x="167169" y="64454"/>
                </a:cubicBezTo>
                <a:lnTo>
                  <a:pt x="155704" y="122656"/>
                </a:lnTo>
                <a:lnTo>
                  <a:pt x="136940" y="122656"/>
                </a:lnTo>
                <a:close/>
                <a:moveTo>
                  <a:pt x="255010" y="160531"/>
                </a:moveTo>
                <a:cubicBezTo>
                  <a:pt x="249567" y="160531"/>
                  <a:pt x="244210" y="159489"/>
                  <a:pt x="238940" y="157403"/>
                </a:cubicBezTo>
                <a:cubicBezTo>
                  <a:pt x="233670" y="155319"/>
                  <a:pt x="228776" y="152424"/>
                  <a:pt x="224259" y="148716"/>
                </a:cubicBezTo>
                <a:lnTo>
                  <a:pt x="232599" y="136208"/>
                </a:lnTo>
                <a:cubicBezTo>
                  <a:pt x="235842" y="138872"/>
                  <a:pt x="239374" y="141101"/>
                  <a:pt x="243195" y="142897"/>
                </a:cubicBezTo>
                <a:cubicBezTo>
                  <a:pt x="247018" y="144692"/>
                  <a:pt x="251130" y="145590"/>
                  <a:pt x="255533" y="145590"/>
                </a:cubicBezTo>
                <a:cubicBezTo>
                  <a:pt x="262019" y="145590"/>
                  <a:pt x="267260" y="143708"/>
                  <a:pt x="271256" y="139944"/>
                </a:cubicBezTo>
                <a:cubicBezTo>
                  <a:pt x="275252" y="136179"/>
                  <a:pt x="278118" y="130880"/>
                  <a:pt x="279855" y="124046"/>
                </a:cubicBezTo>
                <a:lnTo>
                  <a:pt x="284198" y="107540"/>
                </a:lnTo>
                <a:cubicBezTo>
                  <a:pt x="280144" y="111711"/>
                  <a:pt x="275771" y="114984"/>
                  <a:pt x="271081" y="117360"/>
                </a:cubicBezTo>
                <a:cubicBezTo>
                  <a:pt x="266390" y="119733"/>
                  <a:pt x="261496" y="120920"/>
                  <a:pt x="256399" y="120920"/>
                </a:cubicBezTo>
                <a:cubicBezTo>
                  <a:pt x="249219" y="120920"/>
                  <a:pt x="243283" y="118401"/>
                  <a:pt x="238593" y="113362"/>
                </a:cubicBezTo>
                <a:cubicBezTo>
                  <a:pt x="233902" y="108323"/>
                  <a:pt x="231557" y="100824"/>
                  <a:pt x="231557" y="90863"/>
                </a:cubicBezTo>
                <a:cubicBezTo>
                  <a:pt x="231557" y="83103"/>
                  <a:pt x="232802" y="75864"/>
                  <a:pt x="235292" y="69146"/>
                </a:cubicBezTo>
                <a:cubicBezTo>
                  <a:pt x="237782" y="62428"/>
                  <a:pt x="241112" y="56550"/>
                  <a:pt x="245281" y="51512"/>
                </a:cubicBezTo>
                <a:cubicBezTo>
                  <a:pt x="249450" y="46473"/>
                  <a:pt x="254227" y="42506"/>
                  <a:pt x="259612" y="39611"/>
                </a:cubicBezTo>
                <a:cubicBezTo>
                  <a:pt x="264999" y="36715"/>
                  <a:pt x="270588" y="35266"/>
                  <a:pt x="276380" y="35266"/>
                </a:cubicBezTo>
                <a:cubicBezTo>
                  <a:pt x="280549" y="35266"/>
                  <a:pt x="284342" y="36338"/>
                  <a:pt x="287758" y="38482"/>
                </a:cubicBezTo>
                <a:cubicBezTo>
                  <a:pt x="291176" y="40624"/>
                  <a:pt x="293812" y="43548"/>
                  <a:pt x="295666" y="47254"/>
                </a:cubicBezTo>
                <a:lnTo>
                  <a:pt x="296186" y="47254"/>
                </a:lnTo>
                <a:lnTo>
                  <a:pt x="299833" y="37353"/>
                </a:lnTo>
                <a:lnTo>
                  <a:pt x="314949" y="37353"/>
                </a:lnTo>
                <a:lnTo>
                  <a:pt x="297575" y="123873"/>
                </a:lnTo>
                <a:cubicBezTo>
                  <a:pt x="295143" y="135918"/>
                  <a:pt x="290278" y="145038"/>
                  <a:pt x="282981" y="151234"/>
                </a:cubicBezTo>
                <a:cubicBezTo>
                  <a:pt x="275685" y="157432"/>
                  <a:pt x="266362" y="160531"/>
                  <a:pt x="255010" y="160531"/>
                </a:cubicBezTo>
                <a:moveTo>
                  <a:pt x="263175" y="105457"/>
                </a:moveTo>
                <a:cubicBezTo>
                  <a:pt x="266535" y="105457"/>
                  <a:pt x="270213" y="104443"/>
                  <a:pt x="274209" y="102416"/>
                </a:cubicBezTo>
                <a:cubicBezTo>
                  <a:pt x="278205" y="100389"/>
                  <a:pt x="281882" y="97117"/>
                  <a:pt x="285240" y="92599"/>
                </a:cubicBezTo>
                <a:lnTo>
                  <a:pt x="291668" y="60981"/>
                </a:lnTo>
                <a:cubicBezTo>
                  <a:pt x="289699" y="57275"/>
                  <a:pt x="287499" y="54611"/>
                  <a:pt x="285067" y="52991"/>
                </a:cubicBezTo>
                <a:cubicBezTo>
                  <a:pt x="282635" y="51368"/>
                  <a:pt x="280087" y="50557"/>
                  <a:pt x="277422" y="50557"/>
                </a:cubicBezTo>
                <a:cubicBezTo>
                  <a:pt x="273947" y="50557"/>
                  <a:pt x="270618" y="51571"/>
                  <a:pt x="267433" y="53598"/>
                </a:cubicBezTo>
                <a:cubicBezTo>
                  <a:pt x="264248" y="55623"/>
                  <a:pt x="261411" y="58373"/>
                  <a:pt x="258920" y="61848"/>
                </a:cubicBezTo>
                <a:cubicBezTo>
                  <a:pt x="256430" y="65322"/>
                  <a:pt x="254461" y="69348"/>
                  <a:pt x="253011" y="73923"/>
                </a:cubicBezTo>
                <a:cubicBezTo>
                  <a:pt x="251564" y="78499"/>
                  <a:pt x="250840" y="83334"/>
                  <a:pt x="250840" y="88429"/>
                </a:cubicBezTo>
                <a:cubicBezTo>
                  <a:pt x="250840" y="94221"/>
                  <a:pt x="251970" y="98507"/>
                  <a:pt x="254228" y="101287"/>
                </a:cubicBezTo>
                <a:cubicBezTo>
                  <a:pt x="256487" y="104067"/>
                  <a:pt x="259469" y="105457"/>
                  <a:pt x="263175" y="105457"/>
                </a:cubicBezTo>
                <a:close/>
                <a:moveTo>
                  <a:pt x="384131" y="124740"/>
                </a:moveTo>
                <a:cubicBezTo>
                  <a:pt x="376139" y="124740"/>
                  <a:pt x="370435" y="122742"/>
                  <a:pt x="367016" y="118746"/>
                </a:cubicBezTo>
                <a:cubicBezTo>
                  <a:pt x="363600" y="114750"/>
                  <a:pt x="361892" y="109799"/>
                  <a:pt x="361892" y="103893"/>
                </a:cubicBezTo>
                <a:cubicBezTo>
                  <a:pt x="361892" y="102155"/>
                  <a:pt x="362008" y="100476"/>
                  <a:pt x="362239" y="98856"/>
                </a:cubicBezTo>
                <a:cubicBezTo>
                  <a:pt x="362473" y="97233"/>
                  <a:pt x="362705" y="95554"/>
                  <a:pt x="362937" y="93816"/>
                </a:cubicBezTo>
                <a:lnTo>
                  <a:pt x="371621" y="52119"/>
                </a:lnTo>
                <a:lnTo>
                  <a:pt x="359633" y="52119"/>
                </a:lnTo>
                <a:lnTo>
                  <a:pt x="362414" y="38222"/>
                </a:lnTo>
                <a:lnTo>
                  <a:pt x="375444" y="37353"/>
                </a:lnTo>
                <a:lnTo>
                  <a:pt x="382220" y="14419"/>
                </a:lnTo>
                <a:lnTo>
                  <a:pt x="397856" y="14419"/>
                </a:lnTo>
                <a:lnTo>
                  <a:pt x="393338" y="37353"/>
                </a:lnTo>
                <a:lnTo>
                  <a:pt x="413841" y="37353"/>
                </a:lnTo>
                <a:lnTo>
                  <a:pt x="410888" y="52119"/>
                </a:lnTo>
                <a:lnTo>
                  <a:pt x="390038" y="52119"/>
                </a:lnTo>
                <a:lnTo>
                  <a:pt x="381350" y="94511"/>
                </a:lnTo>
                <a:cubicBezTo>
                  <a:pt x="381004" y="96596"/>
                  <a:pt x="380831" y="98623"/>
                  <a:pt x="380831" y="100592"/>
                </a:cubicBezTo>
                <a:cubicBezTo>
                  <a:pt x="380831" y="103719"/>
                  <a:pt x="381584" y="106064"/>
                  <a:pt x="383089" y="107628"/>
                </a:cubicBezTo>
                <a:cubicBezTo>
                  <a:pt x="384595" y="109192"/>
                  <a:pt x="387143" y="109974"/>
                  <a:pt x="390732" y="109974"/>
                </a:cubicBezTo>
                <a:cubicBezTo>
                  <a:pt x="392238" y="109974"/>
                  <a:pt x="393628" y="109743"/>
                  <a:pt x="394902" y="109280"/>
                </a:cubicBezTo>
                <a:cubicBezTo>
                  <a:pt x="396177" y="108817"/>
                  <a:pt x="397451" y="108295"/>
                  <a:pt x="398725" y="107715"/>
                </a:cubicBezTo>
                <a:lnTo>
                  <a:pt x="402201" y="120920"/>
                </a:lnTo>
                <a:cubicBezTo>
                  <a:pt x="400115" y="121846"/>
                  <a:pt x="397567" y="122714"/>
                  <a:pt x="394555" y="123523"/>
                </a:cubicBezTo>
                <a:cubicBezTo>
                  <a:pt x="391544" y="124335"/>
                  <a:pt x="388069" y="124740"/>
                  <a:pt x="384131" y="124740"/>
                </a:cubicBezTo>
                <a:close/>
                <a:moveTo>
                  <a:pt x="447822" y="124740"/>
                </a:moveTo>
                <a:cubicBezTo>
                  <a:pt x="443073" y="124740"/>
                  <a:pt x="438730" y="123930"/>
                  <a:pt x="434792" y="122309"/>
                </a:cubicBezTo>
                <a:cubicBezTo>
                  <a:pt x="430855" y="120687"/>
                  <a:pt x="427496" y="118371"/>
                  <a:pt x="424716" y="115361"/>
                </a:cubicBezTo>
                <a:cubicBezTo>
                  <a:pt x="421936" y="112349"/>
                  <a:pt x="419793" y="108701"/>
                  <a:pt x="418287" y="104415"/>
                </a:cubicBezTo>
                <a:cubicBezTo>
                  <a:pt x="416781" y="100129"/>
                  <a:pt x="416028" y="95322"/>
                  <a:pt x="416028" y="89994"/>
                </a:cubicBezTo>
                <a:cubicBezTo>
                  <a:pt x="416028" y="81887"/>
                  <a:pt x="417389" y="74445"/>
                  <a:pt x="420111" y="67669"/>
                </a:cubicBezTo>
                <a:cubicBezTo>
                  <a:pt x="422833" y="60893"/>
                  <a:pt x="426394" y="55131"/>
                  <a:pt x="430794" y="50382"/>
                </a:cubicBezTo>
                <a:cubicBezTo>
                  <a:pt x="435197" y="45633"/>
                  <a:pt x="440206" y="41927"/>
                  <a:pt x="445823" y="39264"/>
                </a:cubicBezTo>
                <a:cubicBezTo>
                  <a:pt x="451441" y="36599"/>
                  <a:pt x="457146" y="35266"/>
                  <a:pt x="462938" y="35266"/>
                </a:cubicBezTo>
                <a:cubicBezTo>
                  <a:pt x="472667" y="35266"/>
                  <a:pt x="480427" y="38365"/>
                  <a:pt x="486219" y="44563"/>
                </a:cubicBezTo>
                <a:cubicBezTo>
                  <a:pt x="492010" y="50760"/>
                  <a:pt x="494906" y="59244"/>
                  <a:pt x="494906" y="70016"/>
                </a:cubicBezTo>
                <a:cubicBezTo>
                  <a:pt x="494906" y="78122"/>
                  <a:pt x="493545" y="85535"/>
                  <a:pt x="490821" y="92252"/>
                </a:cubicBezTo>
                <a:cubicBezTo>
                  <a:pt x="488099" y="98970"/>
                  <a:pt x="484538" y="104732"/>
                  <a:pt x="480138" y="109539"/>
                </a:cubicBezTo>
                <a:cubicBezTo>
                  <a:pt x="475737" y="114346"/>
                  <a:pt x="470727" y="118082"/>
                  <a:pt x="465109" y="120745"/>
                </a:cubicBezTo>
                <a:cubicBezTo>
                  <a:pt x="459492" y="123408"/>
                  <a:pt x="453730" y="124740"/>
                  <a:pt x="447822" y="124740"/>
                </a:cubicBezTo>
                <a:moveTo>
                  <a:pt x="449908" y="109627"/>
                </a:moveTo>
                <a:cubicBezTo>
                  <a:pt x="453266" y="109627"/>
                  <a:pt x="456508" y="108613"/>
                  <a:pt x="459635" y="106586"/>
                </a:cubicBezTo>
                <a:cubicBezTo>
                  <a:pt x="462763" y="104559"/>
                  <a:pt x="465543" y="101779"/>
                  <a:pt x="467975" y="98246"/>
                </a:cubicBezTo>
                <a:cubicBezTo>
                  <a:pt x="470408" y="94713"/>
                  <a:pt x="472349" y="90572"/>
                  <a:pt x="473796" y="85823"/>
                </a:cubicBezTo>
                <a:cubicBezTo>
                  <a:pt x="475244" y="81075"/>
                  <a:pt x="475968" y="75979"/>
                  <a:pt x="475968" y="70535"/>
                </a:cubicBezTo>
                <a:cubicBezTo>
                  <a:pt x="475968" y="64049"/>
                  <a:pt x="474693" y="59069"/>
                  <a:pt x="472145" y="55594"/>
                </a:cubicBezTo>
                <a:cubicBezTo>
                  <a:pt x="469598" y="52120"/>
                  <a:pt x="465892" y="50382"/>
                  <a:pt x="461026" y="50382"/>
                </a:cubicBezTo>
                <a:cubicBezTo>
                  <a:pt x="457669" y="50382"/>
                  <a:pt x="454396" y="51396"/>
                  <a:pt x="451210" y="53423"/>
                </a:cubicBezTo>
                <a:cubicBezTo>
                  <a:pt x="448025" y="55450"/>
                  <a:pt x="445217" y="58201"/>
                  <a:pt x="442785" y="61676"/>
                </a:cubicBezTo>
                <a:cubicBezTo>
                  <a:pt x="440353" y="65150"/>
                  <a:pt x="438413" y="69262"/>
                  <a:pt x="436963" y="74011"/>
                </a:cubicBezTo>
                <a:cubicBezTo>
                  <a:pt x="435516" y="78759"/>
                  <a:pt x="434792" y="83856"/>
                  <a:pt x="434792" y="89299"/>
                </a:cubicBezTo>
                <a:cubicBezTo>
                  <a:pt x="434792" y="95785"/>
                  <a:pt x="436066" y="100795"/>
                  <a:pt x="438615" y="104327"/>
                </a:cubicBezTo>
                <a:cubicBezTo>
                  <a:pt x="441163" y="107860"/>
                  <a:pt x="444928" y="109627"/>
                  <a:pt x="449908" y="109627"/>
                </a:cubicBezTo>
                <a:close/>
                <a:moveTo>
                  <a:pt x="573295" y="124740"/>
                </a:moveTo>
                <a:cubicBezTo>
                  <a:pt x="568546" y="124740"/>
                  <a:pt x="564202" y="123959"/>
                  <a:pt x="560263" y="122397"/>
                </a:cubicBezTo>
                <a:cubicBezTo>
                  <a:pt x="556325" y="120833"/>
                  <a:pt x="552909" y="118574"/>
                  <a:pt x="550014" y="115621"/>
                </a:cubicBezTo>
                <a:cubicBezTo>
                  <a:pt x="547119" y="112668"/>
                  <a:pt x="544861" y="109048"/>
                  <a:pt x="543238" y="104762"/>
                </a:cubicBezTo>
                <a:cubicBezTo>
                  <a:pt x="541617" y="100476"/>
                  <a:pt x="540807" y="95554"/>
                  <a:pt x="540807" y="89994"/>
                </a:cubicBezTo>
                <a:cubicBezTo>
                  <a:pt x="540807" y="82350"/>
                  <a:pt x="542110" y="75198"/>
                  <a:pt x="544715" y="68539"/>
                </a:cubicBezTo>
                <a:cubicBezTo>
                  <a:pt x="547322" y="61878"/>
                  <a:pt x="550854" y="56086"/>
                  <a:pt x="555313" y="51164"/>
                </a:cubicBezTo>
                <a:cubicBezTo>
                  <a:pt x="559772" y="46242"/>
                  <a:pt x="564984" y="42362"/>
                  <a:pt x="570949" y="39524"/>
                </a:cubicBezTo>
                <a:cubicBezTo>
                  <a:pt x="576914" y="36685"/>
                  <a:pt x="583198" y="35266"/>
                  <a:pt x="589800" y="35266"/>
                </a:cubicBezTo>
                <a:cubicBezTo>
                  <a:pt x="595012" y="35266"/>
                  <a:pt x="599471" y="36309"/>
                  <a:pt x="603177" y="38394"/>
                </a:cubicBezTo>
                <a:cubicBezTo>
                  <a:pt x="606883" y="40480"/>
                  <a:pt x="609895" y="42913"/>
                  <a:pt x="612212" y="45693"/>
                </a:cubicBezTo>
                <a:lnTo>
                  <a:pt x="601788" y="56983"/>
                </a:lnTo>
                <a:cubicBezTo>
                  <a:pt x="599819" y="54668"/>
                  <a:pt x="597850" y="52989"/>
                  <a:pt x="595879" y="51946"/>
                </a:cubicBezTo>
                <a:cubicBezTo>
                  <a:pt x="593910" y="50904"/>
                  <a:pt x="591478" y="50382"/>
                  <a:pt x="588583" y="50382"/>
                </a:cubicBezTo>
                <a:cubicBezTo>
                  <a:pt x="584761" y="50382"/>
                  <a:pt x="581112" y="51425"/>
                  <a:pt x="577637" y="53510"/>
                </a:cubicBezTo>
                <a:cubicBezTo>
                  <a:pt x="574163" y="55594"/>
                  <a:pt x="571122" y="58402"/>
                  <a:pt x="568515" y="61935"/>
                </a:cubicBezTo>
                <a:cubicBezTo>
                  <a:pt x="565910" y="65468"/>
                  <a:pt x="563826" y="69580"/>
                  <a:pt x="562262" y="74270"/>
                </a:cubicBezTo>
                <a:cubicBezTo>
                  <a:pt x="560699" y="78961"/>
                  <a:pt x="559918" y="83970"/>
                  <a:pt x="559918" y="89299"/>
                </a:cubicBezTo>
                <a:cubicBezTo>
                  <a:pt x="559918" y="95785"/>
                  <a:pt x="561336" y="100795"/>
                  <a:pt x="564173" y="104327"/>
                </a:cubicBezTo>
                <a:cubicBezTo>
                  <a:pt x="567011" y="107860"/>
                  <a:pt x="571326" y="109627"/>
                  <a:pt x="577118" y="109627"/>
                </a:cubicBezTo>
                <a:cubicBezTo>
                  <a:pt x="580476" y="109627"/>
                  <a:pt x="583457" y="108961"/>
                  <a:pt x="586062" y="107628"/>
                </a:cubicBezTo>
                <a:cubicBezTo>
                  <a:pt x="588669" y="106295"/>
                  <a:pt x="591074" y="104760"/>
                  <a:pt x="593276" y="103023"/>
                </a:cubicBezTo>
                <a:lnTo>
                  <a:pt x="601266" y="114839"/>
                </a:lnTo>
                <a:cubicBezTo>
                  <a:pt x="598023" y="117156"/>
                  <a:pt x="594172" y="119385"/>
                  <a:pt x="589713" y="121527"/>
                </a:cubicBezTo>
                <a:cubicBezTo>
                  <a:pt x="585254" y="123669"/>
                  <a:pt x="579781" y="124740"/>
                  <a:pt x="573295" y="124740"/>
                </a:cubicBezTo>
                <a:close/>
                <a:moveTo>
                  <a:pt x="632469" y="124740"/>
                </a:moveTo>
                <a:cubicBezTo>
                  <a:pt x="627489" y="124740"/>
                  <a:pt x="623840" y="123524"/>
                  <a:pt x="621523" y="121092"/>
                </a:cubicBezTo>
                <a:cubicBezTo>
                  <a:pt x="619206" y="118661"/>
                  <a:pt x="618048" y="115244"/>
                  <a:pt x="618048" y="110844"/>
                </a:cubicBezTo>
                <a:cubicBezTo>
                  <a:pt x="618048" y="108178"/>
                  <a:pt x="618454" y="105167"/>
                  <a:pt x="619265" y="101809"/>
                </a:cubicBezTo>
                <a:lnTo>
                  <a:pt x="639593" y="0"/>
                </a:lnTo>
                <a:lnTo>
                  <a:pt x="658181" y="0"/>
                </a:lnTo>
                <a:lnTo>
                  <a:pt x="637681" y="102676"/>
                </a:lnTo>
                <a:cubicBezTo>
                  <a:pt x="637450" y="103604"/>
                  <a:pt x="637334" y="104299"/>
                  <a:pt x="637334" y="104762"/>
                </a:cubicBezTo>
                <a:cubicBezTo>
                  <a:pt x="637334" y="105225"/>
                  <a:pt x="637334" y="105631"/>
                  <a:pt x="637334" y="105979"/>
                </a:cubicBezTo>
                <a:cubicBezTo>
                  <a:pt x="637334" y="108411"/>
                  <a:pt x="638318" y="109627"/>
                  <a:pt x="640287" y="109627"/>
                </a:cubicBezTo>
                <a:cubicBezTo>
                  <a:pt x="640867" y="109627"/>
                  <a:pt x="641330" y="109598"/>
                  <a:pt x="641676" y="109539"/>
                </a:cubicBezTo>
                <a:cubicBezTo>
                  <a:pt x="642024" y="109481"/>
                  <a:pt x="642604" y="109336"/>
                  <a:pt x="643415" y="109105"/>
                </a:cubicBezTo>
                <a:lnTo>
                  <a:pt x="643068" y="123004"/>
                </a:lnTo>
                <a:cubicBezTo>
                  <a:pt x="641794" y="123583"/>
                  <a:pt x="640288" y="124017"/>
                  <a:pt x="638551" y="124305"/>
                </a:cubicBezTo>
                <a:cubicBezTo>
                  <a:pt x="636813" y="124595"/>
                  <a:pt x="634786" y="124740"/>
                  <a:pt x="632469" y="124740"/>
                </a:cubicBezTo>
                <a:close/>
                <a:moveTo>
                  <a:pt x="694944" y="124740"/>
                </a:moveTo>
                <a:cubicBezTo>
                  <a:pt x="690195" y="124740"/>
                  <a:pt x="685852" y="123930"/>
                  <a:pt x="681914" y="122309"/>
                </a:cubicBezTo>
                <a:cubicBezTo>
                  <a:pt x="677977" y="120687"/>
                  <a:pt x="674618" y="118371"/>
                  <a:pt x="671838" y="115361"/>
                </a:cubicBezTo>
                <a:cubicBezTo>
                  <a:pt x="669058" y="112349"/>
                  <a:pt x="666915" y="108701"/>
                  <a:pt x="665409" y="104415"/>
                </a:cubicBezTo>
                <a:cubicBezTo>
                  <a:pt x="663903" y="100129"/>
                  <a:pt x="663150" y="95322"/>
                  <a:pt x="663150" y="89994"/>
                </a:cubicBezTo>
                <a:cubicBezTo>
                  <a:pt x="663150" y="81887"/>
                  <a:pt x="664511" y="74445"/>
                  <a:pt x="667233" y="67669"/>
                </a:cubicBezTo>
                <a:cubicBezTo>
                  <a:pt x="669955" y="60893"/>
                  <a:pt x="673516" y="55131"/>
                  <a:pt x="677917" y="50382"/>
                </a:cubicBezTo>
                <a:cubicBezTo>
                  <a:pt x="682319" y="45633"/>
                  <a:pt x="687328" y="41927"/>
                  <a:pt x="692945" y="39264"/>
                </a:cubicBezTo>
                <a:cubicBezTo>
                  <a:pt x="698563" y="36599"/>
                  <a:pt x="704268" y="35266"/>
                  <a:pt x="710060" y="35266"/>
                </a:cubicBezTo>
                <a:cubicBezTo>
                  <a:pt x="719789" y="35266"/>
                  <a:pt x="727549" y="38365"/>
                  <a:pt x="733341" y="44563"/>
                </a:cubicBezTo>
                <a:cubicBezTo>
                  <a:pt x="739133" y="50760"/>
                  <a:pt x="742028" y="59244"/>
                  <a:pt x="742028" y="70016"/>
                </a:cubicBezTo>
                <a:cubicBezTo>
                  <a:pt x="742028" y="78122"/>
                  <a:pt x="740667" y="85535"/>
                  <a:pt x="737943" y="92252"/>
                </a:cubicBezTo>
                <a:cubicBezTo>
                  <a:pt x="735221" y="98970"/>
                  <a:pt x="731660" y="104732"/>
                  <a:pt x="727260" y="109539"/>
                </a:cubicBezTo>
                <a:cubicBezTo>
                  <a:pt x="722859" y="114346"/>
                  <a:pt x="717849" y="118082"/>
                  <a:pt x="712231" y="120745"/>
                </a:cubicBezTo>
                <a:cubicBezTo>
                  <a:pt x="706614" y="123408"/>
                  <a:pt x="700852" y="124740"/>
                  <a:pt x="694944" y="124740"/>
                </a:cubicBezTo>
                <a:moveTo>
                  <a:pt x="697030" y="109627"/>
                </a:moveTo>
                <a:cubicBezTo>
                  <a:pt x="700388" y="109627"/>
                  <a:pt x="703630" y="108613"/>
                  <a:pt x="706757" y="106586"/>
                </a:cubicBezTo>
                <a:cubicBezTo>
                  <a:pt x="709885" y="104559"/>
                  <a:pt x="712665" y="101779"/>
                  <a:pt x="715097" y="98246"/>
                </a:cubicBezTo>
                <a:cubicBezTo>
                  <a:pt x="717530" y="94713"/>
                  <a:pt x="719471" y="90572"/>
                  <a:pt x="720918" y="85823"/>
                </a:cubicBezTo>
                <a:cubicBezTo>
                  <a:pt x="722366" y="81075"/>
                  <a:pt x="723090" y="75979"/>
                  <a:pt x="723090" y="70535"/>
                </a:cubicBezTo>
                <a:cubicBezTo>
                  <a:pt x="723090" y="64049"/>
                  <a:pt x="721815" y="59069"/>
                  <a:pt x="719267" y="55594"/>
                </a:cubicBezTo>
                <a:cubicBezTo>
                  <a:pt x="716720" y="52120"/>
                  <a:pt x="713014" y="50382"/>
                  <a:pt x="708149" y="50382"/>
                </a:cubicBezTo>
                <a:cubicBezTo>
                  <a:pt x="704791" y="50382"/>
                  <a:pt x="701518" y="51396"/>
                  <a:pt x="698332" y="53423"/>
                </a:cubicBezTo>
                <a:cubicBezTo>
                  <a:pt x="695147" y="55450"/>
                  <a:pt x="692339" y="58201"/>
                  <a:pt x="689907" y="61676"/>
                </a:cubicBezTo>
                <a:cubicBezTo>
                  <a:pt x="687475" y="65150"/>
                  <a:pt x="685535" y="69262"/>
                  <a:pt x="684085" y="74011"/>
                </a:cubicBezTo>
                <a:cubicBezTo>
                  <a:pt x="682638" y="78759"/>
                  <a:pt x="681914" y="83856"/>
                  <a:pt x="681914" y="89299"/>
                </a:cubicBezTo>
                <a:cubicBezTo>
                  <a:pt x="681914" y="95785"/>
                  <a:pt x="683188" y="100795"/>
                  <a:pt x="685737" y="104327"/>
                </a:cubicBezTo>
                <a:cubicBezTo>
                  <a:pt x="688285" y="107860"/>
                  <a:pt x="692050" y="109627"/>
                  <a:pt x="697030" y="109627"/>
                </a:cubicBezTo>
                <a:close/>
                <a:moveTo>
                  <a:pt x="753425" y="122656"/>
                </a:moveTo>
                <a:lnTo>
                  <a:pt x="770450" y="37353"/>
                </a:lnTo>
                <a:lnTo>
                  <a:pt x="785566" y="37353"/>
                </a:lnTo>
                <a:lnTo>
                  <a:pt x="784696" y="49340"/>
                </a:lnTo>
                <a:lnTo>
                  <a:pt x="785391" y="49340"/>
                </a:lnTo>
                <a:cubicBezTo>
                  <a:pt x="789908" y="45518"/>
                  <a:pt x="794570" y="42216"/>
                  <a:pt x="799378" y="39436"/>
                </a:cubicBezTo>
                <a:cubicBezTo>
                  <a:pt x="804185" y="36656"/>
                  <a:pt x="809310" y="35266"/>
                  <a:pt x="814753" y="35266"/>
                </a:cubicBezTo>
                <a:cubicBezTo>
                  <a:pt x="821934" y="35266"/>
                  <a:pt x="827088" y="37120"/>
                  <a:pt x="830214" y="40828"/>
                </a:cubicBezTo>
                <a:cubicBezTo>
                  <a:pt x="833342" y="44534"/>
                  <a:pt x="834906" y="49862"/>
                  <a:pt x="834906" y="56811"/>
                </a:cubicBezTo>
                <a:cubicBezTo>
                  <a:pt x="834906" y="58780"/>
                  <a:pt x="834820" y="60691"/>
                  <a:pt x="834647" y="62545"/>
                </a:cubicBezTo>
                <a:cubicBezTo>
                  <a:pt x="834473" y="64397"/>
                  <a:pt x="834097" y="66482"/>
                  <a:pt x="833517" y="68799"/>
                </a:cubicBezTo>
                <a:lnTo>
                  <a:pt x="822746" y="122656"/>
                </a:lnTo>
                <a:lnTo>
                  <a:pt x="804155" y="122656"/>
                </a:lnTo>
                <a:lnTo>
                  <a:pt x="814578" y="71230"/>
                </a:lnTo>
                <a:cubicBezTo>
                  <a:pt x="814927" y="69261"/>
                  <a:pt x="815246" y="67582"/>
                  <a:pt x="815535" y="66193"/>
                </a:cubicBezTo>
                <a:cubicBezTo>
                  <a:pt x="815825" y="64802"/>
                  <a:pt x="815970" y="63469"/>
                  <a:pt x="815970" y="62195"/>
                </a:cubicBezTo>
                <a:cubicBezTo>
                  <a:pt x="815970" y="54900"/>
                  <a:pt x="812380" y="51252"/>
                  <a:pt x="805199" y="51252"/>
                </a:cubicBezTo>
                <a:cubicBezTo>
                  <a:pt x="802188" y="51252"/>
                  <a:pt x="798973" y="52295"/>
                  <a:pt x="795555" y="54380"/>
                </a:cubicBezTo>
                <a:cubicBezTo>
                  <a:pt x="792139" y="56464"/>
                  <a:pt x="788172" y="59822"/>
                  <a:pt x="783655" y="64454"/>
                </a:cubicBezTo>
                <a:lnTo>
                  <a:pt x="772189" y="122656"/>
                </a:lnTo>
                <a:lnTo>
                  <a:pt x="753425" y="122656"/>
                </a:lnTo>
                <a:close/>
                <a:moveTo>
                  <a:pt x="847694" y="88604"/>
                </a:moveTo>
                <a:cubicBezTo>
                  <a:pt x="847694" y="80613"/>
                  <a:pt x="849055" y="73344"/>
                  <a:pt x="851777" y="66800"/>
                </a:cubicBezTo>
                <a:cubicBezTo>
                  <a:pt x="854498" y="60255"/>
                  <a:pt x="858089" y="54638"/>
                  <a:pt x="862548" y="49948"/>
                </a:cubicBezTo>
                <a:cubicBezTo>
                  <a:pt x="867007" y="45257"/>
                  <a:pt x="872016" y="41638"/>
                  <a:pt x="877576" y="39089"/>
                </a:cubicBezTo>
                <a:cubicBezTo>
                  <a:pt x="883136" y="36541"/>
                  <a:pt x="888695" y="35266"/>
                  <a:pt x="894254" y="35266"/>
                </a:cubicBezTo>
                <a:cubicBezTo>
                  <a:pt x="899234" y="35266"/>
                  <a:pt x="903432" y="36077"/>
                  <a:pt x="906848" y="37700"/>
                </a:cubicBezTo>
                <a:cubicBezTo>
                  <a:pt x="910267" y="39321"/>
                  <a:pt x="913047" y="41550"/>
                  <a:pt x="915189" y="44388"/>
                </a:cubicBezTo>
                <a:cubicBezTo>
                  <a:pt x="917332" y="47227"/>
                  <a:pt x="918896" y="50557"/>
                  <a:pt x="919881" y="54380"/>
                </a:cubicBezTo>
                <a:cubicBezTo>
                  <a:pt x="920865" y="58201"/>
                  <a:pt x="921357" y="62312"/>
                  <a:pt x="921357" y="66712"/>
                </a:cubicBezTo>
                <a:cubicBezTo>
                  <a:pt x="921357" y="70420"/>
                  <a:pt x="920893" y="74012"/>
                  <a:pt x="919966" y="77486"/>
                </a:cubicBezTo>
                <a:cubicBezTo>
                  <a:pt x="919040" y="80961"/>
                  <a:pt x="918288" y="83393"/>
                  <a:pt x="917710" y="84782"/>
                </a:cubicBezTo>
                <a:lnTo>
                  <a:pt x="865761" y="84782"/>
                </a:lnTo>
                <a:cubicBezTo>
                  <a:pt x="865298" y="89299"/>
                  <a:pt x="865529" y="93179"/>
                  <a:pt x="866455" y="96422"/>
                </a:cubicBezTo>
                <a:cubicBezTo>
                  <a:pt x="867383" y="99665"/>
                  <a:pt x="868802" y="102330"/>
                  <a:pt x="870713" y="104415"/>
                </a:cubicBezTo>
                <a:cubicBezTo>
                  <a:pt x="872625" y="106499"/>
                  <a:pt x="874970" y="108033"/>
                  <a:pt x="877748" y="109017"/>
                </a:cubicBezTo>
                <a:cubicBezTo>
                  <a:pt x="880528" y="110001"/>
                  <a:pt x="883540" y="110494"/>
                  <a:pt x="886783" y="110494"/>
                </a:cubicBezTo>
                <a:cubicBezTo>
                  <a:pt x="889795" y="110494"/>
                  <a:pt x="892864" y="109799"/>
                  <a:pt x="895990" y="108410"/>
                </a:cubicBezTo>
                <a:cubicBezTo>
                  <a:pt x="899118" y="107021"/>
                  <a:pt x="901841" y="105458"/>
                  <a:pt x="904158" y="103720"/>
                </a:cubicBezTo>
                <a:lnTo>
                  <a:pt x="911106" y="115708"/>
                </a:lnTo>
                <a:cubicBezTo>
                  <a:pt x="907631" y="118140"/>
                  <a:pt x="903433" y="120254"/>
                  <a:pt x="898511" y="122049"/>
                </a:cubicBezTo>
                <a:cubicBezTo>
                  <a:pt x="893589" y="123843"/>
                  <a:pt x="888058" y="124740"/>
                  <a:pt x="881918" y="124740"/>
                </a:cubicBezTo>
                <a:cubicBezTo>
                  <a:pt x="876823" y="124740"/>
                  <a:pt x="872190" y="123930"/>
                  <a:pt x="868019" y="122309"/>
                </a:cubicBezTo>
                <a:cubicBezTo>
                  <a:pt x="863850" y="120687"/>
                  <a:pt x="860260" y="118342"/>
                  <a:pt x="857248" y="115273"/>
                </a:cubicBezTo>
                <a:cubicBezTo>
                  <a:pt x="854237" y="112204"/>
                  <a:pt x="851891" y="108439"/>
                  <a:pt x="850213" y="103980"/>
                </a:cubicBezTo>
                <a:cubicBezTo>
                  <a:pt x="848534" y="99521"/>
                  <a:pt x="847694" y="94396"/>
                  <a:pt x="847694" y="88604"/>
                </a:cubicBezTo>
                <a:moveTo>
                  <a:pt x="867325" y="72969"/>
                </a:moveTo>
                <a:lnTo>
                  <a:pt x="905027" y="72969"/>
                </a:lnTo>
                <a:cubicBezTo>
                  <a:pt x="905259" y="71809"/>
                  <a:pt x="905461" y="70622"/>
                  <a:pt x="905634" y="69406"/>
                </a:cubicBezTo>
                <a:cubicBezTo>
                  <a:pt x="905808" y="68190"/>
                  <a:pt x="905894" y="66887"/>
                  <a:pt x="905894" y="65498"/>
                </a:cubicBezTo>
                <a:cubicBezTo>
                  <a:pt x="905894" y="61327"/>
                  <a:pt x="904881" y="57650"/>
                  <a:pt x="902853" y="54465"/>
                </a:cubicBezTo>
                <a:cubicBezTo>
                  <a:pt x="900826" y="51280"/>
                  <a:pt x="897207" y="49688"/>
                  <a:pt x="891995" y="49688"/>
                </a:cubicBezTo>
                <a:cubicBezTo>
                  <a:pt x="886783" y="49688"/>
                  <a:pt x="881889" y="51744"/>
                  <a:pt x="877314" y="55857"/>
                </a:cubicBezTo>
                <a:cubicBezTo>
                  <a:pt x="872740" y="59967"/>
                  <a:pt x="869410" y="65671"/>
                  <a:pt x="867325" y="72969"/>
                </a:cubicBezTo>
                <a:close/>
                <a:moveTo>
                  <a:pt x="989150" y="124740"/>
                </a:moveTo>
                <a:cubicBezTo>
                  <a:pt x="981621" y="124740"/>
                  <a:pt x="975684" y="122077"/>
                  <a:pt x="971340" y="116750"/>
                </a:cubicBezTo>
                <a:cubicBezTo>
                  <a:pt x="966998" y="111422"/>
                  <a:pt x="964827" y="103719"/>
                  <a:pt x="964827" y="93641"/>
                </a:cubicBezTo>
                <a:cubicBezTo>
                  <a:pt x="964827" y="85535"/>
                  <a:pt x="966100" y="77920"/>
                  <a:pt x="968647" y="70798"/>
                </a:cubicBezTo>
                <a:cubicBezTo>
                  <a:pt x="971195" y="63673"/>
                  <a:pt x="974613" y="57476"/>
                  <a:pt x="978898" y="52206"/>
                </a:cubicBezTo>
                <a:cubicBezTo>
                  <a:pt x="983184" y="46936"/>
                  <a:pt x="988078" y="42795"/>
                  <a:pt x="993580" y="39784"/>
                </a:cubicBezTo>
                <a:cubicBezTo>
                  <a:pt x="999081" y="36772"/>
                  <a:pt x="1004785" y="35266"/>
                  <a:pt x="1010692" y="35266"/>
                </a:cubicBezTo>
                <a:cubicBezTo>
                  <a:pt x="1014863" y="35266"/>
                  <a:pt x="1018685" y="36338"/>
                  <a:pt x="1022160" y="38482"/>
                </a:cubicBezTo>
                <a:cubicBezTo>
                  <a:pt x="1025635" y="40624"/>
                  <a:pt x="1028356" y="43548"/>
                  <a:pt x="1030325" y="47254"/>
                </a:cubicBezTo>
                <a:lnTo>
                  <a:pt x="1030672" y="47254"/>
                </a:lnTo>
                <a:lnTo>
                  <a:pt x="1034320" y="37353"/>
                </a:lnTo>
                <a:lnTo>
                  <a:pt x="1049261" y="37353"/>
                </a:lnTo>
                <a:lnTo>
                  <a:pt x="1032236" y="122656"/>
                </a:lnTo>
                <a:lnTo>
                  <a:pt x="1016948" y="122656"/>
                </a:lnTo>
                <a:lnTo>
                  <a:pt x="1017815" y="110844"/>
                </a:lnTo>
                <a:lnTo>
                  <a:pt x="1017295" y="110844"/>
                </a:lnTo>
                <a:cubicBezTo>
                  <a:pt x="1013241" y="115013"/>
                  <a:pt x="1008752" y="118372"/>
                  <a:pt x="1003828" y="120920"/>
                </a:cubicBezTo>
                <a:cubicBezTo>
                  <a:pt x="998906" y="123467"/>
                  <a:pt x="994013" y="124740"/>
                  <a:pt x="989150" y="124740"/>
                </a:cubicBezTo>
                <a:moveTo>
                  <a:pt x="996793" y="109452"/>
                </a:moveTo>
                <a:cubicBezTo>
                  <a:pt x="1000500" y="109452"/>
                  <a:pt x="1004294" y="108352"/>
                  <a:pt x="1008173" y="106151"/>
                </a:cubicBezTo>
                <a:cubicBezTo>
                  <a:pt x="1012053" y="103951"/>
                  <a:pt x="1015730" y="100245"/>
                  <a:pt x="1019207" y="95033"/>
                </a:cubicBezTo>
                <a:lnTo>
                  <a:pt x="1026155" y="60981"/>
                </a:lnTo>
                <a:cubicBezTo>
                  <a:pt x="1024186" y="57275"/>
                  <a:pt x="1021957" y="54611"/>
                  <a:pt x="1019467" y="52991"/>
                </a:cubicBezTo>
                <a:cubicBezTo>
                  <a:pt x="1016976" y="51368"/>
                  <a:pt x="1014399" y="50557"/>
                  <a:pt x="1011734" y="50557"/>
                </a:cubicBezTo>
                <a:cubicBezTo>
                  <a:pt x="1008144" y="50557"/>
                  <a:pt x="1004670" y="51628"/>
                  <a:pt x="1001310" y="53770"/>
                </a:cubicBezTo>
                <a:cubicBezTo>
                  <a:pt x="997952" y="55912"/>
                  <a:pt x="994999" y="58837"/>
                  <a:pt x="992450" y="62545"/>
                </a:cubicBezTo>
                <a:cubicBezTo>
                  <a:pt x="989902" y="66251"/>
                  <a:pt x="987875" y="70565"/>
                  <a:pt x="986369" y="75487"/>
                </a:cubicBezTo>
                <a:cubicBezTo>
                  <a:pt x="984863" y="80409"/>
                  <a:pt x="984110" y="85592"/>
                  <a:pt x="984110" y="91035"/>
                </a:cubicBezTo>
                <a:cubicBezTo>
                  <a:pt x="984110" y="97290"/>
                  <a:pt x="985240" y="101923"/>
                  <a:pt x="987498" y="104935"/>
                </a:cubicBezTo>
                <a:cubicBezTo>
                  <a:pt x="989757" y="107946"/>
                  <a:pt x="992855" y="109452"/>
                  <a:pt x="996793" y="109452"/>
                </a:cubicBezTo>
                <a:close/>
                <a:moveTo>
                  <a:pt x="1057532" y="122656"/>
                </a:moveTo>
                <a:lnTo>
                  <a:pt x="1074557" y="37353"/>
                </a:lnTo>
                <a:lnTo>
                  <a:pt x="1089673" y="37353"/>
                </a:lnTo>
                <a:lnTo>
                  <a:pt x="1088804" y="49340"/>
                </a:lnTo>
                <a:lnTo>
                  <a:pt x="1089498" y="49340"/>
                </a:lnTo>
                <a:cubicBezTo>
                  <a:pt x="1094015" y="45518"/>
                  <a:pt x="1098678" y="42216"/>
                  <a:pt x="1103485" y="39436"/>
                </a:cubicBezTo>
                <a:cubicBezTo>
                  <a:pt x="1108292" y="36656"/>
                  <a:pt x="1113417" y="35266"/>
                  <a:pt x="1118861" y="35266"/>
                </a:cubicBezTo>
                <a:cubicBezTo>
                  <a:pt x="1126041" y="35266"/>
                  <a:pt x="1131195" y="37120"/>
                  <a:pt x="1134321" y="40828"/>
                </a:cubicBezTo>
                <a:cubicBezTo>
                  <a:pt x="1137449" y="44534"/>
                  <a:pt x="1139013" y="49862"/>
                  <a:pt x="1139013" y="56811"/>
                </a:cubicBezTo>
                <a:cubicBezTo>
                  <a:pt x="1139013" y="58780"/>
                  <a:pt x="1138927" y="60691"/>
                  <a:pt x="1138754" y="62545"/>
                </a:cubicBezTo>
                <a:cubicBezTo>
                  <a:pt x="1138580" y="64397"/>
                  <a:pt x="1138204" y="66482"/>
                  <a:pt x="1137624" y="68799"/>
                </a:cubicBezTo>
                <a:lnTo>
                  <a:pt x="1126853" y="122656"/>
                </a:lnTo>
                <a:lnTo>
                  <a:pt x="1108262" y="122656"/>
                </a:lnTo>
                <a:lnTo>
                  <a:pt x="1118686" y="71230"/>
                </a:lnTo>
                <a:cubicBezTo>
                  <a:pt x="1119034" y="69261"/>
                  <a:pt x="1119353" y="67582"/>
                  <a:pt x="1119643" y="66193"/>
                </a:cubicBezTo>
                <a:cubicBezTo>
                  <a:pt x="1119932" y="64802"/>
                  <a:pt x="1120077" y="63469"/>
                  <a:pt x="1120077" y="62195"/>
                </a:cubicBezTo>
                <a:cubicBezTo>
                  <a:pt x="1120077" y="54900"/>
                  <a:pt x="1116487" y="51252"/>
                  <a:pt x="1109306" y="51252"/>
                </a:cubicBezTo>
                <a:cubicBezTo>
                  <a:pt x="1106295" y="51252"/>
                  <a:pt x="1103080" y="52295"/>
                  <a:pt x="1099662" y="54380"/>
                </a:cubicBezTo>
                <a:cubicBezTo>
                  <a:pt x="1096246" y="56464"/>
                  <a:pt x="1092279" y="59822"/>
                  <a:pt x="1087762" y="64454"/>
                </a:cubicBezTo>
                <a:lnTo>
                  <a:pt x="1076296" y="122656"/>
                </a:lnTo>
                <a:lnTo>
                  <a:pt x="1057532" y="122656"/>
                </a:lnTo>
                <a:close/>
                <a:moveTo>
                  <a:pt x="1267261" y="37353"/>
                </a:moveTo>
                <a:lnTo>
                  <a:pt x="1250408" y="122656"/>
                </a:lnTo>
                <a:lnTo>
                  <a:pt x="1235295" y="122656"/>
                </a:lnTo>
                <a:lnTo>
                  <a:pt x="1235989" y="110494"/>
                </a:lnTo>
                <a:lnTo>
                  <a:pt x="1235295" y="110494"/>
                </a:lnTo>
                <a:cubicBezTo>
                  <a:pt x="1231009" y="114316"/>
                  <a:pt x="1226492" y="117647"/>
                  <a:pt x="1221743" y="120485"/>
                </a:cubicBezTo>
                <a:cubicBezTo>
                  <a:pt x="1216994" y="123322"/>
                  <a:pt x="1212014" y="124740"/>
                  <a:pt x="1206802" y="124740"/>
                </a:cubicBezTo>
                <a:cubicBezTo>
                  <a:pt x="1199621" y="124740"/>
                  <a:pt x="1194438" y="122859"/>
                  <a:pt x="1191251" y="119096"/>
                </a:cubicBezTo>
                <a:cubicBezTo>
                  <a:pt x="1188066" y="115332"/>
                  <a:pt x="1186474" y="110032"/>
                  <a:pt x="1186474" y="103198"/>
                </a:cubicBezTo>
                <a:cubicBezTo>
                  <a:pt x="1186474" y="101229"/>
                  <a:pt x="1186590" y="99290"/>
                  <a:pt x="1186821" y="97379"/>
                </a:cubicBezTo>
                <a:cubicBezTo>
                  <a:pt x="1187053" y="95467"/>
                  <a:pt x="1187400" y="93411"/>
                  <a:pt x="1187863" y="91210"/>
                </a:cubicBezTo>
                <a:lnTo>
                  <a:pt x="1198637" y="37353"/>
                </a:lnTo>
                <a:lnTo>
                  <a:pt x="1217226" y="37353"/>
                </a:lnTo>
                <a:lnTo>
                  <a:pt x="1206974" y="88777"/>
                </a:lnTo>
                <a:cubicBezTo>
                  <a:pt x="1206511" y="90747"/>
                  <a:pt x="1206164" y="92427"/>
                  <a:pt x="1205932" y="93816"/>
                </a:cubicBezTo>
                <a:cubicBezTo>
                  <a:pt x="1205701" y="95205"/>
                  <a:pt x="1205585" y="96537"/>
                  <a:pt x="1205585" y="97811"/>
                </a:cubicBezTo>
                <a:cubicBezTo>
                  <a:pt x="1205585" y="105109"/>
                  <a:pt x="1209118" y="108757"/>
                  <a:pt x="1216184" y="108757"/>
                </a:cubicBezTo>
                <a:cubicBezTo>
                  <a:pt x="1221859" y="108757"/>
                  <a:pt x="1228866" y="104356"/>
                  <a:pt x="1237206" y="95553"/>
                </a:cubicBezTo>
                <a:lnTo>
                  <a:pt x="1248672" y="37353"/>
                </a:lnTo>
                <a:lnTo>
                  <a:pt x="1267261" y="37353"/>
                </a:lnTo>
                <a:close/>
                <a:moveTo>
                  <a:pt x="1274420" y="122656"/>
                </a:moveTo>
                <a:lnTo>
                  <a:pt x="1291445" y="37353"/>
                </a:lnTo>
                <a:lnTo>
                  <a:pt x="1306561" y="37353"/>
                </a:lnTo>
                <a:lnTo>
                  <a:pt x="1305691" y="49340"/>
                </a:lnTo>
                <a:lnTo>
                  <a:pt x="1306386" y="49340"/>
                </a:lnTo>
                <a:cubicBezTo>
                  <a:pt x="1310903" y="45518"/>
                  <a:pt x="1315565" y="42216"/>
                  <a:pt x="1320372" y="39436"/>
                </a:cubicBezTo>
                <a:cubicBezTo>
                  <a:pt x="1325180" y="36656"/>
                  <a:pt x="1330305" y="35266"/>
                  <a:pt x="1335748" y="35266"/>
                </a:cubicBezTo>
                <a:cubicBezTo>
                  <a:pt x="1342929" y="35266"/>
                  <a:pt x="1348082" y="37120"/>
                  <a:pt x="1351209" y="40828"/>
                </a:cubicBezTo>
                <a:cubicBezTo>
                  <a:pt x="1354337" y="44534"/>
                  <a:pt x="1355901" y="49862"/>
                  <a:pt x="1355901" y="56811"/>
                </a:cubicBezTo>
                <a:cubicBezTo>
                  <a:pt x="1355901" y="58780"/>
                  <a:pt x="1355815" y="60691"/>
                  <a:pt x="1355641" y="62545"/>
                </a:cubicBezTo>
                <a:cubicBezTo>
                  <a:pt x="1355468" y="64397"/>
                  <a:pt x="1355092" y="66482"/>
                  <a:pt x="1354512" y="68799"/>
                </a:cubicBezTo>
                <a:lnTo>
                  <a:pt x="1343741" y="122656"/>
                </a:lnTo>
                <a:lnTo>
                  <a:pt x="1325150" y="122656"/>
                </a:lnTo>
                <a:lnTo>
                  <a:pt x="1335573" y="71230"/>
                </a:lnTo>
                <a:cubicBezTo>
                  <a:pt x="1335921" y="69261"/>
                  <a:pt x="1336240" y="67582"/>
                  <a:pt x="1336530" y="66193"/>
                </a:cubicBezTo>
                <a:cubicBezTo>
                  <a:pt x="1336820" y="64802"/>
                  <a:pt x="1336965" y="63469"/>
                  <a:pt x="1336965" y="62195"/>
                </a:cubicBezTo>
                <a:cubicBezTo>
                  <a:pt x="1336965" y="54900"/>
                  <a:pt x="1333375" y="51252"/>
                  <a:pt x="1326194" y="51252"/>
                </a:cubicBezTo>
                <a:cubicBezTo>
                  <a:pt x="1323182" y="51252"/>
                  <a:pt x="1319968" y="52295"/>
                  <a:pt x="1316550" y="54380"/>
                </a:cubicBezTo>
                <a:cubicBezTo>
                  <a:pt x="1313133" y="56464"/>
                  <a:pt x="1309167" y="59822"/>
                  <a:pt x="1304649" y="64454"/>
                </a:cubicBezTo>
                <a:lnTo>
                  <a:pt x="1293184" y="122656"/>
                </a:lnTo>
                <a:lnTo>
                  <a:pt x="1274420" y="122656"/>
                </a:lnTo>
                <a:close/>
                <a:moveTo>
                  <a:pt x="1401108" y="124740"/>
                </a:moveTo>
                <a:cubicBezTo>
                  <a:pt x="1396360" y="124740"/>
                  <a:pt x="1392015" y="123959"/>
                  <a:pt x="1388076" y="122397"/>
                </a:cubicBezTo>
                <a:cubicBezTo>
                  <a:pt x="1384138" y="120833"/>
                  <a:pt x="1380722" y="118574"/>
                  <a:pt x="1377827" y="115621"/>
                </a:cubicBezTo>
                <a:cubicBezTo>
                  <a:pt x="1374932" y="112668"/>
                  <a:pt x="1372674" y="109048"/>
                  <a:pt x="1371051" y="104762"/>
                </a:cubicBezTo>
                <a:cubicBezTo>
                  <a:pt x="1369431" y="100476"/>
                  <a:pt x="1368620" y="95554"/>
                  <a:pt x="1368620" y="89994"/>
                </a:cubicBezTo>
                <a:cubicBezTo>
                  <a:pt x="1368620" y="82350"/>
                  <a:pt x="1369923" y="75198"/>
                  <a:pt x="1372528" y="68539"/>
                </a:cubicBezTo>
                <a:cubicBezTo>
                  <a:pt x="1375135" y="61878"/>
                  <a:pt x="1378668" y="56086"/>
                  <a:pt x="1383127" y="51164"/>
                </a:cubicBezTo>
                <a:cubicBezTo>
                  <a:pt x="1387586" y="46242"/>
                  <a:pt x="1392797" y="42362"/>
                  <a:pt x="1398762" y="39524"/>
                </a:cubicBezTo>
                <a:cubicBezTo>
                  <a:pt x="1404727" y="36685"/>
                  <a:pt x="1411011" y="35266"/>
                  <a:pt x="1417613" y="35266"/>
                </a:cubicBezTo>
                <a:cubicBezTo>
                  <a:pt x="1422825" y="35266"/>
                  <a:pt x="1427284" y="36309"/>
                  <a:pt x="1430990" y="38394"/>
                </a:cubicBezTo>
                <a:cubicBezTo>
                  <a:pt x="1434697" y="40480"/>
                  <a:pt x="1437708" y="42913"/>
                  <a:pt x="1440025" y="45693"/>
                </a:cubicBezTo>
                <a:lnTo>
                  <a:pt x="1429601" y="56983"/>
                </a:lnTo>
                <a:cubicBezTo>
                  <a:pt x="1427632" y="54668"/>
                  <a:pt x="1425663" y="52989"/>
                  <a:pt x="1423692" y="51946"/>
                </a:cubicBezTo>
                <a:cubicBezTo>
                  <a:pt x="1421723" y="50904"/>
                  <a:pt x="1419292" y="50382"/>
                  <a:pt x="1416397" y="50382"/>
                </a:cubicBezTo>
                <a:cubicBezTo>
                  <a:pt x="1412574" y="50382"/>
                  <a:pt x="1408925" y="51425"/>
                  <a:pt x="1405451" y="53510"/>
                </a:cubicBezTo>
                <a:cubicBezTo>
                  <a:pt x="1401976" y="55594"/>
                  <a:pt x="1398935" y="58402"/>
                  <a:pt x="1396329" y="61935"/>
                </a:cubicBezTo>
                <a:cubicBezTo>
                  <a:pt x="1393724" y="65468"/>
                  <a:pt x="1391639" y="69580"/>
                  <a:pt x="1390075" y="74270"/>
                </a:cubicBezTo>
                <a:cubicBezTo>
                  <a:pt x="1388513" y="78961"/>
                  <a:pt x="1387731" y="83970"/>
                  <a:pt x="1387731" y="89299"/>
                </a:cubicBezTo>
                <a:cubicBezTo>
                  <a:pt x="1387731" y="95785"/>
                  <a:pt x="1389150" y="100795"/>
                  <a:pt x="1391986" y="104327"/>
                </a:cubicBezTo>
                <a:cubicBezTo>
                  <a:pt x="1394825" y="107860"/>
                  <a:pt x="1399140" y="109627"/>
                  <a:pt x="1404931" y="109627"/>
                </a:cubicBezTo>
                <a:cubicBezTo>
                  <a:pt x="1408289" y="109627"/>
                  <a:pt x="1411270" y="108961"/>
                  <a:pt x="1413876" y="107628"/>
                </a:cubicBezTo>
                <a:cubicBezTo>
                  <a:pt x="1416482" y="106295"/>
                  <a:pt x="1418887" y="104760"/>
                  <a:pt x="1421089" y="103023"/>
                </a:cubicBezTo>
                <a:lnTo>
                  <a:pt x="1429079" y="114839"/>
                </a:lnTo>
                <a:cubicBezTo>
                  <a:pt x="1425836" y="117156"/>
                  <a:pt x="1421985" y="119385"/>
                  <a:pt x="1417526" y="121527"/>
                </a:cubicBezTo>
                <a:cubicBezTo>
                  <a:pt x="1413067" y="123669"/>
                  <a:pt x="1407594" y="124740"/>
                  <a:pt x="1401108" y="124740"/>
                </a:cubicBezTo>
                <a:close/>
                <a:moveTo>
                  <a:pt x="1460213" y="124740"/>
                </a:moveTo>
                <a:cubicBezTo>
                  <a:pt x="1455233" y="124740"/>
                  <a:pt x="1451584" y="123524"/>
                  <a:pt x="1449267" y="121092"/>
                </a:cubicBezTo>
                <a:cubicBezTo>
                  <a:pt x="1446950" y="118661"/>
                  <a:pt x="1445792" y="115244"/>
                  <a:pt x="1445792" y="110844"/>
                </a:cubicBezTo>
                <a:cubicBezTo>
                  <a:pt x="1445792" y="108178"/>
                  <a:pt x="1446197" y="105167"/>
                  <a:pt x="1447008" y="101809"/>
                </a:cubicBezTo>
                <a:lnTo>
                  <a:pt x="1467336" y="0"/>
                </a:lnTo>
                <a:lnTo>
                  <a:pt x="1485925" y="0"/>
                </a:lnTo>
                <a:lnTo>
                  <a:pt x="1465425" y="102676"/>
                </a:lnTo>
                <a:cubicBezTo>
                  <a:pt x="1465193" y="103604"/>
                  <a:pt x="1465078" y="104299"/>
                  <a:pt x="1465078" y="104762"/>
                </a:cubicBezTo>
                <a:cubicBezTo>
                  <a:pt x="1465078" y="105225"/>
                  <a:pt x="1465078" y="105631"/>
                  <a:pt x="1465078" y="105979"/>
                </a:cubicBezTo>
                <a:cubicBezTo>
                  <a:pt x="1465078" y="108411"/>
                  <a:pt x="1466062" y="109627"/>
                  <a:pt x="1468031" y="109627"/>
                </a:cubicBezTo>
                <a:cubicBezTo>
                  <a:pt x="1468611" y="109627"/>
                  <a:pt x="1469074" y="109598"/>
                  <a:pt x="1469420" y="109539"/>
                </a:cubicBezTo>
                <a:cubicBezTo>
                  <a:pt x="1469768" y="109481"/>
                  <a:pt x="1470348" y="109336"/>
                  <a:pt x="1471159" y="109105"/>
                </a:cubicBezTo>
                <a:lnTo>
                  <a:pt x="1470812" y="123004"/>
                </a:lnTo>
                <a:cubicBezTo>
                  <a:pt x="1469538" y="123583"/>
                  <a:pt x="1468032" y="124017"/>
                  <a:pt x="1466295" y="124305"/>
                </a:cubicBezTo>
                <a:cubicBezTo>
                  <a:pt x="1464557" y="124595"/>
                  <a:pt x="1462530" y="124740"/>
                  <a:pt x="1460213" y="124740"/>
                </a:cubicBezTo>
                <a:close/>
                <a:moveTo>
                  <a:pt x="1522618" y="124740"/>
                </a:moveTo>
                <a:cubicBezTo>
                  <a:pt x="1517869" y="124740"/>
                  <a:pt x="1513526" y="123930"/>
                  <a:pt x="1509588" y="122309"/>
                </a:cubicBezTo>
                <a:cubicBezTo>
                  <a:pt x="1505651" y="120687"/>
                  <a:pt x="1502292" y="118371"/>
                  <a:pt x="1499512" y="115361"/>
                </a:cubicBezTo>
                <a:cubicBezTo>
                  <a:pt x="1496732" y="112349"/>
                  <a:pt x="1494589" y="108701"/>
                  <a:pt x="1493083" y="104415"/>
                </a:cubicBezTo>
                <a:cubicBezTo>
                  <a:pt x="1491577" y="100129"/>
                  <a:pt x="1490824" y="95322"/>
                  <a:pt x="1490824" y="89994"/>
                </a:cubicBezTo>
                <a:cubicBezTo>
                  <a:pt x="1490824" y="81887"/>
                  <a:pt x="1492185" y="74445"/>
                  <a:pt x="1494907" y="67669"/>
                </a:cubicBezTo>
                <a:cubicBezTo>
                  <a:pt x="1497629" y="60893"/>
                  <a:pt x="1501190" y="55131"/>
                  <a:pt x="1505591" y="50382"/>
                </a:cubicBezTo>
                <a:cubicBezTo>
                  <a:pt x="1509993" y="45633"/>
                  <a:pt x="1515002" y="41927"/>
                  <a:pt x="1520619" y="39264"/>
                </a:cubicBezTo>
                <a:cubicBezTo>
                  <a:pt x="1526237" y="36599"/>
                  <a:pt x="1531942" y="35266"/>
                  <a:pt x="1537734" y="35266"/>
                </a:cubicBezTo>
                <a:cubicBezTo>
                  <a:pt x="1547463" y="35266"/>
                  <a:pt x="1555223" y="38365"/>
                  <a:pt x="1561015" y="44563"/>
                </a:cubicBezTo>
                <a:cubicBezTo>
                  <a:pt x="1566807" y="50760"/>
                  <a:pt x="1569702" y="59244"/>
                  <a:pt x="1569702" y="70016"/>
                </a:cubicBezTo>
                <a:cubicBezTo>
                  <a:pt x="1569702" y="78122"/>
                  <a:pt x="1568341" y="85535"/>
                  <a:pt x="1565617" y="92252"/>
                </a:cubicBezTo>
                <a:cubicBezTo>
                  <a:pt x="1562895" y="98970"/>
                  <a:pt x="1559334" y="104732"/>
                  <a:pt x="1554934" y="109539"/>
                </a:cubicBezTo>
                <a:cubicBezTo>
                  <a:pt x="1550533" y="114346"/>
                  <a:pt x="1545523" y="118082"/>
                  <a:pt x="1539905" y="120745"/>
                </a:cubicBezTo>
                <a:cubicBezTo>
                  <a:pt x="1534288" y="123408"/>
                  <a:pt x="1528526" y="124740"/>
                  <a:pt x="1522618" y="124740"/>
                </a:cubicBezTo>
                <a:moveTo>
                  <a:pt x="1524704" y="109627"/>
                </a:moveTo>
                <a:cubicBezTo>
                  <a:pt x="1528062" y="109627"/>
                  <a:pt x="1531304" y="108613"/>
                  <a:pt x="1534431" y="106586"/>
                </a:cubicBezTo>
                <a:cubicBezTo>
                  <a:pt x="1537559" y="104559"/>
                  <a:pt x="1540339" y="101779"/>
                  <a:pt x="1542771" y="98246"/>
                </a:cubicBezTo>
                <a:cubicBezTo>
                  <a:pt x="1545204" y="94713"/>
                  <a:pt x="1547145" y="90572"/>
                  <a:pt x="1548592" y="85823"/>
                </a:cubicBezTo>
                <a:cubicBezTo>
                  <a:pt x="1550040" y="81075"/>
                  <a:pt x="1550764" y="75979"/>
                  <a:pt x="1550764" y="70535"/>
                </a:cubicBezTo>
                <a:cubicBezTo>
                  <a:pt x="1550764" y="64049"/>
                  <a:pt x="1549489" y="59069"/>
                  <a:pt x="1546941" y="55594"/>
                </a:cubicBezTo>
                <a:cubicBezTo>
                  <a:pt x="1544394" y="52120"/>
                  <a:pt x="1540688" y="50382"/>
                  <a:pt x="1535823" y="50382"/>
                </a:cubicBezTo>
                <a:cubicBezTo>
                  <a:pt x="1532465" y="50382"/>
                  <a:pt x="1529192" y="51396"/>
                  <a:pt x="1526006" y="53423"/>
                </a:cubicBezTo>
                <a:cubicBezTo>
                  <a:pt x="1522821" y="55450"/>
                  <a:pt x="1520013" y="58201"/>
                  <a:pt x="1517581" y="61676"/>
                </a:cubicBezTo>
                <a:cubicBezTo>
                  <a:pt x="1515149" y="65150"/>
                  <a:pt x="1513209" y="69262"/>
                  <a:pt x="1511759" y="74011"/>
                </a:cubicBezTo>
                <a:cubicBezTo>
                  <a:pt x="1510312" y="78759"/>
                  <a:pt x="1509588" y="83856"/>
                  <a:pt x="1509588" y="89299"/>
                </a:cubicBezTo>
                <a:cubicBezTo>
                  <a:pt x="1509588" y="95785"/>
                  <a:pt x="1510862" y="100795"/>
                  <a:pt x="1513411" y="104327"/>
                </a:cubicBezTo>
                <a:cubicBezTo>
                  <a:pt x="1515959" y="107860"/>
                  <a:pt x="1519724" y="109627"/>
                  <a:pt x="1524704" y="109627"/>
                </a:cubicBezTo>
                <a:close/>
                <a:moveTo>
                  <a:pt x="1581029" y="122656"/>
                </a:moveTo>
                <a:lnTo>
                  <a:pt x="1598054" y="37353"/>
                </a:lnTo>
                <a:lnTo>
                  <a:pt x="1613170" y="37353"/>
                </a:lnTo>
                <a:lnTo>
                  <a:pt x="1612300" y="49340"/>
                </a:lnTo>
                <a:lnTo>
                  <a:pt x="1612995" y="49340"/>
                </a:lnTo>
                <a:cubicBezTo>
                  <a:pt x="1617512" y="45518"/>
                  <a:pt x="1622174" y="42216"/>
                  <a:pt x="1626982" y="39436"/>
                </a:cubicBezTo>
                <a:cubicBezTo>
                  <a:pt x="1631789" y="36656"/>
                  <a:pt x="1636914" y="35266"/>
                  <a:pt x="1642357" y="35266"/>
                </a:cubicBezTo>
                <a:cubicBezTo>
                  <a:pt x="1649538" y="35266"/>
                  <a:pt x="1654692" y="37120"/>
                  <a:pt x="1657818" y="40828"/>
                </a:cubicBezTo>
                <a:cubicBezTo>
                  <a:pt x="1660946" y="44534"/>
                  <a:pt x="1662510" y="49862"/>
                  <a:pt x="1662510" y="56811"/>
                </a:cubicBezTo>
                <a:cubicBezTo>
                  <a:pt x="1662510" y="58780"/>
                  <a:pt x="1662424" y="60691"/>
                  <a:pt x="1662251" y="62545"/>
                </a:cubicBezTo>
                <a:cubicBezTo>
                  <a:pt x="1662077" y="64397"/>
                  <a:pt x="1661701" y="66482"/>
                  <a:pt x="1661121" y="68799"/>
                </a:cubicBezTo>
                <a:lnTo>
                  <a:pt x="1650350" y="122656"/>
                </a:lnTo>
                <a:lnTo>
                  <a:pt x="1631759" y="122656"/>
                </a:lnTo>
                <a:lnTo>
                  <a:pt x="1642182" y="71230"/>
                </a:lnTo>
                <a:cubicBezTo>
                  <a:pt x="1642531" y="69261"/>
                  <a:pt x="1642850" y="67582"/>
                  <a:pt x="1643139" y="66193"/>
                </a:cubicBezTo>
                <a:cubicBezTo>
                  <a:pt x="1643429" y="64802"/>
                  <a:pt x="1643574" y="63469"/>
                  <a:pt x="1643574" y="62195"/>
                </a:cubicBezTo>
                <a:cubicBezTo>
                  <a:pt x="1643574" y="54900"/>
                  <a:pt x="1639984" y="51252"/>
                  <a:pt x="1632803" y="51252"/>
                </a:cubicBezTo>
                <a:cubicBezTo>
                  <a:pt x="1629792" y="51252"/>
                  <a:pt x="1626577" y="52295"/>
                  <a:pt x="1623159" y="54380"/>
                </a:cubicBezTo>
                <a:cubicBezTo>
                  <a:pt x="1619743" y="56464"/>
                  <a:pt x="1615776" y="59822"/>
                  <a:pt x="1611259" y="64454"/>
                </a:cubicBezTo>
                <a:lnTo>
                  <a:pt x="1599793" y="122656"/>
                </a:lnTo>
                <a:lnTo>
                  <a:pt x="1581029" y="122656"/>
                </a:lnTo>
                <a:close/>
                <a:moveTo>
                  <a:pt x="1675229" y="88604"/>
                </a:moveTo>
                <a:cubicBezTo>
                  <a:pt x="1675229" y="80613"/>
                  <a:pt x="1676590" y="73344"/>
                  <a:pt x="1679312" y="66800"/>
                </a:cubicBezTo>
                <a:cubicBezTo>
                  <a:pt x="1682034" y="60255"/>
                  <a:pt x="1685624" y="54638"/>
                  <a:pt x="1690083" y="49948"/>
                </a:cubicBezTo>
                <a:cubicBezTo>
                  <a:pt x="1694542" y="45257"/>
                  <a:pt x="1699552" y="41638"/>
                  <a:pt x="1705112" y="39089"/>
                </a:cubicBezTo>
                <a:cubicBezTo>
                  <a:pt x="1710672" y="36541"/>
                  <a:pt x="1716231" y="35266"/>
                  <a:pt x="1721789" y="35266"/>
                </a:cubicBezTo>
                <a:cubicBezTo>
                  <a:pt x="1726769" y="35266"/>
                  <a:pt x="1730968" y="36077"/>
                  <a:pt x="1734384" y="37700"/>
                </a:cubicBezTo>
                <a:cubicBezTo>
                  <a:pt x="1737802" y="39321"/>
                  <a:pt x="1740582" y="41550"/>
                  <a:pt x="1742724" y="44388"/>
                </a:cubicBezTo>
                <a:cubicBezTo>
                  <a:pt x="1744868" y="47227"/>
                  <a:pt x="1746432" y="50557"/>
                  <a:pt x="1747416" y="54380"/>
                </a:cubicBezTo>
                <a:cubicBezTo>
                  <a:pt x="1748401" y="58201"/>
                  <a:pt x="1748893" y="62312"/>
                  <a:pt x="1748893" y="66712"/>
                </a:cubicBezTo>
                <a:cubicBezTo>
                  <a:pt x="1748893" y="70420"/>
                  <a:pt x="1748429" y="74012"/>
                  <a:pt x="1747501" y="77486"/>
                </a:cubicBezTo>
                <a:cubicBezTo>
                  <a:pt x="1746575" y="80961"/>
                  <a:pt x="1745823" y="83393"/>
                  <a:pt x="1745245" y="84782"/>
                </a:cubicBezTo>
                <a:lnTo>
                  <a:pt x="1693296" y="84782"/>
                </a:lnTo>
                <a:cubicBezTo>
                  <a:pt x="1692833" y="89299"/>
                  <a:pt x="1693065" y="93179"/>
                  <a:pt x="1693991" y="96422"/>
                </a:cubicBezTo>
                <a:cubicBezTo>
                  <a:pt x="1694918" y="99665"/>
                  <a:pt x="1696338" y="102330"/>
                  <a:pt x="1698248" y="104415"/>
                </a:cubicBezTo>
                <a:cubicBezTo>
                  <a:pt x="1700160" y="106499"/>
                  <a:pt x="1702506" y="108033"/>
                  <a:pt x="1705284" y="109017"/>
                </a:cubicBezTo>
                <a:cubicBezTo>
                  <a:pt x="1708064" y="110001"/>
                  <a:pt x="1711075" y="110494"/>
                  <a:pt x="1714318" y="110494"/>
                </a:cubicBezTo>
                <a:cubicBezTo>
                  <a:pt x="1717330" y="110494"/>
                  <a:pt x="1720399" y="109799"/>
                  <a:pt x="1723525" y="108410"/>
                </a:cubicBezTo>
                <a:cubicBezTo>
                  <a:pt x="1726654" y="107021"/>
                  <a:pt x="1729376" y="105458"/>
                  <a:pt x="1731693" y="103720"/>
                </a:cubicBezTo>
                <a:lnTo>
                  <a:pt x="1738641" y="115708"/>
                </a:lnTo>
                <a:cubicBezTo>
                  <a:pt x="1735167" y="118140"/>
                  <a:pt x="1730969" y="120254"/>
                  <a:pt x="1726047" y="122049"/>
                </a:cubicBezTo>
                <a:cubicBezTo>
                  <a:pt x="1721124" y="123843"/>
                  <a:pt x="1715594" y="124740"/>
                  <a:pt x="1709454" y="124740"/>
                </a:cubicBezTo>
                <a:cubicBezTo>
                  <a:pt x="1704359" y="124740"/>
                  <a:pt x="1699726" y="123930"/>
                  <a:pt x="1695555" y="122309"/>
                </a:cubicBezTo>
                <a:cubicBezTo>
                  <a:pt x="1691386" y="120687"/>
                  <a:pt x="1687795" y="118342"/>
                  <a:pt x="1684784" y="115273"/>
                </a:cubicBezTo>
                <a:cubicBezTo>
                  <a:pt x="1681772" y="112204"/>
                  <a:pt x="1679427" y="108439"/>
                  <a:pt x="1677748" y="103980"/>
                </a:cubicBezTo>
                <a:cubicBezTo>
                  <a:pt x="1676069" y="99521"/>
                  <a:pt x="1675229" y="94396"/>
                  <a:pt x="1675229" y="88604"/>
                </a:cubicBezTo>
                <a:moveTo>
                  <a:pt x="1694860" y="72969"/>
                </a:moveTo>
                <a:lnTo>
                  <a:pt x="1732563" y="72969"/>
                </a:lnTo>
                <a:cubicBezTo>
                  <a:pt x="1732794" y="71809"/>
                  <a:pt x="1732997" y="70622"/>
                  <a:pt x="1733170" y="69406"/>
                </a:cubicBezTo>
                <a:cubicBezTo>
                  <a:pt x="1733343" y="68190"/>
                  <a:pt x="1733430" y="66887"/>
                  <a:pt x="1733430" y="65498"/>
                </a:cubicBezTo>
                <a:cubicBezTo>
                  <a:pt x="1733430" y="61327"/>
                  <a:pt x="1732416" y="57650"/>
                  <a:pt x="1730389" y="54465"/>
                </a:cubicBezTo>
                <a:cubicBezTo>
                  <a:pt x="1728362" y="51280"/>
                  <a:pt x="1724742" y="49688"/>
                  <a:pt x="1719530" y="49688"/>
                </a:cubicBezTo>
                <a:cubicBezTo>
                  <a:pt x="1714318" y="49688"/>
                  <a:pt x="1709425" y="51744"/>
                  <a:pt x="1704849" y="55857"/>
                </a:cubicBezTo>
                <a:cubicBezTo>
                  <a:pt x="1700275" y="59967"/>
                  <a:pt x="1696946" y="65671"/>
                  <a:pt x="1694860" y="72969"/>
                </a:cubicBezTo>
                <a:close/>
                <a:moveTo>
                  <a:pt x="1784023" y="124740"/>
                </a:moveTo>
                <a:cubicBezTo>
                  <a:pt x="1776494" y="124740"/>
                  <a:pt x="1770557" y="122077"/>
                  <a:pt x="1766213" y="116750"/>
                </a:cubicBezTo>
                <a:cubicBezTo>
                  <a:pt x="1761871" y="111422"/>
                  <a:pt x="1759700" y="103719"/>
                  <a:pt x="1759700" y="93641"/>
                </a:cubicBezTo>
                <a:cubicBezTo>
                  <a:pt x="1759700" y="85535"/>
                  <a:pt x="1760973" y="77920"/>
                  <a:pt x="1763520" y="70798"/>
                </a:cubicBezTo>
                <a:cubicBezTo>
                  <a:pt x="1766068" y="63673"/>
                  <a:pt x="1769485" y="57476"/>
                  <a:pt x="1773771" y="52206"/>
                </a:cubicBezTo>
                <a:cubicBezTo>
                  <a:pt x="1778057" y="46936"/>
                  <a:pt x="1782951" y="42795"/>
                  <a:pt x="1788452" y="39784"/>
                </a:cubicBezTo>
                <a:cubicBezTo>
                  <a:pt x="1793954" y="36772"/>
                  <a:pt x="1799658" y="35266"/>
                  <a:pt x="1805565" y="35266"/>
                </a:cubicBezTo>
                <a:cubicBezTo>
                  <a:pt x="1809735" y="35266"/>
                  <a:pt x="1813558" y="36338"/>
                  <a:pt x="1817033" y="38482"/>
                </a:cubicBezTo>
                <a:cubicBezTo>
                  <a:pt x="1820507" y="40624"/>
                  <a:pt x="1823229" y="43548"/>
                  <a:pt x="1825198" y="47254"/>
                </a:cubicBezTo>
                <a:lnTo>
                  <a:pt x="1825545" y="47254"/>
                </a:lnTo>
                <a:lnTo>
                  <a:pt x="1829193" y="37353"/>
                </a:lnTo>
                <a:lnTo>
                  <a:pt x="1844134" y="37353"/>
                </a:lnTo>
                <a:lnTo>
                  <a:pt x="1827109" y="122656"/>
                </a:lnTo>
                <a:lnTo>
                  <a:pt x="1811821" y="122656"/>
                </a:lnTo>
                <a:lnTo>
                  <a:pt x="1812688" y="110844"/>
                </a:lnTo>
                <a:lnTo>
                  <a:pt x="1812168" y="110844"/>
                </a:lnTo>
                <a:cubicBezTo>
                  <a:pt x="1808114" y="115013"/>
                  <a:pt x="1803625" y="118372"/>
                  <a:pt x="1798701" y="120920"/>
                </a:cubicBezTo>
                <a:cubicBezTo>
                  <a:pt x="1793779" y="123467"/>
                  <a:pt x="1788886" y="124740"/>
                  <a:pt x="1784023" y="124740"/>
                </a:cubicBezTo>
                <a:moveTo>
                  <a:pt x="1791665" y="109452"/>
                </a:moveTo>
                <a:cubicBezTo>
                  <a:pt x="1795373" y="109452"/>
                  <a:pt x="1799167" y="108352"/>
                  <a:pt x="1803046" y="106151"/>
                </a:cubicBezTo>
                <a:cubicBezTo>
                  <a:pt x="1806925" y="103951"/>
                  <a:pt x="1810603" y="100245"/>
                  <a:pt x="1814080" y="95033"/>
                </a:cubicBezTo>
                <a:lnTo>
                  <a:pt x="1821028" y="60981"/>
                </a:lnTo>
                <a:cubicBezTo>
                  <a:pt x="1819059" y="57275"/>
                  <a:pt x="1816830" y="54611"/>
                  <a:pt x="1814339" y="52991"/>
                </a:cubicBezTo>
                <a:cubicBezTo>
                  <a:pt x="1811849" y="51368"/>
                  <a:pt x="1809272" y="50557"/>
                  <a:pt x="1806606" y="50557"/>
                </a:cubicBezTo>
                <a:cubicBezTo>
                  <a:pt x="1803017" y="50557"/>
                  <a:pt x="1799542" y="51628"/>
                  <a:pt x="1796183" y="53770"/>
                </a:cubicBezTo>
                <a:cubicBezTo>
                  <a:pt x="1792825" y="55912"/>
                  <a:pt x="1789871" y="58837"/>
                  <a:pt x="1787323" y="62545"/>
                </a:cubicBezTo>
                <a:cubicBezTo>
                  <a:pt x="1784775" y="66251"/>
                  <a:pt x="1782747" y="70565"/>
                  <a:pt x="1781242" y="75487"/>
                </a:cubicBezTo>
                <a:cubicBezTo>
                  <a:pt x="1779736" y="80409"/>
                  <a:pt x="1778983" y="85592"/>
                  <a:pt x="1778983" y="91035"/>
                </a:cubicBezTo>
                <a:cubicBezTo>
                  <a:pt x="1778983" y="97290"/>
                  <a:pt x="1780112" y="101923"/>
                  <a:pt x="1782371" y="104935"/>
                </a:cubicBezTo>
                <a:cubicBezTo>
                  <a:pt x="1784630" y="107946"/>
                  <a:pt x="1787728" y="109452"/>
                  <a:pt x="1791665" y="109452"/>
                </a:cubicBezTo>
                <a:close/>
                <a:moveTo>
                  <a:pt x="1867970" y="122656"/>
                </a:moveTo>
                <a:lnTo>
                  <a:pt x="1852509" y="122656"/>
                </a:lnTo>
                <a:lnTo>
                  <a:pt x="1877179" y="0"/>
                </a:lnTo>
                <a:lnTo>
                  <a:pt x="1895768" y="0"/>
                </a:lnTo>
                <a:lnTo>
                  <a:pt x="1889687" y="30229"/>
                </a:lnTo>
                <a:lnTo>
                  <a:pt x="1885519" y="46560"/>
                </a:lnTo>
                <a:lnTo>
                  <a:pt x="1885867" y="46560"/>
                </a:lnTo>
                <a:cubicBezTo>
                  <a:pt x="1889919" y="43316"/>
                  <a:pt x="1894204" y="40624"/>
                  <a:pt x="1898721" y="38482"/>
                </a:cubicBezTo>
                <a:cubicBezTo>
                  <a:pt x="1903239" y="36338"/>
                  <a:pt x="1907872" y="35266"/>
                  <a:pt x="1912621" y="35266"/>
                </a:cubicBezTo>
                <a:cubicBezTo>
                  <a:pt x="1920266" y="35266"/>
                  <a:pt x="1926231" y="37901"/>
                  <a:pt x="1930515" y="43172"/>
                </a:cubicBezTo>
                <a:cubicBezTo>
                  <a:pt x="1934801" y="48442"/>
                  <a:pt x="1936943" y="56173"/>
                  <a:pt x="1936943" y="66365"/>
                </a:cubicBezTo>
                <a:cubicBezTo>
                  <a:pt x="1936943" y="74589"/>
                  <a:pt x="1935669" y="82233"/>
                  <a:pt x="1933121" y="89299"/>
                </a:cubicBezTo>
                <a:cubicBezTo>
                  <a:pt x="1930574" y="96365"/>
                  <a:pt x="1927158" y="102533"/>
                  <a:pt x="1922872" y="107803"/>
                </a:cubicBezTo>
                <a:cubicBezTo>
                  <a:pt x="1918586" y="113073"/>
                  <a:pt x="1913722" y="117214"/>
                  <a:pt x="1908278" y="120226"/>
                </a:cubicBezTo>
                <a:cubicBezTo>
                  <a:pt x="1902835" y="123235"/>
                  <a:pt x="1897159" y="124740"/>
                  <a:pt x="1891251" y="124740"/>
                </a:cubicBezTo>
                <a:cubicBezTo>
                  <a:pt x="1886965" y="124740"/>
                  <a:pt x="1883171" y="123669"/>
                  <a:pt x="1879870" y="121527"/>
                </a:cubicBezTo>
                <a:cubicBezTo>
                  <a:pt x="1876570" y="119385"/>
                  <a:pt x="1873936" y="116460"/>
                  <a:pt x="1871967" y="112752"/>
                </a:cubicBezTo>
                <a:lnTo>
                  <a:pt x="1871620" y="112752"/>
                </a:lnTo>
                <a:lnTo>
                  <a:pt x="1867970" y="122656"/>
                </a:lnTo>
                <a:moveTo>
                  <a:pt x="1904978" y="50557"/>
                </a:moveTo>
                <a:cubicBezTo>
                  <a:pt x="1901618" y="50557"/>
                  <a:pt x="1897969" y="51571"/>
                  <a:pt x="1894032" y="53598"/>
                </a:cubicBezTo>
                <a:cubicBezTo>
                  <a:pt x="1890094" y="55623"/>
                  <a:pt x="1886504" y="58721"/>
                  <a:pt x="1883261" y="62892"/>
                </a:cubicBezTo>
                <a:lnTo>
                  <a:pt x="1875962" y="99028"/>
                </a:lnTo>
                <a:cubicBezTo>
                  <a:pt x="1877816" y="102734"/>
                  <a:pt x="1879959" y="105398"/>
                  <a:pt x="1882391" y="107021"/>
                </a:cubicBezTo>
                <a:cubicBezTo>
                  <a:pt x="1884823" y="108642"/>
                  <a:pt x="1887372" y="109452"/>
                  <a:pt x="1890037" y="109452"/>
                </a:cubicBezTo>
                <a:cubicBezTo>
                  <a:pt x="1893626" y="109452"/>
                  <a:pt x="1897100" y="108381"/>
                  <a:pt x="1900458" y="106239"/>
                </a:cubicBezTo>
                <a:cubicBezTo>
                  <a:pt x="1903817" y="104095"/>
                  <a:pt x="1906772" y="101170"/>
                  <a:pt x="1909320" y="97464"/>
                </a:cubicBezTo>
                <a:cubicBezTo>
                  <a:pt x="1911869" y="93758"/>
                  <a:pt x="1913924" y="89444"/>
                  <a:pt x="1915486" y="84522"/>
                </a:cubicBezTo>
                <a:cubicBezTo>
                  <a:pt x="1917050" y="79600"/>
                  <a:pt x="1917832" y="74359"/>
                  <a:pt x="1917832" y="68799"/>
                </a:cubicBezTo>
                <a:cubicBezTo>
                  <a:pt x="1917832" y="62544"/>
                  <a:pt x="1916674" y="57940"/>
                  <a:pt x="1914357" y="54987"/>
                </a:cubicBezTo>
                <a:cubicBezTo>
                  <a:pt x="1912042" y="52034"/>
                  <a:pt x="1908915" y="50557"/>
                  <a:pt x="1904978" y="50557"/>
                </a:cubicBezTo>
                <a:close/>
                <a:moveTo>
                  <a:pt x="1965125" y="124740"/>
                </a:moveTo>
                <a:cubicBezTo>
                  <a:pt x="1960144" y="124740"/>
                  <a:pt x="1956496" y="123524"/>
                  <a:pt x="1954179" y="121092"/>
                </a:cubicBezTo>
                <a:cubicBezTo>
                  <a:pt x="1951862" y="118661"/>
                  <a:pt x="1950703" y="115244"/>
                  <a:pt x="1950703" y="110844"/>
                </a:cubicBezTo>
                <a:cubicBezTo>
                  <a:pt x="1950703" y="108178"/>
                  <a:pt x="1951109" y="105167"/>
                  <a:pt x="1951920" y="101809"/>
                </a:cubicBezTo>
                <a:lnTo>
                  <a:pt x="1972248" y="0"/>
                </a:lnTo>
                <a:lnTo>
                  <a:pt x="1990837" y="0"/>
                </a:lnTo>
                <a:lnTo>
                  <a:pt x="1970336" y="102676"/>
                </a:lnTo>
                <a:cubicBezTo>
                  <a:pt x="1970105" y="103604"/>
                  <a:pt x="1969989" y="104299"/>
                  <a:pt x="1969989" y="104762"/>
                </a:cubicBezTo>
                <a:cubicBezTo>
                  <a:pt x="1969989" y="105225"/>
                  <a:pt x="1969989" y="105631"/>
                  <a:pt x="1969989" y="105979"/>
                </a:cubicBezTo>
                <a:cubicBezTo>
                  <a:pt x="1969989" y="108411"/>
                  <a:pt x="1970974" y="109627"/>
                  <a:pt x="1972942" y="109627"/>
                </a:cubicBezTo>
                <a:cubicBezTo>
                  <a:pt x="1973522" y="109627"/>
                  <a:pt x="1973985" y="109598"/>
                  <a:pt x="1974331" y="109539"/>
                </a:cubicBezTo>
                <a:cubicBezTo>
                  <a:pt x="1974680" y="109481"/>
                  <a:pt x="1975259" y="109336"/>
                  <a:pt x="1976070" y="109105"/>
                </a:cubicBezTo>
                <a:lnTo>
                  <a:pt x="1975723" y="123004"/>
                </a:lnTo>
                <a:cubicBezTo>
                  <a:pt x="1974449" y="123583"/>
                  <a:pt x="1972943" y="124017"/>
                  <a:pt x="1971206" y="124305"/>
                </a:cubicBezTo>
                <a:cubicBezTo>
                  <a:pt x="1969469" y="124595"/>
                  <a:pt x="1967441" y="124740"/>
                  <a:pt x="1965125" y="124740"/>
                </a:cubicBezTo>
                <a:close/>
                <a:moveTo>
                  <a:pt x="1995564" y="88604"/>
                </a:moveTo>
                <a:cubicBezTo>
                  <a:pt x="1995564" y="80613"/>
                  <a:pt x="1996924" y="73344"/>
                  <a:pt x="1999646" y="66800"/>
                </a:cubicBezTo>
                <a:cubicBezTo>
                  <a:pt x="2002368" y="60255"/>
                  <a:pt x="2005958" y="54638"/>
                  <a:pt x="2010417" y="49948"/>
                </a:cubicBezTo>
                <a:cubicBezTo>
                  <a:pt x="2014876" y="45257"/>
                  <a:pt x="2019886" y="41638"/>
                  <a:pt x="2025446" y="39089"/>
                </a:cubicBezTo>
                <a:cubicBezTo>
                  <a:pt x="2031006" y="36541"/>
                  <a:pt x="2036565" y="35266"/>
                  <a:pt x="2042123" y="35266"/>
                </a:cubicBezTo>
                <a:cubicBezTo>
                  <a:pt x="2047103" y="35266"/>
                  <a:pt x="2051302" y="36077"/>
                  <a:pt x="2054718" y="37700"/>
                </a:cubicBezTo>
                <a:cubicBezTo>
                  <a:pt x="2058136" y="39321"/>
                  <a:pt x="2060916" y="41550"/>
                  <a:pt x="2063058" y="44388"/>
                </a:cubicBezTo>
                <a:cubicBezTo>
                  <a:pt x="2065202" y="47227"/>
                  <a:pt x="2066766" y="50557"/>
                  <a:pt x="2067750" y="54380"/>
                </a:cubicBezTo>
                <a:cubicBezTo>
                  <a:pt x="2068735" y="58201"/>
                  <a:pt x="2069227" y="62312"/>
                  <a:pt x="2069227" y="66712"/>
                </a:cubicBezTo>
                <a:cubicBezTo>
                  <a:pt x="2069227" y="70420"/>
                  <a:pt x="2068763" y="74012"/>
                  <a:pt x="2067835" y="77486"/>
                </a:cubicBezTo>
                <a:cubicBezTo>
                  <a:pt x="2066909" y="80961"/>
                  <a:pt x="2066157" y="83393"/>
                  <a:pt x="2065579" y="84782"/>
                </a:cubicBezTo>
                <a:lnTo>
                  <a:pt x="2013630" y="84782"/>
                </a:lnTo>
                <a:cubicBezTo>
                  <a:pt x="2013167" y="89299"/>
                  <a:pt x="2013399" y="93179"/>
                  <a:pt x="2014325" y="96422"/>
                </a:cubicBezTo>
                <a:cubicBezTo>
                  <a:pt x="2015253" y="99665"/>
                  <a:pt x="2016672" y="102330"/>
                  <a:pt x="2018582" y="104415"/>
                </a:cubicBezTo>
                <a:cubicBezTo>
                  <a:pt x="2020494" y="106499"/>
                  <a:pt x="2022840" y="108033"/>
                  <a:pt x="2025618" y="109017"/>
                </a:cubicBezTo>
                <a:cubicBezTo>
                  <a:pt x="2028398" y="110001"/>
                  <a:pt x="2031409" y="110494"/>
                  <a:pt x="2034653" y="110494"/>
                </a:cubicBezTo>
                <a:cubicBezTo>
                  <a:pt x="2037664" y="110494"/>
                  <a:pt x="2040733" y="109799"/>
                  <a:pt x="2043859" y="108410"/>
                </a:cubicBezTo>
                <a:cubicBezTo>
                  <a:pt x="2046988" y="107021"/>
                  <a:pt x="2049710" y="105458"/>
                  <a:pt x="2052027" y="103720"/>
                </a:cubicBezTo>
                <a:lnTo>
                  <a:pt x="2058975" y="115708"/>
                </a:lnTo>
                <a:cubicBezTo>
                  <a:pt x="2055501" y="118140"/>
                  <a:pt x="2051303" y="120254"/>
                  <a:pt x="2046381" y="122049"/>
                </a:cubicBezTo>
                <a:cubicBezTo>
                  <a:pt x="2041459" y="123843"/>
                  <a:pt x="2035928" y="124740"/>
                  <a:pt x="2029788" y="124740"/>
                </a:cubicBezTo>
                <a:cubicBezTo>
                  <a:pt x="2024693" y="124740"/>
                  <a:pt x="2020060" y="123930"/>
                  <a:pt x="2015889" y="122309"/>
                </a:cubicBezTo>
                <a:cubicBezTo>
                  <a:pt x="2011720" y="120687"/>
                  <a:pt x="2008129" y="118342"/>
                  <a:pt x="2005118" y="115273"/>
                </a:cubicBezTo>
                <a:cubicBezTo>
                  <a:pt x="2002106" y="112204"/>
                  <a:pt x="1999761" y="108439"/>
                  <a:pt x="1998082" y="103980"/>
                </a:cubicBezTo>
                <a:cubicBezTo>
                  <a:pt x="1996403" y="99521"/>
                  <a:pt x="1995564" y="94396"/>
                  <a:pt x="1995564" y="88604"/>
                </a:cubicBezTo>
                <a:moveTo>
                  <a:pt x="2015194" y="72969"/>
                </a:moveTo>
                <a:lnTo>
                  <a:pt x="2052897" y="72969"/>
                </a:lnTo>
                <a:cubicBezTo>
                  <a:pt x="2053128" y="71809"/>
                  <a:pt x="2053331" y="70622"/>
                  <a:pt x="2053504" y="69406"/>
                </a:cubicBezTo>
                <a:cubicBezTo>
                  <a:pt x="2053677" y="68190"/>
                  <a:pt x="2053764" y="66887"/>
                  <a:pt x="2053764" y="65498"/>
                </a:cubicBezTo>
                <a:cubicBezTo>
                  <a:pt x="2053764" y="61327"/>
                  <a:pt x="2052750" y="57650"/>
                  <a:pt x="2050723" y="54465"/>
                </a:cubicBezTo>
                <a:cubicBezTo>
                  <a:pt x="2048696" y="51280"/>
                  <a:pt x="2045076" y="49688"/>
                  <a:pt x="2039864" y="49688"/>
                </a:cubicBezTo>
                <a:cubicBezTo>
                  <a:pt x="2034653" y="49688"/>
                  <a:pt x="2029759" y="51744"/>
                  <a:pt x="2025183" y="55857"/>
                </a:cubicBezTo>
                <a:cubicBezTo>
                  <a:pt x="2020609" y="59967"/>
                  <a:pt x="2017280" y="65671"/>
                  <a:pt x="2015194" y="7296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Text ob">
            <a:extLst xmlns:a="http://schemas.openxmlformats.org/drawingml/2006/main">
              <a:ext uri="{FF2B5EF4-FFF2-40B4-BE49-F238E27FC236}">
                <a16:creationId xmlns:a16="http://schemas.microsoft.com/office/drawing/2014/main" id="{A860A85A-709A-4028-B099-781FB9C2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067" y="4263161"/>
            <a:ext cx="174639" cy="124740"/>
          </a:xfrm>
          <a:custGeom xmlns:a="http://schemas.openxmlformats.org/drawingml/2006/main">
            <a:pathLst>
              <a:path w="174639" h="124740">
                <a:moveTo>
                  <a:pt x="31793" y="124740"/>
                </a:moveTo>
                <a:cubicBezTo>
                  <a:pt x="27045" y="124740"/>
                  <a:pt x="22701" y="123930"/>
                  <a:pt x="18764" y="122309"/>
                </a:cubicBezTo>
                <a:cubicBezTo>
                  <a:pt x="14826" y="120687"/>
                  <a:pt x="11467" y="118371"/>
                  <a:pt x="8687" y="115361"/>
                </a:cubicBezTo>
                <a:cubicBezTo>
                  <a:pt x="5907" y="112349"/>
                  <a:pt x="3764" y="108701"/>
                  <a:pt x="2259" y="104415"/>
                </a:cubicBezTo>
                <a:cubicBezTo>
                  <a:pt x="753" y="100129"/>
                  <a:pt x="0" y="95322"/>
                  <a:pt x="0" y="89994"/>
                </a:cubicBezTo>
                <a:cubicBezTo>
                  <a:pt x="0" y="81887"/>
                  <a:pt x="1361" y="74445"/>
                  <a:pt x="4083" y="67669"/>
                </a:cubicBezTo>
                <a:cubicBezTo>
                  <a:pt x="6804" y="60893"/>
                  <a:pt x="10365" y="55131"/>
                  <a:pt x="14766" y="50382"/>
                </a:cubicBezTo>
                <a:cubicBezTo>
                  <a:pt x="19169" y="45633"/>
                  <a:pt x="24178" y="41927"/>
                  <a:pt x="29795" y="39264"/>
                </a:cubicBezTo>
                <a:cubicBezTo>
                  <a:pt x="35413" y="36599"/>
                  <a:pt x="41118" y="35266"/>
                  <a:pt x="46909" y="35266"/>
                </a:cubicBezTo>
                <a:cubicBezTo>
                  <a:pt x="56639" y="35266"/>
                  <a:pt x="64399" y="38365"/>
                  <a:pt x="70191" y="44563"/>
                </a:cubicBezTo>
                <a:cubicBezTo>
                  <a:pt x="75982" y="50760"/>
                  <a:pt x="78878" y="59244"/>
                  <a:pt x="78878" y="70016"/>
                </a:cubicBezTo>
                <a:cubicBezTo>
                  <a:pt x="78878" y="78122"/>
                  <a:pt x="77516" y="85535"/>
                  <a:pt x="74793" y="92252"/>
                </a:cubicBezTo>
                <a:cubicBezTo>
                  <a:pt x="72071" y="98970"/>
                  <a:pt x="68510" y="104732"/>
                  <a:pt x="64109" y="109539"/>
                </a:cubicBezTo>
                <a:cubicBezTo>
                  <a:pt x="59708" y="114346"/>
                  <a:pt x="54699" y="118082"/>
                  <a:pt x="49081" y="120745"/>
                </a:cubicBezTo>
                <a:cubicBezTo>
                  <a:pt x="43464" y="123408"/>
                  <a:pt x="37702" y="124740"/>
                  <a:pt x="31793" y="124740"/>
                </a:cubicBezTo>
                <a:moveTo>
                  <a:pt x="33880" y="109627"/>
                </a:moveTo>
                <a:cubicBezTo>
                  <a:pt x="37238" y="109627"/>
                  <a:pt x="40480" y="108613"/>
                  <a:pt x="43606" y="106586"/>
                </a:cubicBezTo>
                <a:cubicBezTo>
                  <a:pt x="46734" y="104559"/>
                  <a:pt x="49515" y="101779"/>
                  <a:pt x="51946" y="98246"/>
                </a:cubicBezTo>
                <a:cubicBezTo>
                  <a:pt x="54380" y="94713"/>
                  <a:pt x="56321" y="90572"/>
                  <a:pt x="57768" y="85823"/>
                </a:cubicBezTo>
                <a:cubicBezTo>
                  <a:pt x="59215" y="81075"/>
                  <a:pt x="59939" y="75979"/>
                  <a:pt x="59939" y="70535"/>
                </a:cubicBezTo>
                <a:cubicBezTo>
                  <a:pt x="59939" y="64049"/>
                  <a:pt x="58665" y="59069"/>
                  <a:pt x="56116" y="55594"/>
                </a:cubicBezTo>
                <a:cubicBezTo>
                  <a:pt x="53570" y="52120"/>
                  <a:pt x="49864" y="50382"/>
                  <a:pt x="44998" y="50382"/>
                </a:cubicBezTo>
                <a:cubicBezTo>
                  <a:pt x="41640" y="50382"/>
                  <a:pt x="38368" y="51396"/>
                  <a:pt x="35181" y="53423"/>
                </a:cubicBezTo>
                <a:cubicBezTo>
                  <a:pt x="31997" y="55450"/>
                  <a:pt x="29188" y="58201"/>
                  <a:pt x="26757" y="61676"/>
                </a:cubicBezTo>
                <a:cubicBezTo>
                  <a:pt x="24325" y="65150"/>
                  <a:pt x="22384" y="69262"/>
                  <a:pt x="20935" y="74011"/>
                </a:cubicBezTo>
                <a:cubicBezTo>
                  <a:pt x="19488" y="78759"/>
                  <a:pt x="18764" y="83856"/>
                  <a:pt x="18764" y="89299"/>
                </a:cubicBezTo>
                <a:cubicBezTo>
                  <a:pt x="18764" y="95785"/>
                  <a:pt x="20038" y="100795"/>
                  <a:pt x="22587" y="104327"/>
                </a:cubicBezTo>
                <a:cubicBezTo>
                  <a:pt x="25135" y="107860"/>
                  <a:pt x="28899" y="109627"/>
                  <a:pt x="33880" y="109627"/>
                </a:cubicBezTo>
                <a:close/>
                <a:moveTo>
                  <a:pt x="105666" y="122656"/>
                </a:moveTo>
                <a:lnTo>
                  <a:pt x="90205" y="122656"/>
                </a:lnTo>
                <a:lnTo>
                  <a:pt x="114875" y="0"/>
                </a:lnTo>
                <a:lnTo>
                  <a:pt x="133464" y="0"/>
                </a:lnTo>
                <a:lnTo>
                  <a:pt x="127383" y="30229"/>
                </a:lnTo>
                <a:lnTo>
                  <a:pt x="123215" y="46560"/>
                </a:lnTo>
                <a:lnTo>
                  <a:pt x="123563" y="46560"/>
                </a:lnTo>
                <a:cubicBezTo>
                  <a:pt x="127615" y="43316"/>
                  <a:pt x="131900" y="40624"/>
                  <a:pt x="136417" y="38482"/>
                </a:cubicBezTo>
                <a:cubicBezTo>
                  <a:pt x="140935" y="36338"/>
                  <a:pt x="145568" y="35266"/>
                  <a:pt x="150316" y="35266"/>
                </a:cubicBezTo>
                <a:cubicBezTo>
                  <a:pt x="157962" y="35266"/>
                  <a:pt x="163927" y="37901"/>
                  <a:pt x="168211" y="43172"/>
                </a:cubicBezTo>
                <a:cubicBezTo>
                  <a:pt x="172496" y="48442"/>
                  <a:pt x="174639" y="56173"/>
                  <a:pt x="174639" y="66365"/>
                </a:cubicBezTo>
                <a:cubicBezTo>
                  <a:pt x="174639" y="74589"/>
                  <a:pt x="173365" y="82233"/>
                  <a:pt x="170817" y="89299"/>
                </a:cubicBezTo>
                <a:cubicBezTo>
                  <a:pt x="168270" y="96365"/>
                  <a:pt x="164854" y="102533"/>
                  <a:pt x="160568" y="107803"/>
                </a:cubicBezTo>
                <a:cubicBezTo>
                  <a:pt x="156282" y="113073"/>
                  <a:pt x="151417" y="117214"/>
                  <a:pt x="145974" y="120226"/>
                </a:cubicBezTo>
                <a:cubicBezTo>
                  <a:pt x="140531" y="123235"/>
                  <a:pt x="134855" y="124740"/>
                  <a:pt x="128947" y="124740"/>
                </a:cubicBezTo>
                <a:cubicBezTo>
                  <a:pt x="124661" y="124740"/>
                  <a:pt x="120867" y="123669"/>
                  <a:pt x="117566" y="121527"/>
                </a:cubicBezTo>
                <a:cubicBezTo>
                  <a:pt x="114266" y="119385"/>
                  <a:pt x="111632" y="116460"/>
                  <a:pt x="109663" y="112752"/>
                </a:cubicBezTo>
                <a:lnTo>
                  <a:pt x="109316" y="112752"/>
                </a:lnTo>
                <a:lnTo>
                  <a:pt x="105666" y="122656"/>
                </a:lnTo>
                <a:moveTo>
                  <a:pt x="142674" y="50557"/>
                </a:moveTo>
                <a:cubicBezTo>
                  <a:pt x="139314" y="50557"/>
                  <a:pt x="135665" y="51571"/>
                  <a:pt x="131728" y="53598"/>
                </a:cubicBezTo>
                <a:cubicBezTo>
                  <a:pt x="127790" y="55623"/>
                  <a:pt x="124200" y="58721"/>
                  <a:pt x="120957" y="62892"/>
                </a:cubicBezTo>
                <a:lnTo>
                  <a:pt x="113658" y="99028"/>
                </a:lnTo>
                <a:cubicBezTo>
                  <a:pt x="115512" y="102734"/>
                  <a:pt x="117655" y="105398"/>
                  <a:pt x="120087" y="107021"/>
                </a:cubicBezTo>
                <a:cubicBezTo>
                  <a:pt x="122519" y="108642"/>
                  <a:pt x="125067" y="109452"/>
                  <a:pt x="127733" y="109452"/>
                </a:cubicBezTo>
                <a:cubicBezTo>
                  <a:pt x="131322" y="109452"/>
                  <a:pt x="134796" y="108381"/>
                  <a:pt x="138154" y="106239"/>
                </a:cubicBezTo>
                <a:cubicBezTo>
                  <a:pt x="141513" y="104095"/>
                  <a:pt x="144467" y="101170"/>
                  <a:pt x="147016" y="97464"/>
                </a:cubicBezTo>
                <a:cubicBezTo>
                  <a:pt x="149564" y="93758"/>
                  <a:pt x="151620" y="89444"/>
                  <a:pt x="153182" y="84522"/>
                </a:cubicBezTo>
                <a:cubicBezTo>
                  <a:pt x="154746" y="79600"/>
                  <a:pt x="155528" y="74359"/>
                  <a:pt x="155528" y="68799"/>
                </a:cubicBezTo>
                <a:cubicBezTo>
                  <a:pt x="155528" y="62544"/>
                  <a:pt x="154370" y="57940"/>
                  <a:pt x="152053" y="54987"/>
                </a:cubicBezTo>
                <a:cubicBezTo>
                  <a:pt x="149738" y="52034"/>
                  <a:pt x="146611" y="50557"/>
                  <a:pt x="142674" y="5055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Text jectofclassGeneratorin…">
            <a:extLst xmlns:a="http://schemas.openxmlformats.org/drawingml/2006/main">
              <a:ext uri="{FF2B5EF4-FFF2-40B4-BE49-F238E27FC236}">
                <a16:creationId xmlns:a16="http://schemas.microsoft.com/office/drawing/2014/main" id="{5D2651E3-1C15-433B-B979-A403FF91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278" y="4261075"/>
            <a:ext cx="1974754" cy="160531"/>
          </a:xfrm>
          <a:custGeom xmlns:a="http://schemas.openxmlformats.org/drawingml/2006/main">
            <a:pathLst>
              <a:path w="1974754" h="160531">
                <a:moveTo>
                  <a:pt x="14941" y="160531"/>
                </a:moveTo>
                <a:cubicBezTo>
                  <a:pt x="12046" y="160531"/>
                  <a:pt x="9441" y="160271"/>
                  <a:pt x="7126" y="159749"/>
                </a:cubicBezTo>
                <a:cubicBezTo>
                  <a:pt x="4809" y="159230"/>
                  <a:pt x="2434" y="158333"/>
                  <a:pt x="0" y="157059"/>
                </a:cubicBezTo>
                <a:lnTo>
                  <a:pt x="5909" y="143507"/>
                </a:lnTo>
                <a:cubicBezTo>
                  <a:pt x="8109" y="144896"/>
                  <a:pt x="10657" y="145590"/>
                  <a:pt x="13552" y="145590"/>
                </a:cubicBezTo>
                <a:cubicBezTo>
                  <a:pt x="16680" y="145590"/>
                  <a:pt x="19084" y="144374"/>
                  <a:pt x="20763" y="141943"/>
                </a:cubicBezTo>
                <a:cubicBezTo>
                  <a:pt x="22442" y="139511"/>
                  <a:pt x="23861" y="135862"/>
                  <a:pt x="25020" y="130997"/>
                </a:cubicBezTo>
                <a:lnTo>
                  <a:pt x="43434" y="39439"/>
                </a:lnTo>
                <a:lnTo>
                  <a:pt x="62025" y="39439"/>
                </a:lnTo>
                <a:lnTo>
                  <a:pt x="43609" y="131344"/>
                </a:lnTo>
                <a:cubicBezTo>
                  <a:pt x="42683" y="135515"/>
                  <a:pt x="41467" y="139395"/>
                  <a:pt x="39961" y="142984"/>
                </a:cubicBezTo>
                <a:cubicBezTo>
                  <a:pt x="38455" y="146576"/>
                  <a:pt x="36573" y="149674"/>
                  <a:pt x="34315" y="152279"/>
                </a:cubicBezTo>
                <a:cubicBezTo>
                  <a:pt x="32056" y="154886"/>
                  <a:pt x="29333" y="156913"/>
                  <a:pt x="26147" y="158360"/>
                </a:cubicBezTo>
                <a:cubicBezTo>
                  <a:pt x="22962" y="159808"/>
                  <a:pt x="19227" y="160531"/>
                  <a:pt x="14941" y="160531"/>
                </a:cubicBezTo>
                <a:moveTo>
                  <a:pt x="57333" y="24323"/>
                </a:moveTo>
                <a:cubicBezTo>
                  <a:pt x="54553" y="24323"/>
                  <a:pt x="52063" y="23483"/>
                  <a:pt x="49863" y="21804"/>
                </a:cubicBezTo>
                <a:cubicBezTo>
                  <a:pt x="47662" y="20126"/>
                  <a:pt x="46562" y="17722"/>
                  <a:pt x="46562" y="14594"/>
                </a:cubicBezTo>
                <a:cubicBezTo>
                  <a:pt x="46562" y="11236"/>
                  <a:pt x="47778" y="8370"/>
                  <a:pt x="50210" y="5997"/>
                </a:cubicBezTo>
                <a:cubicBezTo>
                  <a:pt x="52644" y="3621"/>
                  <a:pt x="55598" y="2434"/>
                  <a:pt x="59072" y="2434"/>
                </a:cubicBezTo>
                <a:cubicBezTo>
                  <a:pt x="61850" y="2434"/>
                  <a:pt x="64340" y="3273"/>
                  <a:pt x="66540" y="4952"/>
                </a:cubicBezTo>
                <a:cubicBezTo>
                  <a:pt x="68742" y="6631"/>
                  <a:pt x="69843" y="9035"/>
                  <a:pt x="69843" y="12163"/>
                </a:cubicBezTo>
                <a:cubicBezTo>
                  <a:pt x="69843" y="15637"/>
                  <a:pt x="68598" y="18533"/>
                  <a:pt x="66108" y="20850"/>
                </a:cubicBezTo>
                <a:cubicBezTo>
                  <a:pt x="63618" y="23165"/>
                  <a:pt x="60693" y="24323"/>
                  <a:pt x="57333" y="24323"/>
                </a:cubicBezTo>
                <a:close/>
                <a:moveTo>
                  <a:pt x="71442" y="90691"/>
                </a:moveTo>
                <a:cubicBezTo>
                  <a:pt x="71442" y="82699"/>
                  <a:pt x="72803" y="75431"/>
                  <a:pt x="75525" y="68886"/>
                </a:cubicBezTo>
                <a:cubicBezTo>
                  <a:pt x="78246" y="62342"/>
                  <a:pt x="81837" y="56724"/>
                  <a:pt x="86296" y="52034"/>
                </a:cubicBezTo>
                <a:cubicBezTo>
                  <a:pt x="90755" y="47343"/>
                  <a:pt x="95764" y="43724"/>
                  <a:pt x="101324" y="41175"/>
                </a:cubicBezTo>
                <a:cubicBezTo>
                  <a:pt x="106884" y="38627"/>
                  <a:pt x="112443" y="37353"/>
                  <a:pt x="118002" y="37353"/>
                </a:cubicBezTo>
                <a:cubicBezTo>
                  <a:pt x="122982" y="37353"/>
                  <a:pt x="127180" y="38164"/>
                  <a:pt x="130597" y="39786"/>
                </a:cubicBezTo>
                <a:cubicBezTo>
                  <a:pt x="134015" y="41407"/>
                  <a:pt x="136795" y="43636"/>
                  <a:pt x="138937" y="46475"/>
                </a:cubicBezTo>
                <a:cubicBezTo>
                  <a:pt x="141080" y="49313"/>
                  <a:pt x="142645" y="52644"/>
                  <a:pt x="143629" y="56466"/>
                </a:cubicBezTo>
                <a:cubicBezTo>
                  <a:pt x="144613" y="60287"/>
                  <a:pt x="145106" y="64398"/>
                  <a:pt x="145106" y="68799"/>
                </a:cubicBezTo>
                <a:cubicBezTo>
                  <a:pt x="145106" y="72507"/>
                  <a:pt x="144642" y="76098"/>
                  <a:pt x="143714" y="79572"/>
                </a:cubicBezTo>
                <a:cubicBezTo>
                  <a:pt x="142788" y="83047"/>
                  <a:pt x="142036" y="85479"/>
                  <a:pt x="141458" y="86868"/>
                </a:cubicBezTo>
                <a:lnTo>
                  <a:pt x="89509" y="86868"/>
                </a:lnTo>
                <a:cubicBezTo>
                  <a:pt x="89046" y="91385"/>
                  <a:pt x="89277" y="95265"/>
                  <a:pt x="90203" y="98509"/>
                </a:cubicBezTo>
                <a:cubicBezTo>
                  <a:pt x="91131" y="101752"/>
                  <a:pt x="92550" y="104416"/>
                  <a:pt x="94461" y="106501"/>
                </a:cubicBezTo>
                <a:cubicBezTo>
                  <a:pt x="96373" y="108585"/>
                  <a:pt x="98718" y="110119"/>
                  <a:pt x="101497" y="111103"/>
                </a:cubicBezTo>
                <a:cubicBezTo>
                  <a:pt x="104277" y="112088"/>
                  <a:pt x="107288" y="112580"/>
                  <a:pt x="110531" y="112580"/>
                </a:cubicBezTo>
                <a:cubicBezTo>
                  <a:pt x="113543" y="112580"/>
                  <a:pt x="116612" y="111885"/>
                  <a:pt x="119738" y="110496"/>
                </a:cubicBezTo>
                <a:cubicBezTo>
                  <a:pt x="122866" y="109107"/>
                  <a:pt x="125589" y="107544"/>
                  <a:pt x="127906" y="105807"/>
                </a:cubicBezTo>
                <a:lnTo>
                  <a:pt x="134854" y="117795"/>
                </a:lnTo>
                <a:cubicBezTo>
                  <a:pt x="131380" y="120226"/>
                  <a:pt x="127181" y="122340"/>
                  <a:pt x="122259" y="124136"/>
                </a:cubicBezTo>
                <a:cubicBezTo>
                  <a:pt x="117337" y="125930"/>
                  <a:pt x="111806" y="126827"/>
                  <a:pt x="105667" y="126827"/>
                </a:cubicBezTo>
                <a:cubicBezTo>
                  <a:pt x="100571" y="126827"/>
                  <a:pt x="95938" y="126016"/>
                  <a:pt x="91767" y="124396"/>
                </a:cubicBezTo>
                <a:cubicBezTo>
                  <a:pt x="87598" y="122773"/>
                  <a:pt x="84008" y="120428"/>
                  <a:pt x="80996" y="117360"/>
                </a:cubicBezTo>
                <a:cubicBezTo>
                  <a:pt x="77985" y="114290"/>
                  <a:pt x="75640" y="110526"/>
                  <a:pt x="73961" y="106067"/>
                </a:cubicBezTo>
                <a:cubicBezTo>
                  <a:pt x="72282" y="101608"/>
                  <a:pt x="71442" y="96482"/>
                  <a:pt x="71442" y="90691"/>
                </a:cubicBezTo>
                <a:moveTo>
                  <a:pt x="91073" y="75055"/>
                </a:moveTo>
                <a:lnTo>
                  <a:pt x="128775" y="75055"/>
                </a:lnTo>
                <a:cubicBezTo>
                  <a:pt x="129007" y="73896"/>
                  <a:pt x="129209" y="72708"/>
                  <a:pt x="129382" y="71492"/>
                </a:cubicBezTo>
                <a:cubicBezTo>
                  <a:pt x="129556" y="70276"/>
                  <a:pt x="129642" y="68974"/>
                  <a:pt x="129642" y="67585"/>
                </a:cubicBezTo>
                <a:cubicBezTo>
                  <a:pt x="129642" y="63414"/>
                  <a:pt x="128629" y="59736"/>
                  <a:pt x="126602" y="56551"/>
                </a:cubicBezTo>
                <a:cubicBezTo>
                  <a:pt x="124574" y="53366"/>
                  <a:pt x="120955" y="51774"/>
                  <a:pt x="115743" y="51774"/>
                </a:cubicBezTo>
                <a:cubicBezTo>
                  <a:pt x="110531" y="51774"/>
                  <a:pt x="105637" y="53830"/>
                  <a:pt x="101062" y="57943"/>
                </a:cubicBezTo>
                <a:cubicBezTo>
                  <a:pt x="96488" y="62054"/>
                  <a:pt x="93158" y="67758"/>
                  <a:pt x="91073" y="75055"/>
                </a:cubicBezTo>
                <a:close/>
                <a:moveTo>
                  <a:pt x="188053" y="126827"/>
                </a:moveTo>
                <a:cubicBezTo>
                  <a:pt x="183304" y="126827"/>
                  <a:pt x="178960" y="126045"/>
                  <a:pt x="175021" y="124483"/>
                </a:cubicBezTo>
                <a:cubicBezTo>
                  <a:pt x="171083" y="122919"/>
                  <a:pt x="167667" y="120660"/>
                  <a:pt x="164772" y="117707"/>
                </a:cubicBezTo>
                <a:cubicBezTo>
                  <a:pt x="161877" y="114754"/>
                  <a:pt x="159618" y="111134"/>
                  <a:pt x="157996" y="106849"/>
                </a:cubicBezTo>
                <a:cubicBezTo>
                  <a:pt x="156375" y="102563"/>
                  <a:pt x="155565" y="97640"/>
                  <a:pt x="155565" y="92080"/>
                </a:cubicBezTo>
                <a:cubicBezTo>
                  <a:pt x="155565" y="84436"/>
                  <a:pt x="156868" y="77285"/>
                  <a:pt x="159473" y="70625"/>
                </a:cubicBezTo>
                <a:cubicBezTo>
                  <a:pt x="162079" y="63964"/>
                  <a:pt x="165612" y="58173"/>
                  <a:pt x="170071" y="53251"/>
                </a:cubicBezTo>
                <a:cubicBezTo>
                  <a:pt x="174530" y="48329"/>
                  <a:pt x="179742" y="44448"/>
                  <a:pt x="185707" y="41610"/>
                </a:cubicBezTo>
                <a:cubicBezTo>
                  <a:pt x="191672" y="38772"/>
                  <a:pt x="197955" y="37353"/>
                  <a:pt x="204558" y="37353"/>
                </a:cubicBezTo>
                <a:cubicBezTo>
                  <a:pt x="209770" y="37353"/>
                  <a:pt x="214229" y="38395"/>
                  <a:pt x="217935" y="40481"/>
                </a:cubicBezTo>
                <a:cubicBezTo>
                  <a:pt x="221641" y="42566"/>
                  <a:pt x="224653" y="44999"/>
                  <a:pt x="226970" y="47779"/>
                </a:cubicBezTo>
                <a:lnTo>
                  <a:pt x="216546" y="59070"/>
                </a:lnTo>
                <a:cubicBezTo>
                  <a:pt x="214577" y="56754"/>
                  <a:pt x="212607" y="55075"/>
                  <a:pt x="210637" y="54033"/>
                </a:cubicBezTo>
                <a:cubicBezTo>
                  <a:pt x="208668" y="52990"/>
                  <a:pt x="206236" y="52469"/>
                  <a:pt x="203341" y="52469"/>
                </a:cubicBezTo>
                <a:cubicBezTo>
                  <a:pt x="199519" y="52469"/>
                  <a:pt x="195870" y="53511"/>
                  <a:pt x="192395" y="55597"/>
                </a:cubicBezTo>
                <a:cubicBezTo>
                  <a:pt x="188921" y="57680"/>
                  <a:pt x="185880" y="60489"/>
                  <a:pt x="183273" y="64022"/>
                </a:cubicBezTo>
                <a:cubicBezTo>
                  <a:pt x="180668" y="67555"/>
                  <a:pt x="178584" y="71666"/>
                  <a:pt x="177020" y="76357"/>
                </a:cubicBezTo>
                <a:cubicBezTo>
                  <a:pt x="175457" y="81047"/>
                  <a:pt x="174676" y="86057"/>
                  <a:pt x="174676" y="91385"/>
                </a:cubicBezTo>
                <a:cubicBezTo>
                  <a:pt x="174676" y="97871"/>
                  <a:pt x="176094" y="102881"/>
                  <a:pt x="178931" y="106414"/>
                </a:cubicBezTo>
                <a:cubicBezTo>
                  <a:pt x="181769" y="109947"/>
                  <a:pt x="186084" y="111713"/>
                  <a:pt x="191876" y="111713"/>
                </a:cubicBezTo>
                <a:cubicBezTo>
                  <a:pt x="195234" y="111713"/>
                  <a:pt x="198215" y="111047"/>
                  <a:pt x="200820" y="109714"/>
                </a:cubicBezTo>
                <a:cubicBezTo>
                  <a:pt x="203427" y="108382"/>
                  <a:pt x="205832" y="106847"/>
                  <a:pt x="208034" y="105110"/>
                </a:cubicBezTo>
                <a:lnTo>
                  <a:pt x="216024" y="116925"/>
                </a:lnTo>
                <a:cubicBezTo>
                  <a:pt x="212781" y="119242"/>
                  <a:pt x="208930" y="121471"/>
                  <a:pt x="204471" y="123613"/>
                </a:cubicBezTo>
                <a:cubicBezTo>
                  <a:pt x="200012" y="125756"/>
                  <a:pt x="194539" y="126827"/>
                  <a:pt x="188053" y="126827"/>
                </a:cubicBezTo>
                <a:close/>
                <a:moveTo>
                  <a:pt x="259493" y="126827"/>
                </a:moveTo>
                <a:cubicBezTo>
                  <a:pt x="251501" y="126827"/>
                  <a:pt x="245796" y="124829"/>
                  <a:pt x="242378" y="120833"/>
                </a:cubicBezTo>
                <a:cubicBezTo>
                  <a:pt x="238962" y="116837"/>
                  <a:pt x="237254" y="111885"/>
                  <a:pt x="237254" y="105979"/>
                </a:cubicBezTo>
                <a:cubicBezTo>
                  <a:pt x="237254" y="104242"/>
                  <a:pt x="237370" y="102563"/>
                  <a:pt x="237601" y="100942"/>
                </a:cubicBezTo>
                <a:cubicBezTo>
                  <a:pt x="237835" y="99320"/>
                  <a:pt x="238067" y="97640"/>
                  <a:pt x="238298" y="95903"/>
                </a:cubicBezTo>
                <a:lnTo>
                  <a:pt x="246983" y="54205"/>
                </a:lnTo>
                <a:lnTo>
                  <a:pt x="234995" y="54205"/>
                </a:lnTo>
                <a:lnTo>
                  <a:pt x="237776" y="40308"/>
                </a:lnTo>
                <a:lnTo>
                  <a:pt x="250806" y="39439"/>
                </a:lnTo>
                <a:lnTo>
                  <a:pt x="257582" y="16505"/>
                </a:lnTo>
                <a:lnTo>
                  <a:pt x="273217" y="16505"/>
                </a:lnTo>
                <a:lnTo>
                  <a:pt x="268700" y="39439"/>
                </a:lnTo>
                <a:lnTo>
                  <a:pt x="289203" y="39439"/>
                </a:lnTo>
                <a:lnTo>
                  <a:pt x="286250" y="54205"/>
                </a:lnTo>
                <a:lnTo>
                  <a:pt x="265400" y="54205"/>
                </a:lnTo>
                <a:lnTo>
                  <a:pt x="256712" y="96597"/>
                </a:lnTo>
                <a:cubicBezTo>
                  <a:pt x="256366" y="98683"/>
                  <a:pt x="256193" y="100710"/>
                  <a:pt x="256193" y="102679"/>
                </a:cubicBezTo>
                <a:cubicBezTo>
                  <a:pt x="256193" y="105805"/>
                  <a:pt x="256946" y="108150"/>
                  <a:pt x="258451" y="109714"/>
                </a:cubicBezTo>
                <a:cubicBezTo>
                  <a:pt x="259957" y="111278"/>
                  <a:pt x="262505" y="112060"/>
                  <a:pt x="266094" y="112060"/>
                </a:cubicBezTo>
                <a:cubicBezTo>
                  <a:pt x="267600" y="112060"/>
                  <a:pt x="268990" y="111829"/>
                  <a:pt x="270264" y="111366"/>
                </a:cubicBezTo>
                <a:cubicBezTo>
                  <a:pt x="271538" y="110903"/>
                  <a:pt x="272813" y="110381"/>
                  <a:pt x="274087" y="109802"/>
                </a:cubicBezTo>
                <a:lnTo>
                  <a:pt x="277562" y="123006"/>
                </a:lnTo>
                <a:cubicBezTo>
                  <a:pt x="275477" y="123932"/>
                  <a:pt x="272928" y="124800"/>
                  <a:pt x="269917" y="125610"/>
                </a:cubicBezTo>
                <a:cubicBezTo>
                  <a:pt x="266905" y="126421"/>
                  <a:pt x="263431" y="126827"/>
                  <a:pt x="259493" y="126827"/>
                </a:cubicBezTo>
                <a:close/>
                <a:moveTo>
                  <a:pt x="355812" y="126827"/>
                </a:moveTo>
                <a:cubicBezTo>
                  <a:pt x="351063" y="126827"/>
                  <a:pt x="346719" y="126016"/>
                  <a:pt x="342782" y="124396"/>
                </a:cubicBezTo>
                <a:cubicBezTo>
                  <a:pt x="338844" y="122773"/>
                  <a:pt x="335485" y="120457"/>
                  <a:pt x="332705" y="117447"/>
                </a:cubicBezTo>
                <a:cubicBezTo>
                  <a:pt x="329925" y="114436"/>
                  <a:pt x="327782" y="110787"/>
                  <a:pt x="326277" y="106501"/>
                </a:cubicBezTo>
                <a:cubicBezTo>
                  <a:pt x="324771" y="102216"/>
                  <a:pt x="324018" y="97408"/>
                  <a:pt x="324018" y="92080"/>
                </a:cubicBezTo>
                <a:cubicBezTo>
                  <a:pt x="324018" y="83973"/>
                  <a:pt x="325379" y="76532"/>
                  <a:pt x="328101" y="69756"/>
                </a:cubicBezTo>
                <a:cubicBezTo>
                  <a:pt x="330822" y="62980"/>
                  <a:pt x="334383" y="57217"/>
                  <a:pt x="338784" y="52469"/>
                </a:cubicBezTo>
                <a:cubicBezTo>
                  <a:pt x="343187" y="47720"/>
                  <a:pt x="348196" y="44014"/>
                  <a:pt x="353813" y="41350"/>
                </a:cubicBezTo>
                <a:cubicBezTo>
                  <a:pt x="359431" y="38685"/>
                  <a:pt x="365136" y="37353"/>
                  <a:pt x="370928" y="37353"/>
                </a:cubicBezTo>
                <a:cubicBezTo>
                  <a:pt x="380657" y="37353"/>
                  <a:pt x="388417" y="40452"/>
                  <a:pt x="394209" y="46650"/>
                </a:cubicBezTo>
                <a:cubicBezTo>
                  <a:pt x="400000" y="52846"/>
                  <a:pt x="402896" y="61330"/>
                  <a:pt x="402896" y="72102"/>
                </a:cubicBezTo>
                <a:cubicBezTo>
                  <a:pt x="402896" y="80209"/>
                  <a:pt x="401534" y="87621"/>
                  <a:pt x="398811" y="94338"/>
                </a:cubicBezTo>
                <a:cubicBezTo>
                  <a:pt x="396089" y="101056"/>
                  <a:pt x="392528" y="106819"/>
                  <a:pt x="388127" y="111626"/>
                </a:cubicBezTo>
                <a:cubicBezTo>
                  <a:pt x="383727" y="116433"/>
                  <a:pt x="378717" y="120168"/>
                  <a:pt x="373099" y="122831"/>
                </a:cubicBezTo>
                <a:cubicBezTo>
                  <a:pt x="367482" y="125495"/>
                  <a:pt x="361720" y="126827"/>
                  <a:pt x="355812" y="126827"/>
                </a:cubicBezTo>
                <a:moveTo>
                  <a:pt x="357898" y="111713"/>
                </a:moveTo>
                <a:cubicBezTo>
                  <a:pt x="361256" y="111713"/>
                  <a:pt x="364498" y="110700"/>
                  <a:pt x="367624" y="108672"/>
                </a:cubicBezTo>
                <a:cubicBezTo>
                  <a:pt x="370753" y="106645"/>
                  <a:pt x="373533" y="103865"/>
                  <a:pt x="375964" y="100332"/>
                </a:cubicBezTo>
                <a:cubicBezTo>
                  <a:pt x="378398" y="96800"/>
                  <a:pt x="380339" y="92659"/>
                  <a:pt x="381786" y="87910"/>
                </a:cubicBezTo>
                <a:cubicBezTo>
                  <a:pt x="383233" y="83161"/>
                  <a:pt x="383957" y="78065"/>
                  <a:pt x="383957" y="72622"/>
                </a:cubicBezTo>
                <a:cubicBezTo>
                  <a:pt x="383957" y="66135"/>
                  <a:pt x="382683" y="61155"/>
                  <a:pt x="380134" y="57680"/>
                </a:cubicBezTo>
                <a:cubicBezTo>
                  <a:pt x="377588" y="54206"/>
                  <a:pt x="373882" y="52469"/>
                  <a:pt x="369016" y="52469"/>
                </a:cubicBezTo>
                <a:cubicBezTo>
                  <a:pt x="365658" y="52469"/>
                  <a:pt x="362386" y="53482"/>
                  <a:pt x="359200" y="55509"/>
                </a:cubicBezTo>
                <a:cubicBezTo>
                  <a:pt x="356015" y="57536"/>
                  <a:pt x="353206" y="60287"/>
                  <a:pt x="350775" y="63762"/>
                </a:cubicBezTo>
                <a:cubicBezTo>
                  <a:pt x="348343" y="67236"/>
                  <a:pt x="346402" y="71348"/>
                  <a:pt x="344953" y="76097"/>
                </a:cubicBezTo>
                <a:cubicBezTo>
                  <a:pt x="343506" y="80846"/>
                  <a:pt x="342782" y="85942"/>
                  <a:pt x="342782" y="91385"/>
                </a:cubicBezTo>
                <a:cubicBezTo>
                  <a:pt x="342782" y="97871"/>
                  <a:pt x="344056" y="102881"/>
                  <a:pt x="346605" y="106414"/>
                </a:cubicBezTo>
                <a:cubicBezTo>
                  <a:pt x="349153" y="109947"/>
                  <a:pt x="352918" y="111713"/>
                  <a:pt x="357898" y="111713"/>
                </a:cubicBezTo>
                <a:close/>
                <a:moveTo>
                  <a:pt x="420477" y="54205"/>
                </a:moveTo>
                <a:lnTo>
                  <a:pt x="423258" y="40308"/>
                </a:lnTo>
                <a:lnTo>
                  <a:pt x="434551" y="39439"/>
                </a:lnTo>
                <a:lnTo>
                  <a:pt x="436460" y="29535"/>
                </a:lnTo>
                <a:cubicBezTo>
                  <a:pt x="438197" y="20848"/>
                  <a:pt x="441497" y="13754"/>
                  <a:pt x="446361" y="8253"/>
                </a:cubicBezTo>
                <a:cubicBezTo>
                  <a:pt x="451227" y="2751"/>
                  <a:pt x="457945" y="0"/>
                  <a:pt x="466517" y="0"/>
                </a:cubicBezTo>
                <a:cubicBezTo>
                  <a:pt x="469760" y="0"/>
                  <a:pt x="472771" y="406"/>
                  <a:pt x="475551" y="1217"/>
                </a:cubicBezTo>
                <a:cubicBezTo>
                  <a:pt x="478331" y="2028"/>
                  <a:pt x="480937" y="3071"/>
                  <a:pt x="483369" y="4345"/>
                </a:cubicBezTo>
                <a:lnTo>
                  <a:pt x="477115" y="17547"/>
                </a:lnTo>
                <a:cubicBezTo>
                  <a:pt x="476073" y="16969"/>
                  <a:pt x="474769" y="16390"/>
                  <a:pt x="473205" y="15811"/>
                </a:cubicBezTo>
                <a:cubicBezTo>
                  <a:pt x="471643" y="15231"/>
                  <a:pt x="469992" y="14941"/>
                  <a:pt x="468253" y="14941"/>
                </a:cubicBezTo>
                <a:cubicBezTo>
                  <a:pt x="464779" y="14941"/>
                  <a:pt x="461941" y="16070"/>
                  <a:pt x="459741" y="18329"/>
                </a:cubicBezTo>
                <a:cubicBezTo>
                  <a:pt x="457540" y="20588"/>
                  <a:pt x="455977" y="24150"/>
                  <a:pt x="455051" y="29015"/>
                </a:cubicBezTo>
                <a:lnTo>
                  <a:pt x="452965" y="39439"/>
                </a:lnTo>
                <a:lnTo>
                  <a:pt x="469123" y="39439"/>
                </a:lnTo>
                <a:lnTo>
                  <a:pt x="466169" y="54205"/>
                </a:lnTo>
                <a:lnTo>
                  <a:pt x="449839" y="54205"/>
                </a:lnTo>
                <a:lnTo>
                  <a:pt x="435940" y="124743"/>
                </a:lnTo>
                <a:lnTo>
                  <a:pt x="417349" y="124743"/>
                </a:lnTo>
                <a:lnTo>
                  <a:pt x="431423" y="54205"/>
                </a:lnTo>
                <a:lnTo>
                  <a:pt x="420477" y="54205"/>
                </a:lnTo>
                <a:close/>
                <a:moveTo>
                  <a:pt x="535386" y="126827"/>
                </a:moveTo>
                <a:cubicBezTo>
                  <a:pt x="530637" y="126827"/>
                  <a:pt x="526293" y="126045"/>
                  <a:pt x="522354" y="124483"/>
                </a:cubicBezTo>
                <a:cubicBezTo>
                  <a:pt x="518416" y="122919"/>
                  <a:pt x="515000" y="120660"/>
                  <a:pt x="512105" y="117707"/>
                </a:cubicBezTo>
                <a:cubicBezTo>
                  <a:pt x="509210" y="114754"/>
                  <a:pt x="506952" y="111134"/>
                  <a:pt x="505329" y="106849"/>
                </a:cubicBezTo>
                <a:cubicBezTo>
                  <a:pt x="503708" y="102563"/>
                  <a:pt x="502898" y="97640"/>
                  <a:pt x="502898" y="92080"/>
                </a:cubicBezTo>
                <a:cubicBezTo>
                  <a:pt x="502898" y="84436"/>
                  <a:pt x="504201" y="77285"/>
                  <a:pt x="506806" y="70625"/>
                </a:cubicBezTo>
                <a:cubicBezTo>
                  <a:pt x="509413" y="63964"/>
                  <a:pt x="512945" y="58173"/>
                  <a:pt x="517404" y="53251"/>
                </a:cubicBezTo>
                <a:cubicBezTo>
                  <a:pt x="521863" y="48329"/>
                  <a:pt x="527075" y="44448"/>
                  <a:pt x="533040" y="41610"/>
                </a:cubicBezTo>
                <a:cubicBezTo>
                  <a:pt x="539005" y="38772"/>
                  <a:pt x="545289" y="37353"/>
                  <a:pt x="551891" y="37353"/>
                </a:cubicBezTo>
                <a:cubicBezTo>
                  <a:pt x="557103" y="37353"/>
                  <a:pt x="561562" y="38395"/>
                  <a:pt x="565268" y="40481"/>
                </a:cubicBezTo>
                <a:cubicBezTo>
                  <a:pt x="568974" y="42566"/>
                  <a:pt x="571986" y="44999"/>
                  <a:pt x="574303" y="47779"/>
                </a:cubicBezTo>
                <a:lnTo>
                  <a:pt x="563879" y="59070"/>
                </a:lnTo>
                <a:cubicBezTo>
                  <a:pt x="561910" y="56754"/>
                  <a:pt x="559941" y="55075"/>
                  <a:pt x="557970" y="54033"/>
                </a:cubicBezTo>
                <a:cubicBezTo>
                  <a:pt x="556001" y="52990"/>
                  <a:pt x="553569" y="52469"/>
                  <a:pt x="550674" y="52469"/>
                </a:cubicBezTo>
                <a:cubicBezTo>
                  <a:pt x="546852" y="52469"/>
                  <a:pt x="543203" y="53511"/>
                  <a:pt x="539728" y="55597"/>
                </a:cubicBezTo>
                <a:cubicBezTo>
                  <a:pt x="536254" y="57680"/>
                  <a:pt x="533213" y="60489"/>
                  <a:pt x="530606" y="64022"/>
                </a:cubicBezTo>
                <a:cubicBezTo>
                  <a:pt x="528001" y="67555"/>
                  <a:pt x="525917" y="71666"/>
                  <a:pt x="524353" y="76357"/>
                </a:cubicBezTo>
                <a:cubicBezTo>
                  <a:pt x="522790" y="81047"/>
                  <a:pt x="522009" y="86057"/>
                  <a:pt x="522009" y="91385"/>
                </a:cubicBezTo>
                <a:cubicBezTo>
                  <a:pt x="522009" y="97871"/>
                  <a:pt x="523427" y="102881"/>
                  <a:pt x="526264" y="106414"/>
                </a:cubicBezTo>
                <a:cubicBezTo>
                  <a:pt x="529102" y="109947"/>
                  <a:pt x="533417" y="111713"/>
                  <a:pt x="539209" y="111713"/>
                </a:cubicBezTo>
                <a:cubicBezTo>
                  <a:pt x="542567" y="111713"/>
                  <a:pt x="545548" y="111047"/>
                  <a:pt x="548153" y="109714"/>
                </a:cubicBezTo>
                <a:cubicBezTo>
                  <a:pt x="550760" y="108382"/>
                  <a:pt x="553165" y="106847"/>
                  <a:pt x="555367" y="105110"/>
                </a:cubicBezTo>
                <a:lnTo>
                  <a:pt x="563357" y="116925"/>
                </a:lnTo>
                <a:cubicBezTo>
                  <a:pt x="560114" y="119242"/>
                  <a:pt x="556263" y="121471"/>
                  <a:pt x="551804" y="123613"/>
                </a:cubicBezTo>
                <a:cubicBezTo>
                  <a:pt x="547345" y="125756"/>
                  <a:pt x="541872" y="126827"/>
                  <a:pt x="535386" y="126827"/>
                </a:cubicBezTo>
                <a:close/>
                <a:moveTo>
                  <a:pt x="594491" y="126827"/>
                </a:moveTo>
                <a:cubicBezTo>
                  <a:pt x="589511" y="126827"/>
                  <a:pt x="585862" y="125611"/>
                  <a:pt x="583545" y="123179"/>
                </a:cubicBezTo>
                <a:cubicBezTo>
                  <a:pt x="581228" y="120747"/>
                  <a:pt x="580070" y="117331"/>
                  <a:pt x="580070" y="112930"/>
                </a:cubicBezTo>
                <a:cubicBezTo>
                  <a:pt x="580070" y="110265"/>
                  <a:pt x="580475" y="107253"/>
                  <a:pt x="581286" y="103895"/>
                </a:cubicBezTo>
                <a:lnTo>
                  <a:pt x="601614" y="2086"/>
                </a:lnTo>
                <a:lnTo>
                  <a:pt x="620203" y="2086"/>
                </a:lnTo>
                <a:lnTo>
                  <a:pt x="599703" y="104762"/>
                </a:lnTo>
                <a:cubicBezTo>
                  <a:pt x="599471" y="105690"/>
                  <a:pt x="599356" y="106386"/>
                  <a:pt x="599356" y="106849"/>
                </a:cubicBezTo>
                <a:cubicBezTo>
                  <a:pt x="599356" y="107312"/>
                  <a:pt x="599356" y="107717"/>
                  <a:pt x="599356" y="108065"/>
                </a:cubicBezTo>
                <a:cubicBezTo>
                  <a:pt x="599356" y="110497"/>
                  <a:pt x="600340" y="111713"/>
                  <a:pt x="602309" y="111713"/>
                </a:cubicBezTo>
                <a:cubicBezTo>
                  <a:pt x="602888" y="111713"/>
                  <a:pt x="603351" y="111684"/>
                  <a:pt x="603698" y="111626"/>
                </a:cubicBezTo>
                <a:cubicBezTo>
                  <a:pt x="604046" y="111567"/>
                  <a:pt x="604626" y="111422"/>
                  <a:pt x="605437" y="111191"/>
                </a:cubicBezTo>
                <a:lnTo>
                  <a:pt x="605090" y="125090"/>
                </a:lnTo>
                <a:cubicBezTo>
                  <a:pt x="603815" y="125670"/>
                  <a:pt x="602310" y="126104"/>
                  <a:pt x="600572" y="126392"/>
                </a:cubicBezTo>
                <a:cubicBezTo>
                  <a:pt x="598835" y="126682"/>
                  <a:pt x="596808" y="126827"/>
                  <a:pt x="594491" y="126827"/>
                </a:cubicBezTo>
                <a:close/>
                <a:moveTo>
                  <a:pt x="649600" y="126827"/>
                </a:moveTo>
                <a:cubicBezTo>
                  <a:pt x="642071" y="126827"/>
                  <a:pt x="636135" y="124163"/>
                  <a:pt x="631791" y="118836"/>
                </a:cubicBezTo>
                <a:cubicBezTo>
                  <a:pt x="627448" y="113508"/>
                  <a:pt x="625277" y="105805"/>
                  <a:pt x="625277" y="95728"/>
                </a:cubicBezTo>
                <a:cubicBezTo>
                  <a:pt x="625277" y="87621"/>
                  <a:pt x="626551" y="80006"/>
                  <a:pt x="629097" y="72884"/>
                </a:cubicBezTo>
                <a:cubicBezTo>
                  <a:pt x="631646" y="65760"/>
                  <a:pt x="635063" y="59563"/>
                  <a:pt x="639349" y="54292"/>
                </a:cubicBezTo>
                <a:cubicBezTo>
                  <a:pt x="643635" y="49022"/>
                  <a:pt x="648528" y="44881"/>
                  <a:pt x="654030" y="41870"/>
                </a:cubicBezTo>
                <a:cubicBezTo>
                  <a:pt x="659532" y="38858"/>
                  <a:pt x="665236" y="37353"/>
                  <a:pt x="671142" y="37353"/>
                </a:cubicBezTo>
                <a:cubicBezTo>
                  <a:pt x="675313" y="37353"/>
                  <a:pt x="679136" y="38424"/>
                  <a:pt x="682610" y="40568"/>
                </a:cubicBezTo>
                <a:cubicBezTo>
                  <a:pt x="686085" y="42710"/>
                  <a:pt x="688807" y="45634"/>
                  <a:pt x="690776" y="49340"/>
                </a:cubicBezTo>
                <a:lnTo>
                  <a:pt x="691123" y="49340"/>
                </a:lnTo>
                <a:lnTo>
                  <a:pt x="694771" y="39439"/>
                </a:lnTo>
                <a:lnTo>
                  <a:pt x="709712" y="39439"/>
                </a:lnTo>
                <a:lnTo>
                  <a:pt x="692687" y="124743"/>
                </a:lnTo>
                <a:lnTo>
                  <a:pt x="677399" y="124743"/>
                </a:lnTo>
                <a:lnTo>
                  <a:pt x="678265" y="112930"/>
                </a:lnTo>
                <a:lnTo>
                  <a:pt x="677746" y="112930"/>
                </a:lnTo>
                <a:cubicBezTo>
                  <a:pt x="673692" y="117099"/>
                  <a:pt x="669203" y="120458"/>
                  <a:pt x="664279" y="123006"/>
                </a:cubicBezTo>
                <a:cubicBezTo>
                  <a:pt x="659357" y="125553"/>
                  <a:pt x="654464" y="126827"/>
                  <a:pt x="649600" y="126827"/>
                </a:cubicBezTo>
                <a:moveTo>
                  <a:pt x="657243" y="111538"/>
                </a:moveTo>
                <a:cubicBezTo>
                  <a:pt x="660951" y="111538"/>
                  <a:pt x="664744" y="110438"/>
                  <a:pt x="668624" y="108238"/>
                </a:cubicBezTo>
                <a:cubicBezTo>
                  <a:pt x="672503" y="106037"/>
                  <a:pt x="676181" y="102331"/>
                  <a:pt x="679657" y="97119"/>
                </a:cubicBezTo>
                <a:lnTo>
                  <a:pt x="686605" y="63067"/>
                </a:lnTo>
                <a:cubicBezTo>
                  <a:pt x="684637" y="59361"/>
                  <a:pt x="682407" y="56698"/>
                  <a:pt x="679917" y="55077"/>
                </a:cubicBezTo>
                <a:cubicBezTo>
                  <a:pt x="677427" y="53455"/>
                  <a:pt x="674849" y="52644"/>
                  <a:pt x="672184" y="52644"/>
                </a:cubicBezTo>
                <a:cubicBezTo>
                  <a:pt x="668595" y="52644"/>
                  <a:pt x="665120" y="53715"/>
                  <a:pt x="661760" y="55857"/>
                </a:cubicBezTo>
                <a:cubicBezTo>
                  <a:pt x="658402" y="57999"/>
                  <a:pt x="655449" y="60924"/>
                  <a:pt x="652901" y="64631"/>
                </a:cubicBezTo>
                <a:cubicBezTo>
                  <a:pt x="650352" y="68337"/>
                  <a:pt x="648325" y="72652"/>
                  <a:pt x="646819" y="77574"/>
                </a:cubicBezTo>
                <a:cubicBezTo>
                  <a:pt x="645314" y="82496"/>
                  <a:pt x="644561" y="87678"/>
                  <a:pt x="644561" y="93122"/>
                </a:cubicBezTo>
                <a:cubicBezTo>
                  <a:pt x="644561" y="99376"/>
                  <a:pt x="645690" y="104009"/>
                  <a:pt x="647949" y="107021"/>
                </a:cubicBezTo>
                <a:cubicBezTo>
                  <a:pt x="650207" y="110032"/>
                  <a:pt x="653305" y="111538"/>
                  <a:pt x="657243" y="111538"/>
                </a:cubicBezTo>
                <a:close/>
                <a:moveTo>
                  <a:pt x="743105" y="126827"/>
                </a:moveTo>
                <a:cubicBezTo>
                  <a:pt x="740441" y="126827"/>
                  <a:pt x="737690" y="126421"/>
                  <a:pt x="734852" y="125610"/>
                </a:cubicBezTo>
                <a:cubicBezTo>
                  <a:pt x="732014" y="124800"/>
                  <a:pt x="729263" y="123701"/>
                  <a:pt x="726599" y="122312"/>
                </a:cubicBezTo>
                <a:cubicBezTo>
                  <a:pt x="723936" y="120921"/>
                  <a:pt x="721446" y="119212"/>
                  <a:pt x="719129" y="117185"/>
                </a:cubicBezTo>
                <a:cubicBezTo>
                  <a:pt x="716812" y="115158"/>
                  <a:pt x="714843" y="112928"/>
                  <a:pt x="713222" y="110496"/>
                </a:cubicBezTo>
                <a:lnTo>
                  <a:pt x="724341" y="101462"/>
                </a:lnTo>
                <a:cubicBezTo>
                  <a:pt x="727121" y="105168"/>
                  <a:pt x="730219" y="108006"/>
                  <a:pt x="733635" y="109977"/>
                </a:cubicBezTo>
                <a:cubicBezTo>
                  <a:pt x="737053" y="111946"/>
                  <a:pt x="740673" y="112930"/>
                  <a:pt x="744494" y="112930"/>
                </a:cubicBezTo>
                <a:cubicBezTo>
                  <a:pt x="748548" y="112930"/>
                  <a:pt x="752052" y="111859"/>
                  <a:pt x="755005" y="109717"/>
                </a:cubicBezTo>
                <a:cubicBezTo>
                  <a:pt x="757958" y="107573"/>
                  <a:pt x="759435" y="104937"/>
                  <a:pt x="759435" y="101809"/>
                </a:cubicBezTo>
                <a:cubicBezTo>
                  <a:pt x="759435" y="99146"/>
                  <a:pt x="758219" y="96859"/>
                  <a:pt x="755787" y="94948"/>
                </a:cubicBezTo>
                <a:cubicBezTo>
                  <a:pt x="753355" y="93036"/>
                  <a:pt x="749475" y="90574"/>
                  <a:pt x="744146" y="87563"/>
                </a:cubicBezTo>
                <a:cubicBezTo>
                  <a:pt x="738471" y="84436"/>
                  <a:pt x="734012" y="81020"/>
                  <a:pt x="730769" y="77314"/>
                </a:cubicBezTo>
                <a:cubicBezTo>
                  <a:pt x="727526" y="73608"/>
                  <a:pt x="725905" y="69148"/>
                  <a:pt x="725905" y="63934"/>
                </a:cubicBezTo>
                <a:cubicBezTo>
                  <a:pt x="725905" y="60113"/>
                  <a:pt x="726715" y="56552"/>
                  <a:pt x="728336" y="53251"/>
                </a:cubicBezTo>
                <a:cubicBezTo>
                  <a:pt x="729958" y="49949"/>
                  <a:pt x="732188" y="47141"/>
                  <a:pt x="735024" y="44826"/>
                </a:cubicBezTo>
                <a:cubicBezTo>
                  <a:pt x="737863" y="42509"/>
                  <a:pt x="741164" y="40684"/>
                  <a:pt x="744928" y="39351"/>
                </a:cubicBezTo>
                <a:cubicBezTo>
                  <a:pt x="748693" y="38019"/>
                  <a:pt x="752718" y="37353"/>
                  <a:pt x="757004" y="37353"/>
                </a:cubicBezTo>
                <a:cubicBezTo>
                  <a:pt x="762564" y="37353"/>
                  <a:pt x="767573" y="38511"/>
                  <a:pt x="772032" y="40828"/>
                </a:cubicBezTo>
                <a:cubicBezTo>
                  <a:pt x="776491" y="43145"/>
                  <a:pt x="780400" y="46041"/>
                  <a:pt x="783758" y="49515"/>
                </a:cubicBezTo>
                <a:lnTo>
                  <a:pt x="773334" y="59417"/>
                </a:lnTo>
                <a:cubicBezTo>
                  <a:pt x="771134" y="57217"/>
                  <a:pt x="768701" y="55335"/>
                  <a:pt x="766036" y="53773"/>
                </a:cubicBezTo>
                <a:cubicBezTo>
                  <a:pt x="763372" y="52209"/>
                  <a:pt x="760362" y="51427"/>
                  <a:pt x="757004" y="51427"/>
                </a:cubicBezTo>
                <a:cubicBezTo>
                  <a:pt x="753066" y="51427"/>
                  <a:pt x="749823" y="52469"/>
                  <a:pt x="747275" y="54555"/>
                </a:cubicBezTo>
                <a:cubicBezTo>
                  <a:pt x="744726" y="56639"/>
                  <a:pt x="743452" y="59186"/>
                  <a:pt x="743452" y="62198"/>
                </a:cubicBezTo>
                <a:cubicBezTo>
                  <a:pt x="743452" y="63820"/>
                  <a:pt x="743857" y="65210"/>
                  <a:pt x="744669" y="66368"/>
                </a:cubicBezTo>
                <a:cubicBezTo>
                  <a:pt x="745480" y="67525"/>
                  <a:pt x="746580" y="68626"/>
                  <a:pt x="747969" y="69668"/>
                </a:cubicBezTo>
                <a:cubicBezTo>
                  <a:pt x="749358" y="70711"/>
                  <a:pt x="750921" y="71695"/>
                  <a:pt x="752659" y="72622"/>
                </a:cubicBezTo>
                <a:cubicBezTo>
                  <a:pt x="754396" y="73548"/>
                  <a:pt x="756192" y="74532"/>
                  <a:pt x="758046" y="75575"/>
                </a:cubicBezTo>
                <a:cubicBezTo>
                  <a:pt x="764417" y="78934"/>
                  <a:pt x="769166" y="82467"/>
                  <a:pt x="772292" y="86173"/>
                </a:cubicBezTo>
                <a:cubicBezTo>
                  <a:pt x="775418" y="89880"/>
                  <a:pt x="776982" y="94338"/>
                  <a:pt x="776982" y="99550"/>
                </a:cubicBezTo>
                <a:cubicBezTo>
                  <a:pt x="776982" y="103721"/>
                  <a:pt x="776142" y="107487"/>
                  <a:pt x="774463" y="110846"/>
                </a:cubicBezTo>
                <a:cubicBezTo>
                  <a:pt x="772784" y="114204"/>
                  <a:pt x="770439" y="117071"/>
                  <a:pt x="767427" y="119446"/>
                </a:cubicBezTo>
                <a:cubicBezTo>
                  <a:pt x="764416" y="121820"/>
                  <a:pt x="760825" y="123643"/>
                  <a:pt x="756654" y="124915"/>
                </a:cubicBezTo>
                <a:cubicBezTo>
                  <a:pt x="752485" y="126189"/>
                  <a:pt x="747968" y="126827"/>
                  <a:pt x="743105" y="126827"/>
                </a:cubicBezTo>
                <a:close/>
                <a:moveTo>
                  <a:pt x="813676" y="126827"/>
                </a:moveTo>
                <a:cubicBezTo>
                  <a:pt x="811013" y="126827"/>
                  <a:pt x="808262" y="126421"/>
                  <a:pt x="805423" y="125610"/>
                </a:cubicBezTo>
                <a:cubicBezTo>
                  <a:pt x="802585" y="124800"/>
                  <a:pt x="799834" y="123701"/>
                  <a:pt x="797171" y="122312"/>
                </a:cubicBezTo>
                <a:cubicBezTo>
                  <a:pt x="794507" y="120921"/>
                  <a:pt x="792017" y="119212"/>
                  <a:pt x="789700" y="117185"/>
                </a:cubicBezTo>
                <a:cubicBezTo>
                  <a:pt x="787383" y="115158"/>
                  <a:pt x="785414" y="112928"/>
                  <a:pt x="783794" y="110496"/>
                </a:cubicBezTo>
                <a:lnTo>
                  <a:pt x="794912" y="101462"/>
                </a:lnTo>
                <a:cubicBezTo>
                  <a:pt x="797692" y="105168"/>
                  <a:pt x="800790" y="108006"/>
                  <a:pt x="804207" y="109977"/>
                </a:cubicBezTo>
                <a:cubicBezTo>
                  <a:pt x="807625" y="111946"/>
                  <a:pt x="811244" y="112930"/>
                  <a:pt x="815065" y="112930"/>
                </a:cubicBezTo>
                <a:cubicBezTo>
                  <a:pt x="819119" y="112930"/>
                  <a:pt x="822623" y="111859"/>
                  <a:pt x="825576" y="109717"/>
                </a:cubicBezTo>
                <a:cubicBezTo>
                  <a:pt x="828529" y="107573"/>
                  <a:pt x="830006" y="104937"/>
                  <a:pt x="830006" y="101809"/>
                </a:cubicBezTo>
                <a:cubicBezTo>
                  <a:pt x="830006" y="99146"/>
                  <a:pt x="828790" y="96859"/>
                  <a:pt x="826358" y="94948"/>
                </a:cubicBezTo>
                <a:cubicBezTo>
                  <a:pt x="823926" y="93036"/>
                  <a:pt x="820046" y="90574"/>
                  <a:pt x="814718" y="87563"/>
                </a:cubicBezTo>
                <a:cubicBezTo>
                  <a:pt x="809043" y="84436"/>
                  <a:pt x="804584" y="81020"/>
                  <a:pt x="801341" y="77314"/>
                </a:cubicBezTo>
                <a:cubicBezTo>
                  <a:pt x="798098" y="73608"/>
                  <a:pt x="796476" y="69148"/>
                  <a:pt x="796476" y="63934"/>
                </a:cubicBezTo>
                <a:cubicBezTo>
                  <a:pt x="796476" y="60113"/>
                  <a:pt x="797287" y="56552"/>
                  <a:pt x="798907" y="53251"/>
                </a:cubicBezTo>
                <a:cubicBezTo>
                  <a:pt x="800530" y="49949"/>
                  <a:pt x="802759" y="47141"/>
                  <a:pt x="805596" y="44826"/>
                </a:cubicBezTo>
                <a:cubicBezTo>
                  <a:pt x="808434" y="42509"/>
                  <a:pt x="811735" y="40684"/>
                  <a:pt x="815500" y="39351"/>
                </a:cubicBezTo>
                <a:cubicBezTo>
                  <a:pt x="819264" y="38019"/>
                  <a:pt x="823289" y="37353"/>
                  <a:pt x="827575" y="37353"/>
                </a:cubicBezTo>
                <a:cubicBezTo>
                  <a:pt x="833135" y="37353"/>
                  <a:pt x="838145" y="38511"/>
                  <a:pt x="842604" y="40828"/>
                </a:cubicBezTo>
                <a:cubicBezTo>
                  <a:pt x="847063" y="43145"/>
                  <a:pt x="850971" y="46041"/>
                  <a:pt x="854329" y="49515"/>
                </a:cubicBezTo>
                <a:lnTo>
                  <a:pt x="843905" y="59417"/>
                </a:lnTo>
                <a:cubicBezTo>
                  <a:pt x="841705" y="57217"/>
                  <a:pt x="839272" y="55335"/>
                  <a:pt x="836607" y="53773"/>
                </a:cubicBezTo>
                <a:cubicBezTo>
                  <a:pt x="833944" y="52209"/>
                  <a:pt x="830933" y="51427"/>
                  <a:pt x="827575" y="51427"/>
                </a:cubicBezTo>
                <a:cubicBezTo>
                  <a:pt x="823638" y="51427"/>
                  <a:pt x="820394" y="52469"/>
                  <a:pt x="817846" y="54555"/>
                </a:cubicBezTo>
                <a:cubicBezTo>
                  <a:pt x="815297" y="56639"/>
                  <a:pt x="814023" y="59186"/>
                  <a:pt x="814023" y="62198"/>
                </a:cubicBezTo>
                <a:cubicBezTo>
                  <a:pt x="814023" y="63820"/>
                  <a:pt x="814429" y="65210"/>
                  <a:pt x="815240" y="66368"/>
                </a:cubicBezTo>
                <a:cubicBezTo>
                  <a:pt x="816051" y="67525"/>
                  <a:pt x="817151" y="68626"/>
                  <a:pt x="818541" y="69668"/>
                </a:cubicBezTo>
                <a:cubicBezTo>
                  <a:pt x="819930" y="70711"/>
                  <a:pt x="821493" y="71695"/>
                  <a:pt x="823230" y="72622"/>
                </a:cubicBezTo>
                <a:cubicBezTo>
                  <a:pt x="824967" y="73548"/>
                  <a:pt x="826763" y="74532"/>
                  <a:pt x="828617" y="75575"/>
                </a:cubicBezTo>
                <a:cubicBezTo>
                  <a:pt x="834988" y="78934"/>
                  <a:pt x="839737" y="82467"/>
                  <a:pt x="842863" y="86173"/>
                </a:cubicBezTo>
                <a:cubicBezTo>
                  <a:pt x="845990" y="89880"/>
                  <a:pt x="847553" y="94338"/>
                  <a:pt x="847553" y="99550"/>
                </a:cubicBezTo>
                <a:cubicBezTo>
                  <a:pt x="847553" y="103721"/>
                  <a:pt x="846714" y="107487"/>
                  <a:pt x="845035" y="110846"/>
                </a:cubicBezTo>
                <a:cubicBezTo>
                  <a:pt x="843356" y="114204"/>
                  <a:pt x="841010" y="117071"/>
                  <a:pt x="837999" y="119446"/>
                </a:cubicBezTo>
                <a:cubicBezTo>
                  <a:pt x="834987" y="121820"/>
                  <a:pt x="831396" y="123643"/>
                  <a:pt x="827225" y="124915"/>
                </a:cubicBezTo>
                <a:cubicBezTo>
                  <a:pt x="823056" y="126189"/>
                  <a:pt x="818540" y="126827"/>
                  <a:pt x="813676" y="126827"/>
                </a:cubicBezTo>
                <a:close/>
                <a:moveTo>
                  <a:pt x="941269" y="126827"/>
                </a:moveTo>
                <a:cubicBezTo>
                  <a:pt x="927369" y="126827"/>
                  <a:pt x="916655" y="122657"/>
                  <a:pt x="909126" y="114319"/>
                </a:cubicBezTo>
                <a:cubicBezTo>
                  <a:pt x="901599" y="105979"/>
                  <a:pt x="897835" y="94570"/>
                  <a:pt x="897835" y="80092"/>
                </a:cubicBezTo>
                <a:cubicBezTo>
                  <a:pt x="897835" y="70711"/>
                  <a:pt x="899312" y="61706"/>
                  <a:pt x="902265" y="53078"/>
                </a:cubicBezTo>
                <a:cubicBezTo>
                  <a:pt x="905218" y="44448"/>
                  <a:pt x="909387" y="36890"/>
                  <a:pt x="914773" y="30404"/>
                </a:cubicBezTo>
                <a:cubicBezTo>
                  <a:pt x="920159" y="23918"/>
                  <a:pt x="926616" y="18735"/>
                  <a:pt x="934143" y="14856"/>
                </a:cubicBezTo>
                <a:cubicBezTo>
                  <a:pt x="941672" y="10975"/>
                  <a:pt x="950012" y="9035"/>
                  <a:pt x="959164" y="9035"/>
                </a:cubicBezTo>
                <a:cubicBezTo>
                  <a:pt x="966228" y="9035"/>
                  <a:pt x="972250" y="10628"/>
                  <a:pt x="977230" y="13814"/>
                </a:cubicBezTo>
                <a:cubicBezTo>
                  <a:pt x="982212" y="16999"/>
                  <a:pt x="986208" y="21197"/>
                  <a:pt x="989218" y="26409"/>
                </a:cubicBezTo>
                <a:lnTo>
                  <a:pt x="976363" y="36311"/>
                </a:lnTo>
                <a:cubicBezTo>
                  <a:pt x="974163" y="32836"/>
                  <a:pt x="971614" y="30114"/>
                  <a:pt x="968718" y="28146"/>
                </a:cubicBezTo>
                <a:cubicBezTo>
                  <a:pt x="965823" y="26177"/>
                  <a:pt x="962291" y="25192"/>
                  <a:pt x="958122" y="25192"/>
                </a:cubicBezTo>
                <a:cubicBezTo>
                  <a:pt x="951982" y="25192"/>
                  <a:pt x="946364" y="26757"/>
                  <a:pt x="941267" y="29885"/>
                </a:cubicBezTo>
                <a:cubicBezTo>
                  <a:pt x="936171" y="33011"/>
                  <a:pt x="931828" y="37094"/>
                  <a:pt x="928237" y="42132"/>
                </a:cubicBezTo>
                <a:cubicBezTo>
                  <a:pt x="924648" y="47169"/>
                  <a:pt x="921868" y="52873"/>
                  <a:pt x="919900" y="59245"/>
                </a:cubicBezTo>
                <a:cubicBezTo>
                  <a:pt x="917931" y="65614"/>
                  <a:pt x="916946" y="72100"/>
                  <a:pt x="916946" y="78703"/>
                </a:cubicBezTo>
                <a:cubicBezTo>
                  <a:pt x="916946" y="83452"/>
                  <a:pt x="917439" y="87767"/>
                  <a:pt x="918423" y="91648"/>
                </a:cubicBezTo>
                <a:cubicBezTo>
                  <a:pt x="919407" y="95527"/>
                  <a:pt x="921000" y="98915"/>
                  <a:pt x="923200" y="101812"/>
                </a:cubicBezTo>
                <a:cubicBezTo>
                  <a:pt x="925400" y="104707"/>
                  <a:pt x="928238" y="106936"/>
                  <a:pt x="931712" y="108500"/>
                </a:cubicBezTo>
                <a:cubicBezTo>
                  <a:pt x="935187" y="110062"/>
                  <a:pt x="939414" y="110844"/>
                  <a:pt x="944395" y="110844"/>
                </a:cubicBezTo>
                <a:cubicBezTo>
                  <a:pt x="947638" y="110844"/>
                  <a:pt x="950591" y="110351"/>
                  <a:pt x="953254" y="109367"/>
                </a:cubicBezTo>
                <a:cubicBezTo>
                  <a:pt x="955920" y="108383"/>
                  <a:pt x="958237" y="107080"/>
                  <a:pt x="960205" y="105459"/>
                </a:cubicBezTo>
                <a:lnTo>
                  <a:pt x="965765" y="78703"/>
                </a:lnTo>
                <a:lnTo>
                  <a:pt x="944742" y="78703"/>
                </a:lnTo>
                <a:lnTo>
                  <a:pt x="947695" y="63415"/>
                </a:lnTo>
                <a:lnTo>
                  <a:pt x="985398" y="63415"/>
                </a:lnTo>
                <a:lnTo>
                  <a:pt x="975146" y="115189"/>
                </a:lnTo>
                <a:cubicBezTo>
                  <a:pt x="970977" y="118547"/>
                  <a:pt x="966026" y="121326"/>
                  <a:pt x="960293" y="123526"/>
                </a:cubicBezTo>
                <a:cubicBezTo>
                  <a:pt x="954560" y="125726"/>
                  <a:pt x="948218" y="126827"/>
                  <a:pt x="941269" y="126827"/>
                </a:cubicBezTo>
                <a:close/>
                <a:moveTo>
                  <a:pt x="996899" y="90691"/>
                </a:moveTo>
                <a:cubicBezTo>
                  <a:pt x="996899" y="82699"/>
                  <a:pt x="998260" y="75431"/>
                  <a:pt x="1000982" y="68886"/>
                </a:cubicBezTo>
                <a:cubicBezTo>
                  <a:pt x="1003703" y="62342"/>
                  <a:pt x="1007294" y="56724"/>
                  <a:pt x="1011753" y="52034"/>
                </a:cubicBezTo>
                <a:cubicBezTo>
                  <a:pt x="1016212" y="47343"/>
                  <a:pt x="1021221" y="43724"/>
                  <a:pt x="1026781" y="41175"/>
                </a:cubicBezTo>
                <a:cubicBezTo>
                  <a:pt x="1032341" y="38627"/>
                  <a:pt x="1037900" y="37353"/>
                  <a:pt x="1043459" y="37353"/>
                </a:cubicBezTo>
                <a:cubicBezTo>
                  <a:pt x="1048439" y="37353"/>
                  <a:pt x="1052637" y="38164"/>
                  <a:pt x="1056053" y="39786"/>
                </a:cubicBezTo>
                <a:cubicBezTo>
                  <a:pt x="1059471" y="41407"/>
                  <a:pt x="1062251" y="43636"/>
                  <a:pt x="1064394" y="46475"/>
                </a:cubicBezTo>
                <a:cubicBezTo>
                  <a:pt x="1066537" y="49313"/>
                  <a:pt x="1068101" y="52644"/>
                  <a:pt x="1069086" y="56466"/>
                </a:cubicBezTo>
                <a:cubicBezTo>
                  <a:pt x="1070070" y="60287"/>
                  <a:pt x="1070562" y="64398"/>
                  <a:pt x="1070562" y="68799"/>
                </a:cubicBezTo>
                <a:cubicBezTo>
                  <a:pt x="1070562" y="72507"/>
                  <a:pt x="1070098" y="76098"/>
                  <a:pt x="1069171" y="79572"/>
                </a:cubicBezTo>
                <a:cubicBezTo>
                  <a:pt x="1068245" y="83047"/>
                  <a:pt x="1067493" y="85479"/>
                  <a:pt x="1066915" y="86868"/>
                </a:cubicBezTo>
                <a:lnTo>
                  <a:pt x="1014966" y="86868"/>
                </a:lnTo>
                <a:cubicBezTo>
                  <a:pt x="1014503" y="91385"/>
                  <a:pt x="1014734" y="95265"/>
                  <a:pt x="1015660" y="98509"/>
                </a:cubicBezTo>
                <a:cubicBezTo>
                  <a:pt x="1016588" y="101752"/>
                  <a:pt x="1018007" y="104416"/>
                  <a:pt x="1019918" y="106501"/>
                </a:cubicBezTo>
                <a:cubicBezTo>
                  <a:pt x="1021830" y="108585"/>
                  <a:pt x="1024175" y="110119"/>
                  <a:pt x="1026953" y="111103"/>
                </a:cubicBezTo>
                <a:cubicBezTo>
                  <a:pt x="1029733" y="112088"/>
                  <a:pt x="1032745" y="112580"/>
                  <a:pt x="1035988" y="112580"/>
                </a:cubicBezTo>
                <a:cubicBezTo>
                  <a:pt x="1039000" y="112580"/>
                  <a:pt x="1042069" y="111885"/>
                  <a:pt x="1045195" y="110496"/>
                </a:cubicBezTo>
                <a:cubicBezTo>
                  <a:pt x="1048323" y="109107"/>
                  <a:pt x="1051046" y="107544"/>
                  <a:pt x="1053363" y="105807"/>
                </a:cubicBezTo>
                <a:lnTo>
                  <a:pt x="1060311" y="117795"/>
                </a:lnTo>
                <a:cubicBezTo>
                  <a:pt x="1056836" y="120226"/>
                  <a:pt x="1052638" y="122340"/>
                  <a:pt x="1047716" y="124136"/>
                </a:cubicBezTo>
                <a:cubicBezTo>
                  <a:pt x="1042794" y="125930"/>
                  <a:pt x="1037263" y="126827"/>
                  <a:pt x="1031123" y="126827"/>
                </a:cubicBezTo>
                <a:cubicBezTo>
                  <a:pt x="1026028" y="126827"/>
                  <a:pt x="1021395" y="126016"/>
                  <a:pt x="1017224" y="124396"/>
                </a:cubicBezTo>
                <a:cubicBezTo>
                  <a:pt x="1013055" y="122773"/>
                  <a:pt x="1009465" y="120428"/>
                  <a:pt x="1006453" y="117360"/>
                </a:cubicBezTo>
                <a:cubicBezTo>
                  <a:pt x="1003442" y="114290"/>
                  <a:pt x="1001096" y="110526"/>
                  <a:pt x="999417" y="106067"/>
                </a:cubicBezTo>
                <a:cubicBezTo>
                  <a:pt x="997739" y="101608"/>
                  <a:pt x="996899" y="96482"/>
                  <a:pt x="996899" y="90691"/>
                </a:cubicBezTo>
                <a:moveTo>
                  <a:pt x="1016530" y="75055"/>
                </a:moveTo>
                <a:lnTo>
                  <a:pt x="1054232" y="75055"/>
                </a:lnTo>
                <a:cubicBezTo>
                  <a:pt x="1054464" y="73896"/>
                  <a:pt x="1054666" y="72708"/>
                  <a:pt x="1054839" y="71492"/>
                </a:cubicBezTo>
                <a:cubicBezTo>
                  <a:pt x="1055012" y="70276"/>
                  <a:pt x="1055099" y="68974"/>
                  <a:pt x="1055099" y="67585"/>
                </a:cubicBezTo>
                <a:cubicBezTo>
                  <a:pt x="1055099" y="63414"/>
                  <a:pt x="1054086" y="59736"/>
                  <a:pt x="1052058" y="56551"/>
                </a:cubicBezTo>
                <a:cubicBezTo>
                  <a:pt x="1050031" y="53366"/>
                  <a:pt x="1046412" y="51774"/>
                  <a:pt x="1041200" y="51774"/>
                </a:cubicBezTo>
                <a:cubicBezTo>
                  <a:pt x="1035988" y="51774"/>
                  <a:pt x="1031094" y="53830"/>
                  <a:pt x="1026519" y="57943"/>
                </a:cubicBezTo>
                <a:cubicBezTo>
                  <a:pt x="1021945" y="62054"/>
                  <a:pt x="1018615" y="67758"/>
                  <a:pt x="1016530" y="75055"/>
                </a:cubicBezTo>
                <a:close/>
                <a:moveTo>
                  <a:pt x="1079111" y="124743"/>
                </a:moveTo>
                <a:lnTo>
                  <a:pt x="1096135" y="39439"/>
                </a:lnTo>
                <a:lnTo>
                  <a:pt x="1111251" y="39439"/>
                </a:lnTo>
                <a:lnTo>
                  <a:pt x="1110382" y="51427"/>
                </a:lnTo>
                <a:lnTo>
                  <a:pt x="1111077" y="51427"/>
                </a:lnTo>
                <a:cubicBezTo>
                  <a:pt x="1115594" y="47604"/>
                  <a:pt x="1120256" y="44303"/>
                  <a:pt x="1125063" y="41523"/>
                </a:cubicBezTo>
                <a:cubicBezTo>
                  <a:pt x="1129870" y="38743"/>
                  <a:pt x="1134996" y="37353"/>
                  <a:pt x="1140439" y="37353"/>
                </a:cubicBezTo>
                <a:cubicBezTo>
                  <a:pt x="1147620" y="37353"/>
                  <a:pt x="1152773" y="39207"/>
                  <a:pt x="1155900" y="42914"/>
                </a:cubicBezTo>
                <a:cubicBezTo>
                  <a:pt x="1159028" y="46620"/>
                  <a:pt x="1160592" y="51948"/>
                  <a:pt x="1160592" y="58897"/>
                </a:cubicBezTo>
                <a:cubicBezTo>
                  <a:pt x="1160592" y="60866"/>
                  <a:pt x="1160505" y="62777"/>
                  <a:pt x="1160332" y="64631"/>
                </a:cubicBezTo>
                <a:cubicBezTo>
                  <a:pt x="1160159" y="66484"/>
                  <a:pt x="1159782" y="68568"/>
                  <a:pt x="1159203" y="70885"/>
                </a:cubicBezTo>
                <a:lnTo>
                  <a:pt x="1148432" y="124743"/>
                </a:lnTo>
                <a:lnTo>
                  <a:pt x="1129840" y="124743"/>
                </a:lnTo>
                <a:lnTo>
                  <a:pt x="1140264" y="73316"/>
                </a:lnTo>
                <a:cubicBezTo>
                  <a:pt x="1140612" y="71347"/>
                  <a:pt x="1140931" y="69668"/>
                  <a:pt x="1141221" y="68279"/>
                </a:cubicBezTo>
                <a:cubicBezTo>
                  <a:pt x="1141511" y="66888"/>
                  <a:pt x="1141656" y="65556"/>
                  <a:pt x="1141656" y="64281"/>
                </a:cubicBezTo>
                <a:cubicBezTo>
                  <a:pt x="1141656" y="56986"/>
                  <a:pt x="1138065" y="53338"/>
                  <a:pt x="1130885" y="53338"/>
                </a:cubicBezTo>
                <a:cubicBezTo>
                  <a:pt x="1127873" y="53338"/>
                  <a:pt x="1124658" y="54381"/>
                  <a:pt x="1121240" y="56466"/>
                </a:cubicBezTo>
                <a:cubicBezTo>
                  <a:pt x="1117824" y="58550"/>
                  <a:pt x="1113857" y="61908"/>
                  <a:pt x="1109340" y="66540"/>
                </a:cubicBezTo>
                <a:lnTo>
                  <a:pt x="1097875" y="124743"/>
                </a:lnTo>
                <a:lnTo>
                  <a:pt x="1079111" y="124743"/>
                </a:lnTo>
                <a:close/>
                <a:moveTo>
                  <a:pt x="1173311" y="90691"/>
                </a:moveTo>
                <a:cubicBezTo>
                  <a:pt x="1173311" y="82699"/>
                  <a:pt x="1174671" y="75431"/>
                  <a:pt x="1177393" y="68886"/>
                </a:cubicBezTo>
                <a:cubicBezTo>
                  <a:pt x="1180115" y="62342"/>
                  <a:pt x="1183705" y="56724"/>
                  <a:pt x="1188164" y="52034"/>
                </a:cubicBezTo>
                <a:cubicBezTo>
                  <a:pt x="1192623" y="47343"/>
                  <a:pt x="1197633" y="43724"/>
                  <a:pt x="1203193" y="41175"/>
                </a:cubicBezTo>
                <a:cubicBezTo>
                  <a:pt x="1208753" y="38627"/>
                  <a:pt x="1214312" y="37353"/>
                  <a:pt x="1219870" y="37353"/>
                </a:cubicBezTo>
                <a:cubicBezTo>
                  <a:pt x="1224850" y="37353"/>
                  <a:pt x="1229049" y="38164"/>
                  <a:pt x="1232465" y="39786"/>
                </a:cubicBezTo>
                <a:cubicBezTo>
                  <a:pt x="1235883" y="41407"/>
                  <a:pt x="1238663" y="43636"/>
                  <a:pt x="1240805" y="46475"/>
                </a:cubicBezTo>
                <a:cubicBezTo>
                  <a:pt x="1242949" y="49313"/>
                  <a:pt x="1244513" y="52644"/>
                  <a:pt x="1245497" y="56466"/>
                </a:cubicBezTo>
                <a:cubicBezTo>
                  <a:pt x="1246482" y="60287"/>
                  <a:pt x="1246974" y="64398"/>
                  <a:pt x="1246974" y="68799"/>
                </a:cubicBezTo>
                <a:cubicBezTo>
                  <a:pt x="1246974" y="72507"/>
                  <a:pt x="1246510" y="76098"/>
                  <a:pt x="1245582" y="79572"/>
                </a:cubicBezTo>
                <a:cubicBezTo>
                  <a:pt x="1244656" y="83047"/>
                  <a:pt x="1243904" y="85479"/>
                  <a:pt x="1243326" y="86868"/>
                </a:cubicBezTo>
                <a:lnTo>
                  <a:pt x="1191377" y="86868"/>
                </a:lnTo>
                <a:cubicBezTo>
                  <a:pt x="1190914" y="91385"/>
                  <a:pt x="1191146" y="95265"/>
                  <a:pt x="1192072" y="98509"/>
                </a:cubicBezTo>
                <a:cubicBezTo>
                  <a:pt x="1192999" y="101752"/>
                  <a:pt x="1194419" y="104416"/>
                  <a:pt x="1196329" y="106501"/>
                </a:cubicBezTo>
                <a:cubicBezTo>
                  <a:pt x="1198241" y="108585"/>
                  <a:pt x="1200587" y="110119"/>
                  <a:pt x="1203365" y="111103"/>
                </a:cubicBezTo>
                <a:cubicBezTo>
                  <a:pt x="1206145" y="112088"/>
                  <a:pt x="1209156" y="112580"/>
                  <a:pt x="1212400" y="112580"/>
                </a:cubicBezTo>
                <a:cubicBezTo>
                  <a:pt x="1215411" y="112580"/>
                  <a:pt x="1218480" y="111885"/>
                  <a:pt x="1221606" y="110496"/>
                </a:cubicBezTo>
                <a:cubicBezTo>
                  <a:pt x="1224735" y="109107"/>
                  <a:pt x="1227457" y="107544"/>
                  <a:pt x="1229774" y="105807"/>
                </a:cubicBezTo>
                <a:lnTo>
                  <a:pt x="1236722" y="117795"/>
                </a:lnTo>
                <a:cubicBezTo>
                  <a:pt x="1233248" y="120226"/>
                  <a:pt x="1229050" y="122340"/>
                  <a:pt x="1224128" y="124136"/>
                </a:cubicBezTo>
                <a:cubicBezTo>
                  <a:pt x="1219206" y="125930"/>
                  <a:pt x="1213675" y="126827"/>
                  <a:pt x="1207535" y="126827"/>
                </a:cubicBezTo>
                <a:cubicBezTo>
                  <a:pt x="1202440" y="126827"/>
                  <a:pt x="1197807" y="126016"/>
                  <a:pt x="1193636" y="124396"/>
                </a:cubicBezTo>
                <a:cubicBezTo>
                  <a:pt x="1189467" y="122773"/>
                  <a:pt x="1185876" y="120428"/>
                  <a:pt x="1182865" y="117360"/>
                </a:cubicBezTo>
                <a:cubicBezTo>
                  <a:pt x="1179853" y="114290"/>
                  <a:pt x="1177508" y="110526"/>
                  <a:pt x="1175829" y="106067"/>
                </a:cubicBezTo>
                <a:cubicBezTo>
                  <a:pt x="1174150" y="101608"/>
                  <a:pt x="1173311" y="96482"/>
                  <a:pt x="1173311" y="90691"/>
                </a:cubicBezTo>
                <a:moveTo>
                  <a:pt x="1192941" y="75055"/>
                </a:moveTo>
                <a:lnTo>
                  <a:pt x="1230644" y="75055"/>
                </a:lnTo>
                <a:cubicBezTo>
                  <a:pt x="1230875" y="73896"/>
                  <a:pt x="1231078" y="72708"/>
                  <a:pt x="1231251" y="71492"/>
                </a:cubicBezTo>
                <a:cubicBezTo>
                  <a:pt x="1231424" y="70276"/>
                  <a:pt x="1231511" y="68974"/>
                  <a:pt x="1231511" y="67585"/>
                </a:cubicBezTo>
                <a:cubicBezTo>
                  <a:pt x="1231511" y="63414"/>
                  <a:pt x="1230497" y="59736"/>
                  <a:pt x="1228470" y="56551"/>
                </a:cubicBezTo>
                <a:cubicBezTo>
                  <a:pt x="1226443" y="53366"/>
                  <a:pt x="1222823" y="51774"/>
                  <a:pt x="1217611" y="51774"/>
                </a:cubicBezTo>
                <a:cubicBezTo>
                  <a:pt x="1212400" y="51774"/>
                  <a:pt x="1207506" y="53830"/>
                  <a:pt x="1202930" y="57943"/>
                </a:cubicBezTo>
                <a:cubicBezTo>
                  <a:pt x="1198356" y="62054"/>
                  <a:pt x="1195027" y="67758"/>
                  <a:pt x="1192941" y="75055"/>
                </a:cubicBezTo>
                <a:close/>
                <a:moveTo>
                  <a:pt x="1255522" y="124743"/>
                </a:moveTo>
                <a:lnTo>
                  <a:pt x="1272547" y="39439"/>
                </a:lnTo>
                <a:lnTo>
                  <a:pt x="1287663" y="39439"/>
                </a:lnTo>
                <a:lnTo>
                  <a:pt x="1286099" y="55944"/>
                </a:lnTo>
                <a:lnTo>
                  <a:pt x="1286793" y="55944"/>
                </a:lnTo>
                <a:cubicBezTo>
                  <a:pt x="1290153" y="50616"/>
                  <a:pt x="1294092" y="46185"/>
                  <a:pt x="1298609" y="42652"/>
                </a:cubicBezTo>
                <a:cubicBezTo>
                  <a:pt x="1303126" y="39119"/>
                  <a:pt x="1307991" y="37353"/>
                  <a:pt x="1313203" y="37353"/>
                </a:cubicBezTo>
                <a:cubicBezTo>
                  <a:pt x="1316561" y="37353"/>
                  <a:pt x="1319398" y="37874"/>
                  <a:pt x="1321715" y="38917"/>
                </a:cubicBezTo>
                <a:lnTo>
                  <a:pt x="1315461" y="55249"/>
                </a:lnTo>
                <a:cubicBezTo>
                  <a:pt x="1314419" y="54670"/>
                  <a:pt x="1313202" y="54293"/>
                  <a:pt x="1311811" y="54120"/>
                </a:cubicBezTo>
                <a:cubicBezTo>
                  <a:pt x="1310422" y="53945"/>
                  <a:pt x="1308974" y="53858"/>
                  <a:pt x="1307469" y="53858"/>
                </a:cubicBezTo>
                <a:cubicBezTo>
                  <a:pt x="1303414" y="53858"/>
                  <a:pt x="1299418" y="55422"/>
                  <a:pt x="1295481" y="58550"/>
                </a:cubicBezTo>
                <a:cubicBezTo>
                  <a:pt x="1291543" y="61676"/>
                  <a:pt x="1287837" y="66541"/>
                  <a:pt x="1284362" y="73144"/>
                </a:cubicBezTo>
                <a:lnTo>
                  <a:pt x="1274286" y="124743"/>
                </a:lnTo>
                <a:lnTo>
                  <a:pt x="1255522" y="124743"/>
                </a:lnTo>
                <a:close/>
                <a:moveTo>
                  <a:pt x="1344510" y="126827"/>
                </a:moveTo>
                <a:cubicBezTo>
                  <a:pt x="1336981" y="126827"/>
                  <a:pt x="1331044" y="124163"/>
                  <a:pt x="1326700" y="118836"/>
                </a:cubicBezTo>
                <a:cubicBezTo>
                  <a:pt x="1322358" y="113508"/>
                  <a:pt x="1320187" y="105805"/>
                  <a:pt x="1320187" y="95728"/>
                </a:cubicBezTo>
                <a:cubicBezTo>
                  <a:pt x="1320187" y="87621"/>
                  <a:pt x="1321460" y="80006"/>
                  <a:pt x="1324007" y="72884"/>
                </a:cubicBezTo>
                <a:cubicBezTo>
                  <a:pt x="1326555" y="65760"/>
                  <a:pt x="1329972" y="59563"/>
                  <a:pt x="1334258" y="54292"/>
                </a:cubicBezTo>
                <a:cubicBezTo>
                  <a:pt x="1338544" y="49022"/>
                  <a:pt x="1343438" y="44881"/>
                  <a:pt x="1348939" y="41870"/>
                </a:cubicBezTo>
                <a:cubicBezTo>
                  <a:pt x="1354441" y="38858"/>
                  <a:pt x="1360145" y="37353"/>
                  <a:pt x="1366052" y="37353"/>
                </a:cubicBezTo>
                <a:cubicBezTo>
                  <a:pt x="1370223" y="37353"/>
                  <a:pt x="1374045" y="38424"/>
                  <a:pt x="1377520" y="40568"/>
                </a:cubicBezTo>
                <a:cubicBezTo>
                  <a:pt x="1380994" y="42710"/>
                  <a:pt x="1383716" y="45634"/>
                  <a:pt x="1385685" y="49340"/>
                </a:cubicBezTo>
                <a:lnTo>
                  <a:pt x="1386032" y="49340"/>
                </a:lnTo>
                <a:lnTo>
                  <a:pt x="1389680" y="39439"/>
                </a:lnTo>
                <a:lnTo>
                  <a:pt x="1404621" y="39439"/>
                </a:lnTo>
                <a:lnTo>
                  <a:pt x="1387596" y="124743"/>
                </a:lnTo>
                <a:lnTo>
                  <a:pt x="1372308" y="124743"/>
                </a:lnTo>
                <a:lnTo>
                  <a:pt x="1373175" y="112930"/>
                </a:lnTo>
                <a:lnTo>
                  <a:pt x="1372655" y="112930"/>
                </a:lnTo>
                <a:cubicBezTo>
                  <a:pt x="1368601" y="117099"/>
                  <a:pt x="1364112" y="120458"/>
                  <a:pt x="1359188" y="123006"/>
                </a:cubicBezTo>
                <a:cubicBezTo>
                  <a:pt x="1354266" y="125553"/>
                  <a:pt x="1349373" y="126827"/>
                  <a:pt x="1344510" y="126827"/>
                </a:cubicBezTo>
                <a:moveTo>
                  <a:pt x="1352152" y="111538"/>
                </a:moveTo>
                <a:cubicBezTo>
                  <a:pt x="1355860" y="111538"/>
                  <a:pt x="1359654" y="110438"/>
                  <a:pt x="1363533" y="108238"/>
                </a:cubicBezTo>
                <a:cubicBezTo>
                  <a:pt x="1367412" y="106037"/>
                  <a:pt x="1371090" y="102331"/>
                  <a:pt x="1374567" y="97119"/>
                </a:cubicBezTo>
                <a:lnTo>
                  <a:pt x="1381515" y="63067"/>
                </a:lnTo>
                <a:cubicBezTo>
                  <a:pt x="1379546" y="59361"/>
                  <a:pt x="1377317" y="56698"/>
                  <a:pt x="1374826" y="55077"/>
                </a:cubicBezTo>
                <a:cubicBezTo>
                  <a:pt x="1372336" y="53455"/>
                  <a:pt x="1369759" y="52644"/>
                  <a:pt x="1367093" y="52644"/>
                </a:cubicBezTo>
                <a:cubicBezTo>
                  <a:pt x="1363504" y="52644"/>
                  <a:pt x="1360029" y="53715"/>
                  <a:pt x="1356670" y="55857"/>
                </a:cubicBezTo>
                <a:cubicBezTo>
                  <a:pt x="1353312" y="57999"/>
                  <a:pt x="1350359" y="60924"/>
                  <a:pt x="1347810" y="64631"/>
                </a:cubicBezTo>
                <a:cubicBezTo>
                  <a:pt x="1345262" y="68337"/>
                  <a:pt x="1343234" y="72652"/>
                  <a:pt x="1341729" y="77574"/>
                </a:cubicBezTo>
                <a:cubicBezTo>
                  <a:pt x="1340223" y="82496"/>
                  <a:pt x="1339470" y="87678"/>
                  <a:pt x="1339470" y="93122"/>
                </a:cubicBezTo>
                <a:cubicBezTo>
                  <a:pt x="1339470" y="99376"/>
                  <a:pt x="1340599" y="104009"/>
                  <a:pt x="1342858" y="107021"/>
                </a:cubicBezTo>
                <a:cubicBezTo>
                  <a:pt x="1345117" y="110032"/>
                  <a:pt x="1348215" y="111538"/>
                  <a:pt x="1352152" y="111538"/>
                </a:cubicBezTo>
                <a:close/>
                <a:moveTo>
                  <a:pt x="1442879" y="126827"/>
                </a:moveTo>
                <a:cubicBezTo>
                  <a:pt x="1434887" y="126827"/>
                  <a:pt x="1429182" y="124829"/>
                  <a:pt x="1425764" y="120833"/>
                </a:cubicBezTo>
                <a:cubicBezTo>
                  <a:pt x="1422347" y="116837"/>
                  <a:pt x="1420639" y="111885"/>
                  <a:pt x="1420639" y="105979"/>
                </a:cubicBezTo>
                <a:cubicBezTo>
                  <a:pt x="1420639" y="104242"/>
                  <a:pt x="1420755" y="102563"/>
                  <a:pt x="1420987" y="100942"/>
                </a:cubicBezTo>
                <a:cubicBezTo>
                  <a:pt x="1421220" y="99320"/>
                  <a:pt x="1421452" y="97640"/>
                  <a:pt x="1421684" y="95903"/>
                </a:cubicBezTo>
                <a:lnTo>
                  <a:pt x="1430368" y="54205"/>
                </a:lnTo>
                <a:lnTo>
                  <a:pt x="1418381" y="54205"/>
                </a:lnTo>
                <a:lnTo>
                  <a:pt x="1421162" y="40308"/>
                </a:lnTo>
                <a:lnTo>
                  <a:pt x="1434191" y="39439"/>
                </a:lnTo>
                <a:lnTo>
                  <a:pt x="1440967" y="16505"/>
                </a:lnTo>
                <a:lnTo>
                  <a:pt x="1456603" y="16505"/>
                </a:lnTo>
                <a:lnTo>
                  <a:pt x="1452085" y="39439"/>
                </a:lnTo>
                <a:lnTo>
                  <a:pt x="1472588" y="39439"/>
                </a:lnTo>
                <a:lnTo>
                  <a:pt x="1469635" y="54205"/>
                </a:lnTo>
                <a:lnTo>
                  <a:pt x="1448785" y="54205"/>
                </a:lnTo>
                <a:lnTo>
                  <a:pt x="1440098" y="96597"/>
                </a:lnTo>
                <a:cubicBezTo>
                  <a:pt x="1439751" y="98683"/>
                  <a:pt x="1439578" y="100710"/>
                  <a:pt x="1439578" y="102679"/>
                </a:cubicBezTo>
                <a:cubicBezTo>
                  <a:pt x="1439578" y="105805"/>
                  <a:pt x="1440331" y="108150"/>
                  <a:pt x="1441837" y="109714"/>
                </a:cubicBezTo>
                <a:cubicBezTo>
                  <a:pt x="1443342" y="111278"/>
                  <a:pt x="1445890" y="112060"/>
                  <a:pt x="1449480" y="112060"/>
                </a:cubicBezTo>
                <a:cubicBezTo>
                  <a:pt x="1450985" y="112060"/>
                  <a:pt x="1452375" y="111829"/>
                  <a:pt x="1453650" y="111366"/>
                </a:cubicBezTo>
                <a:cubicBezTo>
                  <a:pt x="1454924" y="110903"/>
                  <a:pt x="1456198" y="110381"/>
                  <a:pt x="1457472" y="109802"/>
                </a:cubicBezTo>
                <a:lnTo>
                  <a:pt x="1460948" y="123006"/>
                </a:lnTo>
                <a:cubicBezTo>
                  <a:pt x="1458862" y="123932"/>
                  <a:pt x="1456314" y="124800"/>
                  <a:pt x="1453302" y="125610"/>
                </a:cubicBezTo>
                <a:cubicBezTo>
                  <a:pt x="1450291" y="126421"/>
                  <a:pt x="1446816" y="126827"/>
                  <a:pt x="1442879" y="126827"/>
                </a:cubicBezTo>
                <a:close/>
                <a:moveTo>
                  <a:pt x="1506673" y="126827"/>
                </a:moveTo>
                <a:cubicBezTo>
                  <a:pt x="1501925" y="126827"/>
                  <a:pt x="1497581" y="126016"/>
                  <a:pt x="1493644" y="124396"/>
                </a:cubicBezTo>
                <a:cubicBezTo>
                  <a:pt x="1489706" y="122773"/>
                  <a:pt x="1486347" y="120457"/>
                  <a:pt x="1483567" y="117447"/>
                </a:cubicBezTo>
                <a:cubicBezTo>
                  <a:pt x="1480787" y="114436"/>
                  <a:pt x="1478644" y="110787"/>
                  <a:pt x="1477139" y="106501"/>
                </a:cubicBezTo>
                <a:cubicBezTo>
                  <a:pt x="1475633" y="102216"/>
                  <a:pt x="1474880" y="97408"/>
                  <a:pt x="1474880" y="92080"/>
                </a:cubicBezTo>
                <a:cubicBezTo>
                  <a:pt x="1474880" y="83973"/>
                  <a:pt x="1476241" y="76532"/>
                  <a:pt x="1478962" y="69756"/>
                </a:cubicBezTo>
                <a:cubicBezTo>
                  <a:pt x="1481684" y="62980"/>
                  <a:pt x="1485245" y="57217"/>
                  <a:pt x="1489646" y="52469"/>
                </a:cubicBezTo>
                <a:cubicBezTo>
                  <a:pt x="1494048" y="47720"/>
                  <a:pt x="1499058" y="44014"/>
                  <a:pt x="1504675" y="41350"/>
                </a:cubicBezTo>
                <a:cubicBezTo>
                  <a:pt x="1510293" y="38685"/>
                  <a:pt x="1515998" y="37353"/>
                  <a:pt x="1521789" y="37353"/>
                </a:cubicBezTo>
                <a:cubicBezTo>
                  <a:pt x="1531519" y="37353"/>
                  <a:pt x="1539279" y="40452"/>
                  <a:pt x="1545070" y="46650"/>
                </a:cubicBezTo>
                <a:cubicBezTo>
                  <a:pt x="1550862" y="52846"/>
                  <a:pt x="1553758" y="61330"/>
                  <a:pt x="1553758" y="72102"/>
                </a:cubicBezTo>
                <a:cubicBezTo>
                  <a:pt x="1553758" y="80209"/>
                  <a:pt x="1552396" y="87621"/>
                  <a:pt x="1549673" y="94338"/>
                </a:cubicBezTo>
                <a:cubicBezTo>
                  <a:pt x="1546951" y="101056"/>
                  <a:pt x="1543390" y="106819"/>
                  <a:pt x="1538989" y="111626"/>
                </a:cubicBezTo>
                <a:cubicBezTo>
                  <a:pt x="1534588" y="116433"/>
                  <a:pt x="1529579" y="120168"/>
                  <a:pt x="1523961" y="122831"/>
                </a:cubicBezTo>
                <a:cubicBezTo>
                  <a:pt x="1518344" y="125495"/>
                  <a:pt x="1512582" y="126827"/>
                  <a:pt x="1506673" y="126827"/>
                </a:cubicBezTo>
                <a:moveTo>
                  <a:pt x="1508760" y="111713"/>
                </a:moveTo>
                <a:cubicBezTo>
                  <a:pt x="1512118" y="111713"/>
                  <a:pt x="1515360" y="110700"/>
                  <a:pt x="1518486" y="108672"/>
                </a:cubicBezTo>
                <a:cubicBezTo>
                  <a:pt x="1521614" y="106645"/>
                  <a:pt x="1524394" y="103865"/>
                  <a:pt x="1526826" y="100332"/>
                </a:cubicBezTo>
                <a:cubicBezTo>
                  <a:pt x="1529260" y="96800"/>
                  <a:pt x="1531200" y="92659"/>
                  <a:pt x="1532648" y="87910"/>
                </a:cubicBezTo>
                <a:cubicBezTo>
                  <a:pt x="1534095" y="83161"/>
                  <a:pt x="1534819" y="78065"/>
                  <a:pt x="1534819" y="72622"/>
                </a:cubicBezTo>
                <a:cubicBezTo>
                  <a:pt x="1534819" y="66135"/>
                  <a:pt x="1533545" y="61155"/>
                  <a:pt x="1530996" y="57680"/>
                </a:cubicBezTo>
                <a:cubicBezTo>
                  <a:pt x="1528450" y="54206"/>
                  <a:pt x="1524743" y="52469"/>
                  <a:pt x="1519878" y="52469"/>
                </a:cubicBezTo>
                <a:cubicBezTo>
                  <a:pt x="1516520" y="52469"/>
                  <a:pt x="1513248" y="53482"/>
                  <a:pt x="1510061" y="55509"/>
                </a:cubicBezTo>
                <a:cubicBezTo>
                  <a:pt x="1506877" y="57536"/>
                  <a:pt x="1504068" y="60287"/>
                  <a:pt x="1501636" y="63762"/>
                </a:cubicBezTo>
                <a:cubicBezTo>
                  <a:pt x="1499205" y="67236"/>
                  <a:pt x="1497264" y="71348"/>
                  <a:pt x="1495815" y="76097"/>
                </a:cubicBezTo>
                <a:cubicBezTo>
                  <a:pt x="1494367" y="80846"/>
                  <a:pt x="1493644" y="85942"/>
                  <a:pt x="1493644" y="91385"/>
                </a:cubicBezTo>
                <a:cubicBezTo>
                  <a:pt x="1493644" y="97871"/>
                  <a:pt x="1494918" y="102881"/>
                  <a:pt x="1497466" y="106414"/>
                </a:cubicBezTo>
                <a:cubicBezTo>
                  <a:pt x="1500015" y="109947"/>
                  <a:pt x="1503779" y="111713"/>
                  <a:pt x="1508760" y="111713"/>
                </a:cubicBezTo>
                <a:close/>
                <a:moveTo>
                  <a:pt x="1565085" y="124743"/>
                </a:moveTo>
                <a:lnTo>
                  <a:pt x="1582110" y="39439"/>
                </a:lnTo>
                <a:lnTo>
                  <a:pt x="1597226" y="39439"/>
                </a:lnTo>
                <a:lnTo>
                  <a:pt x="1595662" y="55944"/>
                </a:lnTo>
                <a:lnTo>
                  <a:pt x="1596356" y="55944"/>
                </a:lnTo>
                <a:cubicBezTo>
                  <a:pt x="1599716" y="50616"/>
                  <a:pt x="1603654" y="46185"/>
                  <a:pt x="1608172" y="42652"/>
                </a:cubicBezTo>
                <a:cubicBezTo>
                  <a:pt x="1612689" y="39119"/>
                  <a:pt x="1617554" y="37353"/>
                  <a:pt x="1622765" y="37353"/>
                </a:cubicBezTo>
                <a:cubicBezTo>
                  <a:pt x="1626123" y="37353"/>
                  <a:pt x="1628961" y="37874"/>
                  <a:pt x="1631278" y="38917"/>
                </a:cubicBezTo>
                <a:lnTo>
                  <a:pt x="1625024" y="55249"/>
                </a:lnTo>
                <a:cubicBezTo>
                  <a:pt x="1623981" y="54670"/>
                  <a:pt x="1622764" y="54293"/>
                  <a:pt x="1621374" y="54120"/>
                </a:cubicBezTo>
                <a:cubicBezTo>
                  <a:pt x="1619984" y="53945"/>
                  <a:pt x="1618537" y="53858"/>
                  <a:pt x="1617031" y="53858"/>
                </a:cubicBezTo>
                <a:cubicBezTo>
                  <a:pt x="1612977" y="53858"/>
                  <a:pt x="1608981" y="55422"/>
                  <a:pt x="1605043" y="58550"/>
                </a:cubicBezTo>
                <a:cubicBezTo>
                  <a:pt x="1601106" y="61676"/>
                  <a:pt x="1597400" y="66541"/>
                  <a:pt x="1593925" y="73144"/>
                </a:cubicBezTo>
                <a:lnTo>
                  <a:pt x="1583849" y="124743"/>
                </a:lnTo>
                <a:lnTo>
                  <a:pt x="1565085" y="124743"/>
                </a:lnTo>
                <a:close/>
                <a:moveTo>
                  <a:pt x="1660014" y="124743"/>
                </a:moveTo>
                <a:lnTo>
                  <a:pt x="1677214" y="39439"/>
                </a:lnTo>
                <a:lnTo>
                  <a:pt x="1695803" y="39439"/>
                </a:lnTo>
                <a:lnTo>
                  <a:pt x="1678778" y="124743"/>
                </a:lnTo>
                <a:lnTo>
                  <a:pt x="1660014" y="124743"/>
                </a:lnTo>
                <a:moveTo>
                  <a:pt x="1690938" y="24323"/>
                </a:moveTo>
                <a:cubicBezTo>
                  <a:pt x="1688275" y="24323"/>
                  <a:pt x="1685843" y="23483"/>
                  <a:pt x="1683643" y="21804"/>
                </a:cubicBezTo>
                <a:cubicBezTo>
                  <a:pt x="1681443" y="20126"/>
                  <a:pt x="1680342" y="17722"/>
                  <a:pt x="1680342" y="14594"/>
                </a:cubicBezTo>
                <a:cubicBezTo>
                  <a:pt x="1680342" y="11236"/>
                  <a:pt x="1681558" y="8370"/>
                  <a:pt x="1683990" y="5997"/>
                </a:cubicBezTo>
                <a:cubicBezTo>
                  <a:pt x="1686422" y="3621"/>
                  <a:pt x="1689375" y="2434"/>
                  <a:pt x="1692850" y="2434"/>
                </a:cubicBezTo>
                <a:cubicBezTo>
                  <a:pt x="1695513" y="2434"/>
                  <a:pt x="1697945" y="3273"/>
                  <a:pt x="1700145" y="4952"/>
                </a:cubicBezTo>
                <a:cubicBezTo>
                  <a:pt x="1702347" y="6631"/>
                  <a:pt x="1703448" y="9035"/>
                  <a:pt x="1703448" y="12163"/>
                </a:cubicBezTo>
                <a:cubicBezTo>
                  <a:pt x="1703448" y="15637"/>
                  <a:pt x="1702232" y="18533"/>
                  <a:pt x="1699798" y="20850"/>
                </a:cubicBezTo>
                <a:cubicBezTo>
                  <a:pt x="1697366" y="23165"/>
                  <a:pt x="1694413" y="24323"/>
                  <a:pt x="1690938" y="24323"/>
                </a:cubicBezTo>
                <a:close/>
                <a:moveTo>
                  <a:pt x="1703483" y="124743"/>
                </a:moveTo>
                <a:lnTo>
                  <a:pt x="1720508" y="39439"/>
                </a:lnTo>
                <a:lnTo>
                  <a:pt x="1735624" y="39439"/>
                </a:lnTo>
                <a:lnTo>
                  <a:pt x="1734754" y="51427"/>
                </a:lnTo>
                <a:lnTo>
                  <a:pt x="1735449" y="51427"/>
                </a:lnTo>
                <a:cubicBezTo>
                  <a:pt x="1739966" y="47604"/>
                  <a:pt x="1744628" y="44303"/>
                  <a:pt x="1749436" y="41523"/>
                </a:cubicBezTo>
                <a:cubicBezTo>
                  <a:pt x="1754243" y="38743"/>
                  <a:pt x="1759368" y="37353"/>
                  <a:pt x="1764811" y="37353"/>
                </a:cubicBezTo>
                <a:cubicBezTo>
                  <a:pt x="1771992" y="37353"/>
                  <a:pt x="1777146" y="39207"/>
                  <a:pt x="1780272" y="42914"/>
                </a:cubicBezTo>
                <a:cubicBezTo>
                  <a:pt x="1783400" y="46620"/>
                  <a:pt x="1784964" y="51948"/>
                  <a:pt x="1784964" y="58897"/>
                </a:cubicBezTo>
                <a:cubicBezTo>
                  <a:pt x="1784964" y="60866"/>
                  <a:pt x="1784878" y="62777"/>
                  <a:pt x="1784704" y="64631"/>
                </a:cubicBezTo>
                <a:cubicBezTo>
                  <a:pt x="1784531" y="66484"/>
                  <a:pt x="1784155" y="68568"/>
                  <a:pt x="1783575" y="70885"/>
                </a:cubicBezTo>
                <a:lnTo>
                  <a:pt x="1772804" y="124743"/>
                </a:lnTo>
                <a:lnTo>
                  <a:pt x="1754213" y="124743"/>
                </a:lnTo>
                <a:lnTo>
                  <a:pt x="1764636" y="73316"/>
                </a:lnTo>
                <a:cubicBezTo>
                  <a:pt x="1764985" y="71347"/>
                  <a:pt x="1765304" y="69668"/>
                  <a:pt x="1765593" y="68279"/>
                </a:cubicBezTo>
                <a:cubicBezTo>
                  <a:pt x="1765883" y="66888"/>
                  <a:pt x="1766028" y="65556"/>
                  <a:pt x="1766028" y="64281"/>
                </a:cubicBezTo>
                <a:cubicBezTo>
                  <a:pt x="1766028" y="56986"/>
                  <a:pt x="1762438" y="53338"/>
                  <a:pt x="1755257" y="53338"/>
                </a:cubicBezTo>
                <a:cubicBezTo>
                  <a:pt x="1752246" y="53338"/>
                  <a:pt x="1749031" y="54381"/>
                  <a:pt x="1745613" y="56466"/>
                </a:cubicBezTo>
                <a:cubicBezTo>
                  <a:pt x="1742197" y="58550"/>
                  <a:pt x="1738230" y="61908"/>
                  <a:pt x="1733712" y="66540"/>
                </a:cubicBezTo>
                <a:lnTo>
                  <a:pt x="1722247" y="124743"/>
                </a:lnTo>
                <a:lnTo>
                  <a:pt x="1703483" y="124743"/>
                </a:lnTo>
                <a:close/>
                <a:moveTo>
                  <a:pt x="1847925" y="126827"/>
                </a:moveTo>
                <a:cubicBezTo>
                  <a:pt x="1844797" y="126827"/>
                  <a:pt x="1842306" y="125814"/>
                  <a:pt x="1840452" y="123788"/>
                </a:cubicBezTo>
                <a:cubicBezTo>
                  <a:pt x="1838600" y="121761"/>
                  <a:pt x="1837674" y="119184"/>
                  <a:pt x="1837674" y="116055"/>
                </a:cubicBezTo>
                <a:cubicBezTo>
                  <a:pt x="1837674" y="114203"/>
                  <a:pt x="1838021" y="112379"/>
                  <a:pt x="1838715" y="110584"/>
                </a:cubicBezTo>
                <a:cubicBezTo>
                  <a:pt x="1839412" y="108788"/>
                  <a:pt x="1840425" y="107196"/>
                  <a:pt x="1841756" y="105807"/>
                </a:cubicBezTo>
                <a:cubicBezTo>
                  <a:pt x="1843089" y="104416"/>
                  <a:pt x="1844624" y="103287"/>
                  <a:pt x="1846361" y="102419"/>
                </a:cubicBezTo>
                <a:cubicBezTo>
                  <a:pt x="1848098" y="101549"/>
                  <a:pt x="1850010" y="101114"/>
                  <a:pt x="1852095" y="101114"/>
                </a:cubicBezTo>
                <a:cubicBezTo>
                  <a:pt x="1855221" y="101114"/>
                  <a:pt x="1857682" y="102157"/>
                  <a:pt x="1859478" y="104243"/>
                </a:cubicBezTo>
                <a:cubicBezTo>
                  <a:pt x="1861274" y="106326"/>
                  <a:pt x="1862172" y="108932"/>
                  <a:pt x="1862172" y="112060"/>
                </a:cubicBezTo>
                <a:cubicBezTo>
                  <a:pt x="1862172" y="113913"/>
                  <a:pt x="1861823" y="115736"/>
                  <a:pt x="1861127" y="117532"/>
                </a:cubicBezTo>
                <a:cubicBezTo>
                  <a:pt x="1860432" y="119328"/>
                  <a:pt x="1859477" y="120921"/>
                  <a:pt x="1858261" y="122312"/>
                </a:cubicBezTo>
                <a:cubicBezTo>
                  <a:pt x="1857045" y="123701"/>
                  <a:pt x="1855540" y="124800"/>
                  <a:pt x="1853744" y="125610"/>
                </a:cubicBezTo>
                <a:cubicBezTo>
                  <a:pt x="1851950" y="126421"/>
                  <a:pt x="1850010" y="126827"/>
                  <a:pt x="1847925" y="126827"/>
                </a:cubicBezTo>
                <a:moveTo>
                  <a:pt x="1904216" y="126827"/>
                </a:moveTo>
                <a:cubicBezTo>
                  <a:pt x="1901088" y="126827"/>
                  <a:pt x="1898597" y="125814"/>
                  <a:pt x="1896743" y="123788"/>
                </a:cubicBezTo>
                <a:cubicBezTo>
                  <a:pt x="1894891" y="121761"/>
                  <a:pt x="1893965" y="119184"/>
                  <a:pt x="1893965" y="116055"/>
                </a:cubicBezTo>
                <a:cubicBezTo>
                  <a:pt x="1893965" y="114203"/>
                  <a:pt x="1894312" y="112379"/>
                  <a:pt x="1895007" y="110584"/>
                </a:cubicBezTo>
                <a:cubicBezTo>
                  <a:pt x="1895703" y="108788"/>
                  <a:pt x="1896717" y="107196"/>
                  <a:pt x="1898048" y="105807"/>
                </a:cubicBezTo>
                <a:cubicBezTo>
                  <a:pt x="1899380" y="104416"/>
                  <a:pt x="1900915" y="103287"/>
                  <a:pt x="1902652" y="102419"/>
                </a:cubicBezTo>
                <a:cubicBezTo>
                  <a:pt x="1904390" y="101549"/>
                  <a:pt x="1906301" y="101114"/>
                  <a:pt x="1908386" y="101114"/>
                </a:cubicBezTo>
                <a:cubicBezTo>
                  <a:pt x="1911513" y="101114"/>
                  <a:pt x="1913974" y="102157"/>
                  <a:pt x="1915769" y="104243"/>
                </a:cubicBezTo>
                <a:cubicBezTo>
                  <a:pt x="1917565" y="106326"/>
                  <a:pt x="1918463" y="108932"/>
                  <a:pt x="1918463" y="112060"/>
                </a:cubicBezTo>
                <a:cubicBezTo>
                  <a:pt x="1918463" y="113913"/>
                  <a:pt x="1918115" y="115736"/>
                  <a:pt x="1917418" y="117532"/>
                </a:cubicBezTo>
                <a:cubicBezTo>
                  <a:pt x="1916724" y="119328"/>
                  <a:pt x="1915769" y="120921"/>
                  <a:pt x="1914553" y="122312"/>
                </a:cubicBezTo>
                <a:cubicBezTo>
                  <a:pt x="1913337" y="123701"/>
                  <a:pt x="1911831" y="124800"/>
                  <a:pt x="1910035" y="125610"/>
                </a:cubicBezTo>
                <a:cubicBezTo>
                  <a:pt x="1908241" y="126421"/>
                  <a:pt x="1906302" y="126827"/>
                  <a:pt x="1904216" y="126827"/>
                </a:cubicBezTo>
                <a:moveTo>
                  <a:pt x="1960508" y="126827"/>
                </a:moveTo>
                <a:cubicBezTo>
                  <a:pt x="1957380" y="126827"/>
                  <a:pt x="1954888" y="125814"/>
                  <a:pt x="1953035" y="123788"/>
                </a:cubicBezTo>
                <a:cubicBezTo>
                  <a:pt x="1951182" y="121761"/>
                  <a:pt x="1950256" y="119184"/>
                  <a:pt x="1950256" y="116055"/>
                </a:cubicBezTo>
                <a:cubicBezTo>
                  <a:pt x="1950256" y="114203"/>
                  <a:pt x="1950604" y="112379"/>
                  <a:pt x="1951298" y="110584"/>
                </a:cubicBezTo>
                <a:cubicBezTo>
                  <a:pt x="1951994" y="108788"/>
                  <a:pt x="1953008" y="107196"/>
                  <a:pt x="1954339" y="105807"/>
                </a:cubicBezTo>
                <a:cubicBezTo>
                  <a:pt x="1955671" y="104416"/>
                  <a:pt x="1957206" y="103287"/>
                  <a:pt x="1958944" y="102419"/>
                </a:cubicBezTo>
                <a:cubicBezTo>
                  <a:pt x="1960681" y="101549"/>
                  <a:pt x="1962592" y="101114"/>
                  <a:pt x="1964678" y="101114"/>
                </a:cubicBezTo>
                <a:cubicBezTo>
                  <a:pt x="1967804" y="101114"/>
                  <a:pt x="1970265" y="102157"/>
                  <a:pt x="1972061" y="104243"/>
                </a:cubicBezTo>
                <a:cubicBezTo>
                  <a:pt x="1973856" y="106326"/>
                  <a:pt x="1974754" y="108932"/>
                  <a:pt x="1974754" y="112060"/>
                </a:cubicBezTo>
                <a:cubicBezTo>
                  <a:pt x="1974754" y="113913"/>
                  <a:pt x="1974406" y="115736"/>
                  <a:pt x="1973710" y="117532"/>
                </a:cubicBezTo>
                <a:cubicBezTo>
                  <a:pt x="1973015" y="119328"/>
                  <a:pt x="1972060" y="120921"/>
                  <a:pt x="1970844" y="122312"/>
                </a:cubicBezTo>
                <a:cubicBezTo>
                  <a:pt x="1969628" y="123701"/>
                  <a:pt x="1968122" y="124800"/>
                  <a:pt x="1966327" y="125610"/>
                </a:cubicBezTo>
                <a:cubicBezTo>
                  <a:pt x="1964533" y="126421"/>
                  <a:pt x="1962593" y="126827"/>
                  <a:pt x="1960508" y="12682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Text --TEST--">
            <a:extLst xmlns:a="http://schemas.openxmlformats.org/drawingml/2006/main">
              <a:ext uri="{FF2B5EF4-FFF2-40B4-BE49-F238E27FC236}">
                <a16:creationId xmlns:a16="http://schemas.microsoft.com/office/drawing/2014/main" id="{2258833C-DE8C-49ED-8455-4FBB85B9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380" y="168204"/>
            <a:ext cx="563425" cy="117792"/>
          </a:xfrm>
          <a:custGeom xmlns:a="http://schemas.openxmlformats.org/drawingml/2006/main">
            <a:pathLst>
              <a:path w="563425" h="117792">
                <a:moveTo>
                  <a:pt x="0" y="78703"/>
                </a:moveTo>
                <a:lnTo>
                  <a:pt x="2781" y="64976"/>
                </a:lnTo>
                <a:lnTo>
                  <a:pt x="42217" y="64976"/>
                </a:lnTo>
                <a:lnTo>
                  <a:pt x="39264" y="78703"/>
                </a:lnTo>
                <a:lnTo>
                  <a:pt x="0" y="78703"/>
                </a:lnTo>
                <a:close/>
                <a:moveTo>
                  <a:pt x="54292" y="78703"/>
                </a:moveTo>
                <a:lnTo>
                  <a:pt x="57073" y="64976"/>
                </a:lnTo>
                <a:lnTo>
                  <a:pt x="96510" y="64976"/>
                </a:lnTo>
                <a:lnTo>
                  <a:pt x="93556" y="78703"/>
                </a:lnTo>
                <a:lnTo>
                  <a:pt x="54292" y="78703"/>
                </a:lnTo>
                <a:close/>
                <a:moveTo>
                  <a:pt x="129955" y="115708"/>
                </a:moveTo>
                <a:lnTo>
                  <a:pt x="149413" y="18069"/>
                </a:lnTo>
                <a:lnTo>
                  <a:pt x="117967" y="18069"/>
                </a:lnTo>
                <a:lnTo>
                  <a:pt x="121095" y="2084"/>
                </a:lnTo>
                <a:lnTo>
                  <a:pt x="202751" y="2084"/>
                </a:lnTo>
                <a:lnTo>
                  <a:pt x="199623" y="18069"/>
                </a:lnTo>
                <a:lnTo>
                  <a:pt x="168177" y="18069"/>
                </a:lnTo>
                <a:lnTo>
                  <a:pt x="148718" y="115708"/>
                </a:lnTo>
                <a:lnTo>
                  <a:pt x="129955" y="115708"/>
                </a:lnTo>
                <a:close/>
                <a:moveTo>
                  <a:pt x="197816" y="115708"/>
                </a:moveTo>
                <a:lnTo>
                  <a:pt x="220403" y="2084"/>
                </a:lnTo>
                <a:lnTo>
                  <a:pt x="285554" y="2084"/>
                </a:lnTo>
                <a:lnTo>
                  <a:pt x="282425" y="17894"/>
                </a:lnTo>
                <a:lnTo>
                  <a:pt x="235866" y="17894"/>
                </a:lnTo>
                <a:lnTo>
                  <a:pt x="229784" y="48474"/>
                </a:lnTo>
                <a:lnTo>
                  <a:pt x="269221" y="48474"/>
                </a:lnTo>
                <a:lnTo>
                  <a:pt x="266095" y="64281"/>
                </a:lnTo>
                <a:lnTo>
                  <a:pt x="226831" y="64281"/>
                </a:lnTo>
                <a:lnTo>
                  <a:pt x="219533" y="99898"/>
                </a:lnTo>
                <a:lnTo>
                  <a:pt x="267484" y="99898"/>
                </a:lnTo>
                <a:lnTo>
                  <a:pt x="264356" y="115708"/>
                </a:lnTo>
                <a:lnTo>
                  <a:pt x="197816" y="115708"/>
                </a:lnTo>
                <a:close/>
                <a:moveTo>
                  <a:pt x="322488" y="117792"/>
                </a:moveTo>
                <a:cubicBezTo>
                  <a:pt x="314845" y="117792"/>
                  <a:pt x="307692" y="116170"/>
                  <a:pt x="301031" y="112927"/>
                </a:cubicBezTo>
                <a:cubicBezTo>
                  <a:pt x="294372" y="109684"/>
                  <a:pt x="288436" y="104415"/>
                  <a:pt x="283224" y="97119"/>
                </a:cubicBezTo>
                <a:lnTo>
                  <a:pt x="296776" y="86693"/>
                </a:lnTo>
                <a:cubicBezTo>
                  <a:pt x="300136" y="91327"/>
                  <a:pt x="304132" y="95005"/>
                  <a:pt x="308764" y="97726"/>
                </a:cubicBezTo>
                <a:cubicBezTo>
                  <a:pt x="313398" y="100448"/>
                  <a:pt x="318494" y="101809"/>
                  <a:pt x="324052" y="101809"/>
                </a:cubicBezTo>
                <a:cubicBezTo>
                  <a:pt x="329961" y="101809"/>
                  <a:pt x="334825" y="100275"/>
                  <a:pt x="338646" y="97207"/>
                </a:cubicBezTo>
                <a:cubicBezTo>
                  <a:pt x="342469" y="94137"/>
                  <a:pt x="344380" y="89938"/>
                  <a:pt x="344380" y="84609"/>
                </a:cubicBezTo>
                <a:cubicBezTo>
                  <a:pt x="344380" y="81018"/>
                  <a:pt x="343135" y="78036"/>
                  <a:pt x="340645" y="75662"/>
                </a:cubicBezTo>
                <a:cubicBezTo>
                  <a:pt x="338155" y="73287"/>
                  <a:pt x="334825" y="70826"/>
                  <a:pt x="330656" y="68279"/>
                </a:cubicBezTo>
                <a:lnTo>
                  <a:pt x="318668" y="60981"/>
                </a:lnTo>
                <a:cubicBezTo>
                  <a:pt x="313688" y="57969"/>
                  <a:pt x="309576" y="54292"/>
                  <a:pt x="306333" y="49950"/>
                </a:cubicBezTo>
                <a:cubicBezTo>
                  <a:pt x="303090" y="45606"/>
                  <a:pt x="301469" y="40075"/>
                  <a:pt x="301469" y="33358"/>
                </a:cubicBezTo>
                <a:cubicBezTo>
                  <a:pt x="301469" y="28840"/>
                  <a:pt x="302424" y="24555"/>
                  <a:pt x="304334" y="20503"/>
                </a:cubicBezTo>
                <a:cubicBezTo>
                  <a:pt x="306245" y="16449"/>
                  <a:pt x="308908" y="12887"/>
                  <a:pt x="312324" y="9817"/>
                </a:cubicBezTo>
                <a:cubicBezTo>
                  <a:pt x="315742" y="6747"/>
                  <a:pt x="319738" y="4343"/>
                  <a:pt x="324312" y="2606"/>
                </a:cubicBezTo>
                <a:cubicBezTo>
                  <a:pt x="328888" y="869"/>
                  <a:pt x="333840" y="0"/>
                  <a:pt x="339168" y="0"/>
                </a:cubicBezTo>
                <a:cubicBezTo>
                  <a:pt x="346003" y="0"/>
                  <a:pt x="352257" y="1535"/>
                  <a:pt x="357932" y="4605"/>
                </a:cubicBezTo>
                <a:cubicBezTo>
                  <a:pt x="363607" y="7673"/>
                  <a:pt x="368472" y="11697"/>
                  <a:pt x="372526" y="16677"/>
                </a:cubicBezTo>
                <a:lnTo>
                  <a:pt x="360538" y="27623"/>
                </a:lnTo>
                <a:cubicBezTo>
                  <a:pt x="357641" y="24380"/>
                  <a:pt x="354369" y="21659"/>
                  <a:pt x="350721" y="19458"/>
                </a:cubicBezTo>
                <a:cubicBezTo>
                  <a:pt x="347074" y="17258"/>
                  <a:pt x="342875" y="16158"/>
                  <a:pt x="338127" y="16158"/>
                </a:cubicBezTo>
                <a:cubicBezTo>
                  <a:pt x="332567" y="16158"/>
                  <a:pt x="328281" y="17722"/>
                  <a:pt x="325269" y="20850"/>
                </a:cubicBezTo>
                <a:cubicBezTo>
                  <a:pt x="322258" y="23977"/>
                  <a:pt x="320752" y="27509"/>
                  <a:pt x="320752" y="31446"/>
                </a:cubicBezTo>
                <a:cubicBezTo>
                  <a:pt x="320752" y="35152"/>
                  <a:pt x="322054" y="38135"/>
                  <a:pt x="324660" y="40393"/>
                </a:cubicBezTo>
                <a:cubicBezTo>
                  <a:pt x="327266" y="42652"/>
                  <a:pt x="330771" y="45113"/>
                  <a:pt x="335173" y="47776"/>
                </a:cubicBezTo>
                <a:lnTo>
                  <a:pt x="347334" y="55075"/>
                </a:lnTo>
                <a:cubicBezTo>
                  <a:pt x="352894" y="58318"/>
                  <a:pt x="357034" y="61966"/>
                  <a:pt x="359756" y="66021"/>
                </a:cubicBezTo>
                <a:cubicBezTo>
                  <a:pt x="362478" y="70073"/>
                  <a:pt x="363839" y="75401"/>
                  <a:pt x="363839" y="82003"/>
                </a:cubicBezTo>
                <a:cubicBezTo>
                  <a:pt x="363839" y="87100"/>
                  <a:pt x="362854" y="91821"/>
                  <a:pt x="360885" y="96165"/>
                </a:cubicBezTo>
                <a:cubicBezTo>
                  <a:pt x="358917" y="100507"/>
                  <a:pt x="356107" y="104300"/>
                  <a:pt x="352458" y="107543"/>
                </a:cubicBezTo>
                <a:cubicBezTo>
                  <a:pt x="348810" y="110786"/>
                  <a:pt x="344438" y="113306"/>
                  <a:pt x="339341" y="115101"/>
                </a:cubicBezTo>
                <a:cubicBezTo>
                  <a:pt x="334246" y="116895"/>
                  <a:pt x="328628" y="117792"/>
                  <a:pt x="322488" y="117792"/>
                </a:cubicBezTo>
                <a:close/>
                <a:moveTo>
                  <a:pt x="398689" y="115708"/>
                </a:moveTo>
                <a:lnTo>
                  <a:pt x="418148" y="18069"/>
                </a:lnTo>
                <a:lnTo>
                  <a:pt x="386702" y="18069"/>
                </a:lnTo>
                <a:lnTo>
                  <a:pt x="389830" y="2084"/>
                </a:lnTo>
                <a:lnTo>
                  <a:pt x="471486" y="2084"/>
                </a:lnTo>
                <a:lnTo>
                  <a:pt x="468358" y="18069"/>
                </a:lnTo>
                <a:lnTo>
                  <a:pt x="436912" y="18069"/>
                </a:lnTo>
                <a:lnTo>
                  <a:pt x="417453" y="115708"/>
                </a:lnTo>
                <a:lnTo>
                  <a:pt x="398689" y="115708"/>
                </a:lnTo>
                <a:close/>
                <a:moveTo>
                  <a:pt x="466916" y="78703"/>
                </a:moveTo>
                <a:lnTo>
                  <a:pt x="469696" y="64976"/>
                </a:lnTo>
                <a:lnTo>
                  <a:pt x="509133" y="64976"/>
                </a:lnTo>
                <a:lnTo>
                  <a:pt x="506179" y="78703"/>
                </a:lnTo>
                <a:lnTo>
                  <a:pt x="466916" y="78703"/>
                </a:lnTo>
                <a:close/>
                <a:moveTo>
                  <a:pt x="521208" y="78703"/>
                </a:moveTo>
                <a:lnTo>
                  <a:pt x="523989" y="64976"/>
                </a:lnTo>
                <a:lnTo>
                  <a:pt x="563425" y="64976"/>
                </a:lnTo>
                <a:lnTo>
                  <a:pt x="560472" y="78703"/>
                </a:lnTo>
                <a:lnTo>
                  <a:pt x="521208" y="7870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Text CrashinchildNodesiterator">
            <a:extLst xmlns:a="http://schemas.openxmlformats.org/drawingml/2006/main">
              <a:ext uri="{FF2B5EF4-FFF2-40B4-BE49-F238E27FC236}">
                <a16:creationId xmlns:a16="http://schemas.microsoft.com/office/drawing/2014/main" id="{67092875-F27E-42D1-A098-0A2E45BC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378" y="354102"/>
            <a:ext cx="2011862" cy="124740"/>
          </a:xfrm>
          <a:custGeom xmlns:a="http://schemas.openxmlformats.org/drawingml/2006/main">
            <a:pathLst>
              <a:path w="2011862" h="124740">
                <a:moveTo>
                  <a:pt x="41695" y="124740"/>
                </a:moveTo>
                <a:cubicBezTo>
                  <a:pt x="35209" y="124740"/>
                  <a:pt x="29388" y="123640"/>
                  <a:pt x="24233" y="121440"/>
                </a:cubicBezTo>
                <a:cubicBezTo>
                  <a:pt x="19079" y="119239"/>
                  <a:pt x="14707" y="116113"/>
                  <a:pt x="11116" y="112060"/>
                </a:cubicBezTo>
                <a:cubicBezTo>
                  <a:pt x="7526" y="108006"/>
                  <a:pt x="4776" y="103112"/>
                  <a:pt x="2866" y="97379"/>
                </a:cubicBezTo>
                <a:cubicBezTo>
                  <a:pt x="955" y="91644"/>
                  <a:pt x="0" y="85186"/>
                  <a:pt x="0" y="78006"/>
                </a:cubicBezTo>
                <a:cubicBezTo>
                  <a:pt x="0" y="68625"/>
                  <a:pt x="1477" y="59649"/>
                  <a:pt x="4430" y="51079"/>
                </a:cubicBezTo>
                <a:cubicBezTo>
                  <a:pt x="7383" y="42508"/>
                  <a:pt x="11495" y="34950"/>
                  <a:pt x="16765" y="28405"/>
                </a:cubicBezTo>
                <a:cubicBezTo>
                  <a:pt x="22035" y="21861"/>
                  <a:pt x="28318" y="16649"/>
                  <a:pt x="35614" y="12770"/>
                </a:cubicBezTo>
                <a:cubicBezTo>
                  <a:pt x="42911" y="8889"/>
                  <a:pt x="50903" y="6948"/>
                  <a:pt x="59589" y="6948"/>
                </a:cubicBezTo>
                <a:cubicBezTo>
                  <a:pt x="66192" y="6948"/>
                  <a:pt x="71925" y="8542"/>
                  <a:pt x="76789" y="11728"/>
                </a:cubicBezTo>
                <a:cubicBezTo>
                  <a:pt x="81654" y="14913"/>
                  <a:pt x="85593" y="19111"/>
                  <a:pt x="88604" y="24323"/>
                </a:cubicBezTo>
                <a:lnTo>
                  <a:pt x="75747" y="34224"/>
                </a:lnTo>
                <a:cubicBezTo>
                  <a:pt x="73547" y="30750"/>
                  <a:pt x="71057" y="28028"/>
                  <a:pt x="68277" y="26059"/>
                </a:cubicBezTo>
                <a:cubicBezTo>
                  <a:pt x="65497" y="24091"/>
                  <a:pt x="62253" y="23106"/>
                  <a:pt x="58547" y="23106"/>
                </a:cubicBezTo>
                <a:cubicBezTo>
                  <a:pt x="52756" y="23106"/>
                  <a:pt x="47456" y="24670"/>
                  <a:pt x="42649" y="27798"/>
                </a:cubicBezTo>
                <a:cubicBezTo>
                  <a:pt x="37844" y="30925"/>
                  <a:pt x="33704" y="35007"/>
                  <a:pt x="30229" y="40046"/>
                </a:cubicBezTo>
                <a:cubicBezTo>
                  <a:pt x="26755" y="45083"/>
                  <a:pt x="24033" y="50787"/>
                  <a:pt x="22064" y="57158"/>
                </a:cubicBezTo>
                <a:cubicBezTo>
                  <a:pt x="20095" y="63528"/>
                  <a:pt x="19111" y="70014"/>
                  <a:pt x="19111" y="76617"/>
                </a:cubicBezTo>
                <a:cubicBezTo>
                  <a:pt x="19111" y="81365"/>
                  <a:pt x="19603" y="85709"/>
                  <a:pt x="20588" y="89646"/>
                </a:cubicBezTo>
                <a:cubicBezTo>
                  <a:pt x="21572" y="93584"/>
                  <a:pt x="23135" y="96943"/>
                  <a:pt x="25277" y="99723"/>
                </a:cubicBezTo>
                <a:cubicBezTo>
                  <a:pt x="27419" y="102503"/>
                  <a:pt x="30141" y="104675"/>
                  <a:pt x="33442" y="106239"/>
                </a:cubicBezTo>
                <a:cubicBezTo>
                  <a:pt x="36744" y="107803"/>
                  <a:pt x="40711" y="108585"/>
                  <a:pt x="45343" y="108585"/>
                </a:cubicBezTo>
                <a:cubicBezTo>
                  <a:pt x="49397" y="108585"/>
                  <a:pt x="53191" y="107716"/>
                  <a:pt x="56723" y="105979"/>
                </a:cubicBezTo>
                <a:cubicBezTo>
                  <a:pt x="60256" y="104242"/>
                  <a:pt x="63702" y="101983"/>
                  <a:pt x="67060" y="99203"/>
                </a:cubicBezTo>
                <a:lnTo>
                  <a:pt x="75227" y="111191"/>
                </a:lnTo>
                <a:cubicBezTo>
                  <a:pt x="71405" y="114549"/>
                  <a:pt x="66684" y="117647"/>
                  <a:pt x="61066" y="120485"/>
                </a:cubicBezTo>
                <a:cubicBezTo>
                  <a:pt x="55449" y="123322"/>
                  <a:pt x="48992" y="124740"/>
                  <a:pt x="41695" y="124740"/>
                </a:cubicBezTo>
                <a:close/>
                <a:moveTo>
                  <a:pt x="91645" y="122656"/>
                </a:moveTo>
                <a:lnTo>
                  <a:pt x="108670" y="37353"/>
                </a:lnTo>
                <a:lnTo>
                  <a:pt x="123786" y="37353"/>
                </a:lnTo>
                <a:lnTo>
                  <a:pt x="122222" y="53858"/>
                </a:lnTo>
                <a:lnTo>
                  <a:pt x="122916" y="53858"/>
                </a:lnTo>
                <a:cubicBezTo>
                  <a:pt x="126276" y="48529"/>
                  <a:pt x="130215" y="44099"/>
                  <a:pt x="134732" y="40566"/>
                </a:cubicBezTo>
                <a:cubicBezTo>
                  <a:pt x="139249" y="37033"/>
                  <a:pt x="144114" y="35266"/>
                  <a:pt x="149326" y="35266"/>
                </a:cubicBezTo>
                <a:cubicBezTo>
                  <a:pt x="152684" y="35266"/>
                  <a:pt x="155521" y="35788"/>
                  <a:pt x="157838" y="36830"/>
                </a:cubicBezTo>
                <a:lnTo>
                  <a:pt x="151584" y="53163"/>
                </a:lnTo>
                <a:cubicBezTo>
                  <a:pt x="150541" y="52583"/>
                  <a:pt x="149325" y="52207"/>
                  <a:pt x="147934" y="52034"/>
                </a:cubicBezTo>
                <a:cubicBezTo>
                  <a:pt x="146545" y="51859"/>
                  <a:pt x="145097" y="51771"/>
                  <a:pt x="143591" y="51771"/>
                </a:cubicBezTo>
                <a:cubicBezTo>
                  <a:pt x="139537" y="51771"/>
                  <a:pt x="135541" y="53335"/>
                  <a:pt x="131604" y="56464"/>
                </a:cubicBezTo>
                <a:cubicBezTo>
                  <a:pt x="127666" y="59590"/>
                  <a:pt x="123960" y="64455"/>
                  <a:pt x="120485" y="71057"/>
                </a:cubicBezTo>
                <a:lnTo>
                  <a:pt x="110409" y="122656"/>
                </a:lnTo>
                <a:lnTo>
                  <a:pt x="91645" y="122656"/>
                </a:lnTo>
                <a:close/>
                <a:moveTo>
                  <a:pt x="180685" y="124740"/>
                </a:moveTo>
                <a:cubicBezTo>
                  <a:pt x="173156" y="124740"/>
                  <a:pt x="167219" y="122077"/>
                  <a:pt x="162875" y="116750"/>
                </a:cubicBezTo>
                <a:cubicBezTo>
                  <a:pt x="158533" y="111422"/>
                  <a:pt x="156362" y="103719"/>
                  <a:pt x="156362" y="93641"/>
                </a:cubicBezTo>
                <a:cubicBezTo>
                  <a:pt x="156362" y="85535"/>
                  <a:pt x="157635" y="77920"/>
                  <a:pt x="160182" y="70798"/>
                </a:cubicBezTo>
                <a:cubicBezTo>
                  <a:pt x="162730" y="63673"/>
                  <a:pt x="166148" y="57476"/>
                  <a:pt x="170433" y="52206"/>
                </a:cubicBezTo>
                <a:cubicBezTo>
                  <a:pt x="174719" y="46936"/>
                  <a:pt x="179613" y="42795"/>
                  <a:pt x="185115" y="39784"/>
                </a:cubicBezTo>
                <a:cubicBezTo>
                  <a:pt x="190616" y="36772"/>
                  <a:pt x="196320" y="35266"/>
                  <a:pt x="202227" y="35266"/>
                </a:cubicBezTo>
                <a:cubicBezTo>
                  <a:pt x="206398" y="35266"/>
                  <a:pt x="210220" y="36338"/>
                  <a:pt x="213695" y="38482"/>
                </a:cubicBezTo>
                <a:cubicBezTo>
                  <a:pt x="217170" y="40624"/>
                  <a:pt x="219891" y="43548"/>
                  <a:pt x="221860" y="47254"/>
                </a:cubicBezTo>
                <a:lnTo>
                  <a:pt x="222207" y="47254"/>
                </a:lnTo>
                <a:lnTo>
                  <a:pt x="225855" y="37353"/>
                </a:lnTo>
                <a:lnTo>
                  <a:pt x="240796" y="37353"/>
                </a:lnTo>
                <a:lnTo>
                  <a:pt x="223771" y="122656"/>
                </a:lnTo>
                <a:lnTo>
                  <a:pt x="208483" y="122656"/>
                </a:lnTo>
                <a:lnTo>
                  <a:pt x="209350" y="110844"/>
                </a:lnTo>
                <a:lnTo>
                  <a:pt x="208830" y="110844"/>
                </a:lnTo>
                <a:cubicBezTo>
                  <a:pt x="204776" y="115013"/>
                  <a:pt x="200287" y="118372"/>
                  <a:pt x="195363" y="120920"/>
                </a:cubicBezTo>
                <a:cubicBezTo>
                  <a:pt x="190441" y="123467"/>
                  <a:pt x="185548" y="124740"/>
                  <a:pt x="180685" y="124740"/>
                </a:cubicBezTo>
                <a:moveTo>
                  <a:pt x="188328" y="109452"/>
                </a:moveTo>
                <a:cubicBezTo>
                  <a:pt x="192035" y="109452"/>
                  <a:pt x="195829" y="108352"/>
                  <a:pt x="199708" y="106151"/>
                </a:cubicBezTo>
                <a:cubicBezTo>
                  <a:pt x="203588" y="103951"/>
                  <a:pt x="207265" y="100245"/>
                  <a:pt x="210742" y="95033"/>
                </a:cubicBezTo>
                <a:lnTo>
                  <a:pt x="217690" y="60981"/>
                </a:lnTo>
                <a:cubicBezTo>
                  <a:pt x="215721" y="57275"/>
                  <a:pt x="213492" y="54611"/>
                  <a:pt x="211002" y="52991"/>
                </a:cubicBezTo>
                <a:cubicBezTo>
                  <a:pt x="208511" y="51368"/>
                  <a:pt x="205934" y="50557"/>
                  <a:pt x="203269" y="50557"/>
                </a:cubicBezTo>
                <a:cubicBezTo>
                  <a:pt x="199679" y="50557"/>
                  <a:pt x="196205" y="51628"/>
                  <a:pt x="192845" y="53770"/>
                </a:cubicBezTo>
                <a:cubicBezTo>
                  <a:pt x="189487" y="55912"/>
                  <a:pt x="186534" y="58837"/>
                  <a:pt x="183985" y="62545"/>
                </a:cubicBezTo>
                <a:cubicBezTo>
                  <a:pt x="181437" y="66251"/>
                  <a:pt x="179410" y="70565"/>
                  <a:pt x="177904" y="75487"/>
                </a:cubicBezTo>
                <a:cubicBezTo>
                  <a:pt x="176398" y="80409"/>
                  <a:pt x="175645" y="85592"/>
                  <a:pt x="175645" y="91035"/>
                </a:cubicBezTo>
                <a:cubicBezTo>
                  <a:pt x="175645" y="97290"/>
                  <a:pt x="176775" y="101923"/>
                  <a:pt x="179033" y="104935"/>
                </a:cubicBezTo>
                <a:cubicBezTo>
                  <a:pt x="181292" y="107946"/>
                  <a:pt x="184390" y="109452"/>
                  <a:pt x="188328" y="109452"/>
                </a:cubicBezTo>
                <a:close/>
                <a:moveTo>
                  <a:pt x="274067" y="124740"/>
                </a:moveTo>
                <a:cubicBezTo>
                  <a:pt x="271404" y="124740"/>
                  <a:pt x="268653" y="124335"/>
                  <a:pt x="265815" y="123523"/>
                </a:cubicBezTo>
                <a:cubicBezTo>
                  <a:pt x="262977" y="122714"/>
                  <a:pt x="260226" y="121615"/>
                  <a:pt x="257562" y="120226"/>
                </a:cubicBezTo>
                <a:cubicBezTo>
                  <a:pt x="254899" y="118835"/>
                  <a:pt x="252409" y="117126"/>
                  <a:pt x="250092" y="115098"/>
                </a:cubicBezTo>
                <a:cubicBezTo>
                  <a:pt x="247775" y="113071"/>
                  <a:pt x="245806" y="110842"/>
                  <a:pt x="244185" y="108410"/>
                </a:cubicBezTo>
                <a:lnTo>
                  <a:pt x="255304" y="99375"/>
                </a:lnTo>
                <a:cubicBezTo>
                  <a:pt x="258084" y="103082"/>
                  <a:pt x="261182" y="105920"/>
                  <a:pt x="264598" y="107890"/>
                </a:cubicBezTo>
                <a:cubicBezTo>
                  <a:pt x="268016" y="109859"/>
                  <a:pt x="271636" y="110844"/>
                  <a:pt x="275457" y="110844"/>
                </a:cubicBezTo>
                <a:cubicBezTo>
                  <a:pt x="279511" y="110844"/>
                  <a:pt x="283015" y="109773"/>
                  <a:pt x="285968" y="107631"/>
                </a:cubicBezTo>
                <a:cubicBezTo>
                  <a:pt x="288921" y="105487"/>
                  <a:pt x="290398" y="102851"/>
                  <a:pt x="290398" y="99723"/>
                </a:cubicBezTo>
                <a:cubicBezTo>
                  <a:pt x="290398" y="97059"/>
                  <a:pt x="289182" y="94772"/>
                  <a:pt x="286750" y="92862"/>
                </a:cubicBezTo>
                <a:cubicBezTo>
                  <a:pt x="284318" y="90950"/>
                  <a:pt x="280438" y="88488"/>
                  <a:pt x="275109" y="85476"/>
                </a:cubicBezTo>
                <a:cubicBezTo>
                  <a:pt x="269434" y="82350"/>
                  <a:pt x="264975" y="78934"/>
                  <a:pt x="261732" y="75227"/>
                </a:cubicBezTo>
                <a:cubicBezTo>
                  <a:pt x="258489" y="71521"/>
                  <a:pt x="256868" y="67061"/>
                  <a:pt x="256868" y="61848"/>
                </a:cubicBezTo>
                <a:cubicBezTo>
                  <a:pt x="256868" y="58027"/>
                  <a:pt x="257678" y="54466"/>
                  <a:pt x="259299" y="51164"/>
                </a:cubicBezTo>
                <a:cubicBezTo>
                  <a:pt x="260921" y="47863"/>
                  <a:pt x="263151" y="45055"/>
                  <a:pt x="265987" y="42739"/>
                </a:cubicBezTo>
                <a:cubicBezTo>
                  <a:pt x="268826" y="40422"/>
                  <a:pt x="272127" y="38598"/>
                  <a:pt x="275891" y="37265"/>
                </a:cubicBezTo>
                <a:cubicBezTo>
                  <a:pt x="279656" y="35933"/>
                  <a:pt x="283681" y="35266"/>
                  <a:pt x="287967" y="35266"/>
                </a:cubicBezTo>
                <a:cubicBezTo>
                  <a:pt x="293527" y="35266"/>
                  <a:pt x="298536" y="36425"/>
                  <a:pt x="302995" y="38742"/>
                </a:cubicBezTo>
                <a:cubicBezTo>
                  <a:pt x="307454" y="41059"/>
                  <a:pt x="311363" y="43954"/>
                  <a:pt x="314721" y="47429"/>
                </a:cubicBezTo>
                <a:lnTo>
                  <a:pt x="304297" y="57331"/>
                </a:lnTo>
                <a:cubicBezTo>
                  <a:pt x="302096" y="55130"/>
                  <a:pt x="299664" y="53249"/>
                  <a:pt x="296999" y="51687"/>
                </a:cubicBezTo>
                <a:cubicBezTo>
                  <a:pt x="294335" y="50122"/>
                  <a:pt x="291325" y="49340"/>
                  <a:pt x="287967" y="49340"/>
                </a:cubicBezTo>
                <a:cubicBezTo>
                  <a:pt x="284029" y="49340"/>
                  <a:pt x="280786" y="50383"/>
                  <a:pt x="278237" y="52469"/>
                </a:cubicBezTo>
                <a:cubicBezTo>
                  <a:pt x="275689" y="54552"/>
                  <a:pt x="274415" y="57100"/>
                  <a:pt x="274415" y="60111"/>
                </a:cubicBezTo>
                <a:cubicBezTo>
                  <a:pt x="274415" y="61734"/>
                  <a:pt x="274820" y="63124"/>
                  <a:pt x="275632" y="64281"/>
                </a:cubicBezTo>
                <a:cubicBezTo>
                  <a:pt x="276443" y="65439"/>
                  <a:pt x="277543" y="66539"/>
                  <a:pt x="278932" y="67582"/>
                </a:cubicBezTo>
                <a:cubicBezTo>
                  <a:pt x="280321" y="68625"/>
                  <a:pt x="281884" y="69609"/>
                  <a:pt x="283622" y="70535"/>
                </a:cubicBezTo>
                <a:cubicBezTo>
                  <a:pt x="285359" y="71461"/>
                  <a:pt x="287155" y="72446"/>
                  <a:pt x="289008" y="73488"/>
                </a:cubicBezTo>
                <a:cubicBezTo>
                  <a:pt x="295380" y="76848"/>
                  <a:pt x="300129" y="80381"/>
                  <a:pt x="303255" y="84087"/>
                </a:cubicBezTo>
                <a:cubicBezTo>
                  <a:pt x="306381" y="87793"/>
                  <a:pt x="307945" y="92252"/>
                  <a:pt x="307945" y="97464"/>
                </a:cubicBezTo>
                <a:cubicBezTo>
                  <a:pt x="307945" y="101635"/>
                  <a:pt x="307105" y="105400"/>
                  <a:pt x="305426" y="108760"/>
                </a:cubicBezTo>
                <a:cubicBezTo>
                  <a:pt x="303747" y="112118"/>
                  <a:pt x="301402" y="114984"/>
                  <a:pt x="298390" y="117360"/>
                </a:cubicBezTo>
                <a:cubicBezTo>
                  <a:pt x="295379" y="119733"/>
                  <a:pt x="291788" y="121556"/>
                  <a:pt x="287617" y="122829"/>
                </a:cubicBezTo>
                <a:cubicBezTo>
                  <a:pt x="283448" y="124103"/>
                  <a:pt x="278931" y="124740"/>
                  <a:pt x="274067" y="124740"/>
                </a:cubicBezTo>
                <a:close/>
                <a:moveTo>
                  <a:pt x="319673" y="122656"/>
                </a:moveTo>
                <a:lnTo>
                  <a:pt x="344344" y="0"/>
                </a:lnTo>
                <a:lnTo>
                  <a:pt x="362932" y="0"/>
                </a:lnTo>
                <a:lnTo>
                  <a:pt x="355462" y="36136"/>
                </a:lnTo>
                <a:lnTo>
                  <a:pt x="352161" y="48471"/>
                </a:lnTo>
                <a:lnTo>
                  <a:pt x="352856" y="48471"/>
                </a:lnTo>
                <a:cubicBezTo>
                  <a:pt x="357258" y="44765"/>
                  <a:pt x="361746" y="41638"/>
                  <a:pt x="366320" y="39089"/>
                </a:cubicBezTo>
                <a:cubicBezTo>
                  <a:pt x="370896" y="36541"/>
                  <a:pt x="375790" y="35266"/>
                  <a:pt x="381002" y="35266"/>
                </a:cubicBezTo>
                <a:cubicBezTo>
                  <a:pt x="388182" y="35266"/>
                  <a:pt x="393336" y="37120"/>
                  <a:pt x="396462" y="40828"/>
                </a:cubicBezTo>
                <a:cubicBezTo>
                  <a:pt x="399590" y="44534"/>
                  <a:pt x="401154" y="49862"/>
                  <a:pt x="401154" y="56811"/>
                </a:cubicBezTo>
                <a:cubicBezTo>
                  <a:pt x="401154" y="58780"/>
                  <a:pt x="401068" y="60691"/>
                  <a:pt x="400895" y="62545"/>
                </a:cubicBezTo>
                <a:cubicBezTo>
                  <a:pt x="400721" y="64397"/>
                  <a:pt x="400345" y="66482"/>
                  <a:pt x="399765" y="68799"/>
                </a:cubicBezTo>
                <a:lnTo>
                  <a:pt x="388994" y="122656"/>
                </a:lnTo>
                <a:lnTo>
                  <a:pt x="370403" y="122656"/>
                </a:lnTo>
                <a:lnTo>
                  <a:pt x="380827" y="71230"/>
                </a:lnTo>
                <a:cubicBezTo>
                  <a:pt x="381175" y="69261"/>
                  <a:pt x="381494" y="67582"/>
                  <a:pt x="381784" y="66193"/>
                </a:cubicBezTo>
                <a:cubicBezTo>
                  <a:pt x="382073" y="64802"/>
                  <a:pt x="382218" y="63469"/>
                  <a:pt x="382218" y="62195"/>
                </a:cubicBezTo>
                <a:cubicBezTo>
                  <a:pt x="382218" y="54900"/>
                  <a:pt x="378628" y="51252"/>
                  <a:pt x="371447" y="51252"/>
                </a:cubicBezTo>
                <a:cubicBezTo>
                  <a:pt x="368436" y="51252"/>
                  <a:pt x="365221" y="52295"/>
                  <a:pt x="361803" y="54380"/>
                </a:cubicBezTo>
                <a:cubicBezTo>
                  <a:pt x="358387" y="56464"/>
                  <a:pt x="354420" y="59822"/>
                  <a:pt x="349903" y="64454"/>
                </a:cubicBezTo>
                <a:lnTo>
                  <a:pt x="338437" y="122656"/>
                </a:lnTo>
                <a:lnTo>
                  <a:pt x="319673" y="122656"/>
                </a:lnTo>
                <a:close/>
                <a:moveTo>
                  <a:pt x="444590" y="122656"/>
                </a:moveTo>
                <a:lnTo>
                  <a:pt x="461789" y="37353"/>
                </a:lnTo>
                <a:lnTo>
                  <a:pt x="480378" y="37353"/>
                </a:lnTo>
                <a:lnTo>
                  <a:pt x="463354" y="122656"/>
                </a:lnTo>
                <a:lnTo>
                  <a:pt x="444590" y="122656"/>
                </a:lnTo>
                <a:moveTo>
                  <a:pt x="475514" y="22237"/>
                </a:moveTo>
                <a:cubicBezTo>
                  <a:pt x="472850" y="22237"/>
                  <a:pt x="470418" y="21397"/>
                  <a:pt x="468218" y="19718"/>
                </a:cubicBezTo>
                <a:cubicBezTo>
                  <a:pt x="466018" y="18039"/>
                  <a:pt x="464918" y="15636"/>
                  <a:pt x="464918" y="12507"/>
                </a:cubicBezTo>
                <a:cubicBezTo>
                  <a:pt x="464918" y="9149"/>
                  <a:pt x="466134" y="6284"/>
                  <a:pt x="468565" y="3910"/>
                </a:cubicBezTo>
                <a:cubicBezTo>
                  <a:pt x="470997" y="1535"/>
                  <a:pt x="473951" y="347"/>
                  <a:pt x="477425" y="347"/>
                </a:cubicBezTo>
                <a:cubicBezTo>
                  <a:pt x="480088" y="347"/>
                  <a:pt x="482520" y="1187"/>
                  <a:pt x="484721" y="2866"/>
                </a:cubicBezTo>
                <a:cubicBezTo>
                  <a:pt x="486923" y="4545"/>
                  <a:pt x="488024" y="6948"/>
                  <a:pt x="488024" y="10076"/>
                </a:cubicBezTo>
                <a:cubicBezTo>
                  <a:pt x="488024" y="13551"/>
                  <a:pt x="486807" y="16447"/>
                  <a:pt x="484373" y="18764"/>
                </a:cubicBezTo>
                <a:cubicBezTo>
                  <a:pt x="481942" y="21079"/>
                  <a:pt x="478988" y="22237"/>
                  <a:pt x="475514" y="22237"/>
                </a:cubicBezTo>
                <a:close/>
                <a:moveTo>
                  <a:pt x="487937" y="122656"/>
                </a:moveTo>
                <a:lnTo>
                  <a:pt x="504962" y="37353"/>
                </a:lnTo>
                <a:lnTo>
                  <a:pt x="520078" y="37353"/>
                </a:lnTo>
                <a:lnTo>
                  <a:pt x="519208" y="49340"/>
                </a:lnTo>
                <a:lnTo>
                  <a:pt x="519903" y="49340"/>
                </a:lnTo>
                <a:cubicBezTo>
                  <a:pt x="524420" y="45518"/>
                  <a:pt x="529082" y="42216"/>
                  <a:pt x="533889" y="39436"/>
                </a:cubicBezTo>
                <a:cubicBezTo>
                  <a:pt x="538697" y="36656"/>
                  <a:pt x="543822" y="35266"/>
                  <a:pt x="549265" y="35266"/>
                </a:cubicBezTo>
                <a:cubicBezTo>
                  <a:pt x="556446" y="35266"/>
                  <a:pt x="561599" y="37120"/>
                  <a:pt x="564726" y="40828"/>
                </a:cubicBezTo>
                <a:cubicBezTo>
                  <a:pt x="567854" y="44534"/>
                  <a:pt x="569418" y="49862"/>
                  <a:pt x="569418" y="56811"/>
                </a:cubicBezTo>
                <a:cubicBezTo>
                  <a:pt x="569418" y="58780"/>
                  <a:pt x="569331" y="60691"/>
                  <a:pt x="569158" y="62545"/>
                </a:cubicBezTo>
                <a:cubicBezTo>
                  <a:pt x="568985" y="64397"/>
                  <a:pt x="568609" y="66482"/>
                  <a:pt x="568029" y="68799"/>
                </a:cubicBezTo>
                <a:lnTo>
                  <a:pt x="557258" y="122656"/>
                </a:lnTo>
                <a:lnTo>
                  <a:pt x="538666" y="122656"/>
                </a:lnTo>
                <a:lnTo>
                  <a:pt x="549090" y="71230"/>
                </a:lnTo>
                <a:cubicBezTo>
                  <a:pt x="549438" y="69261"/>
                  <a:pt x="549757" y="67582"/>
                  <a:pt x="550047" y="66193"/>
                </a:cubicBezTo>
                <a:cubicBezTo>
                  <a:pt x="550337" y="64802"/>
                  <a:pt x="550482" y="63469"/>
                  <a:pt x="550482" y="62195"/>
                </a:cubicBezTo>
                <a:cubicBezTo>
                  <a:pt x="550482" y="54900"/>
                  <a:pt x="546892" y="51252"/>
                  <a:pt x="539711" y="51252"/>
                </a:cubicBezTo>
                <a:cubicBezTo>
                  <a:pt x="536699" y="51252"/>
                  <a:pt x="533485" y="52295"/>
                  <a:pt x="530067" y="54380"/>
                </a:cubicBezTo>
                <a:cubicBezTo>
                  <a:pt x="526650" y="56464"/>
                  <a:pt x="522684" y="59822"/>
                  <a:pt x="518166" y="64454"/>
                </a:cubicBezTo>
                <a:lnTo>
                  <a:pt x="506701" y="122656"/>
                </a:lnTo>
                <a:lnTo>
                  <a:pt x="487937" y="122656"/>
                </a:lnTo>
                <a:close/>
                <a:moveTo>
                  <a:pt x="647253" y="124740"/>
                </a:moveTo>
                <a:cubicBezTo>
                  <a:pt x="642504" y="124740"/>
                  <a:pt x="638160" y="123959"/>
                  <a:pt x="634220" y="122397"/>
                </a:cubicBezTo>
                <a:cubicBezTo>
                  <a:pt x="630283" y="120833"/>
                  <a:pt x="626867" y="118574"/>
                  <a:pt x="623972" y="115621"/>
                </a:cubicBezTo>
                <a:cubicBezTo>
                  <a:pt x="621077" y="112668"/>
                  <a:pt x="618818" y="109048"/>
                  <a:pt x="617196" y="104762"/>
                </a:cubicBezTo>
                <a:cubicBezTo>
                  <a:pt x="615575" y="100476"/>
                  <a:pt x="614765" y="95554"/>
                  <a:pt x="614765" y="89994"/>
                </a:cubicBezTo>
                <a:cubicBezTo>
                  <a:pt x="614765" y="82350"/>
                  <a:pt x="616067" y="75198"/>
                  <a:pt x="618672" y="68539"/>
                </a:cubicBezTo>
                <a:cubicBezTo>
                  <a:pt x="621279" y="61878"/>
                  <a:pt x="624812" y="56086"/>
                  <a:pt x="629271" y="51164"/>
                </a:cubicBezTo>
                <a:cubicBezTo>
                  <a:pt x="633730" y="46242"/>
                  <a:pt x="638942" y="42362"/>
                  <a:pt x="644907" y="39524"/>
                </a:cubicBezTo>
                <a:cubicBezTo>
                  <a:pt x="650871" y="36685"/>
                  <a:pt x="657155" y="35266"/>
                  <a:pt x="663758" y="35266"/>
                </a:cubicBezTo>
                <a:cubicBezTo>
                  <a:pt x="668970" y="35266"/>
                  <a:pt x="673429" y="36309"/>
                  <a:pt x="677135" y="38394"/>
                </a:cubicBezTo>
                <a:cubicBezTo>
                  <a:pt x="680841" y="40480"/>
                  <a:pt x="683852" y="42913"/>
                  <a:pt x="686169" y="45693"/>
                </a:cubicBezTo>
                <a:lnTo>
                  <a:pt x="675746" y="56983"/>
                </a:lnTo>
                <a:cubicBezTo>
                  <a:pt x="673777" y="54668"/>
                  <a:pt x="671807" y="52989"/>
                  <a:pt x="669837" y="51946"/>
                </a:cubicBezTo>
                <a:cubicBezTo>
                  <a:pt x="667868" y="50904"/>
                  <a:pt x="665436" y="50382"/>
                  <a:pt x="662541" y="50382"/>
                </a:cubicBezTo>
                <a:cubicBezTo>
                  <a:pt x="658718" y="50382"/>
                  <a:pt x="655070" y="51425"/>
                  <a:pt x="651595" y="53510"/>
                </a:cubicBezTo>
                <a:cubicBezTo>
                  <a:pt x="648121" y="55594"/>
                  <a:pt x="645080" y="58402"/>
                  <a:pt x="642473" y="61935"/>
                </a:cubicBezTo>
                <a:cubicBezTo>
                  <a:pt x="639868" y="65468"/>
                  <a:pt x="637783" y="69580"/>
                  <a:pt x="636219" y="74270"/>
                </a:cubicBezTo>
                <a:cubicBezTo>
                  <a:pt x="634657" y="78961"/>
                  <a:pt x="633876" y="83970"/>
                  <a:pt x="633876" y="89299"/>
                </a:cubicBezTo>
                <a:cubicBezTo>
                  <a:pt x="633876" y="95785"/>
                  <a:pt x="635294" y="100795"/>
                  <a:pt x="638131" y="104327"/>
                </a:cubicBezTo>
                <a:cubicBezTo>
                  <a:pt x="640969" y="107860"/>
                  <a:pt x="645284" y="109627"/>
                  <a:pt x="651076" y="109627"/>
                </a:cubicBezTo>
                <a:cubicBezTo>
                  <a:pt x="654433" y="109627"/>
                  <a:pt x="657415" y="108961"/>
                  <a:pt x="660020" y="107628"/>
                </a:cubicBezTo>
                <a:cubicBezTo>
                  <a:pt x="662627" y="106295"/>
                  <a:pt x="665031" y="104760"/>
                  <a:pt x="667233" y="103023"/>
                </a:cubicBezTo>
                <a:lnTo>
                  <a:pt x="675223" y="114839"/>
                </a:lnTo>
                <a:cubicBezTo>
                  <a:pt x="671980" y="117156"/>
                  <a:pt x="668129" y="119385"/>
                  <a:pt x="663670" y="121527"/>
                </a:cubicBezTo>
                <a:cubicBezTo>
                  <a:pt x="659211" y="123669"/>
                  <a:pt x="653739" y="124740"/>
                  <a:pt x="647253" y="124740"/>
                </a:cubicBezTo>
                <a:close/>
                <a:moveTo>
                  <a:pt x="688863" y="122656"/>
                </a:moveTo>
                <a:lnTo>
                  <a:pt x="713533" y="0"/>
                </a:lnTo>
                <a:lnTo>
                  <a:pt x="732122" y="0"/>
                </a:lnTo>
                <a:lnTo>
                  <a:pt x="724651" y="36136"/>
                </a:lnTo>
                <a:lnTo>
                  <a:pt x="721351" y="48471"/>
                </a:lnTo>
                <a:lnTo>
                  <a:pt x="722045" y="48471"/>
                </a:lnTo>
                <a:cubicBezTo>
                  <a:pt x="726448" y="44765"/>
                  <a:pt x="730936" y="41638"/>
                  <a:pt x="735510" y="39089"/>
                </a:cubicBezTo>
                <a:cubicBezTo>
                  <a:pt x="740086" y="36541"/>
                  <a:pt x="744979" y="35266"/>
                  <a:pt x="750191" y="35266"/>
                </a:cubicBezTo>
                <a:cubicBezTo>
                  <a:pt x="757372" y="35266"/>
                  <a:pt x="762525" y="37120"/>
                  <a:pt x="765652" y="40828"/>
                </a:cubicBezTo>
                <a:cubicBezTo>
                  <a:pt x="768780" y="44534"/>
                  <a:pt x="770344" y="49862"/>
                  <a:pt x="770344" y="56811"/>
                </a:cubicBezTo>
                <a:cubicBezTo>
                  <a:pt x="770344" y="58780"/>
                  <a:pt x="770257" y="60691"/>
                  <a:pt x="770084" y="62545"/>
                </a:cubicBezTo>
                <a:cubicBezTo>
                  <a:pt x="769911" y="64397"/>
                  <a:pt x="769535" y="66482"/>
                  <a:pt x="768955" y="68799"/>
                </a:cubicBezTo>
                <a:lnTo>
                  <a:pt x="758184" y="122656"/>
                </a:lnTo>
                <a:lnTo>
                  <a:pt x="739592" y="122656"/>
                </a:lnTo>
                <a:lnTo>
                  <a:pt x="750016" y="71230"/>
                </a:lnTo>
                <a:cubicBezTo>
                  <a:pt x="750364" y="69261"/>
                  <a:pt x="750683" y="67582"/>
                  <a:pt x="750973" y="66193"/>
                </a:cubicBezTo>
                <a:cubicBezTo>
                  <a:pt x="751263" y="64802"/>
                  <a:pt x="751408" y="63469"/>
                  <a:pt x="751408" y="62195"/>
                </a:cubicBezTo>
                <a:cubicBezTo>
                  <a:pt x="751408" y="54900"/>
                  <a:pt x="747818" y="51252"/>
                  <a:pt x="740637" y="51252"/>
                </a:cubicBezTo>
                <a:cubicBezTo>
                  <a:pt x="737625" y="51252"/>
                  <a:pt x="734411" y="52295"/>
                  <a:pt x="730993" y="54380"/>
                </a:cubicBezTo>
                <a:cubicBezTo>
                  <a:pt x="727576" y="56464"/>
                  <a:pt x="723610" y="59822"/>
                  <a:pt x="719092" y="64454"/>
                </a:cubicBezTo>
                <a:lnTo>
                  <a:pt x="707627" y="122656"/>
                </a:lnTo>
                <a:lnTo>
                  <a:pt x="688863" y="122656"/>
                </a:lnTo>
                <a:close/>
                <a:moveTo>
                  <a:pt x="781204" y="122656"/>
                </a:moveTo>
                <a:lnTo>
                  <a:pt x="798403" y="37353"/>
                </a:lnTo>
                <a:lnTo>
                  <a:pt x="816992" y="37353"/>
                </a:lnTo>
                <a:lnTo>
                  <a:pt x="799967" y="122656"/>
                </a:lnTo>
                <a:lnTo>
                  <a:pt x="781204" y="122656"/>
                </a:lnTo>
                <a:moveTo>
                  <a:pt x="812127" y="22237"/>
                </a:moveTo>
                <a:cubicBezTo>
                  <a:pt x="809464" y="22237"/>
                  <a:pt x="807032" y="21397"/>
                  <a:pt x="804832" y="19718"/>
                </a:cubicBezTo>
                <a:cubicBezTo>
                  <a:pt x="802632" y="18039"/>
                  <a:pt x="801531" y="15636"/>
                  <a:pt x="801531" y="12507"/>
                </a:cubicBezTo>
                <a:cubicBezTo>
                  <a:pt x="801531" y="9149"/>
                  <a:pt x="802747" y="6284"/>
                  <a:pt x="805179" y="3910"/>
                </a:cubicBezTo>
                <a:cubicBezTo>
                  <a:pt x="807611" y="1535"/>
                  <a:pt x="810564" y="347"/>
                  <a:pt x="814039" y="347"/>
                </a:cubicBezTo>
                <a:cubicBezTo>
                  <a:pt x="816702" y="347"/>
                  <a:pt x="819134" y="1187"/>
                  <a:pt x="821334" y="2866"/>
                </a:cubicBezTo>
                <a:cubicBezTo>
                  <a:pt x="823537" y="4545"/>
                  <a:pt x="824638" y="6948"/>
                  <a:pt x="824638" y="10076"/>
                </a:cubicBezTo>
                <a:cubicBezTo>
                  <a:pt x="824638" y="13551"/>
                  <a:pt x="823421" y="16447"/>
                  <a:pt x="820987" y="18764"/>
                </a:cubicBezTo>
                <a:cubicBezTo>
                  <a:pt x="818555" y="21079"/>
                  <a:pt x="815602" y="22237"/>
                  <a:pt x="812127" y="22237"/>
                </a:cubicBezTo>
                <a:close/>
                <a:moveTo>
                  <a:pt x="842271" y="124740"/>
                </a:moveTo>
                <a:cubicBezTo>
                  <a:pt x="837291" y="124740"/>
                  <a:pt x="833642" y="123524"/>
                  <a:pt x="831325" y="121092"/>
                </a:cubicBezTo>
                <a:cubicBezTo>
                  <a:pt x="829008" y="118661"/>
                  <a:pt x="827850" y="115244"/>
                  <a:pt x="827850" y="110844"/>
                </a:cubicBezTo>
                <a:cubicBezTo>
                  <a:pt x="827850" y="108178"/>
                  <a:pt x="828255" y="105167"/>
                  <a:pt x="829066" y="101809"/>
                </a:cubicBezTo>
                <a:lnTo>
                  <a:pt x="849394" y="0"/>
                </a:lnTo>
                <a:lnTo>
                  <a:pt x="867983" y="0"/>
                </a:lnTo>
                <a:lnTo>
                  <a:pt x="847483" y="102676"/>
                </a:lnTo>
                <a:cubicBezTo>
                  <a:pt x="847251" y="103604"/>
                  <a:pt x="847136" y="104299"/>
                  <a:pt x="847136" y="104762"/>
                </a:cubicBezTo>
                <a:cubicBezTo>
                  <a:pt x="847136" y="105225"/>
                  <a:pt x="847136" y="105631"/>
                  <a:pt x="847136" y="105979"/>
                </a:cubicBezTo>
                <a:cubicBezTo>
                  <a:pt x="847136" y="108411"/>
                  <a:pt x="848120" y="109627"/>
                  <a:pt x="850089" y="109627"/>
                </a:cubicBezTo>
                <a:cubicBezTo>
                  <a:pt x="850669" y="109627"/>
                  <a:pt x="851132" y="109598"/>
                  <a:pt x="851478" y="109539"/>
                </a:cubicBezTo>
                <a:cubicBezTo>
                  <a:pt x="851826" y="109481"/>
                  <a:pt x="852406" y="109336"/>
                  <a:pt x="853217" y="109105"/>
                </a:cubicBezTo>
                <a:lnTo>
                  <a:pt x="852870" y="123004"/>
                </a:lnTo>
                <a:cubicBezTo>
                  <a:pt x="851596" y="123583"/>
                  <a:pt x="850090" y="124017"/>
                  <a:pt x="848353" y="124305"/>
                </a:cubicBezTo>
                <a:cubicBezTo>
                  <a:pt x="846615" y="124595"/>
                  <a:pt x="844588" y="124740"/>
                  <a:pt x="842271" y="124740"/>
                </a:cubicBezTo>
                <a:close/>
                <a:moveTo>
                  <a:pt x="938261" y="46560"/>
                </a:moveTo>
                <a:lnTo>
                  <a:pt x="940692" y="30229"/>
                </a:lnTo>
                <a:lnTo>
                  <a:pt x="946598" y="0"/>
                </a:lnTo>
                <a:lnTo>
                  <a:pt x="965190" y="0"/>
                </a:lnTo>
                <a:lnTo>
                  <a:pt x="940519" y="122656"/>
                </a:lnTo>
                <a:lnTo>
                  <a:pt x="925231" y="122656"/>
                </a:lnTo>
                <a:lnTo>
                  <a:pt x="926098" y="110844"/>
                </a:lnTo>
                <a:lnTo>
                  <a:pt x="925578" y="110844"/>
                </a:lnTo>
                <a:cubicBezTo>
                  <a:pt x="921524" y="115013"/>
                  <a:pt x="917035" y="118372"/>
                  <a:pt x="912111" y="120920"/>
                </a:cubicBezTo>
                <a:cubicBezTo>
                  <a:pt x="907189" y="123467"/>
                  <a:pt x="902296" y="124740"/>
                  <a:pt x="897433" y="124740"/>
                </a:cubicBezTo>
                <a:cubicBezTo>
                  <a:pt x="889904" y="124740"/>
                  <a:pt x="883967" y="122077"/>
                  <a:pt x="879623" y="116750"/>
                </a:cubicBezTo>
                <a:cubicBezTo>
                  <a:pt x="875281" y="111422"/>
                  <a:pt x="873110" y="103719"/>
                  <a:pt x="873110" y="93641"/>
                </a:cubicBezTo>
                <a:cubicBezTo>
                  <a:pt x="873110" y="85535"/>
                  <a:pt x="874383" y="77920"/>
                  <a:pt x="876930" y="70798"/>
                </a:cubicBezTo>
                <a:cubicBezTo>
                  <a:pt x="879478" y="63673"/>
                  <a:pt x="882895" y="57476"/>
                  <a:pt x="887181" y="52206"/>
                </a:cubicBezTo>
                <a:cubicBezTo>
                  <a:pt x="891467" y="46936"/>
                  <a:pt x="896361" y="42795"/>
                  <a:pt x="901862" y="39784"/>
                </a:cubicBezTo>
                <a:cubicBezTo>
                  <a:pt x="907364" y="36772"/>
                  <a:pt x="913068" y="35266"/>
                  <a:pt x="918975" y="35266"/>
                </a:cubicBezTo>
                <a:cubicBezTo>
                  <a:pt x="923146" y="35266"/>
                  <a:pt x="926853" y="36309"/>
                  <a:pt x="930096" y="38394"/>
                </a:cubicBezTo>
                <a:cubicBezTo>
                  <a:pt x="933339" y="40480"/>
                  <a:pt x="935886" y="43202"/>
                  <a:pt x="937738" y="46560"/>
                </a:cubicBezTo>
                <a:lnTo>
                  <a:pt x="938261" y="46560"/>
                </a:lnTo>
                <a:moveTo>
                  <a:pt x="905075" y="109452"/>
                </a:moveTo>
                <a:cubicBezTo>
                  <a:pt x="908783" y="109452"/>
                  <a:pt x="912548" y="108352"/>
                  <a:pt x="916369" y="106151"/>
                </a:cubicBezTo>
                <a:cubicBezTo>
                  <a:pt x="920191" y="103951"/>
                  <a:pt x="923898" y="100245"/>
                  <a:pt x="927490" y="95033"/>
                </a:cubicBezTo>
                <a:lnTo>
                  <a:pt x="934438" y="60981"/>
                </a:lnTo>
                <a:cubicBezTo>
                  <a:pt x="932469" y="57275"/>
                  <a:pt x="930240" y="54611"/>
                  <a:pt x="927749" y="52991"/>
                </a:cubicBezTo>
                <a:cubicBezTo>
                  <a:pt x="925259" y="51368"/>
                  <a:pt x="922682" y="50557"/>
                  <a:pt x="920017" y="50557"/>
                </a:cubicBezTo>
                <a:cubicBezTo>
                  <a:pt x="916427" y="50557"/>
                  <a:pt x="912952" y="51628"/>
                  <a:pt x="909593" y="53770"/>
                </a:cubicBezTo>
                <a:cubicBezTo>
                  <a:pt x="906235" y="55912"/>
                  <a:pt x="903282" y="58837"/>
                  <a:pt x="900733" y="62545"/>
                </a:cubicBezTo>
                <a:cubicBezTo>
                  <a:pt x="898185" y="66251"/>
                  <a:pt x="896158" y="70565"/>
                  <a:pt x="894652" y="75487"/>
                </a:cubicBezTo>
                <a:cubicBezTo>
                  <a:pt x="893146" y="80409"/>
                  <a:pt x="892393" y="85592"/>
                  <a:pt x="892393" y="91035"/>
                </a:cubicBezTo>
                <a:cubicBezTo>
                  <a:pt x="892393" y="97290"/>
                  <a:pt x="893522" y="101923"/>
                  <a:pt x="895781" y="104935"/>
                </a:cubicBezTo>
                <a:cubicBezTo>
                  <a:pt x="898040" y="107946"/>
                  <a:pt x="901138" y="109452"/>
                  <a:pt x="905075" y="109452"/>
                </a:cubicBezTo>
                <a:close/>
                <a:moveTo>
                  <a:pt x="967534" y="122656"/>
                </a:moveTo>
                <a:lnTo>
                  <a:pt x="990121" y="9032"/>
                </a:lnTo>
                <a:lnTo>
                  <a:pt x="1008537" y="9032"/>
                </a:lnTo>
                <a:lnTo>
                  <a:pt x="1030774" y="74880"/>
                </a:lnTo>
                <a:lnTo>
                  <a:pt x="1037377" y="99375"/>
                </a:lnTo>
                <a:lnTo>
                  <a:pt x="1038072" y="99375"/>
                </a:lnTo>
                <a:cubicBezTo>
                  <a:pt x="1038767" y="93469"/>
                  <a:pt x="1039461" y="87100"/>
                  <a:pt x="1040156" y="80267"/>
                </a:cubicBezTo>
                <a:cubicBezTo>
                  <a:pt x="1040850" y="73433"/>
                  <a:pt x="1041835" y="66888"/>
                  <a:pt x="1043109" y="60634"/>
                </a:cubicBezTo>
                <a:lnTo>
                  <a:pt x="1053360" y="9032"/>
                </a:lnTo>
                <a:lnTo>
                  <a:pt x="1071430" y="9032"/>
                </a:lnTo>
                <a:lnTo>
                  <a:pt x="1048668" y="122656"/>
                </a:lnTo>
                <a:lnTo>
                  <a:pt x="1030427" y="122656"/>
                </a:lnTo>
                <a:lnTo>
                  <a:pt x="1008362" y="56983"/>
                </a:lnTo>
                <a:lnTo>
                  <a:pt x="1001761" y="32141"/>
                </a:lnTo>
                <a:lnTo>
                  <a:pt x="1001067" y="32141"/>
                </a:lnTo>
                <a:cubicBezTo>
                  <a:pt x="1000370" y="38279"/>
                  <a:pt x="999617" y="44649"/>
                  <a:pt x="998805" y="51252"/>
                </a:cubicBezTo>
                <a:cubicBezTo>
                  <a:pt x="997996" y="57853"/>
                  <a:pt x="996954" y="64281"/>
                  <a:pt x="995680" y="70535"/>
                </a:cubicBezTo>
                <a:lnTo>
                  <a:pt x="985428" y="122656"/>
                </a:lnTo>
                <a:lnTo>
                  <a:pt x="967534" y="122656"/>
                </a:lnTo>
                <a:close/>
                <a:moveTo>
                  <a:pt x="1108173" y="124740"/>
                </a:moveTo>
                <a:cubicBezTo>
                  <a:pt x="1103425" y="124740"/>
                  <a:pt x="1099081" y="123930"/>
                  <a:pt x="1095144" y="122309"/>
                </a:cubicBezTo>
                <a:cubicBezTo>
                  <a:pt x="1091206" y="120687"/>
                  <a:pt x="1087847" y="118371"/>
                  <a:pt x="1085067" y="115361"/>
                </a:cubicBezTo>
                <a:cubicBezTo>
                  <a:pt x="1082287" y="112349"/>
                  <a:pt x="1080144" y="108701"/>
                  <a:pt x="1078639" y="104415"/>
                </a:cubicBezTo>
                <a:cubicBezTo>
                  <a:pt x="1077133" y="100129"/>
                  <a:pt x="1076380" y="95322"/>
                  <a:pt x="1076380" y="89994"/>
                </a:cubicBezTo>
                <a:cubicBezTo>
                  <a:pt x="1076380" y="81887"/>
                  <a:pt x="1077741" y="74445"/>
                  <a:pt x="1080462" y="67669"/>
                </a:cubicBezTo>
                <a:cubicBezTo>
                  <a:pt x="1083184" y="60893"/>
                  <a:pt x="1086745" y="55131"/>
                  <a:pt x="1091146" y="50382"/>
                </a:cubicBezTo>
                <a:cubicBezTo>
                  <a:pt x="1095548" y="45633"/>
                  <a:pt x="1100558" y="41927"/>
                  <a:pt x="1106174" y="39264"/>
                </a:cubicBezTo>
                <a:cubicBezTo>
                  <a:pt x="1111793" y="36599"/>
                  <a:pt x="1117498" y="35266"/>
                  <a:pt x="1123289" y="35266"/>
                </a:cubicBezTo>
                <a:cubicBezTo>
                  <a:pt x="1133019" y="35266"/>
                  <a:pt x="1140779" y="38365"/>
                  <a:pt x="1146570" y="44563"/>
                </a:cubicBezTo>
                <a:cubicBezTo>
                  <a:pt x="1152362" y="50760"/>
                  <a:pt x="1155258" y="59244"/>
                  <a:pt x="1155258" y="70016"/>
                </a:cubicBezTo>
                <a:cubicBezTo>
                  <a:pt x="1155258" y="78122"/>
                  <a:pt x="1153896" y="85535"/>
                  <a:pt x="1151173" y="92252"/>
                </a:cubicBezTo>
                <a:cubicBezTo>
                  <a:pt x="1148451" y="98970"/>
                  <a:pt x="1144890" y="104732"/>
                  <a:pt x="1140489" y="109539"/>
                </a:cubicBezTo>
                <a:cubicBezTo>
                  <a:pt x="1136088" y="114346"/>
                  <a:pt x="1131079" y="118082"/>
                  <a:pt x="1125461" y="120745"/>
                </a:cubicBezTo>
                <a:cubicBezTo>
                  <a:pt x="1119844" y="123408"/>
                  <a:pt x="1114082" y="124740"/>
                  <a:pt x="1108173" y="124740"/>
                </a:cubicBezTo>
                <a:moveTo>
                  <a:pt x="1110260" y="109627"/>
                </a:moveTo>
                <a:cubicBezTo>
                  <a:pt x="1113618" y="109627"/>
                  <a:pt x="1116860" y="108613"/>
                  <a:pt x="1119986" y="106586"/>
                </a:cubicBezTo>
                <a:cubicBezTo>
                  <a:pt x="1123114" y="104559"/>
                  <a:pt x="1125894" y="101779"/>
                  <a:pt x="1128326" y="98246"/>
                </a:cubicBezTo>
                <a:cubicBezTo>
                  <a:pt x="1130760" y="94713"/>
                  <a:pt x="1132700" y="90572"/>
                  <a:pt x="1134148" y="85823"/>
                </a:cubicBezTo>
                <a:cubicBezTo>
                  <a:pt x="1135595" y="81075"/>
                  <a:pt x="1136319" y="75979"/>
                  <a:pt x="1136319" y="70535"/>
                </a:cubicBezTo>
                <a:cubicBezTo>
                  <a:pt x="1136319" y="64049"/>
                  <a:pt x="1135045" y="59069"/>
                  <a:pt x="1132496" y="55594"/>
                </a:cubicBezTo>
                <a:cubicBezTo>
                  <a:pt x="1129950" y="52120"/>
                  <a:pt x="1126243" y="50382"/>
                  <a:pt x="1121378" y="50382"/>
                </a:cubicBezTo>
                <a:cubicBezTo>
                  <a:pt x="1118020" y="50382"/>
                  <a:pt x="1114748" y="51396"/>
                  <a:pt x="1111561" y="53423"/>
                </a:cubicBezTo>
                <a:cubicBezTo>
                  <a:pt x="1108377" y="55450"/>
                  <a:pt x="1105568" y="58201"/>
                  <a:pt x="1103136" y="61676"/>
                </a:cubicBezTo>
                <a:cubicBezTo>
                  <a:pt x="1100705" y="65150"/>
                  <a:pt x="1098764" y="69262"/>
                  <a:pt x="1097315" y="74011"/>
                </a:cubicBezTo>
                <a:cubicBezTo>
                  <a:pt x="1095867" y="78759"/>
                  <a:pt x="1095144" y="83856"/>
                  <a:pt x="1095144" y="89299"/>
                </a:cubicBezTo>
                <a:cubicBezTo>
                  <a:pt x="1095144" y="95785"/>
                  <a:pt x="1096418" y="100795"/>
                  <a:pt x="1098966" y="104327"/>
                </a:cubicBezTo>
                <a:cubicBezTo>
                  <a:pt x="1101515" y="107860"/>
                  <a:pt x="1105279" y="109627"/>
                  <a:pt x="1110260" y="109627"/>
                </a:cubicBezTo>
                <a:close/>
                <a:moveTo>
                  <a:pt x="1234047" y="46560"/>
                </a:moveTo>
                <a:lnTo>
                  <a:pt x="1236477" y="30229"/>
                </a:lnTo>
                <a:lnTo>
                  <a:pt x="1242384" y="0"/>
                </a:lnTo>
                <a:lnTo>
                  <a:pt x="1260975" y="0"/>
                </a:lnTo>
                <a:lnTo>
                  <a:pt x="1236305" y="122656"/>
                </a:lnTo>
                <a:lnTo>
                  <a:pt x="1221017" y="122656"/>
                </a:lnTo>
                <a:lnTo>
                  <a:pt x="1221884" y="110844"/>
                </a:lnTo>
                <a:lnTo>
                  <a:pt x="1221364" y="110844"/>
                </a:lnTo>
                <a:cubicBezTo>
                  <a:pt x="1217310" y="115013"/>
                  <a:pt x="1212821" y="118372"/>
                  <a:pt x="1207897" y="120920"/>
                </a:cubicBezTo>
                <a:cubicBezTo>
                  <a:pt x="1202975" y="123467"/>
                  <a:pt x="1198082" y="124740"/>
                  <a:pt x="1193218" y="124740"/>
                </a:cubicBezTo>
                <a:cubicBezTo>
                  <a:pt x="1185690" y="124740"/>
                  <a:pt x="1179753" y="122077"/>
                  <a:pt x="1175409" y="116750"/>
                </a:cubicBezTo>
                <a:cubicBezTo>
                  <a:pt x="1171067" y="111422"/>
                  <a:pt x="1168896" y="103719"/>
                  <a:pt x="1168896" y="93641"/>
                </a:cubicBezTo>
                <a:cubicBezTo>
                  <a:pt x="1168896" y="85535"/>
                  <a:pt x="1170169" y="77920"/>
                  <a:pt x="1172716" y="70798"/>
                </a:cubicBezTo>
                <a:cubicBezTo>
                  <a:pt x="1175264" y="63673"/>
                  <a:pt x="1178681" y="57476"/>
                  <a:pt x="1182967" y="52206"/>
                </a:cubicBezTo>
                <a:cubicBezTo>
                  <a:pt x="1187253" y="46936"/>
                  <a:pt x="1192147" y="42795"/>
                  <a:pt x="1197648" y="39784"/>
                </a:cubicBezTo>
                <a:cubicBezTo>
                  <a:pt x="1203150" y="36772"/>
                  <a:pt x="1208854" y="35266"/>
                  <a:pt x="1214761" y="35266"/>
                </a:cubicBezTo>
                <a:cubicBezTo>
                  <a:pt x="1218931" y="35266"/>
                  <a:pt x="1222638" y="36309"/>
                  <a:pt x="1225881" y="38394"/>
                </a:cubicBezTo>
                <a:cubicBezTo>
                  <a:pt x="1229125" y="40480"/>
                  <a:pt x="1231672" y="43202"/>
                  <a:pt x="1233524" y="46560"/>
                </a:cubicBezTo>
                <a:lnTo>
                  <a:pt x="1234047" y="46560"/>
                </a:lnTo>
                <a:moveTo>
                  <a:pt x="1200861" y="109452"/>
                </a:moveTo>
                <a:cubicBezTo>
                  <a:pt x="1204569" y="109452"/>
                  <a:pt x="1208334" y="108352"/>
                  <a:pt x="1212155" y="106151"/>
                </a:cubicBezTo>
                <a:cubicBezTo>
                  <a:pt x="1215977" y="103951"/>
                  <a:pt x="1219684" y="100245"/>
                  <a:pt x="1223276" y="95033"/>
                </a:cubicBezTo>
                <a:lnTo>
                  <a:pt x="1230224" y="60981"/>
                </a:lnTo>
                <a:cubicBezTo>
                  <a:pt x="1228255" y="57275"/>
                  <a:pt x="1226025" y="54611"/>
                  <a:pt x="1223535" y="52991"/>
                </a:cubicBezTo>
                <a:cubicBezTo>
                  <a:pt x="1221045" y="51368"/>
                  <a:pt x="1218467" y="50557"/>
                  <a:pt x="1215802" y="50557"/>
                </a:cubicBezTo>
                <a:cubicBezTo>
                  <a:pt x="1212213" y="50557"/>
                  <a:pt x="1208738" y="51628"/>
                  <a:pt x="1205379" y="53770"/>
                </a:cubicBezTo>
                <a:cubicBezTo>
                  <a:pt x="1202021" y="55912"/>
                  <a:pt x="1199067" y="58837"/>
                  <a:pt x="1196519" y="62545"/>
                </a:cubicBezTo>
                <a:cubicBezTo>
                  <a:pt x="1193970" y="66251"/>
                  <a:pt x="1191943" y="70565"/>
                  <a:pt x="1190438" y="75487"/>
                </a:cubicBezTo>
                <a:cubicBezTo>
                  <a:pt x="1188932" y="80409"/>
                  <a:pt x="1188179" y="85592"/>
                  <a:pt x="1188179" y="91035"/>
                </a:cubicBezTo>
                <a:cubicBezTo>
                  <a:pt x="1188179" y="97290"/>
                  <a:pt x="1189308" y="101923"/>
                  <a:pt x="1191567" y="104935"/>
                </a:cubicBezTo>
                <a:cubicBezTo>
                  <a:pt x="1193826" y="107946"/>
                  <a:pt x="1196924" y="109452"/>
                  <a:pt x="1200861" y="109452"/>
                </a:cubicBezTo>
                <a:close/>
                <a:moveTo>
                  <a:pt x="1263495" y="88604"/>
                </a:moveTo>
                <a:cubicBezTo>
                  <a:pt x="1263495" y="80613"/>
                  <a:pt x="1264856" y="73344"/>
                  <a:pt x="1267577" y="66800"/>
                </a:cubicBezTo>
                <a:cubicBezTo>
                  <a:pt x="1270299" y="60255"/>
                  <a:pt x="1273889" y="54638"/>
                  <a:pt x="1278348" y="49948"/>
                </a:cubicBezTo>
                <a:cubicBezTo>
                  <a:pt x="1282807" y="45257"/>
                  <a:pt x="1287817" y="41638"/>
                  <a:pt x="1293377" y="39089"/>
                </a:cubicBezTo>
                <a:cubicBezTo>
                  <a:pt x="1298937" y="36541"/>
                  <a:pt x="1304496" y="35266"/>
                  <a:pt x="1310054" y="35266"/>
                </a:cubicBezTo>
                <a:cubicBezTo>
                  <a:pt x="1315035" y="35266"/>
                  <a:pt x="1319233" y="36077"/>
                  <a:pt x="1322649" y="37700"/>
                </a:cubicBezTo>
                <a:cubicBezTo>
                  <a:pt x="1326067" y="39321"/>
                  <a:pt x="1328847" y="41550"/>
                  <a:pt x="1330989" y="44388"/>
                </a:cubicBezTo>
                <a:cubicBezTo>
                  <a:pt x="1333133" y="47227"/>
                  <a:pt x="1334697" y="50557"/>
                  <a:pt x="1335681" y="54380"/>
                </a:cubicBezTo>
                <a:cubicBezTo>
                  <a:pt x="1336666" y="58201"/>
                  <a:pt x="1337158" y="62312"/>
                  <a:pt x="1337158" y="66712"/>
                </a:cubicBezTo>
                <a:cubicBezTo>
                  <a:pt x="1337158" y="70420"/>
                  <a:pt x="1336694" y="74012"/>
                  <a:pt x="1335766" y="77486"/>
                </a:cubicBezTo>
                <a:cubicBezTo>
                  <a:pt x="1334840" y="80961"/>
                  <a:pt x="1334088" y="83393"/>
                  <a:pt x="1333510" y="84782"/>
                </a:cubicBezTo>
                <a:lnTo>
                  <a:pt x="1281561" y="84782"/>
                </a:lnTo>
                <a:cubicBezTo>
                  <a:pt x="1281098" y="89299"/>
                  <a:pt x="1281330" y="93179"/>
                  <a:pt x="1282256" y="96422"/>
                </a:cubicBezTo>
                <a:cubicBezTo>
                  <a:pt x="1283184" y="99665"/>
                  <a:pt x="1284603" y="102330"/>
                  <a:pt x="1286513" y="104415"/>
                </a:cubicBezTo>
                <a:cubicBezTo>
                  <a:pt x="1288426" y="106499"/>
                  <a:pt x="1290771" y="108033"/>
                  <a:pt x="1293549" y="109017"/>
                </a:cubicBezTo>
                <a:cubicBezTo>
                  <a:pt x="1296329" y="110001"/>
                  <a:pt x="1299341" y="110494"/>
                  <a:pt x="1302584" y="110494"/>
                </a:cubicBezTo>
                <a:cubicBezTo>
                  <a:pt x="1305595" y="110494"/>
                  <a:pt x="1308664" y="109799"/>
                  <a:pt x="1311791" y="108410"/>
                </a:cubicBezTo>
                <a:cubicBezTo>
                  <a:pt x="1314919" y="107021"/>
                  <a:pt x="1317641" y="105458"/>
                  <a:pt x="1319958" y="103720"/>
                </a:cubicBezTo>
                <a:lnTo>
                  <a:pt x="1326907" y="115708"/>
                </a:lnTo>
                <a:cubicBezTo>
                  <a:pt x="1323432" y="118140"/>
                  <a:pt x="1319234" y="120254"/>
                  <a:pt x="1314312" y="122049"/>
                </a:cubicBezTo>
                <a:cubicBezTo>
                  <a:pt x="1309390" y="123843"/>
                  <a:pt x="1303859" y="124740"/>
                  <a:pt x="1297719" y="124740"/>
                </a:cubicBezTo>
                <a:cubicBezTo>
                  <a:pt x="1292624" y="124740"/>
                  <a:pt x="1287991" y="123930"/>
                  <a:pt x="1283820" y="122309"/>
                </a:cubicBezTo>
                <a:cubicBezTo>
                  <a:pt x="1279651" y="120687"/>
                  <a:pt x="1276060" y="118342"/>
                  <a:pt x="1273049" y="115273"/>
                </a:cubicBezTo>
                <a:cubicBezTo>
                  <a:pt x="1270037" y="112204"/>
                  <a:pt x="1267692" y="108439"/>
                  <a:pt x="1266013" y="103980"/>
                </a:cubicBezTo>
                <a:cubicBezTo>
                  <a:pt x="1264334" y="99521"/>
                  <a:pt x="1263495" y="94396"/>
                  <a:pt x="1263495" y="88604"/>
                </a:cubicBezTo>
                <a:moveTo>
                  <a:pt x="1283125" y="72969"/>
                </a:moveTo>
                <a:lnTo>
                  <a:pt x="1320828" y="72969"/>
                </a:lnTo>
                <a:cubicBezTo>
                  <a:pt x="1321059" y="71809"/>
                  <a:pt x="1321262" y="70622"/>
                  <a:pt x="1321435" y="69406"/>
                </a:cubicBezTo>
                <a:cubicBezTo>
                  <a:pt x="1321608" y="68190"/>
                  <a:pt x="1321695" y="66887"/>
                  <a:pt x="1321695" y="65498"/>
                </a:cubicBezTo>
                <a:cubicBezTo>
                  <a:pt x="1321695" y="61327"/>
                  <a:pt x="1320681" y="57650"/>
                  <a:pt x="1318654" y="54465"/>
                </a:cubicBezTo>
                <a:cubicBezTo>
                  <a:pt x="1316627" y="51280"/>
                  <a:pt x="1313007" y="49688"/>
                  <a:pt x="1307796" y="49688"/>
                </a:cubicBezTo>
                <a:cubicBezTo>
                  <a:pt x="1302584" y="49688"/>
                  <a:pt x="1297690" y="51744"/>
                  <a:pt x="1293114" y="55857"/>
                </a:cubicBezTo>
                <a:cubicBezTo>
                  <a:pt x="1288540" y="59967"/>
                  <a:pt x="1285211" y="65671"/>
                  <a:pt x="1283125" y="72969"/>
                </a:cubicBezTo>
                <a:close/>
                <a:moveTo>
                  <a:pt x="1370776" y="124740"/>
                </a:moveTo>
                <a:cubicBezTo>
                  <a:pt x="1368113" y="124740"/>
                  <a:pt x="1365362" y="124335"/>
                  <a:pt x="1362524" y="123523"/>
                </a:cubicBezTo>
                <a:cubicBezTo>
                  <a:pt x="1359685" y="122714"/>
                  <a:pt x="1356934" y="121615"/>
                  <a:pt x="1354271" y="120226"/>
                </a:cubicBezTo>
                <a:cubicBezTo>
                  <a:pt x="1351608" y="118835"/>
                  <a:pt x="1349118" y="117126"/>
                  <a:pt x="1346801" y="115098"/>
                </a:cubicBezTo>
                <a:cubicBezTo>
                  <a:pt x="1344484" y="113071"/>
                  <a:pt x="1342515" y="110842"/>
                  <a:pt x="1340894" y="108410"/>
                </a:cubicBezTo>
                <a:lnTo>
                  <a:pt x="1352012" y="99375"/>
                </a:lnTo>
                <a:cubicBezTo>
                  <a:pt x="1354792" y="103082"/>
                  <a:pt x="1357891" y="105920"/>
                  <a:pt x="1361307" y="107890"/>
                </a:cubicBezTo>
                <a:cubicBezTo>
                  <a:pt x="1364725" y="109859"/>
                  <a:pt x="1368344" y="110844"/>
                  <a:pt x="1372165" y="110844"/>
                </a:cubicBezTo>
                <a:cubicBezTo>
                  <a:pt x="1376220" y="110844"/>
                  <a:pt x="1379723" y="109773"/>
                  <a:pt x="1382677" y="107631"/>
                </a:cubicBezTo>
                <a:cubicBezTo>
                  <a:pt x="1385630" y="105487"/>
                  <a:pt x="1387106" y="102851"/>
                  <a:pt x="1387106" y="99723"/>
                </a:cubicBezTo>
                <a:cubicBezTo>
                  <a:pt x="1387106" y="97059"/>
                  <a:pt x="1385890" y="94772"/>
                  <a:pt x="1383459" y="92862"/>
                </a:cubicBezTo>
                <a:cubicBezTo>
                  <a:pt x="1381027" y="90950"/>
                  <a:pt x="1377147" y="88488"/>
                  <a:pt x="1371818" y="85476"/>
                </a:cubicBezTo>
                <a:cubicBezTo>
                  <a:pt x="1366143" y="82350"/>
                  <a:pt x="1361684" y="78934"/>
                  <a:pt x="1358441" y="75227"/>
                </a:cubicBezTo>
                <a:cubicBezTo>
                  <a:pt x="1355198" y="71521"/>
                  <a:pt x="1353577" y="67061"/>
                  <a:pt x="1353577" y="61848"/>
                </a:cubicBezTo>
                <a:cubicBezTo>
                  <a:pt x="1353577" y="58027"/>
                  <a:pt x="1354387" y="54466"/>
                  <a:pt x="1356007" y="51164"/>
                </a:cubicBezTo>
                <a:cubicBezTo>
                  <a:pt x="1357630" y="47863"/>
                  <a:pt x="1359859" y="45055"/>
                  <a:pt x="1362696" y="42739"/>
                </a:cubicBezTo>
                <a:cubicBezTo>
                  <a:pt x="1365534" y="40422"/>
                  <a:pt x="1368836" y="38598"/>
                  <a:pt x="1372600" y="37265"/>
                </a:cubicBezTo>
                <a:cubicBezTo>
                  <a:pt x="1376365" y="35933"/>
                  <a:pt x="1380390" y="35266"/>
                  <a:pt x="1384675" y="35266"/>
                </a:cubicBezTo>
                <a:cubicBezTo>
                  <a:pt x="1390235" y="35266"/>
                  <a:pt x="1395245" y="36425"/>
                  <a:pt x="1399704" y="38742"/>
                </a:cubicBezTo>
                <a:cubicBezTo>
                  <a:pt x="1404163" y="41059"/>
                  <a:pt x="1408071" y="43954"/>
                  <a:pt x="1411429" y="47429"/>
                </a:cubicBezTo>
                <a:lnTo>
                  <a:pt x="1401006" y="57331"/>
                </a:lnTo>
                <a:cubicBezTo>
                  <a:pt x="1398805" y="55130"/>
                  <a:pt x="1396372" y="53249"/>
                  <a:pt x="1393707" y="51687"/>
                </a:cubicBezTo>
                <a:cubicBezTo>
                  <a:pt x="1391044" y="50122"/>
                  <a:pt x="1388033" y="49340"/>
                  <a:pt x="1384675" y="49340"/>
                </a:cubicBezTo>
                <a:cubicBezTo>
                  <a:pt x="1380738" y="49340"/>
                  <a:pt x="1377495" y="50383"/>
                  <a:pt x="1374946" y="52469"/>
                </a:cubicBezTo>
                <a:cubicBezTo>
                  <a:pt x="1372398" y="54552"/>
                  <a:pt x="1371123" y="57100"/>
                  <a:pt x="1371123" y="60111"/>
                </a:cubicBezTo>
                <a:cubicBezTo>
                  <a:pt x="1371123" y="61734"/>
                  <a:pt x="1371529" y="63124"/>
                  <a:pt x="1372340" y="64281"/>
                </a:cubicBezTo>
                <a:cubicBezTo>
                  <a:pt x="1373151" y="65439"/>
                  <a:pt x="1374252" y="66539"/>
                  <a:pt x="1375641" y="67582"/>
                </a:cubicBezTo>
                <a:cubicBezTo>
                  <a:pt x="1377030" y="68625"/>
                  <a:pt x="1378593" y="69609"/>
                  <a:pt x="1380330" y="70535"/>
                </a:cubicBezTo>
                <a:cubicBezTo>
                  <a:pt x="1382068" y="71461"/>
                  <a:pt x="1383863" y="72446"/>
                  <a:pt x="1385717" y="73488"/>
                </a:cubicBezTo>
                <a:cubicBezTo>
                  <a:pt x="1392088" y="76848"/>
                  <a:pt x="1396837" y="80381"/>
                  <a:pt x="1399964" y="84087"/>
                </a:cubicBezTo>
                <a:cubicBezTo>
                  <a:pt x="1403090" y="87793"/>
                  <a:pt x="1404653" y="92252"/>
                  <a:pt x="1404653" y="97464"/>
                </a:cubicBezTo>
                <a:cubicBezTo>
                  <a:pt x="1404653" y="101635"/>
                  <a:pt x="1403814" y="105400"/>
                  <a:pt x="1402135" y="108760"/>
                </a:cubicBezTo>
                <a:cubicBezTo>
                  <a:pt x="1400456" y="112118"/>
                  <a:pt x="1398111" y="114984"/>
                  <a:pt x="1395099" y="117360"/>
                </a:cubicBezTo>
                <a:cubicBezTo>
                  <a:pt x="1392088" y="119733"/>
                  <a:pt x="1388496" y="121556"/>
                  <a:pt x="1384325" y="122829"/>
                </a:cubicBezTo>
                <a:cubicBezTo>
                  <a:pt x="1380156" y="124103"/>
                  <a:pt x="1375640" y="124740"/>
                  <a:pt x="1370776" y="124740"/>
                </a:cubicBezTo>
                <a:close/>
                <a:moveTo>
                  <a:pt x="1448958" y="122656"/>
                </a:moveTo>
                <a:lnTo>
                  <a:pt x="1466157" y="37353"/>
                </a:lnTo>
                <a:lnTo>
                  <a:pt x="1484746" y="37353"/>
                </a:lnTo>
                <a:lnTo>
                  <a:pt x="1467721" y="122656"/>
                </a:lnTo>
                <a:lnTo>
                  <a:pt x="1448958" y="122656"/>
                </a:lnTo>
                <a:moveTo>
                  <a:pt x="1479882" y="22237"/>
                </a:moveTo>
                <a:cubicBezTo>
                  <a:pt x="1477218" y="22237"/>
                  <a:pt x="1474786" y="21397"/>
                  <a:pt x="1472586" y="19718"/>
                </a:cubicBezTo>
                <a:cubicBezTo>
                  <a:pt x="1470386" y="18039"/>
                  <a:pt x="1469285" y="15636"/>
                  <a:pt x="1469285" y="12507"/>
                </a:cubicBezTo>
                <a:cubicBezTo>
                  <a:pt x="1469285" y="9149"/>
                  <a:pt x="1470501" y="6284"/>
                  <a:pt x="1472933" y="3910"/>
                </a:cubicBezTo>
                <a:cubicBezTo>
                  <a:pt x="1475365" y="1535"/>
                  <a:pt x="1478318" y="347"/>
                  <a:pt x="1481793" y="347"/>
                </a:cubicBezTo>
                <a:cubicBezTo>
                  <a:pt x="1484456" y="347"/>
                  <a:pt x="1486888" y="1187"/>
                  <a:pt x="1489088" y="2866"/>
                </a:cubicBezTo>
                <a:cubicBezTo>
                  <a:pt x="1491291" y="4545"/>
                  <a:pt x="1492392" y="6948"/>
                  <a:pt x="1492392" y="10076"/>
                </a:cubicBezTo>
                <a:cubicBezTo>
                  <a:pt x="1492392" y="13551"/>
                  <a:pt x="1491175" y="16447"/>
                  <a:pt x="1488741" y="18764"/>
                </a:cubicBezTo>
                <a:cubicBezTo>
                  <a:pt x="1486309" y="21079"/>
                  <a:pt x="1483356" y="22237"/>
                  <a:pt x="1479882" y="22237"/>
                </a:cubicBezTo>
                <a:close/>
                <a:moveTo>
                  <a:pt x="1522274" y="124740"/>
                </a:moveTo>
                <a:cubicBezTo>
                  <a:pt x="1514282" y="124740"/>
                  <a:pt x="1508577" y="122742"/>
                  <a:pt x="1505159" y="118746"/>
                </a:cubicBezTo>
                <a:cubicBezTo>
                  <a:pt x="1501743" y="114750"/>
                  <a:pt x="1500034" y="109799"/>
                  <a:pt x="1500034" y="103893"/>
                </a:cubicBezTo>
                <a:cubicBezTo>
                  <a:pt x="1500034" y="102155"/>
                  <a:pt x="1500150" y="100476"/>
                  <a:pt x="1500382" y="98856"/>
                </a:cubicBezTo>
                <a:cubicBezTo>
                  <a:pt x="1500615" y="97233"/>
                  <a:pt x="1500847" y="95554"/>
                  <a:pt x="1501079" y="93816"/>
                </a:cubicBezTo>
                <a:lnTo>
                  <a:pt x="1509764" y="52119"/>
                </a:lnTo>
                <a:lnTo>
                  <a:pt x="1497776" y="52119"/>
                </a:lnTo>
                <a:lnTo>
                  <a:pt x="1500557" y="38222"/>
                </a:lnTo>
                <a:lnTo>
                  <a:pt x="1513586" y="37353"/>
                </a:lnTo>
                <a:lnTo>
                  <a:pt x="1520362" y="14419"/>
                </a:lnTo>
                <a:lnTo>
                  <a:pt x="1535998" y="14419"/>
                </a:lnTo>
                <a:lnTo>
                  <a:pt x="1531481" y="37353"/>
                </a:lnTo>
                <a:lnTo>
                  <a:pt x="1551983" y="37353"/>
                </a:lnTo>
                <a:lnTo>
                  <a:pt x="1549030" y="52119"/>
                </a:lnTo>
                <a:lnTo>
                  <a:pt x="1528180" y="52119"/>
                </a:lnTo>
                <a:lnTo>
                  <a:pt x="1519493" y="94511"/>
                </a:lnTo>
                <a:cubicBezTo>
                  <a:pt x="1519146" y="96596"/>
                  <a:pt x="1518973" y="98623"/>
                  <a:pt x="1518973" y="100592"/>
                </a:cubicBezTo>
                <a:cubicBezTo>
                  <a:pt x="1518973" y="103719"/>
                  <a:pt x="1519726" y="106064"/>
                  <a:pt x="1521232" y="107628"/>
                </a:cubicBezTo>
                <a:cubicBezTo>
                  <a:pt x="1522738" y="109192"/>
                  <a:pt x="1525285" y="109974"/>
                  <a:pt x="1528875" y="109974"/>
                </a:cubicBezTo>
                <a:cubicBezTo>
                  <a:pt x="1530380" y="109974"/>
                  <a:pt x="1531770" y="109743"/>
                  <a:pt x="1533045" y="109280"/>
                </a:cubicBezTo>
                <a:cubicBezTo>
                  <a:pt x="1534319" y="108817"/>
                  <a:pt x="1535593" y="108295"/>
                  <a:pt x="1536867" y="107715"/>
                </a:cubicBezTo>
                <a:lnTo>
                  <a:pt x="1540343" y="120920"/>
                </a:lnTo>
                <a:cubicBezTo>
                  <a:pt x="1538257" y="121846"/>
                  <a:pt x="1535709" y="122714"/>
                  <a:pt x="1532697" y="123523"/>
                </a:cubicBezTo>
                <a:cubicBezTo>
                  <a:pt x="1529686" y="124335"/>
                  <a:pt x="1526211" y="124740"/>
                  <a:pt x="1522274" y="124740"/>
                </a:cubicBezTo>
                <a:close/>
                <a:moveTo>
                  <a:pt x="1554068" y="88604"/>
                </a:moveTo>
                <a:cubicBezTo>
                  <a:pt x="1554068" y="80613"/>
                  <a:pt x="1555429" y="73344"/>
                  <a:pt x="1558151" y="66800"/>
                </a:cubicBezTo>
                <a:cubicBezTo>
                  <a:pt x="1560873" y="60255"/>
                  <a:pt x="1564463" y="54638"/>
                  <a:pt x="1568922" y="49948"/>
                </a:cubicBezTo>
                <a:cubicBezTo>
                  <a:pt x="1573381" y="45257"/>
                  <a:pt x="1578390" y="41638"/>
                  <a:pt x="1583951" y="39089"/>
                </a:cubicBezTo>
                <a:cubicBezTo>
                  <a:pt x="1589511" y="36541"/>
                  <a:pt x="1595070" y="35266"/>
                  <a:pt x="1600628" y="35266"/>
                </a:cubicBezTo>
                <a:cubicBezTo>
                  <a:pt x="1605608" y="35266"/>
                  <a:pt x="1609807" y="36077"/>
                  <a:pt x="1613223" y="37700"/>
                </a:cubicBezTo>
                <a:cubicBezTo>
                  <a:pt x="1616641" y="39321"/>
                  <a:pt x="1619421" y="41550"/>
                  <a:pt x="1621563" y="44388"/>
                </a:cubicBezTo>
                <a:cubicBezTo>
                  <a:pt x="1623707" y="47227"/>
                  <a:pt x="1625271" y="50557"/>
                  <a:pt x="1626255" y="54380"/>
                </a:cubicBezTo>
                <a:cubicBezTo>
                  <a:pt x="1627240" y="58201"/>
                  <a:pt x="1627732" y="62312"/>
                  <a:pt x="1627732" y="66712"/>
                </a:cubicBezTo>
                <a:cubicBezTo>
                  <a:pt x="1627732" y="70420"/>
                  <a:pt x="1627268" y="74012"/>
                  <a:pt x="1626340" y="77486"/>
                </a:cubicBezTo>
                <a:cubicBezTo>
                  <a:pt x="1625414" y="80961"/>
                  <a:pt x="1624662" y="83393"/>
                  <a:pt x="1624084" y="84782"/>
                </a:cubicBezTo>
                <a:lnTo>
                  <a:pt x="1572135" y="84782"/>
                </a:lnTo>
                <a:cubicBezTo>
                  <a:pt x="1571672" y="89299"/>
                  <a:pt x="1571903" y="93179"/>
                  <a:pt x="1572830" y="96422"/>
                </a:cubicBezTo>
                <a:cubicBezTo>
                  <a:pt x="1573757" y="99665"/>
                  <a:pt x="1575177" y="102330"/>
                  <a:pt x="1577087" y="104415"/>
                </a:cubicBezTo>
                <a:cubicBezTo>
                  <a:pt x="1578999" y="106499"/>
                  <a:pt x="1581345" y="108033"/>
                  <a:pt x="1584123" y="109017"/>
                </a:cubicBezTo>
                <a:cubicBezTo>
                  <a:pt x="1586903" y="110001"/>
                  <a:pt x="1589914" y="110494"/>
                  <a:pt x="1593157" y="110494"/>
                </a:cubicBezTo>
                <a:cubicBezTo>
                  <a:pt x="1596169" y="110494"/>
                  <a:pt x="1599238" y="109799"/>
                  <a:pt x="1602364" y="108410"/>
                </a:cubicBezTo>
                <a:cubicBezTo>
                  <a:pt x="1605493" y="107021"/>
                  <a:pt x="1608215" y="105458"/>
                  <a:pt x="1610532" y="103720"/>
                </a:cubicBezTo>
                <a:lnTo>
                  <a:pt x="1617480" y="115708"/>
                </a:lnTo>
                <a:cubicBezTo>
                  <a:pt x="1614006" y="118140"/>
                  <a:pt x="1609807" y="120254"/>
                  <a:pt x="1604885" y="122049"/>
                </a:cubicBezTo>
                <a:cubicBezTo>
                  <a:pt x="1599963" y="123843"/>
                  <a:pt x="1594433" y="124740"/>
                  <a:pt x="1588293" y="124740"/>
                </a:cubicBezTo>
                <a:cubicBezTo>
                  <a:pt x="1583198" y="124740"/>
                  <a:pt x="1578565" y="123930"/>
                  <a:pt x="1574394" y="122309"/>
                </a:cubicBezTo>
                <a:cubicBezTo>
                  <a:pt x="1570225" y="120687"/>
                  <a:pt x="1566634" y="118342"/>
                  <a:pt x="1563623" y="115273"/>
                </a:cubicBezTo>
                <a:cubicBezTo>
                  <a:pt x="1560611" y="112204"/>
                  <a:pt x="1558266" y="108439"/>
                  <a:pt x="1556587" y="103980"/>
                </a:cubicBezTo>
                <a:cubicBezTo>
                  <a:pt x="1554908" y="99521"/>
                  <a:pt x="1554068" y="94396"/>
                  <a:pt x="1554068" y="88604"/>
                </a:cubicBezTo>
                <a:moveTo>
                  <a:pt x="1573699" y="72969"/>
                </a:moveTo>
                <a:lnTo>
                  <a:pt x="1611402" y="72969"/>
                </a:lnTo>
                <a:cubicBezTo>
                  <a:pt x="1611633" y="71809"/>
                  <a:pt x="1611836" y="70622"/>
                  <a:pt x="1612009" y="69406"/>
                </a:cubicBezTo>
                <a:cubicBezTo>
                  <a:pt x="1612182" y="68190"/>
                  <a:pt x="1612269" y="66887"/>
                  <a:pt x="1612269" y="65498"/>
                </a:cubicBezTo>
                <a:cubicBezTo>
                  <a:pt x="1612269" y="61327"/>
                  <a:pt x="1611255" y="57650"/>
                  <a:pt x="1609228" y="54465"/>
                </a:cubicBezTo>
                <a:cubicBezTo>
                  <a:pt x="1607201" y="51280"/>
                  <a:pt x="1603581" y="49688"/>
                  <a:pt x="1598369" y="49688"/>
                </a:cubicBezTo>
                <a:cubicBezTo>
                  <a:pt x="1593157" y="49688"/>
                  <a:pt x="1588264" y="51744"/>
                  <a:pt x="1583688" y="55857"/>
                </a:cubicBezTo>
                <a:cubicBezTo>
                  <a:pt x="1579114" y="59967"/>
                  <a:pt x="1575785" y="65671"/>
                  <a:pt x="1573699" y="72969"/>
                </a:cubicBezTo>
                <a:close/>
                <a:moveTo>
                  <a:pt x="1636245" y="122656"/>
                </a:moveTo>
                <a:lnTo>
                  <a:pt x="1653270" y="37353"/>
                </a:lnTo>
                <a:lnTo>
                  <a:pt x="1668386" y="37353"/>
                </a:lnTo>
                <a:lnTo>
                  <a:pt x="1666822" y="53858"/>
                </a:lnTo>
                <a:lnTo>
                  <a:pt x="1667516" y="53858"/>
                </a:lnTo>
                <a:cubicBezTo>
                  <a:pt x="1670876" y="48529"/>
                  <a:pt x="1674814" y="44099"/>
                  <a:pt x="1679332" y="40566"/>
                </a:cubicBezTo>
                <a:cubicBezTo>
                  <a:pt x="1683849" y="37033"/>
                  <a:pt x="1688714" y="35266"/>
                  <a:pt x="1693925" y="35266"/>
                </a:cubicBezTo>
                <a:cubicBezTo>
                  <a:pt x="1697283" y="35266"/>
                  <a:pt x="1700121" y="35788"/>
                  <a:pt x="1702438" y="36830"/>
                </a:cubicBezTo>
                <a:lnTo>
                  <a:pt x="1696184" y="53163"/>
                </a:lnTo>
                <a:cubicBezTo>
                  <a:pt x="1695141" y="52583"/>
                  <a:pt x="1693925" y="52207"/>
                  <a:pt x="1692534" y="52034"/>
                </a:cubicBezTo>
                <a:cubicBezTo>
                  <a:pt x="1691145" y="51859"/>
                  <a:pt x="1689697" y="51771"/>
                  <a:pt x="1688191" y="51771"/>
                </a:cubicBezTo>
                <a:cubicBezTo>
                  <a:pt x="1684137" y="51771"/>
                  <a:pt x="1680141" y="53335"/>
                  <a:pt x="1676204" y="56464"/>
                </a:cubicBezTo>
                <a:cubicBezTo>
                  <a:pt x="1672266" y="59590"/>
                  <a:pt x="1668560" y="64455"/>
                  <a:pt x="1665085" y="71057"/>
                </a:cubicBezTo>
                <a:lnTo>
                  <a:pt x="1655009" y="122656"/>
                </a:lnTo>
                <a:lnTo>
                  <a:pt x="1636245" y="122656"/>
                </a:lnTo>
                <a:close/>
                <a:moveTo>
                  <a:pt x="1725198" y="124740"/>
                </a:moveTo>
                <a:cubicBezTo>
                  <a:pt x="1717669" y="124740"/>
                  <a:pt x="1711732" y="122077"/>
                  <a:pt x="1707388" y="116750"/>
                </a:cubicBezTo>
                <a:cubicBezTo>
                  <a:pt x="1703046" y="111422"/>
                  <a:pt x="1700875" y="103719"/>
                  <a:pt x="1700875" y="93641"/>
                </a:cubicBezTo>
                <a:cubicBezTo>
                  <a:pt x="1700875" y="85535"/>
                  <a:pt x="1702148" y="77920"/>
                  <a:pt x="1704695" y="70798"/>
                </a:cubicBezTo>
                <a:cubicBezTo>
                  <a:pt x="1707243" y="63673"/>
                  <a:pt x="1710660" y="57476"/>
                  <a:pt x="1714946" y="52206"/>
                </a:cubicBezTo>
                <a:cubicBezTo>
                  <a:pt x="1719232" y="46936"/>
                  <a:pt x="1724126" y="42795"/>
                  <a:pt x="1729627" y="39784"/>
                </a:cubicBezTo>
                <a:cubicBezTo>
                  <a:pt x="1735129" y="36772"/>
                  <a:pt x="1740833" y="35266"/>
                  <a:pt x="1746740" y="35266"/>
                </a:cubicBezTo>
                <a:cubicBezTo>
                  <a:pt x="1750910" y="35266"/>
                  <a:pt x="1754733" y="36338"/>
                  <a:pt x="1758208" y="38482"/>
                </a:cubicBezTo>
                <a:cubicBezTo>
                  <a:pt x="1761682" y="40624"/>
                  <a:pt x="1764404" y="43548"/>
                  <a:pt x="1766373" y="47254"/>
                </a:cubicBezTo>
                <a:lnTo>
                  <a:pt x="1766720" y="47254"/>
                </a:lnTo>
                <a:lnTo>
                  <a:pt x="1770368" y="37353"/>
                </a:lnTo>
                <a:lnTo>
                  <a:pt x="1785309" y="37353"/>
                </a:lnTo>
                <a:lnTo>
                  <a:pt x="1768284" y="122656"/>
                </a:lnTo>
                <a:lnTo>
                  <a:pt x="1752996" y="122656"/>
                </a:lnTo>
                <a:lnTo>
                  <a:pt x="1753863" y="110844"/>
                </a:lnTo>
                <a:lnTo>
                  <a:pt x="1753343" y="110844"/>
                </a:lnTo>
                <a:cubicBezTo>
                  <a:pt x="1749289" y="115013"/>
                  <a:pt x="1744800" y="118372"/>
                  <a:pt x="1739876" y="120920"/>
                </a:cubicBezTo>
                <a:cubicBezTo>
                  <a:pt x="1734954" y="123467"/>
                  <a:pt x="1730061" y="124740"/>
                  <a:pt x="1725198" y="124740"/>
                </a:cubicBezTo>
                <a:moveTo>
                  <a:pt x="1732840" y="109452"/>
                </a:moveTo>
                <a:cubicBezTo>
                  <a:pt x="1736548" y="109452"/>
                  <a:pt x="1740342" y="108352"/>
                  <a:pt x="1744221" y="106151"/>
                </a:cubicBezTo>
                <a:cubicBezTo>
                  <a:pt x="1748100" y="103951"/>
                  <a:pt x="1751778" y="100245"/>
                  <a:pt x="1755255" y="95033"/>
                </a:cubicBezTo>
                <a:lnTo>
                  <a:pt x="1762203" y="60981"/>
                </a:lnTo>
                <a:cubicBezTo>
                  <a:pt x="1760234" y="57275"/>
                  <a:pt x="1758005" y="54611"/>
                  <a:pt x="1755514" y="52991"/>
                </a:cubicBezTo>
                <a:cubicBezTo>
                  <a:pt x="1753024" y="51368"/>
                  <a:pt x="1750447" y="50557"/>
                  <a:pt x="1747781" y="50557"/>
                </a:cubicBezTo>
                <a:cubicBezTo>
                  <a:pt x="1744192" y="50557"/>
                  <a:pt x="1740717" y="51628"/>
                  <a:pt x="1737358" y="53770"/>
                </a:cubicBezTo>
                <a:cubicBezTo>
                  <a:pt x="1734000" y="55912"/>
                  <a:pt x="1731047" y="58837"/>
                  <a:pt x="1728498" y="62545"/>
                </a:cubicBezTo>
                <a:cubicBezTo>
                  <a:pt x="1725950" y="66251"/>
                  <a:pt x="1723922" y="70565"/>
                  <a:pt x="1722417" y="75487"/>
                </a:cubicBezTo>
                <a:cubicBezTo>
                  <a:pt x="1720911" y="80409"/>
                  <a:pt x="1720158" y="85592"/>
                  <a:pt x="1720158" y="91035"/>
                </a:cubicBezTo>
                <a:cubicBezTo>
                  <a:pt x="1720158" y="97290"/>
                  <a:pt x="1721287" y="101923"/>
                  <a:pt x="1723546" y="104935"/>
                </a:cubicBezTo>
                <a:cubicBezTo>
                  <a:pt x="1725805" y="107946"/>
                  <a:pt x="1728903" y="109452"/>
                  <a:pt x="1732840" y="109452"/>
                </a:cubicBezTo>
                <a:close/>
                <a:moveTo>
                  <a:pt x="1823532" y="124740"/>
                </a:moveTo>
                <a:cubicBezTo>
                  <a:pt x="1815540" y="124740"/>
                  <a:pt x="1809835" y="122742"/>
                  <a:pt x="1806417" y="118746"/>
                </a:cubicBezTo>
                <a:cubicBezTo>
                  <a:pt x="1803001" y="114750"/>
                  <a:pt x="1801292" y="109799"/>
                  <a:pt x="1801292" y="103893"/>
                </a:cubicBezTo>
                <a:cubicBezTo>
                  <a:pt x="1801292" y="102155"/>
                  <a:pt x="1801408" y="100476"/>
                  <a:pt x="1801640" y="98856"/>
                </a:cubicBezTo>
                <a:cubicBezTo>
                  <a:pt x="1801873" y="97233"/>
                  <a:pt x="1802105" y="95554"/>
                  <a:pt x="1802337" y="93816"/>
                </a:cubicBezTo>
                <a:lnTo>
                  <a:pt x="1811022" y="52119"/>
                </a:lnTo>
                <a:lnTo>
                  <a:pt x="1799034" y="52119"/>
                </a:lnTo>
                <a:lnTo>
                  <a:pt x="1801815" y="38222"/>
                </a:lnTo>
                <a:lnTo>
                  <a:pt x="1814844" y="37353"/>
                </a:lnTo>
                <a:lnTo>
                  <a:pt x="1821620" y="14419"/>
                </a:lnTo>
                <a:lnTo>
                  <a:pt x="1837256" y="14419"/>
                </a:lnTo>
                <a:lnTo>
                  <a:pt x="1832739" y="37353"/>
                </a:lnTo>
                <a:lnTo>
                  <a:pt x="1853241" y="37353"/>
                </a:lnTo>
                <a:lnTo>
                  <a:pt x="1850288" y="52119"/>
                </a:lnTo>
                <a:lnTo>
                  <a:pt x="1829438" y="52119"/>
                </a:lnTo>
                <a:lnTo>
                  <a:pt x="1820751" y="94511"/>
                </a:lnTo>
                <a:cubicBezTo>
                  <a:pt x="1820404" y="96596"/>
                  <a:pt x="1820231" y="98623"/>
                  <a:pt x="1820231" y="100592"/>
                </a:cubicBezTo>
                <a:cubicBezTo>
                  <a:pt x="1820231" y="103719"/>
                  <a:pt x="1820984" y="106064"/>
                  <a:pt x="1822490" y="107628"/>
                </a:cubicBezTo>
                <a:cubicBezTo>
                  <a:pt x="1823996" y="109192"/>
                  <a:pt x="1826543" y="109974"/>
                  <a:pt x="1830133" y="109974"/>
                </a:cubicBezTo>
                <a:cubicBezTo>
                  <a:pt x="1831638" y="109974"/>
                  <a:pt x="1833028" y="109743"/>
                  <a:pt x="1834303" y="109280"/>
                </a:cubicBezTo>
                <a:cubicBezTo>
                  <a:pt x="1835577" y="108817"/>
                  <a:pt x="1836851" y="108295"/>
                  <a:pt x="1838125" y="107715"/>
                </a:cubicBezTo>
                <a:lnTo>
                  <a:pt x="1841601" y="120920"/>
                </a:lnTo>
                <a:cubicBezTo>
                  <a:pt x="1839515" y="121846"/>
                  <a:pt x="1836967" y="122714"/>
                  <a:pt x="1833955" y="123523"/>
                </a:cubicBezTo>
                <a:cubicBezTo>
                  <a:pt x="1830944" y="124335"/>
                  <a:pt x="1827469" y="124740"/>
                  <a:pt x="1823532" y="124740"/>
                </a:cubicBezTo>
                <a:close/>
                <a:moveTo>
                  <a:pt x="1887292" y="124740"/>
                </a:moveTo>
                <a:cubicBezTo>
                  <a:pt x="1882543" y="124740"/>
                  <a:pt x="1878200" y="123930"/>
                  <a:pt x="1874262" y="122309"/>
                </a:cubicBezTo>
                <a:cubicBezTo>
                  <a:pt x="1870325" y="120687"/>
                  <a:pt x="1866966" y="118371"/>
                  <a:pt x="1864186" y="115361"/>
                </a:cubicBezTo>
                <a:cubicBezTo>
                  <a:pt x="1861406" y="112349"/>
                  <a:pt x="1859263" y="108701"/>
                  <a:pt x="1857757" y="104415"/>
                </a:cubicBezTo>
                <a:cubicBezTo>
                  <a:pt x="1856252" y="100129"/>
                  <a:pt x="1855499" y="95322"/>
                  <a:pt x="1855499" y="89994"/>
                </a:cubicBezTo>
                <a:cubicBezTo>
                  <a:pt x="1855499" y="81887"/>
                  <a:pt x="1856860" y="74445"/>
                  <a:pt x="1859581" y="67669"/>
                </a:cubicBezTo>
                <a:cubicBezTo>
                  <a:pt x="1862303" y="60893"/>
                  <a:pt x="1865864" y="55131"/>
                  <a:pt x="1870265" y="50382"/>
                </a:cubicBezTo>
                <a:cubicBezTo>
                  <a:pt x="1874667" y="45633"/>
                  <a:pt x="1879677" y="41927"/>
                  <a:pt x="1885293" y="39264"/>
                </a:cubicBezTo>
                <a:cubicBezTo>
                  <a:pt x="1890912" y="36599"/>
                  <a:pt x="1896617" y="35266"/>
                  <a:pt x="1902408" y="35266"/>
                </a:cubicBezTo>
                <a:cubicBezTo>
                  <a:pt x="1912137" y="35266"/>
                  <a:pt x="1919898" y="38365"/>
                  <a:pt x="1925689" y="44563"/>
                </a:cubicBezTo>
                <a:cubicBezTo>
                  <a:pt x="1931481" y="50760"/>
                  <a:pt x="1934377" y="59244"/>
                  <a:pt x="1934377" y="70016"/>
                </a:cubicBezTo>
                <a:cubicBezTo>
                  <a:pt x="1934377" y="78122"/>
                  <a:pt x="1933015" y="85535"/>
                  <a:pt x="1930291" y="92252"/>
                </a:cubicBezTo>
                <a:cubicBezTo>
                  <a:pt x="1927570" y="98970"/>
                  <a:pt x="1924009" y="104732"/>
                  <a:pt x="1919608" y="109539"/>
                </a:cubicBezTo>
                <a:cubicBezTo>
                  <a:pt x="1915207" y="114346"/>
                  <a:pt x="1910198" y="118082"/>
                  <a:pt x="1904579" y="120745"/>
                </a:cubicBezTo>
                <a:cubicBezTo>
                  <a:pt x="1898963" y="123408"/>
                  <a:pt x="1893200" y="124740"/>
                  <a:pt x="1887292" y="124740"/>
                </a:cubicBezTo>
                <a:moveTo>
                  <a:pt x="1889378" y="109627"/>
                </a:moveTo>
                <a:cubicBezTo>
                  <a:pt x="1892736" y="109627"/>
                  <a:pt x="1895979" y="108613"/>
                  <a:pt x="1899105" y="106586"/>
                </a:cubicBezTo>
                <a:cubicBezTo>
                  <a:pt x="1902233" y="104559"/>
                  <a:pt x="1905013" y="101779"/>
                  <a:pt x="1907445" y="98246"/>
                </a:cubicBezTo>
                <a:cubicBezTo>
                  <a:pt x="1909879" y="94713"/>
                  <a:pt x="1911819" y="90572"/>
                  <a:pt x="1913267" y="85823"/>
                </a:cubicBezTo>
                <a:cubicBezTo>
                  <a:pt x="1914714" y="81075"/>
                  <a:pt x="1915438" y="75979"/>
                  <a:pt x="1915438" y="70535"/>
                </a:cubicBezTo>
                <a:cubicBezTo>
                  <a:pt x="1915438" y="64049"/>
                  <a:pt x="1914164" y="59069"/>
                  <a:pt x="1911615" y="55594"/>
                </a:cubicBezTo>
                <a:cubicBezTo>
                  <a:pt x="1909068" y="52120"/>
                  <a:pt x="1905362" y="50382"/>
                  <a:pt x="1900497" y="50382"/>
                </a:cubicBezTo>
                <a:cubicBezTo>
                  <a:pt x="1897139" y="50382"/>
                  <a:pt x="1893867" y="51396"/>
                  <a:pt x="1890680" y="53423"/>
                </a:cubicBezTo>
                <a:cubicBezTo>
                  <a:pt x="1887495" y="55450"/>
                  <a:pt x="1884687" y="58201"/>
                  <a:pt x="1882255" y="61676"/>
                </a:cubicBezTo>
                <a:cubicBezTo>
                  <a:pt x="1879823" y="65150"/>
                  <a:pt x="1877883" y="69262"/>
                  <a:pt x="1876434" y="74011"/>
                </a:cubicBezTo>
                <a:cubicBezTo>
                  <a:pt x="1874986" y="78759"/>
                  <a:pt x="1874262" y="83856"/>
                  <a:pt x="1874262" y="89299"/>
                </a:cubicBezTo>
                <a:cubicBezTo>
                  <a:pt x="1874262" y="95785"/>
                  <a:pt x="1875537" y="100795"/>
                  <a:pt x="1878085" y="104327"/>
                </a:cubicBezTo>
                <a:cubicBezTo>
                  <a:pt x="1880634" y="107860"/>
                  <a:pt x="1884398" y="109627"/>
                  <a:pt x="1889378" y="109627"/>
                </a:cubicBezTo>
                <a:close/>
                <a:moveTo>
                  <a:pt x="1945669" y="122656"/>
                </a:moveTo>
                <a:lnTo>
                  <a:pt x="1962694" y="37353"/>
                </a:lnTo>
                <a:lnTo>
                  <a:pt x="1977810" y="37353"/>
                </a:lnTo>
                <a:lnTo>
                  <a:pt x="1976245" y="53858"/>
                </a:lnTo>
                <a:lnTo>
                  <a:pt x="1976940" y="53858"/>
                </a:lnTo>
                <a:cubicBezTo>
                  <a:pt x="1980300" y="48529"/>
                  <a:pt x="1984238" y="44099"/>
                  <a:pt x="1988756" y="40566"/>
                </a:cubicBezTo>
                <a:cubicBezTo>
                  <a:pt x="1993273" y="37033"/>
                  <a:pt x="1998137" y="35266"/>
                  <a:pt x="2003349" y="35266"/>
                </a:cubicBezTo>
                <a:cubicBezTo>
                  <a:pt x="2006707" y="35266"/>
                  <a:pt x="2009545" y="35788"/>
                  <a:pt x="2011862" y="36830"/>
                </a:cubicBezTo>
                <a:lnTo>
                  <a:pt x="2005608" y="53163"/>
                </a:lnTo>
                <a:cubicBezTo>
                  <a:pt x="2004565" y="52583"/>
                  <a:pt x="2003348" y="52207"/>
                  <a:pt x="2001958" y="52034"/>
                </a:cubicBezTo>
                <a:cubicBezTo>
                  <a:pt x="2000568" y="51859"/>
                  <a:pt x="1999121" y="51771"/>
                  <a:pt x="1997615" y="51771"/>
                </a:cubicBezTo>
                <a:cubicBezTo>
                  <a:pt x="1993561" y="51771"/>
                  <a:pt x="1989565" y="53335"/>
                  <a:pt x="1985627" y="56464"/>
                </a:cubicBezTo>
                <a:cubicBezTo>
                  <a:pt x="1981690" y="59590"/>
                  <a:pt x="1977984" y="64455"/>
                  <a:pt x="1974509" y="71057"/>
                </a:cubicBezTo>
                <a:lnTo>
                  <a:pt x="1964433" y="122656"/>
                </a:lnTo>
                <a:lnTo>
                  <a:pt x="1945669" y="122656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Text --FILE--">
            <a:extLst xmlns:a="http://schemas.openxmlformats.org/drawingml/2006/main">
              <a:ext uri="{FF2B5EF4-FFF2-40B4-BE49-F238E27FC236}">
                <a16:creationId xmlns:a16="http://schemas.microsoft.com/office/drawing/2014/main" id="{19A79988-F66D-44AF-9288-5F7BBD37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380" y="582041"/>
            <a:ext cx="509130" cy="113625"/>
          </a:xfrm>
          <a:custGeom xmlns:a="http://schemas.openxmlformats.org/drawingml/2006/main">
            <a:pathLst>
              <a:path w="509130" h="113625">
                <a:moveTo>
                  <a:pt x="0" y="76619"/>
                </a:moveTo>
                <a:lnTo>
                  <a:pt x="2781" y="62892"/>
                </a:lnTo>
                <a:lnTo>
                  <a:pt x="42217" y="62892"/>
                </a:lnTo>
                <a:lnTo>
                  <a:pt x="39264" y="76619"/>
                </a:lnTo>
                <a:lnTo>
                  <a:pt x="0" y="76619"/>
                </a:lnTo>
                <a:close/>
                <a:moveTo>
                  <a:pt x="54292" y="76619"/>
                </a:moveTo>
                <a:lnTo>
                  <a:pt x="57073" y="62892"/>
                </a:lnTo>
                <a:lnTo>
                  <a:pt x="96510" y="62892"/>
                </a:lnTo>
                <a:lnTo>
                  <a:pt x="93556" y="76619"/>
                </a:lnTo>
                <a:lnTo>
                  <a:pt x="54292" y="76619"/>
                </a:lnTo>
                <a:close/>
                <a:moveTo>
                  <a:pt x="108238" y="113625"/>
                </a:moveTo>
                <a:lnTo>
                  <a:pt x="130824" y="0"/>
                </a:lnTo>
                <a:lnTo>
                  <a:pt x="195975" y="0"/>
                </a:lnTo>
                <a:lnTo>
                  <a:pt x="192847" y="15811"/>
                </a:lnTo>
                <a:lnTo>
                  <a:pt x="146288" y="15811"/>
                </a:lnTo>
                <a:lnTo>
                  <a:pt x="139684" y="49343"/>
                </a:lnTo>
                <a:lnTo>
                  <a:pt x="179123" y="49343"/>
                </a:lnTo>
                <a:lnTo>
                  <a:pt x="175995" y="65151"/>
                </a:lnTo>
                <a:lnTo>
                  <a:pt x="136731" y="65151"/>
                </a:lnTo>
                <a:lnTo>
                  <a:pt x="127001" y="113625"/>
                </a:lnTo>
                <a:lnTo>
                  <a:pt x="108238" y="113625"/>
                </a:lnTo>
                <a:close/>
                <a:moveTo>
                  <a:pt x="192396" y="113625"/>
                </a:moveTo>
                <a:lnTo>
                  <a:pt x="214982" y="0"/>
                </a:lnTo>
                <a:lnTo>
                  <a:pt x="233746" y="0"/>
                </a:lnTo>
                <a:lnTo>
                  <a:pt x="211159" y="113625"/>
                </a:lnTo>
                <a:lnTo>
                  <a:pt x="192396" y="113625"/>
                </a:lnTo>
                <a:close/>
                <a:moveTo>
                  <a:pt x="238505" y="113625"/>
                </a:moveTo>
                <a:lnTo>
                  <a:pt x="261092" y="0"/>
                </a:lnTo>
                <a:lnTo>
                  <a:pt x="279855" y="0"/>
                </a:lnTo>
                <a:lnTo>
                  <a:pt x="260397" y="97814"/>
                </a:lnTo>
                <a:lnTo>
                  <a:pt x="305742" y="97814"/>
                </a:lnTo>
                <a:lnTo>
                  <a:pt x="302614" y="113625"/>
                </a:lnTo>
                <a:lnTo>
                  <a:pt x="238505" y="113625"/>
                </a:lnTo>
                <a:close/>
                <a:moveTo>
                  <a:pt x="322663" y="113625"/>
                </a:moveTo>
                <a:lnTo>
                  <a:pt x="345249" y="0"/>
                </a:lnTo>
                <a:lnTo>
                  <a:pt x="410400" y="0"/>
                </a:lnTo>
                <a:lnTo>
                  <a:pt x="407272" y="15811"/>
                </a:lnTo>
                <a:lnTo>
                  <a:pt x="360713" y="15811"/>
                </a:lnTo>
                <a:lnTo>
                  <a:pt x="354631" y="46390"/>
                </a:lnTo>
                <a:lnTo>
                  <a:pt x="394068" y="46390"/>
                </a:lnTo>
                <a:lnTo>
                  <a:pt x="390942" y="62198"/>
                </a:lnTo>
                <a:lnTo>
                  <a:pt x="351678" y="62198"/>
                </a:lnTo>
                <a:lnTo>
                  <a:pt x="344380" y="97814"/>
                </a:lnTo>
                <a:lnTo>
                  <a:pt x="392331" y="97814"/>
                </a:lnTo>
                <a:lnTo>
                  <a:pt x="389203" y="113625"/>
                </a:lnTo>
                <a:lnTo>
                  <a:pt x="322663" y="113625"/>
                </a:lnTo>
                <a:close/>
                <a:moveTo>
                  <a:pt x="412621" y="76619"/>
                </a:moveTo>
                <a:lnTo>
                  <a:pt x="415402" y="62892"/>
                </a:lnTo>
                <a:lnTo>
                  <a:pt x="454838" y="62892"/>
                </a:lnTo>
                <a:lnTo>
                  <a:pt x="451885" y="76619"/>
                </a:lnTo>
                <a:lnTo>
                  <a:pt x="412621" y="76619"/>
                </a:lnTo>
                <a:close/>
                <a:moveTo>
                  <a:pt x="466913" y="76619"/>
                </a:moveTo>
                <a:lnTo>
                  <a:pt x="469694" y="62892"/>
                </a:lnTo>
                <a:lnTo>
                  <a:pt x="509130" y="62892"/>
                </a:lnTo>
                <a:lnTo>
                  <a:pt x="506177" y="76619"/>
                </a:lnTo>
                <a:lnTo>
                  <a:pt x="466913" y="7661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Text &lt;?">
            <a:extLst xmlns:a="http://schemas.openxmlformats.org/drawingml/2006/main">
              <a:ext uri="{FF2B5EF4-FFF2-40B4-BE49-F238E27FC236}">
                <a16:creationId xmlns:a16="http://schemas.microsoft.com/office/drawing/2014/main" id="{FD15EF84-D606-49B6-B135-306BD66D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67" y="770024"/>
            <a:ext cx="154972" cy="120573"/>
          </a:xfrm>
          <a:custGeom xmlns:a="http://schemas.openxmlformats.org/drawingml/2006/main">
            <a:pathLst>
              <a:path w="154972" h="120573">
                <a:moveTo>
                  <a:pt x="74011" y="97467"/>
                </a:moveTo>
                <a:lnTo>
                  <a:pt x="0" y="67757"/>
                </a:lnTo>
                <a:lnTo>
                  <a:pt x="0" y="54380"/>
                </a:lnTo>
                <a:lnTo>
                  <a:pt x="74011" y="24673"/>
                </a:lnTo>
                <a:lnTo>
                  <a:pt x="74011" y="40133"/>
                </a:lnTo>
                <a:lnTo>
                  <a:pt x="41523" y="52296"/>
                </a:lnTo>
                <a:lnTo>
                  <a:pt x="19458" y="60636"/>
                </a:lnTo>
                <a:lnTo>
                  <a:pt x="19458" y="61331"/>
                </a:lnTo>
                <a:lnTo>
                  <a:pt x="41523" y="69496"/>
                </a:lnTo>
                <a:lnTo>
                  <a:pt x="74011" y="81656"/>
                </a:lnTo>
                <a:lnTo>
                  <a:pt x="74011" y="97467"/>
                </a:lnTo>
                <a:close/>
                <a:moveTo>
                  <a:pt x="104068" y="80789"/>
                </a:moveTo>
                <a:cubicBezTo>
                  <a:pt x="104414" y="76040"/>
                  <a:pt x="105485" y="71870"/>
                  <a:pt x="107281" y="68279"/>
                </a:cubicBezTo>
                <a:cubicBezTo>
                  <a:pt x="109076" y="64688"/>
                  <a:pt x="111161" y="61474"/>
                  <a:pt x="113534" y="58637"/>
                </a:cubicBezTo>
                <a:cubicBezTo>
                  <a:pt x="115910" y="55799"/>
                  <a:pt x="118458" y="53193"/>
                  <a:pt x="121180" y="50820"/>
                </a:cubicBezTo>
                <a:cubicBezTo>
                  <a:pt x="123902" y="48444"/>
                  <a:pt x="126421" y="46099"/>
                  <a:pt x="128738" y="43784"/>
                </a:cubicBezTo>
                <a:cubicBezTo>
                  <a:pt x="131055" y="41467"/>
                  <a:pt x="132965" y="39063"/>
                  <a:pt x="134469" y="36573"/>
                </a:cubicBezTo>
                <a:cubicBezTo>
                  <a:pt x="135975" y="34083"/>
                  <a:pt x="136728" y="31274"/>
                  <a:pt x="136728" y="28146"/>
                </a:cubicBezTo>
                <a:cubicBezTo>
                  <a:pt x="136728" y="24093"/>
                  <a:pt x="135570" y="20908"/>
                  <a:pt x="133253" y="18591"/>
                </a:cubicBezTo>
                <a:cubicBezTo>
                  <a:pt x="130937" y="16274"/>
                  <a:pt x="127753" y="15116"/>
                  <a:pt x="123698" y="15116"/>
                </a:cubicBezTo>
                <a:cubicBezTo>
                  <a:pt x="120918" y="15116"/>
                  <a:pt x="118197" y="15811"/>
                  <a:pt x="115533" y="17202"/>
                </a:cubicBezTo>
                <a:cubicBezTo>
                  <a:pt x="112870" y="18591"/>
                  <a:pt x="110380" y="20502"/>
                  <a:pt x="108063" y="22934"/>
                </a:cubicBezTo>
                <a:lnTo>
                  <a:pt x="98334" y="12163"/>
                </a:lnTo>
                <a:cubicBezTo>
                  <a:pt x="102040" y="8457"/>
                  <a:pt x="106267" y="5503"/>
                  <a:pt x="111016" y="3303"/>
                </a:cubicBezTo>
                <a:cubicBezTo>
                  <a:pt x="115765" y="1101"/>
                  <a:pt x="120745" y="0"/>
                  <a:pt x="125957" y="0"/>
                </a:cubicBezTo>
                <a:cubicBezTo>
                  <a:pt x="134760" y="0"/>
                  <a:pt x="141797" y="2201"/>
                  <a:pt x="147067" y="6604"/>
                </a:cubicBezTo>
                <a:cubicBezTo>
                  <a:pt x="152337" y="11004"/>
                  <a:pt x="154972" y="17201"/>
                  <a:pt x="154972" y="25192"/>
                </a:cubicBezTo>
                <a:cubicBezTo>
                  <a:pt x="154972" y="29826"/>
                  <a:pt x="154190" y="33852"/>
                  <a:pt x="152626" y="37268"/>
                </a:cubicBezTo>
                <a:cubicBezTo>
                  <a:pt x="151062" y="40684"/>
                  <a:pt x="149064" y="43811"/>
                  <a:pt x="146632" y="46650"/>
                </a:cubicBezTo>
                <a:cubicBezTo>
                  <a:pt x="144200" y="49486"/>
                  <a:pt x="141536" y="52179"/>
                  <a:pt x="138639" y="54727"/>
                </a:cubicBezTo>
                <a:cubicBezTo>
                  <a:pt x="135744" y="57276"/>
                  <a:pt x="132994" y="59883"/>
                  <a:pt x="130387" y="62548"/>
                </a:cubicBezTo>
                <a:cubicBezTo>
                  <a:pt x="127782" y="65211"/>
                  <a:pt x="125523" y="68107"/>
                  <a:pt x="123611" y="71235"/>
                </a:cubicBezTo>
                <a:cubicBezTo>
                  <a:pt x="121700" y="74361"/>
                  <a:pt x="120514" y="78009"/>
                  <a:pt x="120051" y="82178"/>
                </a:cubicBezTo>
                <a:lnTo>
                  <a:pt x="104068" y="80789"/>
                </a:lnTo>
                <a:moveTo>
                  <a:pt x="105110" y="120573"/>
                </a:moveTo>
                <a:cubicBezTo>
                  <a:pt x="101981" y="120573"/>
                  <a:pt x="99490" y="119560"/>
                  <a:pt x="97636" y="117535"/>
                </a:cubicBezTo>
                <a:cubicBezTo>
                  <a:pt x="95784" y="115508"/>
                  <a:pt x="94858" y="112930"/>
                  <a:pt x="94858" y="109802"/>
                </a:cubicBezTo>
                <a:cubicBezTo>
                  <a:pt x="94858" y="107950"/>
                  <a:pt x="95205" y="106126"/>
                  <a:pt x="95900" y="104330"/>
                </a:cubicBezTo>
                <a:cubicBezTo>
                  <a:pt x="96596" y="102535"/>
                  <a:pt x="97582" y="100942"/>
                  <a:pt x="98856" y="99553"/>
                </a:cubicBezTo>
                <a:cubicBezTo>
                  <a:pt x="100130" y="98162"/>
                  <a:pt x="101664" y="97033"/>
                  <a:pt x="103458" y="96165"/>
                </a:cubicBezTo>
                <a:cubicBezTo>
                  <a:pt x="105254" y="95296"/>
                  <a:pt x="107194" y="94861"/>
                  <a:pt x="109280" y="94861"/>
                </a:cubicBezTo>
                <a:cubicBezTo>
                  <a:pt x="112406" y="94861"/>
                  <a:pt x="114867" y="95903"/>
                  <a:pt x="116663" y="97989"/>
                </a:cubicBezTo>
                <a:cubicBezTo>
                  <a:pt x="118458" y="100073"/>
                  <a:pt x="119356" y="102679"/>
                  <a:pt x="119356" y="105807"/>
                </a:cubicBezTo>
                <a:cubicBezTo>
                  <a:pt x="119356" y="107659"/>
                  <a:pt x="119008" y="109483"/>
                  <a:pt x="118312" y="111278"/>
                </a:cubicBezTo>
                <a:cubicBezTo>
                  <a:pt x="117617" y="113074"/>
                  <a:pt x="116662" y="114667"/>
                  <a:pt x="115446" y="116058"/>
                </a:cubicBezTo>
                <a:cubicBezTo>
                  <a:pt x="114230" y="117447"/>
                  <a:pt x="112724" y="118547"/>
                  <a:pt x="110928" y="119356"/>
                </a:cubicBezTo>
                <a:cubicBezTo>
                  <a:pt x="109135" y="120167"/>
                  <a:pt x="107195" y="120573"/>
                  <a:pt x="105110" y="12057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Text php">
            <a:extLst xmlns:a="http://schemas.openxmlformats.org/drawingml/2006/main">
              <a:ext uri="{FF2B5EF4-FFF2-40B4-BE49-F238E27FC236}">
                <a16:creationId xmlns:a16="http://schemas.microsoft.com/office/drawing/2014/main" id="{43B5CBF4-7C47-496B-9F88-641993E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705" y="765856"/>
            <a:ext cx="278498" cy="156361"/>
          </a:xfrm>
          <a:custGeom xmlns:a="http://schemas.openxmlformats.org/drawingml/2006/main">
            <a:pathLst>
              <a:path w="278498" h="156361">
                <a:moveTo>
                  <a:pt x="26234" y="113622"/>
                </a:moveTo>
                <a:lnTo>
                  <a:pt x="23453" y="130997"/>
                </a:lnTo>
                <a:lnTo>
                  <a:pt x="18589" y="156361"/>
                </a:lnTo>
                <a:lnTo>
                  <a:pt x="0" y="156361"/>
                </a:lnTo>
                <a:lnTo>
                  <a:pt x="23976" y="37353"/>
                </a:lnTo>
                <a:lnTo>
                  <a:pt x="39089" y="37353"/>
                </a:lnTo>
                <a:lnTo>
                  <a:pt x="38742" y="47776"/>
                </a:lnTo>
                <a:lnTo>
                  <a:pt x="39264" y="47776"/>
                </a:lnTo>
                <a:cubicBezTo>
                  <a:pt x="43318" y="44185"/>
                  <a:pt x="47720" y="41203"/>
                  <a:pt x="52469" y="38829"/>
                </a:cubicBezTo>
                <a:cubicBezTo>
                  <a:pt x="57217" y="36454"/>
                  <a:pt x="62024" y="35266"/>
                  <a:pt x="66887" y="35266"/>
                </a:cubicBezTo>
                <a:cubicBezTo>
                  <a:pt x="74533" y="35266"/>
                  <a:pt x="80498" y="37931"/>
                  <a:pt x="84782" y="43259"/>
                </a:cubicBezTo>
                <a:cubicBezTo>
                  <a:pt x="89067" y="48588"/>
                  <a:pt x="91210" y="56290"/>
                  <a:pt x="91210" y="66365"/>
                </a:cubicBezTo>
                <a:cubicBezTo>
                  <a:pt x="91210" y="74589"/>
                  <a:pt x="89936" y="82233"/>
                  <a:pt x="87388" y="89299"/>
                </a:cubicBezTo>
                <a:cubicBezTo>
                  <a:pt x="84841" y="96365"/>
                  <a:pt x="81425" y="102533"/>
                  <a:pt x="77139" y="107803"/>
                </a:cubicBezTo>
                <a:cubicBezTo>
                  <a:pt x="72853" y="113073"/>
                  <a:pt x="67988" y="117214"/>
                  <a:pt x="62545" y="120226"/>
                </a:cubicBezTo>
                <a:cubicBezTo>
                  <a:pt x="57102" y="123235"/>
                  <a:pt x="51426" y="124740"/>
                  <a:pt x="45518" y="124740"/>
                </a:cubicBezTo>
                <a:cubicBezTo>
                  <a:pt x="41465" y="124740"/>
                  <a:pt x="37817" y="123727"/>
                  <a:pt x="34574" y="121702"/>
                </a:cubicBezTo>
                <a:cubicBezTo>
                  <a:pt x="31331" y="119675"/>
                  <a:pt x="28667" y="116982"/>
                  <a:pt x="26582" y="113622"/>
                </a:cubicBezTo>
                <a:lnTo>
                  <a:pt x="26234" y="113622"/>
                </a:lnTo>
                <a:moveTo>
                  <a:pt x="59245" y="50557"/>
                </a:moveTo>
                <a:cubicBezTo>
                  <a:pt x="55885" y="50557"/>
                  <a:pt x="52236" y="51571"/>
                  <a:pt x="48299" y="53598"/>
                </a:cubicBezTo>
                <a:cubicBezTo>
                  <a:pt x="44361" y="55623"/>
                  <a:pt x="40771" y="58721"/>
                  <a:pt x="37528" y="62892"/>
                </a:cubicBezTo>
                <a:lnTo>
                  <a:pt x="30229" y="99375"/>
                </a:lnTo>
                <a:cubicBezTo>
                  <a:pt x="32083" y="102967"/>
                  <a:pt x="34226" y="105544"/>
                  <a:pt x="36658" y="107108"/>
                </a:cubicBezTo>
                <a:cubicBezTo>
                  <a:pt x="39090" y="108671"/>
                  <a:pt x="41638" y="109452"/>
                  <a:pt x="44304" y="109452"/>
                </a:cubicBezTo>
                <a:cubicBezTo>
                  <a:pt x="47893" y="109452"/>
                  <a:pt x="51367" y="108381"/>
                  <a:pt x="54725" y="106239"/>
                </a:cubicBezTo>
                <a:cubicBezTo>
                  <a:pt x="58084" y="104095"/>
                  <a:pt x="61038" y="101170"/>
                  <a:pt x="63587" y="97464"/>
                </a:cubicBezTo>
                <a:cubicBezTo>
                  <a:pt x="66135" y="93758"/>
                  <a:pt x="68191" y="89444"/>
                  <a:pt x="69753" y="84522"/>
                </a:cubicBezTo>
                <a:cubicBezTo>
                  <a:pt x="71317" y="79600"/>
                  <a:pt x="72099" y="74359"/>
                  <a:pt x="72099" y="68799"/>
                </a:cubicBezTo>
                <a:cubicBezTo>
                  <a:pt x="72099" y="62544"/>
                  <a:pt x="70941" y="57940"/>
                  <a:pt x="68624" y="54987"/>
                </a:cubicBezTo>
                <a:cubicBezTo>
                  <a:pt x="66309" y="52034"/>
                  <a:pt x="63182" y="50557"/>
                  <a:pt x="59245" y="50557"/>
                </a:cubicBezTo>
                <a:close/>
                <a:moveTo>
                  <a:pt x="101810" y="122656"/>
                </a:moveTo>
                <a:lnTo>
                  <a:pt x="126480" y="0"/>
                </a:lnTo>
                <a:lnTo>
                  <a:pt x="145069" y="0"/>
                </a:lnTo>
                <a:lnTo>
                  <a:pt x="137598" y="36136"/>
                </a:lnTo>
                <a:lnTo>
                  <a:pt x="134298" y="48471"/>
                </a:lnTo>
                <a:lnTo>
                  <a:pt x="134992" y="48471"/>
                </a:lnTo>
                <a:cubicBezTo>
                  <a:pt x="139395" y="44765"/>
                  <a:pt x="143883" y="41638"/>
                  <a:pt x="148457" y="39089"/>
                </a:cubicBezTo>
                <a:cubicBezTo>
                  <a:pt x="153032" y="36541"/>
                  <a:pt x="157926" y="35266"/>
                  <a:pt x="163138" y="35266"/>
                </a:cubicBezTo>
                <a:cubicBezTo>
                  <a:pt x="170318" y="35266"/>
                  <a:pt x="175472" y="37120"/>
                  <a:pt x="178598" y="40828"/>
                </a:cubicBezTo>
                <a:cubicBezTo>
                  <a:pt x="181727" y="44534"/>
                  <a:pt x="183291" y="49862"/>
                  <a:pt x="183291" y="56811"/>
                </a:cubicBezTo>
                <a:cubicBezTo>
                  <a:pt x="183291" y="58780"/>
                  <a:pt x="183204" y="60691"/>
                  <a:pt x="183031" y="62545"/>
                </a:cubicBezTo>
                <a:cubicBezTo>
                  <a:pt x="182858" y="64397"/>
                  <a:pt x="182481" y="66482"/>
                  <a:pt x="181902" y="68799"/>
                </a:cubicBezTo>
                <a:lnTo>
                  <a:pt x="171131" y="122656"/>
                </a:lnTo>
                <a:lnTo>
                  <a:pt x="152539" y="122656"/>
                </a:lnTo>
                <a:lnTo>
                  <a:pt x="162963" y="71230"/>
                </a:lnTo>
                <a:cubicBezTo>
                  <a:pt x="163311" y="69261"/>
                  <a:pt x="163630" y="67582"/>
                  <a:pt x="163920" y="66193"/>
                </a:cubicBezTo>
                <a:cubicBezTo>
                  <a:pt x="164210" y="64802"/>
                  <a:pt x="164355" y="63469"/>
                  <a:pt x="164355" y="62195"/>
                </a:cubicBezTo>
                <a:cubicBezTo>
                  <a:pt x="164355" y="54900"/>
                  <a:pt x="160764" y="51252"/>
                  <a:pt x="153584" y="51252"/>
                </a:cubicBezTo>
                <a:cubicBezTo>
                  <a:pt x="150572" y="51252"/>
                  <a:pt x="147357" y="52295"/>
                  <a:pt x="143939" y="54380"/>
                </a:cubicBezTo>
                <a:cubicBezTo>
                  <a:pt x="140523" y="56464"/>
                  <a:pt x="136556" y="59822"/>
                  <a:pt x="132039" y="64454"/>
                </a:cubicBezTo>
                <a:lnTo>
                  <a:pt x="120573" y="122656"/>
                </a:lnTo>
                <a:lnTo>
                  <a:pt x="101810" y="122656"/>
                </a:lnTo>
                <a:close/>
                <a:moveTo>
                  <a:pt x="213522" y="113622"/>
                </a:moveTo>
                <a:lnTo>
                  <a:pt x="210741" y="130997"/>
                </a:lnTo>
                <a:lnTo>
                  <a:pt x="205876" y="156361"/>
                </a:lnTo>
                <a:lnTo>
                  <a:pt x="187287" y="156361"/>
                </a:lnTo>
                <a:lnTo>
                  <a:pt x="211263" y="37353"/>
                </a:lnTo>
                <a:lnTo>
                  <a:pt x="226376" y="37353"/>
                </a:lnTo>
                <a:lnTo>
                  <a:pt x="226029" y="47776"/>
                </a:lnTo>
                <a:lnTo>
                  <a:pt x="226551" y="47776"/>
                </a:lnTo>
                <a:cubicBezTo>
                  <a:pt x="230606" y="44185"/>
                  <a:pt x="235007" y="41203"/>
                  <a:pt x="239756" y="38829"/>
                </a:cubicBezTo>
                <a:cubicBezTo>
                  <a:pt x="244505" y="36454"/>
                  <a:pt x="249311" y="35266"/>
                  <a:pt x="254175" y="35266"/>
                </a:cubicBezTo>
                <a:cubicBezTo>
                  <a:pt x="261820" y="35266"/>
                  <a:pt x="267785" y="37931"/>
                  <a:pt x="272069" y="43259"/>
                </a:cubicBezTo>
                <a:cubicBezTo>
                  <a:pt x="276355" y="48588"/>
                  <a:pt x="278498" y="56290"/>
                  <a:pt x="278498" y="66365"/>
                </a:cubicBezTo>
                <a:cubicBezTo>
                  <a:pt x="278498" y="74589"/>
                  <a:pt x="277223" y="82233"/>
                  <a:pt x="274675" y="89299"/>
                </a:cubicBezTo>
                <a:cubicBezTo>
                  <a:pt x="272128" y="96365"/>
                  <a:pt x="268712" y="102533"/>
                  <a:pt x="264426" y="107803"/>
                </a:cubicBezTo>
                <a:cubicBezTo>
                  <a:pt x="260140" y="113073"/>
                  <a:pt x="255276" y="117214"/>
                  <a:pt x="249832" y="120226"/>
                </a:cubicBezTo>
                <a:cubicBezTo>
                  <a:pt x="244389" y="123235"/>
                  <a:pt x="238713" y="124740"/>
                  <a:pt x="232805" y="124740"/>
                </a:cubicBezTo>
                <a:cubicBezTo>
                  <a:pt x="228753" y="124740"/>
                  <a:pt x="225105" y="123727"/>
                  <a:pt x="221862" y="121702"/>
                </a:cubicBezTo>
                <a:cubicBezTo>
                  <a:pt x="218619" y="119675"/>
                  <a:pt x="215954" y="116982"/>
                  <a:pt x="213869" y="113622"/>
                </a:cubicBezTo>
                <a:lnTo>
                  <a:pt x="213522" y="113622"/>
                </a:lnTo>
                <a:moveTo>
                  <a:pt x="246532" y="50557"/>
                </a:moveTo>
                <a:cubicBezTo>
                  <a:pt x="243172" y="50557"/>
                  <a:pt x="239524" y="51571"/>
                  <a:pt x="235586" y="53598"/>
                </a:cubicBezTo>
                <a:cubicBezTo>
                  <a:pt x="231648" y="55623"/>
                  <a:pt x="228058" y="58721"/>
                  <a:pt x="224815" y="62892"/>
                </a:cubicBezTo>
                <a:lnTo>
                  <a:pt x="217517" y="99375"/>
                </a:lnTo>
                <a:cubicBezTo>
                  <a:pt x="219371" y="102967"/>
                  <a:pt x="221514" y="105544"/>
                  <a:pt x="223945" y="107108"/>
                </a:cubicBezTo>
                <a:cubicBezTo>
                  <a:pt x="226377" y="108671"/>
                  <a:pt x="228926" y="109452"/>
                  <a:pt x="231591" y="109452"/>
                </a:cubicBezTo>
                <a:cubicBezTo>
                  <a:pt x="235180" y="109452"/>
                  <a:pt x="238654" y="108381"/>
                  <a:pt x="242012" y="106239"/>
                </a:cubicBezTo>
                <a:cubicBezTo>
                  <a:pt x="245372" y="104095"/>
                  <a:pt x="248326" y="101170"/>
                  <a:pt x="250874" y="97464"/>
                </a:cubicBezTo>
                <a:cubicBezTo>
                  <a:pt x="253423" y="93758"/>
                  <a:pt x="255478" y="89444"/>
                  <a:pt x="257040" y="84522"/>
                </a:cubicBezTo>
                <a:cubicBezTo>
                  <a:pt x="258605" y="79600"/>
                  <a:pt x="259387" y="74359"/>
                  <a:pt x="259387" y="68799"/>
                </a:cubicBezTo>
                <a:cubicBezTo>
                  <a:pt x="259387" y="62544"/>
                  <a:pt x="258228" y="57940"/>
                  <a:pt x="255911" y="54987"/>
                </a:cubicBezTo>
                <a:cubicBezTo>
                  <a:pt x="253596" y="52034"/>
                  <a:pt x="250470" y="50557"/>
                  <a:pt x="246532" y="5055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Text $dom=newDOMDocument">
            <a:extLst xmlns:a="http://schemas.openxmlformats.org/drawingml/2006/main">
              <a:ext uri="{FF2B5EF4-FFF2-40B4-BE49-F238E27FC236}">
                <a16:creationId xmlns:a16="http://schemas.microsoft.com/office/drawing/2014/main" id="{0EB5B7F0-553A-48C0-B0DA-AD015B95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385" y="976771"/>
            <a:ext cx="1991558" cy="149760"/>
          </a:xfrm>
          <a:custGeom xmlns:a="http://schemas.openxmlformats.org/drawingml/2006/main">
            <a:pathLst>
              <a:path w="1991558" h="149760">
                <a:moveTo>
                  <a:pt x="22064" y="149760"/>
                </a:moveTo>
                <a:lnTo>
                  <a:pt x="25712" y="131866"/>
                </a:lnTo>
                <a:cubicBezTo>
                  <a:pt x="20617" y="130707"/>
                  <a:pt x="15868" y="128709"/>
                  <a:pt x="11466" y="125872"/>
                </a:cubicBezTo>
                <a:cubicBezTo>
                  <a:pt x="7065" y="123034"/>
                  <a:pt x="3243" y="119703"/>
                  <a:pt x="0" y="115881"/>
                </a:cubicBezTo>
                <a:lnTo>
                  <a:pt x="11641" y="104415"/>
                </a:lnTo>
                <a:cubicBezTo>
                  <a:pt x="14304" y="107890"/>
                  <a:pt x="17575" y="110959"/>
                  <a:pt x="21455" y="113625"/>
                </a:cubicBezTo>
                <a:cubicBezTo>
                  <a:pt x="25336" y="116288"/>
                  <a:pt x="29709" y="117620"/>
                  <a:pt x="34574" y="117620"/>
                </a:cubicBezTo>
                <a:cubicBezTo>
                  <a:pt x="40133" y="117620"/>
                  <a:pt x="44562" y="116114"/>
                  <a:pt x="47864" y="113102"/>
                </a:cubicBezTo>
                <a:cubicBezTo>
                  <a:pt x="51165" y="110091"/>
                  <a:pt x="52816" y="106036"/>
                  <a:pt x="52816" y="100939"/>
                </a:cubicBezTo>
                <a:cubicBezTo>
                  <a:pt x="52816" y="97233"/>
                  <a:pt x="51918" y="93990"/>
                  <a:pt x="50122" y="91210"/>
                </a:cubicBezTo>
                <a:cubicBezTo>
                  <a:pt x="48327" y="88430"/>
                  <a:pt x="46097" y="85854"/>
                  <a:pt x="43434" y="83480"/>
                </a:cubicBezTo>
                <a:cubicBezTo>
                  <a:pt x="40771" y="81105"/>
                  <a:pt x="37904" y="78817"/>
                  <a:pt x="34834" y="76617"/>
                </a:cubicBezTo>
                <a:cubicBezTo>
                  <a:pt x="31764" y="74416"/>
                  <a:pt x="28898" y="72014"/>
                  <a:pt x="26234" y="69408"/>
                </a:cubicBezTo>
                <a:cubicBezTo>
                  <a:pt x="23571" y="66802"/>
                  <a:pt x="21341" y="63877"/>
                  <a:pt x="19546" y="60634"/>
                </a:cubicBezTo>
                <a:cubicBezTo>
                  <a:pt x="17750" y="57391"/>
                  <a:pt x="16852" y="53569"/>
                  <a:pt x="16852" y="49168"/>
                </a:cubicBezTo>
                <a:cubicBezTo>
                  <a:pt x="16852" y="44766"/>
                  <a:pt x="17605" y="40682"/>
                  <a:pt x="19111" y="36918"/>
                </a:cubicBezTo>
                <a:cubicBezTo>
                  <a:pt x="20617" y="33153"/>
                  <a:pt x="22760" y="29882"/>
                  <a:pt x="25540" y="27104"/>
                </a:cubicBezTo>
                <a:cubicBezTo>
                  <a:pt x="28320" y="24324"/>
                  <a:pt x="31620" y="22065"/>
                  <a:pt x="35441" y="20328"/>
                </a:cubicBezTo>
                <a:cubicBezTo>
                  <a:pt x="39264" y="18591"/>
                  <a:pt x="43550" y="17548"/>
                  <a:pt x="48299" y="17200"/>
                </a:cubicBezTo>
                <a:lnTo>
                  <a:pt x="51599" y="0"/>
                </a:lnTo>
                <a:lnTo>
                  <a:pt x="64456" y="0"/>
                </a:lnTo>
                <a:lnTo>
                  <a:pt x="60981" y="18242"/>
                </a:lnTo>
                <a:cubicBezTo>
                  <a:pt x="65035" y="19401"/>
                  <a:pt x="68800" y="21226"/>
                  <a:pt x="72274" y="23716"/>
                </a:cubicBezTo>
                <a:cubicBezTo>
                  <a:pt x="75749" y="26206"/>
                  <a:pt x="78876" y="29188"/>
                  <a:pt x="81656" y="32663"/>
                </a:cubicBezTo>
                <a:lnTo>
                  <a:pt x="69668" y="43259"/>
                </a:lnTo>
                <a:cubicBezTo>
                  <a:pt x="67351" y="40016"/>
                  <a:pt x="64600" y="37353"/>
                  <a:pt x="61416" y="35269"/>
                </a:cubicBezTo>
                <a:cubicBezTo>
                  <a:pt x="58231" y="33183"/>
                  <a:pt x="54843" y="32141"/>
                  <a:pt x="51252" y="32141"/>
                </a:cubicBezTo>
                <a:cubicBezTo>
                  <a:pt x="46388" y="32141"/>
                  <a:pt x="42508" y="33502"/>
                  <a:pt x="39611" y="36223"/>
                </a:cubicBezTo>
                <a:cubicBezTo>
                  <a:pt x="36716" y="38945"/>
                  <a:pt x="35269" y="42507"/>
                  <a:pt x="35269" y="46909"/>
                </a:cubicBezTo>
                <a:cubicBezTo>
                  <a:pt x="35269" y="50036"/>
                  <a:pt x="36166" y="52816"/>
                  <a:pt x="37960" y="55249"/>
                </a:cubicBezTo>
                <a:cubicBezTo>
                  <a:pt x="39755" y="57681"/>
                  <a:pt x="41985" y="59997"/>
                  <a:pt x="44648" y="62198"/>
                </a:cubicBezTo>
                <a:cubicBezTo>
                  <a:pt x="47313" y="64398"/>
                  <a:pt x="50180" y="66598"/>
                  <a:pt x="53248" y="68799"/>
                </a:cubicBezTo>
                <a:cubicBezTo>
                  <a:pt x="56318" y="70999"/>
                  <a:pt x="59184" y="73489"/>
                  <a:pt x="61848" y="76269"/>
                </a:cubicBezTo>
                <a:cubicBezTo>
                  <a:pt x="64513" y="79049"/>
                  <a:pt x="66743" y="82206"/>
                  <a:pt x="68539" y="85739"/>
                </a:cubicBezTo>
                <a:cubicBezTo>
                  <a:pt x="70335" y="89272"/>
                  <a:pt x="71232" y="93470"/>
                  <a:pt x="71232" y="98334"/>
                </a:cubicBezTo>
                <a:cubicBezTo>
                  <a:pt x="71232" y="102968"/>
                  <a:pt x="70450" y="107253"/>
                  <a:pt x="68886" y="111191"/>
                </a:cubicBezTo>
                <a:cubicBezTo>
                  <a:pt x="67322" y="115129"/>
                  <a:pt x="65121" y="118632"/>
                  <a:pt x="62283" y="121702"/>
                </a:cubicBezTo>
                <a:cubicBezTo>
                  <a:pt x="59446" y="124772"/>
                  <a:pt x="56001" y="127234"/>
                  <a:pt x="51946" y="129088"/>
                </a:cubicBezTo>
                <a:cubicBezTo>
                  <a:pt x="47892" y="130940"/>
                  <a:pt x="43375" y="132098"/>
                  <a:pt x="38394" y="132561"/>
                </a:cubicBezTo>
                <a:lnTo>
                  <a:pt x="34922" y="149760"/>
                </a:lnTo>
                <a:lnTo>
                  <a:pt x="22064" y="149760"/>
                </a:lnTo>
                <a:close/>
                <a:moveTo>
                  <a:pt x="156187" y="54552"/>
                </a:moveTo>
                <a:lnTo>
                  <a:pt x="158618" y="38222"/>
                </a:lnTo>
                <a:lnTo>
                  <a:pt x="164524" y="7993"/>
                </a:lnTo>
                <a:lnTo>
                  <a:pt x="183116" y="7993"/>
                </a:lnTo>
                <a:lnTo>
                  <a:pt x="158446" y="130649"/>
                </a:lnTo>
                <a:lnTo>
                  <a:pt x="143157" y="130649"/>
                </a:lnTo>
                <a:lnTo>
                  <a:pt x="144024" y="118836"/>
                </a:lnTo>
                <a:lnTo>
                  <a:pt x="143505" y="118836"/>
                </a:lnTo>
                <a:cubicBezTo>
                  <a:pt x="139450" y="123006"/>
                  <a:pt x="134961" y="126364"/>
                  <a:pt x="130038" y="128913"/>
                </a:cubicBezTo>
                <a:cubicBezTo>
                  <a:pt x="125116" y="131460"/>
                  <a:pt x="120223" y="132733"/>
                  <a:pt x="115359" y="132733"/>
                </a:cubicBezTo>
                <a:cubicBezTo>
                  <a:pt x="107830" y="132733"/>
                  <a:pt x="101894" y="130070"/>
                  <a:pt x="97550" y="124743"/>
                </a:cubicBezTo>
                <a:cubicBezTo>
                  <a:pt x="93207" y="119414"/>
                  <a:pt x="91036" y="111711"/>
                  <a:pt x="91036" y="101634"/>
                </a:cubicBezTo>
                <a:cubicBezTo>
                  <a:pt x="91036" y="93527"/>
                  <a:pt x="92309" y="85913"/>
                  <a:pt x="94856" y="78790"/>
                </a:cubicBezTo>
                <a:cubicBezTo>
                  <a:pt x="97405" y="71666"/>
                  <a:pt x="100822" y="65469"/>
                  <a:pt x="105108" y="60199"/>
                </a:cubicBezTo>
                <a:cubicBezTo>
                  <a:pt x="109393" y="54929"/>
                  <a:pt x="114287" y="50788"/>
                  <a:pt x="119789" y="47776"/>
                </a:cubicBezTo>
                <a:cubicBezTo>
                  <a:pt x="125290" y="44765"/>
                  <a:pt x="130995" y="43259"/>
                  <a:pt x="136901" y="43259"/>
                </a:cubicBezTo>
                <a:cubicBezTo>
                  <a:pt x="141072" y="43259"/>
                  <a:pt x="144779" y="44302"/>
                  <a:pt x="148022" y="46387"/>
                </a:cubicBezTo>
                <a:cubicBezTo>
                  <a:pt x="151265" y="48473"/>
                  <a:pt x="153813" y="51194"/>
                  <a:pt x="155665" y="54552"/>
                </a:cubicBezTo>
                <a:lnTo>
                  <a:pt x="156187" y="54552"/>
                </a:lnTo>
                <a:moveTo>
                  <a:pt x="123002" y="117445"/>
                </a:moveTo>
                <a:cubicBezTo>
                  <a:pt x="126710" y="117445"/>
                  <a:pt x="130474" y="116344"/>
                  <a:pt x="134295" y="114144"/>
                </a:cubicBezTo>
                <a:cubicBezTo>
                  <a:pt x="138118" y="111944"/>
                  <a:pt x="141825" y="108238"/>
                  <a:pt x="145416" y="103026"/>
                </a:cubicBezTo>
                <a:lnTo>
                  <a:pt x="152364" y="68974"/>
                </a:lnTo>
                <a:cubicBezTo>
                  <a:pt x="150395" y="65268"/>
                  <a:pt x="148166" y="62604"/>
                  <a:pt x="145676" y="60984"/>
                </a:cubicBezTo>
                <a:cubicBezTo>
                  <a:pt x="143186" y="59361"/>
                  <a:pt x="140608" y="58550"/>
                  <a:pt x="137943" y="58550"/>
                </a:cubicBezTo>
                <a:cubicBezTo>
                  <a:pt x="134353" y="58550"/>
                  <a:pt x="130879" y="59621"/>
                  <a:pt x="127519" y="61763"/>
                </a:cubicBezTo>
                <a:cubicBezTo>
                  <a:pt x="124161" y="63905"/>
                  <a:pt x="121208" y="66830"/>
                  <a:pt x="118659" y="70538"/>
                </a:cubicBezTo>
                <a:cubicBezTo>
                  <a:pt x="116111" y="74244"/>
                  <a:pt x="114084" y="78558"/>
                  <a:pt x="112578" y="83480"/>
                </a:cubicBezTo>
                <a:cubicBezTo>
                  <a:pt x="111072" y="88402"/>
                  <a:pt x="110319" y="93585"/>
                  <a:pt x="110319" y="99028"/>
                </a:cubicBezTo>
                <a:cubicBezTo>
                  <a:pt x="110319" y="105283"/>
                  <a:pt x="111449" y="109916"/>
                  <a:pt x="113707" y="112927"/>
                </a:cubicBezTo>
                <a:cubicBezTo>
                  <a:pt x="115966" y="115939"/>
                  <a:pt x="119064" y="117445"/>
                  <a:pt x="123002" y="117445"/>
                </a:cubicBezTo>
                <a:close/>
                <a:moveTo>
                  <a:pt x="217671" y="132733"/>
                </a:moveTo>
                <a:cubicBezTo>
                  <a:pt x="212922" y="132733"/>
                  <a:pt x="208579" y="131923"/>
                  <a:pt x="204641" y="130302"/>
                </a:cubicBezTo>
                <a:cubicBezTo>
                  <a:pt x="200703" y="128680"/>
                  <a:pt x="197345" y="126363"/>
                  <a:pt x="194565" y="123354"/>
                </a:cubicBezTo>
                <a:cubicBezTo>
                  <a:pt x="191785" y="120342"/>
                  <a:pt x="189642" y="116694"/>
                  <a:pt x="188136" y="112408"/>
                </a:cubicBezTo>
                <a:cubicBezTo>
                  <a:pt x="186630" y="108122"/>
                  <a:pt x="185877" y="103315"/>
                  <a:pt x="185877" y="97986"/>
                </a:cubicBezTo>
                <a:cubicBezTo>
                  <a:pt x="185877" y="89880"/>
                  <a:pt x="187238" y="82438"/>
                  <a:pt x="189960" y="75662"/>
                </a:cubicBezTo>
                <a:cubicBezTo>
                  <a:pt x="192681" y="68886"/>
                  <a:pt x="196243" y="63124"/>
                  <a:pt x="200643" y="58375"/>
                </a:cubicBezTo>
                <a:cubicBezTo>
                  <a:pt x="205046" y="53626"/>
                  <a:pt x="210055" y="49920"/>
                  <a:pt x="215672" y="47257"/>
                </a:cubicBezTo>
                <a:cubicBezTo>
                  <a:pt x="221290" y="44592"/>
                  <a:pt x="226995" y="43259"/>
                  <a:pt x="232787" y="43259"/>
                </a:cubicBezTo>
                <a:cubicBezTo>
                  <a:pt x="242516" y="43259"/>
                  <a:pt x="250276" y="46358"/>
                  <a:pt x="256068" y="52556"/>
                </a:cubicBezTo>
                <a:cubicBezTo>
                  <a:pt x="261859" y="58752"/>
                  <a:pt x="264755" y="67236"/>
                  <a:pt x="264755" y="78008"/>
                </a:cubicBezTo>
                <a:cubicBezTo>
                  <a:pt x="264755" y="86115"/>
                  <a:pt x="263393" y="93527"/>
                  <a:pt x="260670" y="100245"/>
                </a:cubicBezTo>
                <a:cubicBezTo>
                  <a:pt x="257948" y="106963"/>
                  <a:pt x="254387" y="112725"/>
                  <a:pt x="249986" y="117532"/>
                </a:cubicBezTo>
                <a:cubicBezTo>
                  <a:pt x="245586" y="122339"/>
                  <a:pt x="240576" y="126075"/>
                  <a:pt x="234958" y="128738"/>
                </a:cubicBezTo>
                <a:cubicBezTo>
                  <a:pt x="229341" y="131401"/>
                  <a:pt x="223579" y="132733"/>
                  <a:pt x="217671" y="132733"/>
                </a:cubicBezTo>
                <a:moveTo>
                  <a:pt x="219757" y="117620"/>
                </a:moveTo>
                <a:cubicBezTo>
                  <a:pt x="223115" y="117620"/>
                  <a:pt x="226357" y="116606"/>
                  <a:pt x="229484" y="114579"/>
                </a:cubicBezTo>
                <a:cubicBezTo>
                  <a:pt x="232612" y="112552"/>
                  <a:pt x="235392" y="109772"/>
                  <a:pt x="237824" y="106239"/>
                </a:cubicBezTo>
                <a:cubicBezTo>
                  <a:pt x="240257" y="102706"/>
                  <a:pt x="242198" y="98565"/>
                  <a:pt x="243645" y="93816"/>
                </a:cubicBezTo>
                <a:cubicBezTo>
                  <a:pt x="245093" y="89067"/>
                  <a:pt x="245816" y="83971"/>
                  <a:pt x="245816" y="78528"/>
                </a:cubicBezTo>
                <a:cubicBezTo>
                  <a:pt x="245816" y="72042"/>
                  <a:pt x="244542" y="67061"/>
                  <a:pt x="241994" y="63587"/>
                </a:cubicBezTo>
                <a:cubicBezTo>
                  <a:pt x="239447" y="60112"/>
                  <a:pt x="235741" y="58375"/>
                  <a:pt x="230875" y="58375"/>
                </a:cubicBezTo>
                <a:cubicBezTo>
                  <a:pt x="227517" y="58375"/>
                  <a:pt x="224245" y="59389"/>
                  <a:pt x="221059" y="61416"/>
                </a:cubicBezTo>
                <a:cubicBezTo>
                  <a:pt x="217874" y="63443"/>
                  <a:pt x="215066" y="66194"/>
                  <a:pt x="212634" y="69668"/>
                </a:cubicBezTo>
                <a:cubicBezTo>
                  <a:pt x="210202" y="73143"/>
                  <a:pt x="208261" y="77255"/>
                  <a:pt x="206812" y="82003"/>
                </a:cubicBezTo>
                <a:cubicBezTo>
                  <a:pt x="205365" y="86752"/>
                  <a:pt x="204641" y="91848"/>
                  <a:pt x="204641" y="97292"/>
                </a:cubicBezTo>
                <a:cubicBezTo>
                  <a:pt x="204641" y="103778"/>
                  <a:pt x="205915" y="108787"/>
                  <a:pt x="208464" y="112320"/>
                </a:cubicBezTo>
                <a:cubicBezTo>
                  <a:pt x="211012" y="115853"/>
                  <a:pt x="214777" y="117620"/>
                  <a:pt x="219757" y="117620"/>
                </a:cubicBezTo>
                <a:close/>
                <a:moveTo>
                  <a:pt x="276030" y="130649"/>
                </a:moveTo>
                <a:lnTo>
                  <a:pt x="293055" y="45345"/>
                </a:lnTo>
                <a:lnTo>
                  <a:pt x="308171" y="45345"/>
                </a:lnTo>
                <a:lnTo>
                  <a:pt x="307301" y="57333"/>
                </a:lnTo>
                <a:lnTo>
                  <a:pt x="307996" y="57333"/>
                </a:lnTo>
                <a:cubicBezTo>
                  <a:pt x="312398" y="53510"/>
                  <a:pt x="316974" y="50209"/>
                  <a:pt x="321723" y="47429"/>
                </a:cubicBezTo>
                <a:cubicBezTo>
                  <a:pt x="326472" y="44649"/>
                  <a:pt x="331162" y="43259"/>
                  <a:pt x="335794" y="43259"/>
                </a:cubicBezTo>
                <a:cubicBezTo>
                  <a:pt x="339037" y="43259"/>
                  <a:pt x="341817" y="43665"/>
                  <a:pt x="344134" y="44476"/>
                </a:cubicBezTo>
                <a:cubicBezTo>
                  <a:pt x="346451" y="45287"/>
                  <a:pt x="348391" y="46388"/>
                  <a:pt x="349953" y="47779"/>
                </a:cubicBezTo>
                <a:cubicBezTo>
                  <a:pt x="351517" y="49168"/>
                  <a:pt x="352733" y="50818"/>
                  <a:pt x="353601" y="52728"/>
                </a:cubicBezTo>
                <a:cubicBezTo>
                  <a:pt x="354471" y="54639"/>
                  <a:pt x="355137" y="56753"/>
                  <a:pt x="355600" y="59070"/>
                </a:cubicBezTo>
                <a:cubicBezTo>
                  <a:pt x="360697" y="54206"/>
                  <a:pt x="365736" y="50355"/>
                  <a:pt x="370716" y="47517"/>
                </a:cubicBezTo>
                <a:cubicBezTo>
                  <a:pt x="375696" y="44678"/>
                  <a:pt x="380503" y="43259"/>
                  <a:pt x="385135" y="43259"/>
                </a:cubicBezTo>
                <a:cubicBezTo>
                  <a:pt x="392201" y="43259"/>
                  <a:pt x="397326" y="45113"/>
                  <a:pt x="400511" y="48821"/>
                </a:cubicBezTo>
                <a:cubicBezTo>
                  <a:pt x="403697" y="52527"/>
                  <a:pt x="405290" y="57855"/>
                  <a:pt x="405290" y="64804"/>
                </a:cubicBezTo>
                <a:cubicBezTo>
                  <a:pt x="405290" y="66773"/>
                  <a:pt x="405174" y="68684"/>
                  <a:pt x="404940" y="70538"/>
                </a:cubicBezTo>
                <a:cubicBezTo>
                  <a:pt x="404709" y="72390"/>
                  <a:pt x="404362" y="74475"/>
                  <a:pt x="403899" y="76792"/>
                </a:cubicBezTo>
                <a:lnTo>
                  <a:pt x="393128" y="130649"/>
                </a:lnTo>
                <a:lnTo>
                  <a:pt x="374364" y="130649"/>
                </a:lnTo>
                <a:lnTo>
                  <a:pt x="384787" y="79222"/>
                </a:lnTo>
                <a:cubicBezTo>
                  <a:pt x="385251" y="77254"/>
                  <a:pt x="385598" y="75575"/>
                  <a:pt x="385829" y="74186"/>
                </a:cubicBezTo>
                <a:cubicBezTo>
                  <a:pt x="386063" y="72795"/>
                  <a:pt x="386179" y="71462"/>
                  <a:pt x="386179" y="70188"/>
                </a:cubicBezTo>
                <a:cubicBezTo>
                  <a:pt x="386179" y="62892"/>
                  <a:pt x="382704" y="59245"/>
                  <a:pt x="375753" y="59245"/>
                </a:cubicBezTo>
                <a:cubicBezTo>
                  <a:pt x="373553" y="59245"/>
                  <a:pt x="370715" y="60287"/>
                  <a:pt x="367240" y="62373"/>
                </a:cubicBezTo>
                <a:cubicBezTo>
                  <a:pt x="363766" y="64456"/>
                  <a:pt x="359828" y="67814"/>
                  <a:pt x="355428" y="72447"/>
                </a:cubicBezTo>
                <a:lnTo>
                  <a:pt x="343787" y="130649"/>
                </a:lnTo>
                <a:lnTo>
                  <a:pt x="325196" y="130649"/>
                </a:lnTo>
                <a:lnTo>
                  <a:pt x="335447" y="79222"/>
                </a:lnTo>
                <a:cubicBezTo>
                  <a:pt x="335910" y="77254"/>
                  <a:pt x="336257" y="75575"/>
                  <a:pt x="336489" y="74186"/>
                </a:cubicBezTo>
                <a:cubicBezTo>
                  <a:pt x="336720" y="72795"/>
                  <a:pt x="336836" y="71462"/>
                  <a:pt x="336836" y="70188"/>
                </a:cubicBezTo>
                <a:cubicBezTo>
                  <a:pt x="336836" y="62892"/>
                  <a:pt x="333420" y="59245"/>
                  <a:pt x="326587" y="59245"/>
                </a:cubicBezTo>
                <a:cubicBezTo>
                  <a:pt x="324270" y="59245"/>
                  <a:pt x="321375" y="60287"/>
                  <a:pt x="317900" y="62373"/>
                </a:cubicBezTo>
                <a:cubicBezTo>
                  <a:pt x="314425" y="64456"/>
                  <a:pt x="310545" y="67814"/>
                  <a:pt x="306260" y="72447"/>
                </a:cubicBezTo>
                <a:lnTo>
                  <a:pt x="294794" y="130649"/>
                </a:lnTo>
                <a:lnTo>
                  <a:pt x="276030" y="130649"/>
                </a:lnTo>
                <a:close/>
                <a:moveTo>
                  <a:pt x="454342" y="60634"/>
                </a:moveTo>
                <a:lnTo>
                  <a:pt x="454342" y="47257"/>
                </a:lnTo>
                <a:lnTo>
                  <a:pt x="528005" y="47257"/>
                </a:lnTo>
                <a:lnTo>
                  <a:pt x="528005" y="60634"/>
                </a:lnTo>
                <a:lnTo>
                  <a:pt x="454342" y="60634"/>
                </a:lnTo>
                <a:moveTo>
                  <a:pt x="454342" y="99200"/>
                </a:moveTo>
                <a:lnTo>
                  <a:pt x="454342" y="85823"/>
                </a:lnTo>
                <a:lnTo>
                  <a:pt x="528005" y="85823"/>
                </a:lnTo>
                <a:lnTo>
                  <a:pt x="528005" y="99200"/>
                </a:lnTo>
                <a:lnTo>
                  <a:pt x="454342" y="99200"/>
                </a:lnTo>
                <a:close/>
                <a:moveTo>
                  <a:pt x="569181" y="130649"/>
                </a:moveTo>
                <a:lnTo>
                  <a:pt x="586206" y="45345"/>
                </a:lnTo>
                <a:lnTo>
                  <a:pt x="601322" y="45345"/>
                </a:lnTo>
                <a:lnTo>
                  <a:pt x="600452" y="57333"/>
                </a:lnTo>
                <a:lnTo>
                  <a:pt x="601147" y="57333"/>
                </a:lnTo>
                <a:cubicBezTo>
                  <a:pt x="605664" y="53510"/>
                  <a:pt x="610326" y="50209"/>
                  <a:pt x="615134" y="47429"/>
                </a:cubicBezTo>
                <a:cubicBezTo>
                  <a:pt x="619941" y="44649"/>
                  <a:pt x="625066" y="43259"/>
                  <a:pt x="630509" y="43259"/>
                </a:cubicBezTo>
                <a:cubicBezTo>
                  <a:pt x="637690" y="43259"/>
                  <a:pt x="642844" y="45113"/>
                  <a:pt x="645970" y="48821"/>
                </a:cubicBezTo>
                <a:cubicBezTo>
                  <a:pt x="649098" y="52527"/>
                  <a:pt x="650662" y="57855"/>
                  <a:pt x="650662" y="64804"/>
                </a:cubicBezTo>
                <a:cubicBezTo>
                  <a:pt x="650662" y="66773"/>
                  <a:pt x="650576" y="68684"/>
                  <a:pt x="650402" y="70538"/>
                </a:cubicBezTo>
                <a:cubicBezTo>
                  <a:pt x="650229" y="72390"/>
                  <a:pt x="649853" y="74475"/>
                  <a:pt x="649273" y="76792"/>
                </a:cubicBezTo>
                <a:lnTo>
                  <a:pt x="638502" y="130649"/>
                </a:lnTo>
                <a:lnTo>
                  <a:pt x="619911" y="130649"/>
                </a:lnTo>
                <a:lnTo>
                  <a:pt x="630334" y="79222"/>
                </a:lnTo>
                <a:cubicBezTo>
                  <a:pt x="630683" y="77254"/>
                  <a:pt x="631002" y="75575"/>
                  <a:pt x="631291" y="74186"/>
                </a:cubicBezTo>
                <a:cubicBezTo>
                  <a:pt x="631581" y="72795"/>
                  <a:pt x="631726" y="71462"/>
                  <a:pt x="631726" y="70188"/>
                </a:cubicBezTo>
                <a:cubicBezTo>
                  <a:pt x="631726" y="62892"/>
                  <a:pt x="628136" y="59245"/>
                  <a:pt x="620955" y="59245"/>
                </a:cubicBezTo>
                <a:cubicBezTo>
                  <a:pt x="617944" y="59245"/>
                  <a:pt x="614729" y="60287"/>
                  <a:pt x="611311" y="62373"/>
                </a:cubicBezTo>
                <a:cubicBezTo>
                  <a:pt x="607895" y="64456"/>
                  <a:pt x="603928" y="67814"/>
                  <a:pt x="599410" y="72447"/>
                </a:cubicBezTo>
                <a:lnTo>
                  <a:pt x="587945" y="130649"/>
                </a:lnTo>
                <a:lnTo>
                  <a:pt x="569181" y="130649"/>
                </a:lnTo>
                <a:close/>
                <a:moveTo>
                  <a:pt x="663347" y="96597"/>
                </a:moveTo>
                <a:cubicBezTo>
                  <a:pt x="663347" y="88605"/>
                  <a:pt x="664707" y="81337"/>
                  <a:pt x="667429" y="74793"/>
                </a:cubicBezTo>
                <a:cubicBezTo>
                  <a:pt x="670151" y="68248"/>
                  <a:pt x="673741" y="62631"/>
                  <a:pt x="678200" y="57940"/>
                </a:cubicBezTo>
                <a:cubicBezTo>
                  <a:pt x="682659" y="53250"/>
                  <a:pt x="687669" y="49630"/>
                  <a:pt x="693229" y="47082"/>
                </a:cubicBezTo>
                <a:cubicBezTo>
                  <a:pt x="698789" y="44533"/>
                  <a:pt x="704348" y="43259"/>
                  <a:pt x="709906" y="43259"/>
                </a:cubicBezTo>
                <a:cubicBezTo>
                  <a:pt x="714886" y="43259"/>
                  <a:pt x="719085" y="44070"/>
                  <a:pt x="722501" y="45693"/>
                </a:cubicBezTo>
                <a:cubicBezTo>
                  <a:pt x="725919" y="47313"/>
                  <a:pt x="728699" y="49543"/>
                  <a:pt x="730841" y="52381"/>
                </a:cubicBezTo>
                <a:cubicBezTo>
                  <a:pt x="732985" y="55219"/>
                  <a:pt x="734549" y="58550"/>
                  <a:pt x="735533" y="62373"/>
                </a:cubicBezTo>
                <a:cubicBezTo>
                  <a:pt x="736518" y="66194"/>
                  <a:pt x="737010" y="70305"/>
                  <a:pt x="737010" y="74705"/>
                </a:cubicBezTo>
                <a:cubicBezTo>
                  <a:pt x="737010" y="78413"/>
                  <a:pt x="736546" y="82004"/>
                  <a:pt x="735618" y="85479"/>
                </a:cubicBezTo>
                <a:cubicBezTo>
                  <a:pt x="734692" y="88953"/>
                  <a:pt x="733940" y="91385"/>
                  <a:pt x="733362" y="92774"/>
                </a:cubicBezTo>
                <a:lnTo>
                  <a:pt x="681413" y="92774"/>
                </a:lnTo>
                <a:cubicBezTo>
                  <a:pt x="680950" y="97292"/>
                  <a:pt x="681182" y="101172"/>
                  <a:pt x="682108" y="104415"/>
                </a:cubicBezTo>
                <a:cubicBezTo>
                  <a:pt x="683036" y="107658"/>
                  <a:pt x="684455" y="110322"/>
                  <a:pt x="686365" y="112408"/>
                </a:cubicBezTo>
                <a:cubicBezTo>
                  <a:pt x="688277" y="114491"/>
                  <a:pt x="690623" y="116025"/>
                  <a:pt x="693401" y="117010"/>
                </a:cubicBezTo>
                <a:cubicBezTo>
                  <a:pt x="696181" y="117994"/>
                  <a:pt x="699193" y="118486"/>
                  <a:pt x="702436" y="118486"/>
                </a:cubicBezTo>
                <a:cubicBezTo>
                  <a:pt x="705447" y="118486"/>
                  <a:pt x="708516" y="117792"/>
                  <a:pt x="711643" y="116403"/>
                </a:cubicBezTo>
                <a:cubicBezTo>
                  <a:pt x="714771" y="115014"/>
                  <a:pt x="717493" y="113450"/>
                  <a:pt x="719810" y="111713"/>
                </a:cubicBezTo>
                <a:lnTo>
                  <a:pt x="726759" y="123701"/>
                </a:lnTo>
                <a:cubicBezTo>
                  <a:pt x="723284" y="126133"/>
                  <a:pt x="719086" y="128247"/>
                  <a:pt x="714164" y="130042"/>
                </a:cubicBezTo>
                <a:cubicBezTo>
                  <a:pt x="709242" y="131836"/>
                  <a:pt x="703711" y="132733"/>
                  <a:pt x="697571" y="132733"/>
                </a:cubicBezTo>
                <a:cubicBezTo>
                  <a:pt x="692476" y="132733"/>
                  <a:pt x="687843" y="131923"/>
                  <a:pt x="683672" y="130302"/>
                </a:cubicBezTo>
                <a:cubicBezTo>
                  <a:pt x="679503" y="128680"/>
                  <a:pt x="675912" y="126334"/>
                  <a:pt x="672901" y="123266"/>
                </a:cubicBezTo>
                <a:cubicBezTo>
                  <a:pt x="669889" y="120196"/>
                  <a:pt x="667544" y="116432"/>
                  <a:pt x="665865" y="111973"/>
                </a:cubicBezTo>
                <a:cubicBezTo>
                  <a:pt x="664186" y="107514"/>
                  <a:pt x="663347" y="102389"/>
                  <a:pt x="663347" y="96597"/>
                </a:cubicBezTo>
                <a:moveTo>
                  <a:pt x="682977" y="80962"/>
                </a:moveTo>
                <a:lnTo>
                  <a:pt x="720680" y="80962"/>
                </a:lnTo>
                <a:cubicBezTo>
                  <a:pt x="720911" y="79802"/>
                  <a:pt x="721114" y="78615"/>
                  <a:pt x="721287" y="77399"/>
                </a:cubicBezTo>
                <a:cubicBezTo>
                  <a:pt x="721460" y="76183"/>
                  <a:pt x="721547" y="74880"/>
                  <a:pt x="721547" y="73491"/>
                </a:cubicBezTo>
                <a:cubicBezTo>
                  <a:pt x="721547" y="69320"/>
                  <a:pt x="720533" y="65642"/>
                  <a:pt x="718506" y="62458"/>
                </a:cubicBezTo>
                <a:cubicBezTo>
                  <a:pt x="716479" y="59273"/>
                  <a:pt x="712859" y="57680"/>
                  <a:pt x="707647" y="57680"/>
                </a:cubicBezTo>
                <a:cubicBezTo>
                  <a:pt x="702436" y="57680"/>
                  <a:pt x="697542" y="59737"/>
                  <a:pt x="692966" y="63849"/>
                </a:cubicBezTo>
                <a:cubicBezTo>
                  <a:pt x="688392" y="67960"/>
                  <a:pt x="685063" y="73664"/>
                  <a:pt x="682977" y="80962"/>
                </a:cubicBezTo>
                <a:close/>
                <a:moveTo>
                  <a:pt x="759075" y="130649"/>
                </a:moveTo>
                <a:lnTo>
                  <a:pt x="754036" y="45345"/>
                </a:lnTo>
                <a:lnTo>
                  <a:pt x="772452" y="45345"/>
                </a:lnTo>
                <a:lnTo>
                  <a:pt x="773841" y="91038"/>
                </a:lnTo>
                <a:cubicBezTo>
                  <a:pt x="773958" y="95092"/>
                  <a:pt x="773958" y="99147"/>
                  <a:pt x="773841" y="103201"/>
                </a:cubicBezTo>
                <a:cubicBezTo>
                  <a:pt x="773726" y="107253"/>
                  <a:pt x="773669" y="111364"/>
                  <a:pt x="773669" y="115533"/>
                </a:cubicBezTo>
                <a:lnTo>
                  <a:pt x="774363" y="115533"/>
                </a:lnTo>
                <a:cubicBezTo>
                  <a:pt x="775984" y="111364"/>
                  <a:pt x="777576" y="107253"/>
                  <a:pt x="779141" y="103201"/>
                </a:cubicBezTo>
                <a:cubicBezTo>
                  <a:pt x="780705" y="99147"/>
                  <a:pt x="782413" y="95092"/>
                  <a:pt x="784265" y="91038"/>
                </a:cubicBezTo>
                <a:lnTo>
                  <a:pt x="804071" y="45345"/>
                </a:lnTo>
                <a:lnTo>
                  <a:pt x="821098" y="45345"/>
                </a:lnTo>
                <a:lnTo>
                  <a:pt x="823357" y="91038"/>
                </a:lnTo>
                <a:cubicBezTo>
                  <a:pt x="823471" y="95092"/>
                  <a:pt x="823529" y="99147"/>
                  <a:pt x="823529" y="103201"/>
                </a:cubicBezTo>
                <a:cubicBezTo>
                  <a:pt x="823529" y="107253"/>
                  <a:pt x="823587" y="111364"/>
                  <a:pt x="823704" y="115533"/>
                </a:cubicBezTo>
                <a:lnTo>
                  <a:pt x="824398" y="115533"/>
                </a:lnTo>
                <a:cubicBezTo>
                  <a:pt x="826021" y="111364"/>
                  <a:pt x="827556" y="107253"/>
                  <a:pt x="829003" y="103201"/>
                </a:cubicBezTo>
                <a:cubicBezTo>
                  <a:pt x="830451" y="99147"/>
                  <a:pt x="832043" y="95092"/>
                  <a:pt x="833780" y="91038"/>
                </a:cubicBezTo>
                <a:lnTo>
                  <a:pt x="852719" y="45345"/>
                </a:lnTo>
                <a:lnTo>
                  <a:pt x="870091" y="45345"/>
                </a:lnTo>
                <a:lnTo>
                  <a:pt x="832563" y="130649"/>
                </a:lnTo>
                <a:lnTo>
                  <a:pt x="810327" y="130649"/>
                </a:lnTo>
                <a:lnTo>
                  <a:pt x="808763" y="89649"/>
                </a:lnTo>
                <a:cubicBezTo>
                  <a:pt x="808763" y="85595"/>
                  <a:pt x="808734" y="81483"/>
                  <a:pt x="808675" y="77314"/>
                </a:cubicBezTo>
                <a:cubicBezTo>
                  <a:pt x="808617" y="73143"/>
                  <a:pt x="808588" y="68857"/>
                  <a:pt x="808588" y="64456"/>
                </a:cubicBezTo>
                <a:lnTo>
                  <a:pt x="807893" y="64456"/>
                </a:lnTo>
                <a:cubicBezTo>
                  <a:pt x="806273" y="68857"/>
                  <a:pt x="804680" y="73143"/>
                  <a:pt x="803116" y="77314"/>
                </a:cubicBezTo>
                <a:cubicBezTo>
                  <a:pt x="801552" y="81483"/>
                  <a:pt x="799960" y="85595"/>
                  <a:pt x="798339" y="89649"/>
                </a:cubicBezTo>
                <a:lnTo>
                  <a:pt x="780792" y="130649"/>
                </a:lnTo>
                <a:lnTo>
                  <a:pt x="759075" y="130649"/>
                </a:lnTo>
                <a:close/>
                <a:moveTo>
                  <a:pt x="907618" y="130649"/>
                </a:moveTo>
                <a:lnTo>
                  <a:pt x="930205" y="17025"/>
                </a:lnTo>
                <a:lnTo>
                  <a:pt x="953311" y="17025"/>
                </a:lnTo>
                <a:cubicBezTo>
                  <a:pt x="969180" y="17025"/>
                  <a:pt x="981342" y="20818"/>
                  <a:pt x="989797" y="28405"/>
                </a:cubicBezTo>
                <a:cubicBezTo>
                  <a:pt x="998251" y="35993"/>
                  <a:pt x="1002479" y="47025"/>
                  <a:pt x="1002479" y="61503"/>
                </a:cubicBezTo>
                <a:cubicBezTo>
                  <a:pt x="1002479" y="72275"/>
                  <a:pt x="1001001" y="81947"/>
                  <a:pt x="998046" y="90518"/>
                </a:cubicBezTo>
                <a:cubicBezTo>
                  <a:pt x="995093" y="99088"/>
                  <a:pt x="990924" y="106327"/>
                  <a:pt x="985539" y="112235"/>
                </a:cubicBezTo>
                <a:cubicBezTo>
                  <a:pt x="980154" y="118142"/>
                  <a:pt x="973668" y="122687"/>
                  <a:pt x="966081" y="125872"/>
                </a:cubicBezTo>
                <a:cubicBezTo>
                  <a:pt x="958494" y="129057"/>
                  <a:pt x="950009" y="130649"/>
                  <a:pt x="940628" y="130649"/>
                </a:cubicBezTo>
                <a:lnTo>
                  <a:pt x="907618" y="130649"/>
                </a:lnTo>
                <a:moveTo>
                  <a:pt x="929335" y="115533"/>
                </a:moveTo>
                <a:lnTo>
                  <a:pt x="940281" y="115533"/>
                </a:lnTo>
                <a:cubicBezTo>
                  <a:pt x="946651" y="115533"/>
                  <a:pt x="952470" y="114346"/>
                  <a:pt x="957741" y="111973"/>
                </a:cubicBezTo>
                <a:cubicBezTo>
                  <a:pt x="963011" y="109598"/>
                  <a:pt x="967557" y="106152"/>
                  <a:pt x="971380" y="101637"/>
                </a:cubicBezTo>
                <a:cubicBezTo>
                  <a:pt x="975203" y="97119"/>
                  <a:pt x="978156" y="91589"/>
                  <a:pt x="980240" y="85044"/>
                </a:cubicBezTo>
                <a:cubicBezTo>
                  <a:pt x="982325" y="78500"/>
                  <a:pt x="983368" y="71057"/>
                  <a:pt x="983368" y="62717"/>
                </a:cubicBezTo>
                <a:cubicBezTo>
                  <a:pt x="983368" y="52525"/>
                  <a:pt x="980704" y="44881"/>
                  <a:pt x="975375" y="39786"/>
                </a:cubicBezTo>
                <a:cubicBezTo>
                  <a:pt x="970048" y="34689"/>
                  <a:pt x="962520" y="32141"/>
                  <a:pt x="952791" y="32141"/>
                </a:cubicBezTo>
                <a:lnTo>
                  <a:pt x="945840" y="32141"/>
                </a:lnTo>
                <a:lnTo>
                  <a:pt x="929335" y="115533"/>
                </a:lnTo>
                <a:close/>
                <a:moveTo>
                  <a:pt x="1059013" y="132733"/>
                </a:moveTo>
                <a:cubicBezTo>
                  <a:pt x="1052642" y="132733"/>
                  <a:pt x="1046908" y="131633"/>
                  <a:pt x="1041811" y="129432"/>
                </a:cubicBezTo>
                <a:cubicBezTo>
                  <a:pt x="1036716" y="127232"/>
                  <a:pt x="1032402" y="124047"/>
                  <a:pt x="1028869" y="119878"/>
                </a:cubicBezTo>
                <a:cubicBezTo>
                  <a:pt x="1025336" y="115707"/>
                  <a:pt x="1022642" y="110669"/>
                  <a:pt x="1020788" y="104762"/>
                </a:cubicBezTo>
                <a:cubicBezTo>
                  <a:pt x="1018936" y="98856"/>
                  <a:pt x="1018010" y="92254"/>
                  <a:pt x="1018010" y="84957"/>
                </a:cubicBezTo>
                <a:cubicBezTo>
                  <a:pt x="1018010" y="75576"/>
                  <a:pt x="1019487" y="66658"/>
                  <a:pt x="1022440" y="58203"/>
                </a:cubicBezTo>
                <a:cubicBezTo>
                  <a:pt x="1025393" y="49746"/>
                  <a:pt x="1029418" y="42304"/>
                  <a:pt x="1034515" y="35876"/>
                </a:cubicBezTo>
                <a:cubicBezTo>
                  <a:pt x="1039612" y="29448"/>
                  <a:pt x="1045606" y="24352"/>
                  <a:pt x="1052497" y="20588"/>
                </a:cubicBezTo>
                <a:cubicBezTo>
                  <a:pt x="1059388" y="16823"/>
                  <a:pt x="1066772" y="14941"/>
                  <a:pt x="1074649" y="14941"/>
                </a:cubicBezTo>
                <a:cubicBezTo>
                  <a:pt x="1081018" y="14941"/>
                  <a:pt x="1086751" y="16041"/>
                  <a:pt x="1091846" y="18242"/>
                </a:cubicBezTo>
                <a:cubicBezTo>
                  <a:pt x="1096943" y="20442"/>
                  <a:pt x="1101258" y="23627"/>
                  <a:pt x="1104791" y="27798"/>
                </a:cubicBezTo>
                <a:cubicBezTo>
                  <a:pt x="1108324" y="31968"/>
                  <a:pt x="1111016" y="37006"/>
                  <a:pt x="1112868" y="42914"/>
                </a:cubicBezTo>
                <a:cubicBezTo>
                  <a:pt x="1114722" y="48821"/>
                  <a:pt x="1115649" y="55422"/>
                  <a:pt x="1115649" y="62717"/>
                </a:cubicBezTo>
                <a:cubicBezTo>
                  <a:pt x="1115649" y="72100"/>
                  <a:pt x="1114202" y="81019"/>
                  <a:pt x="1111307" y="89474"/>
                </a:cubicBezTo>
                <a:cubicBezTo>
                  <a:pt x="1108412" y="97929"/>
                  <a:pt x="1104416" y="105371"/>
                  <a:pt x="1099319" y="111801"/>
                </a:cubicBezTo>
                <a:cubicBezTo>
                  <a:pt x="1094222" y="118228"/>
                  <a:pt x="1088228" y="123325"/>
                  <a:pt x="1081337" y="127089"/>
                </a:cubicBezTo>
                <a:cubicBezTo>
                  <a:pt x="1074446" y="130852"/>
                  <a:pt x="1067005" y="132733"/>
                  <a:pt x="1059013" y="132733"/>
                </a:cubicBezTo>
                <a:moveTo>
                  <a:pt x="1060055" y="116578"/>
                </a:moveTo>
                <a:cubicBezTo>
                  <a:pt x="1065035" y="116578"/>
                  <a:pt x="1069755" y="115072"/>
                  <a:pt x="1074214" y="112060"/>
                </a:cubicBezTo>
                <a:cubicBezTo>
                  <a:pt x="1078673" y="109049"/>
                  <a:pt x="1082553" y="105111"/>
                  <a:pt x="1085855" y="100248"/>
                </a:cubicBezTo>
                <a:cubicBezTo>
                  <a:pt x="1089156" y="95382"/>
                  <a:pt x="1091762" y="89793"/>
                  <a:pt x="1093672" y="83480"/>
                </a:cubicBezTo>
                <a:cubicBezTo>
                  <a:pt x="1095583" y="77167"/>
                  <a:pt x="1096538" y="70710"/>
                  <a:pt x="1096538" y="64109"/>
                </a:cubicBezTo>
                <a:cubicBezTo>
                  <a:pt x="1096538" y="53917"/>
                  <a:pt x="1094627" y="45868"/>
                  <a:pt x="1090804" y="39961"/>
                </a:cubicBezTo>
                <a:cubicBezTo>
                  <a:pt x="1086983" y="34053"/>
                  <a:pt x="1081251" y="31099"/>
                  <a:pt x="1073607" y="31099"/>
                </a:cubicBezTo>
                <a:cubicBezTo>
                  <a:pt x="1068510" y="31099"/>
                  <a:pt x="1063760" y="32605"/>
                  <a:pt x="1059358" y="35616"/>
                </a:cubicBezTo>
                <a:cubicBezTo>
                  <a:pt x="1054957" y="38628"/>
                  <a:pt x="1051135" y="42566"/>
                  <a:pt x="1047892" y="47432"/>
                </a:cubicBezTo>
                <a:cubicBezTo>
                  <a:pt x="1044649" y="52295"/>
                  <a:pt x="1042072" y="57884"/>
                  <a:pt x="1040162" y="64197"/>
                </a:cubicBezTo>
                <a:cubicBezTo>
                  <a:pt x="1038251" y="70508"/>
                  <a:pt x="1037296" y="76965"/>
                  <a:pt x="1037296" y="83567"/>
                </a:cubicBezTo>
                <a:cubicBezTo>
                  <a:pt x="1037296" y="93760"/>
                  <a:pt x="1039178" y="101810"/>
                  <a:pt x="1042940" y="107718"/>
                </a:cubicBezTo>
                <a:cubicBezTo>
                  <a:pt x="1046705" y="113625"/>
                  <a:pt x="1052410" y="116578"/>
                  <a:pt x="1060055" y="116578"/>
                </a:cubicBezTo>
                <a:close/>
                <a:moveTo>
                  <a:pt x="1124754" y="130649"/>
                </a:moveTo>
                <a:lnTo>
                  <a:pt x="1147340" y="17025"/>
                </a:lnTo>
                <a:lnTo>
                  <a:pt x="1168188" y="17025"/>
                </a:lnTo>
                <a:lnTo>
                  <a:pt x="1177222" y="73838"/>
                </a:lnTo>
                <a:lnTo>
                  <a:pt x="1180523" y="95728"/>
                </a:lnTo>
                <a:lnTo>
                  <a:pt x="1181217" y="95728"/>
                </a:lnTo>
                <a:lnTo>
                  <a:pt x="1192511" y="73838"/>
                </a:lnTo>
                <a:lnTo>
                  <a:pt x="1223784" y="17025"/>
                </a:lnTo>
                <a:lnTo>
                  <a:pt x="1244457" y="17025"/>
                </a:lnTo>
                <a:lnTo>
                  <a:pt x="1221698" y="130649"/>
                </a:lnTo>
                <a:lnTo>
                  <a:pt x="1203979" y="130649"/>
                </a:lnTo>
                <a:lnTo>
                  <a:pt x="1215269" y="76097"/>
                </a:lnTo>
                <a:cubicBezTo>
                  <a:pt x="1215849" y="73432"/>
                  <a:pt x="1216515" y="70565"/>
                  <a:pt x="1217268" y="67497"/>
                </a:cubicBezTo>
                <a:cubicBezTo>
                  <a:pt x="1218021" y="64427"/>
                  <a:pt x="1218803" y="61329"/>
                  <a:pt x="1219614" y="58203"/>
                </a:cubicBezTo>
                <a:cubicBezTo>
                  <a:pt x="1220426" y="55075"/>
                  <a:pt x="1221236" y="52005"/>
                  <a:pt x="1222045" y="48993"/>
                </a:cubicBezTo>
                <a:cubicBezTo>
                  <a:pt x="1222857" y="45982"/>
                  <a:pt x="1223668" y="43144"/>
                  <a:pt x="1224479" y="40481"/>
                </a:cubicBezTo>
                <a:lnTo>
                  <a:pt x="1223957" y="40481"/>
                </a:lnTo>
                <a:lnTo>
                  <a:pt x="1210058" y="66193"/>
                </a:lnTo>
                <a:lnTo>
                  <a:pt x="1180003" y="119531"/>
                </a:lnTo>
                <a:lnTo>
                  <a:pt x="1171316" y="119531"/>
                </a:lnTo>
                <a:lnTo>
                  <a:pt x="1161934" y="66193"/>
                </a:lnTo>
                <a:lnTo>
                  <a:pt x="1158286" y="40481"/>
                </a:lnTo>
                <a:lnTo>
                  <a:pt x="1157589" y="40481"/>
                </a:lnTo>
                <a:cubicBezTo>
                  <a:pt x="1157011" y="45808"/>
                  <a:pt x="1156346" y="51743"/>
                  <a:pt x="1155593" y="58288"/>
                </a:cubicBezTo>
                <a:cubicBezTo>
                  <a:pt x="1154840" y="64832"/>
                  <a:pt x="1153942" y="70768"/>
                  <a:pt x="1152899" y="76097"/>
                </a:cubicBezTo>
                <a:lnTo>
                  <a:pt x="1141953" y="130649"/>
                </a:lnTo>
                <a:lnTo>
                  <a:pt x="1124754" y="130649"/>
                </a:lnTo>
                <a:close/>
                <a:moveTo>
                  <a:pt x="1249565" y="130649"/>
                </a:moveTo>
                <a:lnTo>
                  <a:pt x="1272152" y="17025"/>
                </a:lnTo>
                <a:lnTo>
                  <a:pt x="1295258" y="17025"/>
                </a:lnTo>
                <a:cubicBezTo>
                  <a:pt x="1311127" y="17025"/>
                  <a:pt x="1323289" y="20818"/>
                  <a:pt x="1331744" y="28405"/>
                </a:cubicBezTo>
                <a:cubicBezTo>
                  <a:pt x="1340199" y="35993"/>
                  <a:pt x="1344426" y="47025"/>
                  <a:pt x="1344426" y="61503"/>
                </a:cubicBezTo>
                <a:cubicBezTo>
                  <a:pt x="1344426" y="72275"/>
                  <a:pt x="1342949" y="81947"/>
                  <a:pt x="1339994" y="90518"/>
                </a:cubicBezTo>
                <a:cubicBezTo>
                  <a:pt x="1337041" y="99088"/>
                  <a:pt x="1332871" y="106327"/>
                  <a:pt x="1327486" y="112235"/>
                </a:cubicBezTo>
                <a:cubicBezTo>
                  <a:pt x="1322101" y="118142"/>
                  <a:pt x="1315615" y="122687"/>
                  <a:pt x="1308028" y="125872"/>
                </a:cubicBezTo>
                <a:cubicBezTo>
                  <a:pt x="1300441" y="129057"/>
                  <a:pt x="1291957" y="130649"/>
                  <a:pt x="1282576" y="130649"/>
                </a:cubicBezTo>
                <a:lnTo>
                  <a:pt x="1249565" y="130649"/>
                </a:lnTo>
                <a:moveTo>
                  <a:pt x="1271282" y="115533"/>
                </a:moveTo>
                <a:lnTo>
                  <a:pt x="1282228" y="115533"/>
                </a:lnTo>
                <a:cubicBezTo>
                  <a:pt x="1288598" y="115533"/>
                  <a:pt x="1294418" y="114346"/>
                  <a:pt x="1299688" y="111973"/>
                </a:cubicBezTo>
                <a:cubicBezTo>
                  <a:pt x="1304958" y="109598"/>
                  <a:pt x="1309505" y="106152"/>
                  <a:pt x="1313327" y="101637"/>
                </a:cubicBezTo>
                <a:cubicBezTo>
                  <a:pt x="1317150" y="97119"/>
                  <a:pt x="1320103" y="91589"/>
                  <a:pt x="1322187" y="85044"/>
                </a:cubicBezTo>
                <a:cubicBezTo>
                  <a:pt x="1324272" y="78500"/>
                  <a:pt x="1325315" y="71057"/>
                  <a:pt x="1325315" y="62717"/>
                </a:cubicBezTo>
                <a:cubicBezTo>
                  <a:pt x="1325315" y="52525"/>
                  <a:pt x="1322651" y="44881"/>
                  <a:pt x="1317322" y="39786"/>
                </a:cubicBezTo>
                <a:cubicBezTo>
                  <a:pt x="1311996" y="34689"/>
                  <a:pt x="1304468" y="32141"/>
                  <a:pt x="1294739" y="32141"/>
                </a:cubicBezTo>
                <a:lnTo>
                  <a:pt x="1287788" y="32141"/>
                </a:lnTo>
                <a:lnTo>
                  <a:pt x="1271282" y="115533"/>
                </a:lnTo>
                <a:close/>
                <a:moveTo>
                  <a:pt x="1387581" y="132733"/>
                </a:moveTo>
                <a:cubicBezTo>
                  <a:pt x="1382832" y="132733"/>
                  <a:pt x="1378489" y="131923"/>
                  <a:pt x="1374551" y="130302"/>
                </a:cubicBezTo>
                <a:cubicBezTo>
                  <a:pt x="1370613" y="128680"/>
                  <a:pt x="1367254" y="126363"/>
                  <a:pt x="1364474" y="123354"/>
                </a:cubicBezTo>
                <a:cubicBezTo>
                  <a:pt x="1361694" y="120342"/>
                  <a:pt x="1359552" y="116694"/>
                  <a:pt x="1358046" y="112408"/>
                </a:cubicBezTo>
                <a:cubicBezTo>
                  <a:pt x="1356540" y="108122"/>
                  <a:pt x="1355787" y="103315"/>
                  <a:pt x="1355787" y="97986"/>
                </a:cubicBezTo>
                <a:cubicBezTo>
                  <a:pt x="1355787" y="89880"/>
                  <a:pt x="1357148" y="82438"/>
                  <a:pt x="1359870" y="75662"/>
                </a:cubicBezTo>
                <a:cubicBezTo>
                  <a:pt x="1362591" y="68886"/>
                  <a:pt x="1366153" y="63124"/>
                  <a:pt x="1370553" y="58375"/>
                </a:cubicBezTo>
                <a:cubicBezTo>
                  <a:pt x="1374956" y="53626"/>
                  <a:pt x="1379965" y="49920"/>
                  <a:pt x="1385582" y="47257"/>
                </a:cubicBezTo>
                <a:cubicBezTo>
                  <a:pt x="1391200" y="44592"/>
                  <a:pt x="1396905" y="43259"/>
                  <a:pt x="1402697" y="43259"/>
                </a:cubicBezTo>
                <a:cubicBezTo>
                  <a:pt x="1412426" y="43259"/>
                  <a:pt x="1420186" y="46358"/>
                  <a:pt x="1425978" y="52556"/>
                </a:cubicBezTo>
                <a:cubicBezTo>
                  <a:pt x="1431769" y="58752"/>
                  <a:pt x="1434665" y="67236"/>
                  <a:pt x="1434665" y="78008"/>
                </a:cubicBezTo>
                <a:cubicBezTo>
                  <a:pt x="1434665" y="86115"/>
                  <a:pt x="1433303" y="93527"/>
                  <a:pt x="1430580" y="100245"/>
                </a:cubicBezTo>
                <a:cubicBezTo>
                  <a:pt x="1427858" y="106963"/>
                  <a:pt x="1424297" y="112725"/>
                  <a:pt x="1419896" y="117532"/>
                </a:cubicBezTo>
                <a:cubicBezTo>
                  <a:pt x="1415496" y="122339"/>
                  <a:pt x="1410486" y="126075"/>
                  <a:pt x="1404868" y="128738"/>
                </a:cubicBezTo>
                <a:cubicBezTo>
                  <a:pt x="1399251" y="131401"/>
                  <a:pt x="1393489" y="132733"/>
                  <a:pt x="1387581" y="132733"/>
                </a:cubicBezTo>
                <a:moveTo>
                  <a:pt x="1389667" y="117620"/>
                </a:moveTo>
                <a:cubicBezTo>
                  <a:pt x="1393025" y="117620"/>
                  <a:pt x="1396267" y="116606"/>
                  <a:pt x="1399393" y="114579"/>
                </a:cubicBezTo>
                <a:cubicBezTo>
                  <a:pt x="1402522" y="112552"/>
                  <a:pt x="1405302" y="109772"/>
                  <a:pt x="1407734" y="106239"/>
                </a:cubicBezTo>
                <a:cubicBezTo>
                  <a:pt x="1410167" y="102706"/>
                  <a:pt x="1412108" y="98565"/>
                  <a:pt x="1413555" y="93816"/>
                </a:cubicBezTo>
                <a:cubicBezTo>
                  <a:pt x="1415003" y="89067"/>
                  <a:pt x="1415726" y="83971"/>
                  <a:pt x="1415726" y="78528"/>
                </a:cubicBezTo>
                <a:cubicBezTo>
                  <a:pt x="1415726" y="72042"/>
                  <a:pt x="1414452" y="67061"/>
                  <a:pt x="1411904" y="63587"/>
                </a:cubicBezTo>
                <a:cubicBezTo>
                  <a:pt x="1409357" y="60112"/>
                  <a:pt x="1405651" y="58375"/>
                  <a:pt x="1400785" y="58375"/>
                </a:cubicBezTo>
                <a:cubicBezTo>
                  <a:pt x="1397427" y="58375"/>
                  <a:pt x="1394155" y="59389"/>
                  <a:pt x="1390969" y="61416"/>
                </a:cubicBezTo>
                <a:cubicBezTo>
                  <a:pt x="1387784" y="63443"/>
                  <a:pt x="1384976" y="66194"/>
                  <a:pt x="1382544" y="69668"/>
                </a:cubicBezTo>
                <a:cubicBezTo>
                  <a:pt x="1380112" y="73143"/>
                  <a:pt x="1378171" y="77255"/>
                  <a:pt x="1376722" y="82003"/>
                </a:cubicBezTo>
                <a:cubicBezTo>
                  <a:pt x="1375275" y="86752"/>
                  <a:pt x="1374551" y="91848"/>
                  <a:pt x="1374551" y="97292"/>
                </a:cubicBezTo>
                <a:cubicBezTo>
                  <a:pt x="1374551" y="103778"/>
                  <a:pt x="1375825" y="108787"/>
                  <a:pt x="1378374" y="112320"/>
                </a:cubicBezTo>
                <a:cubicBezTo>
                  <a:pt x="1380922" y="115853"/>
                  <a:pt x="1384687" y="117620"/>
                  <a:pt x="1389667" y="117620"/>
                </a:cubicBezTo>
                <a:close/>
                <a:moveTo>
                  <a:pt x="1480426" y="132733"/>
                </a:moveTo>
                <a:cubicBezTo>
                  <a:pt x="1475677" y="132733"/>
                  <a:pt x="1471333" y="131952"/>
                  <a:pt x="1467394" y="130389"/>
                </a:cubicBezTo>
                <a:cubicBezTo>
                  <a:pt x="1463456" y="128825"/>
                  <a:pt x="1460040" y="126567"/>
                  <a:pt x="1457145" y="123613"/>
                </a:cubicBezTo>
                <a:cubicBezTo>
                  <a:pt x="1454250" y="120660"/>
                  <a:pt x="1451991" y="117041"/>
                  <a:pt x="1450369" y="112755"/>
                </a:cubicBezTo>
                <a:cubicBezTo>
                  <a:pt x="1448748" y="108469"/>
                  <a:pt x="1447938" y="103546"/>
                  <a:pt x="1447938" y="97986"/>
                </a:cubicBezTo>
                <a:cubicBezTo>
                  <a:pt x="1447938" y="90343"/>
                  <a:pt x="1449241" y="83191"/>
                  <a:pt x="1451846" y="76532"/>
                </a:cubicBezTo>
                <a:cubicBezTo>
                  <a:pt x="1454452" y="69871"/>
                  <a:pt x="1457985" y="64079"/>
                  <a:pt x="1462444" y="59157"/>
                </a:cubicBezTo>
                <a:cubicBezTo>
                  <a:pt x="1466903" y="54235"/>
                  <a:pt x="1472115" y="50355"/>
                  <a:pt x="1478080" y="47517"/>
                </a:cubicBezTo>
                <a:cubicBezTo>
                  <a:pt x="1484045" y="44678"/>
                  <a:pt x="1490328" y="43259"/>
                  <a:pt x="1496931" y="43259"/>
                </a:cubicBezTo>
                <a:cubicBezTo>
                  <a:pt x="1502143" y="43259"/>
                  <a:pt x="1506602" y="44302"/>
                  <a:pt x="1510308" y="46387"/>
                </a:cubicBezTo>
                <a:cubicBezTo>
                  <a:pt x="1514014" y="48473"/>
                  <a:pt x="1517026" y="50905"/>
                  <a:pt x="1519343" y="53685"/>
                </a:cubicBezTo>
                <a:lnTo>
                  <a:pt x="1508919" y="64976"/>
                </a:lnTo>
                <a:cubicBezTo>
                  <a:pt x="1506950" y="62661"/>
                  <a:pt x="1504981" y="60982"/>
                  <a:pt x="1503010" y="59939"/>
                </a:cubicBezTo>
                <a:cubicBezTo>
                  <a:pt x="1501041" y="58896"/>
                  <a:pt x="1498609" y="58375"/>
                  <a:pt x="1495714" y="58375"/>
                </a:cubicBezTo>
                <a:cubicBezTo>
                  <a:pt x="1491892" y="58375"/>
                  <a:pt x="1488243" y="59418"/>
                  <a:pt x="1484768" y="61503"/>
                </a:cubicBezTo>
                <a:cubicBezTo>
                  <a:pt x="1481294" y="63587"/>
                  <a:pt x="1478253" y="66395"/>
                  <a:pt x="1475646" y="69928"/>
                </a:cubicBezTo>
                <a:cubicBezTo>
                  <a:pt x="1473041" y="73461"/>
                  <a:pt x="1470957" y="77573"/>
                  <a:pt x="1469393" y="82263"/>
                </a:cubicBezTo>
                <a:cubicBezTo>
                  <a:pt x="1467830" y="86954"/>
                  <a:pt x="1467049" y="91963"/>
                  <a:pt x="1467049" y="97292"/>
                </a:cubicBezTo>
                <a:cubicBezTo>
                  <a:pt x="1467049" y="103778"/>
                  <a:pt x="1468467" y="108787"/>
                  <a:pt x="1471304" y="112320"/>
                </a:cubicBezTo>
                <a:cubicBezTo>
                  <a:pt x="1474142" y="115853"/>
                  <a:pt x="1478457" y="117620"/>
                  <a:pt x="1484249" y="117620"/>
                </a:cubicBezTo>
                <a:cubicBezTo>
                  <a:pt x="1487607" y="117620"/>
                  <a:pt x="1490588" y="116953"/>
                  <a:pt x="1493193" y="115621"/>
                </a:cubicBezTo>
                <a:cubicBezTo>
                  <a:pt x="1495800" y="114288"/>
                  <a:pt x="1498205" y="112753"/>
                  <a:pt x="1500407" y="111016"/>
                </a:cubicBezTo>
                <a:lnTo>
                  <a:pt x="1508397" y="122831"/>
                </a:lnTo>
                <a:cubicBezTo>
                  <a:pt x="1505154" y="125148"/>
                  <a:pt x="1501303" y="127378"/>
                  <a:pt x="1496844" y="129520"/>
                </a:cubicBezTo>
                <a:cubicBezTo>
                  <a:pt x="1492385" y="131662"/>
                  <a:pt x="1486912" y="132733"/>
                  <a:pt x="1480426" y="132733"/>
                </a:cubicBezTo>
                <a:close/>
                <a:moveTo>
                  <a:pt x="1607148" y="45345"/>
                </a:moveTo>
                <a:lnTo>
                  <a:pt x="1590295" y="130649"/>
                </a:lnTo>
                <a:lnTo>
                  <a:pt x="1575182" y="130649"/>
                </a:lnTo>
                <a:lnTo>
                  <a:pt x="1575877" y="118486"/>
                </a:lnTo>
                <a:lnTo>
                  <a:pt x="1575182" y="118486"/>
                </a:lnTo>
                <a:cubicBezTo>
                  <a:pt x="1570896" y="122309"/>
                  <a:pt x="1566379" y="125640"/>
                  <a:pt x="1561630" y="128478"/>
                </a:cubicBezTo>
                <a:cubicBezTo>
                  <a:pt x="1556881" y="131315"/>
                  <a:pt x="1551901" y="132733"/>
                  <a:pt x="1546689" y="132733"/>
                </a:cubicBezTo>
                <a:cubicBezTo>
                  <a:pt x="1539508" y="132733"/>
                  <a:pt x="1534325" y="130852"/>
                  <a:pt x="1531138" y="127089"/>
                </a:cubicBezTo>
                <a:cubicBezTo>
                  <a:pt x="1527953" y="123325"/>
                  <a:pt x="1526361" y="118025"/>
                  <a:pt x="1526361" y="111191"/>
                </a:cubicBezTo>
                <a:cubicBezTo>
                  <a:pt x="1526361" y="109222"/>
                  <a:pt x="1526477" y="107282"/>
                  <a:pt x="1526708" y="105372"/>
                </a:cubicBezTo>
                <a:cubicBezTo>
                  <a:pt x="1526940" y="103460"/>
                  <a:pt x="1527287" y="101403"/>
                  <a:pt x="1527750" y="99203"/>
                </a:cubicBezTo>
                <a:lnTo>
                  <a:pt x="1538524" y="45345"/>
                </a:lnTo>
                <a:lnTo>
                  <a:pt x="1557113" y="45345"/>
                </a:lnTo>
                <a:lnTo>
                  <a:pt x="1546861" y="96769"/>
                </a:lnTo>
                <a:cubicBezTo>
                  <a:pt x="1546398" y="98740"/>
                  <a:pt x="1546051" y="100420"/>
                  <a:pt x="1545819" y="101809"/>
                </a:cubicBezTo>
                <a:cubicBezTo>
                  <a:pt x="1545588" y="103198"/>
                  <a:pt x="1545472" y="104530"/>
                  <a:pt x="1545472" y="105804"/>
                </a:cubicBezTo>
                <a:cubicBezTo>
                  <a:pt x="1545472" y="113101"/>
                  <a:pt x="1549005" y="116750"/>
                  <a:pt x="1556071" y="116750"/>
                </a:cubicBezTo>
                <a:cubicBezTo>
                  <a:pt x="1561746" y="116750"/>
                  <a:pt x="1568753" y="112349"/>
                  <a:pt x="1577093" y="103545"/>
                </a:cubicBezTo>
                <a:lnTo>
                  <a:pt x="1588559" y="45345"/>
                </a:lnTo>
                <a:lnTo>
                  <a:pt x="1607148" y="45345"/>
                </a:lnTo>
                <a:close/>
                <a:moveTo>
                  <a:pt x="1614342" y="130649"/>
                </a:moveTo>
                <a:lnTo>
                  <a:pt x="1631367" y="45345"/>
                </a:lnTo>
                <a:lnTo>
                  <a:pt x="1646483" y="45345"/>
                </a:lnTo>
                <a:lnTo>
                  <a:pt x="1645614" y="57333"/>
                </a:lnTo>
                <a:lnTo>
                  <a:pt x="1646308" y="57333"/>
                </a:lnTo>
                <a:cubicBezTo>
                  <a:pt x="1650711" y="53510"/>
                  <a:pt x="1655286" y="50209"/>
                  <a:pt x="1660035" y="47429"/>
                </a:cubicBezTo>
                <a:cubicBezTo>
                  <a:pt x="1664784" y="44649"/>
                  <a:pt x="1669474" y="43259"/>
                  <a:pt x="1674106" y="43259"/>
                </a:cubicBezTo>
                <a:cubicBezTo>
                  <a:pt x="1677350" y="43259"/>
                  <a:pt x="1680130" y="43665"/>
                  <a:pt x="1682447" y="44476"/>
                </a:cubicBezTo>
                <a:cubicBezTo>
                  <a:pt x="1684764" y="45287"/>
                  <a:pt x="1686703" y="46388"/>
                  <a:pt x="1688265" y="47779"/>
                </a:cubicBezTo>
                <a:cubicBezTo>
                  <a:pt x="1689830" y="49168"/>
                  <a:pt x="1691045" y="50818"/>
                  <a:pt x="1691913" y="52728"/>
                </a:cubicBezTo>
                <a:cubicBezTo>
                  <a:pt x="1692783" y="54639"/>
                  <a:pt x="1693449" y="56753"/>
                  <a:pt x="1693912" y="59070"/>
                </a:cubicBezTo>
                <a:cubicBezTo>
                  <a:pt x="1699009" y="54206"/>
                  <a:pt x="1704048" y="50355"/>
                  <a:pt x="1709028" y="47517"/>
                </a:cubicBezTo>
                <a:cubicBezTo>
                  <a:pt x="1714008" y="44678"/>
                  <a:pt x="1718815" y="43259"/>
                  <a:pt x="1723447" y="43259"/>
                </a:cubicBezTo>
                <a:cubicBezTo>
                  <a:pt x="1730513" y="43259"/>
                  <a:pt x="1735638" y="45113"/>
                  <a:pt x="1738823" y="48821"/>
                </a:cubicBezTo>
                <a:cubicBezTo>
                  <a:pt x="1742009" y="52527"/>
                  <a:pt x="1743602" y="57855"/>
                  <a:pt x="1743602" y="64804"/>
                </a:cubicBezTo>
                <a:cubicBezTo>
                  <a:pt x="1743602" y="66773"/>
                  <a:pt x="1743486" y="68684"/>
                  <a:pt x="1743253" y="70538"/>
                </a:cubicBezTo>
                <a:cubicBezTo>
                  <a:pt x="1743021" y="72390"/>
                  <a:pt x="1742674" y="74475"/>
                  <a:pt x="1742211" y="76792"/>
                </a:cubicBezTo>
                <a:lnTo>
                  <a:pt x="1731440" y="130649"/>
                </a:lnTo>
                <a:lnTo>
                  <a:pt x="1712676" y="130649"/>
                </a:lnTo>
                <a:lnTo>
                  <a:pt x="1723100" y="79222"/>
                </a:lnTo>
                <a:cubicBezTo>
                  <a:pt x="1723563" y="77254"/>
                  <a:pt x="1723910" y="75575"/>
                  <a:pt x="1724141" y="74186"/>
                </a:cubicBezTo>
                <a:cubicBezTo>
                  <a:pt x="1724375" y="72795"/>
                  <a:pt x="1724491" y="71462"/>
                  <a:pt x="1724491" y="70188"/>
                </a:cubicBezTo>
                <a:cubicBezTo>
                  <a:pt x="1724491" y="62892"/>
                  <a:pt x="1721016" y="59245"/>
                  <a:pt x="1714065" y="59245"/>
                </a:cubicBezTo>
                <a:cubicBezTo>
                  <a:pt x="1711865" y="59245"/>
                  <a:pt x="1709027" y="60287"/>
                  <a:pt x="1705553" y="62373"/>
                </a:cubicBezTo>
                <a:cubicBezTo>
                  <a:pt x="1702078" y="64456"/>
                  <a:pt x="1698140" y="67814"/>
                  <a:pt x="1693740" y="72447"/>
                </a:cubicBezTo>
                <a:lnTo>
                  <a:pt x="1682099" y="130649"/>
                </a:lnTo>
                <a:lnTo>
                  <a:pt x="1663508" y="130649"/>
                </a:lnTo>
                <a:lnTo>
                  <a:pt x="1673759" y="79222"/>
                </a:lnTo>
                <a:cubicBezTo>
                  <a:pt x="1674222" y="77254"/>
                  <a:pt x="1674570" y="75575"/>
                  <a:pt x="1674801" y="74186"/>
                </a:cubicBezTo>
                <a:cubicBezTo>
                  <a:pt x="1675033" y="72795"/>
                  <a:pt x="1675148" y="71462"/>
                  <a:pt x="1675148" y="70188"/>
                </a:cubicBezTo>
                <a:cubicBezTo>
                  <a:pt x="1675148" y="62892"/>
                  <a:pt x="1671732" y="59245"/>
                  <a:pt x="1664900" y="59245"/>
                </a:cubicBezTo>
                <a:cubicBezTo>
                  <a:pt x="1662583" y="59245"/>
                  <a:pt x="1659687" y="60287"/>
                  <a:pt x="1656212" y="62373"/>
                </a:cubicBezTo>
                <a:cubicBezTo>
                  <a:pt x="1652738" y="64456"/>
                  <a:pt x="1648857" y="67814"/>
                  <a:pt x="1644572" y="72447"/>
                </a:cubicBezTo>
                <a:lnTo>
                  <a:pt x="1633106" y="130649"/>
                </a:lnTo>
                <a:lnTo>
                  <a:pt x="1614342" y="130649"/>
                </a:lnTo>
                <a:close/>
                <a:moveTo>
                  <a:pt x="1757397" y="96597"/>
                </a:moveTo>
                <a:cubicBezTo>
                  <a:pt x="1757397" y="88605"/>
                  <a:pt x="1758758" y="81337"/>
                  <a:pt x="1761479" y="74793"/>
                </a:cubicBezTo>
                <a:cubicBezTo>
                  <a:pt x="1764201" y="68248"/>
                  <a:pt x="1767791" y="62631"/>
                  <a:pt x="1772250" y="57940"/>
                </a:cubicBezTo>
                <a:cubicBezTo>
                  <a:pt x="1776709" y="53250"/>
                  <a:pt x="1781719" y="49630"/>
                  <a:pt x="1787279" y="47082"/>
                </a:cubicBezTo>
                <a:cubicBezTo>
                  <a:pt x="1792839" y="44533"/>
                  <a:pt x="1798398" y="43259"/>
                  <a:pt x="1803956" y="43259"/>
                </a:cubicBezTo>
                <a:cubicBezTo>
                  <a:pt x="1808937" y="43259"/>
                  <a:pt x="1813135" y="44070"/>
                  <a:pt x="1816551" y="45693"/>
                </a:cubicBezTo>
                <a:cubicBezTo>
                  <a:pt x="1819969" y="47313"/>
                  <a:pt x="1822749" y="49543"/>
                  <a:pt x="1824891" y="52381"/>
                </a:cubicBezTo>
                <a:cubicBezTo>
                  <a:pt x="1827035" y="55219"/>
                  <a:pt x="1828599" y="58550"/>
                  <a:pt x="1829584" y="62373"/>
                </a:cubicBezTo>
                <a:cubicBezTo>
                  <a:pt x="1830568" y="66194"/>
                  <a:pt x="1831060" y="70305"/>
                  <a:pt x="1831060" y="74705"/>
                </a:cubicBezTo>
                <a:cubicBezTo>
                  <a:pt x="1831060" y="78413"/>
                  <a:pt x="1830596" y="82004"/>
                  <a:pt x="1829668" y="85479"/>
                </a:cubicBezTo>
                <a:cubicBezTo>
                  <a:pt x="1828742" y="88953"/>
                  <a:pt x="1827990" y="91385"/>
                  <a:pt x="1827412" y="92774"/>
                </a:cubicBezTo>
                <a:lnTo>
                  <a:pt x="1775463" y="92774"/>
                </a:lnTo>
                <a:cubicBezTo>
                  <a:pt x="1775000" y="97292"/>
                  <a:pt x="1775232" y="101172"/>
                  <a:pt x="1776158" y="104415"/>
                </a:cubicBezTo>
                <a:cubicBezTo>
                  <a:pt x="1777086" y="107658"/>
                  <a:pt x="1778505" y="110322"/>
                  <a:pt x="1780415" y="112408"/>
                </a:cubicBezTo>
                <a:cubicBezTo>
                  <a:pt x="1782328" y="114491"/>
                  <a:pt x="1784673" y="116025"/>
                  <a:pt x="1787451" y="117010"/>
                </a:cubicBezTo>
                <a:cubicBezTo>
                  <a:pt x="1790231" y="117994"/>
                  <a:pt x="1793243" y="118486"/>
                  <a:pt x="1796486" y="118486"/>
                </a:cubicBezTo>
                <a:cubicBezTo>
                  <a:pt x="1799497" y="118486"/>
                  <a:pt x="1802566" y="117792"/>
                  <a:pt x="1805693" y="116403"/>
                </a:cubicBezTo>
                <a:cubicBezTo>
                  <a:pt x="1808821" y="115014"/>
                  <a:pt x="1811543" y="113450"/>
                  <a:pt x="1813860" y="111713"/>
                </a:cubicBezTo>
                <a:lnTo>
                  <a:pt x="1820809" y="123701"/>
                </a:lnTo>
                <a:cubicBezTo>
                  <a:pt x="1817334" y="126133"/>
                  <a:pt x="1813136" y="128247"/>
                  <a:pt x="1808214" y="130042"/>
                </a:cubicBezTo>
                <a:cubicBezTo>
                  <a:pt x="1803292" y="131836"/>
                  <a:pt x="1797761" y="132733"/>
                  <a:pt x="1791621" y="132733"/>
                </a:cubicBezTo>
                <a:cubicBezTo>
                  <a:pt x="1786526" y="132733"/>
                  <a:pt x="1781893" y="131923"/>
                  <a:pt x="1777722" y="130302"/>
                </a:cubicBezTo>
                <a:cubicBezTo>
                  <a:pt x="1773553" y="128680"/>
                  <a:pt x="1769963" y="126334"/>
                  <a:pt x="1766951" y="123266"/>
                </a:cubicBezTo>
                <a:cubicBezTo>
                  <a:pt x="1763939" y="120196"/>
                  <a:pt x="1761594" y="116432"/>
                  <a:pt x="1759915" y="111973"/>
                </a:cubicBezTo>
                <a:cubicBezTo>
                  <a:pt x="1758236" y="107514"/>
                  <a:pt x="1757397" y="102389"/>
                  <a:pt x="1757397" y="96597"/>
                </a:cubicBezTo>
                <a:moveTo>
                  <a:pt x="1777027" y="80962"/>
                </a:moveTo>
                <a:lnTo>
                  <a:pt x="1814730" y="80962"/>
                </a:lnTo>
                <a:cubicBezTo>
                  <a:pt x="1814961" y="79802"/>
                  <a:pt x="1815164" y="78615"/>
                  <a:pt x="1815337" y="77399"/>
                </a:cubicBezTo>
                <a:cubicBezTo>
                  <a:pt x="1815510" y="76183"/>
                  <a:pt x="1815597" y="74880"/>
                  <a:pt x="1815597" y="73491"/>
                </a:cubicBezTo>
                <a:cubicBezTo>
                  <a:pt x="1815597" y="69320"/>
                  <a:pt x="1814583" y="65642"/>
                  <a:pt x="1812556" y="62458"/>
                </a:cubicBezTo>
                <a:cubicBezTo>
                  <a:pt x="1810529" y="59273"/>
                  <a:pt x="1806910" y="57680"/>
                  <a:pt x="1801698" y="57680"/>
                </a:cubicBezTo>
                <a:cubicBezTo>
                  <a:pt x="1796486" y="57680"/>
                  <a:pt x="1791592" y="59737"/>
                  <a:pt x="1787016" y="63849"/>
                </a:cubicBezTo>
                <a:cubicBezTo>
                  <a:pt x="1782443" y="67960"/>
                  <a:pt x="1779113" y="73664"/>
                  <a:pt x="1777027" y="80962"/>
                </a:cubicBezTo>
                <a:close/>
                <a:moveTo>
                  <a:pt x="1839643" y="130649"/>
                </a:moveTo>
                <a:lnTo>
                  <a:pt x="1856668" y="45345"/>
                </a:lnTo>
                <a:lnTo>
                  <a:pt x="1871784" y="45345"/>
                </a:lnTo>
                <a:lnTo>
                  <a:pt x="1870915" y="57333"/>
                </a:lnTo>
                <a:lnTo>
                  <a:pt x="1871609" y="57333"/>
                </a:lnTo>
                <a:cubicBezTo>
                  <a:pt x="1876126" y="53510"/>
                  <a:pt x="1880789" y="50209"/>
                  <a:pt x="1885596" y="47429"/>
                </a:cubicBezTo>
                <a:cubicBezTo>
                  <a:pt x="1890403" y="44649"/>
                  <a:pt x="1895528" y="43259"/>
                  <a:pt x="1900972" y="43259"/>
                </a:cubicBezTo>
                <a:cubicBezTo>
                  <a:pt x="1908152" y="43259"/>
                  <a:pt x="1913306" y="45113"/>
                  <a:pt x="1916432" y="48821"/>
                </a:cubicBezTo>
                <a:cubicBezTo>
                  <a:pt x="1919560" y="52527"/>
                  <a:pt x="1921124" y="57855"/>
                  <a:pt x="1921124" y="64804"/>
                </a:cubicBezTo>
                <a:cubicBezTo>
                  <a:pt x="1921124" y="66773"/>
                  <a:pt x="1921038" y="68684"/>
                  <a:pt x="1920865" y="70538"/>
                </a:cubicBezTo>
                <a:cubicBezTo>
                  <a:pt x="1920691" y="72390"/>
                  <a:pt x="1920315" y="74475"/>
                  <a:pt x="1919735" y="76792"/>
                </a:cubicBezTo>
                <a:lnTo>
                  <a:pt x="1908964" y="130649"/>
                </a:lnTo>
                <a:lnTo>
                  <a:pt x="1890373" y="130649"/>
                </a:lnTo>
                <a:lnTo>
                  <a:pt x="1900797" y="79222"/>
                </a:lnTo>
                <a:cubicBezTo>
                  <a:pt x="1901145" y="77254"/>
                  <a:pt x="1901464" y="75575"/>
                  <a:pt x="1901754" y="74186"/>
                </a:cubicBezTo>
                <a:cubicBezTo>
                  <a:pt x="1902043" y="72795"/>
                  <a:pt x="1902188" y="71462"/>
                  <a:pt x="1902188" y="70188"/>
                </a:cubicBezTo>
                <a:cubicBezTo>
                  <a:pt x="1902188" y="62892"/>
                  <a:pt x="1898598" y="59245"/>
                  <a:pt x="1891417" y="59245"/>
                </a:cubicBezTo>
                <a:cubicBezTo>
                  <a:pt x="1888406" y="59245"/>
                  <a:pt x="1885191" y="60287"/>
                  <a:pt x="1881773" y="62373"/>
                </a:cubicBezTo>
                <a:cubicBezTo>
                  <a:pt x="1878357" y="64456"/>
                  <a:pt x="1874390" y="67814"/>
                  <a:pt x="1869873" y="72447"/>
                </a:cubicBezTo>
                <a:lnTo>
                  <a:pt x="1858407" y="130649"/>
                </a:lnTo>
                <a:lnTo>
                  <a:pt x="1839643" y="130649"/>
                </a:lnTo>
                <a:close/>
                <a:moveTo>
                  <a:pt x="1961849" y="132733"/>
                </a:moveTo>
                <a:cubicBezTo>
                  <a:pt x="1953857" y="132733"/>
                  <a:pt x="1948152" y="130735"/>
                  <a:pt x="1944734" y="126739"/>
                </a:cubicBezTo>
                <a:cubicBezTo>
                  <a:pt x="1941318" y="122743"/>
                  <a:pt x="1939609" y="117792"/>
                  <a:pt x="1939609" y="111885"/>
                </a:cubicBezTo>
                <a:cubicBezTo>
                  <a:pt x="1939609" y="110148"/>
                  <a:pt x="1939725" y="108469"/>
                  <a:pt x="1939957" y="106849"/>
                </a:cubicBezTo>
                <a:cubicBezTo>
                  <a:pt x="1940190" y="105226"/>
                  <a:pt x="1940422" y="103546"/>
                  <a:pt x="1940654" y="101809"/>
                </a:cubicBezTo>
                <a:lnTo>
                  <a:pt x="1949339" y="60111"/>
                </a:lnTo>
                <a:lnTo>
                  <a:pt x="1937351" y="60111"/>
                </a:lnTo>
                <a:lnTo>
                  <a:pt x="1940132" y="46215"/>
                </a:lnTo>
                <a:lnTo>
                  <a:pt x="1953161" y="45345"/>
                </a:lnTo>
                <a:lnTo>
                  <a:pt x="1959937" y="22412"/>
                </a:lnTo>
                <a:lnTo>
                  <a:pt x="1975573" y="22412"/>
                </a:lnTo>
                <a:lnTo>
                  <a:pt x="1971056" y="45345"/>
                </a:lnTo>
                <a:lnTo>
                  <a:pt x="1991558" y="45345"/>
                </a:lnTo>
                <a:lnTo>
                  <a:pt x="1988605" y="60111"/>
                </a:lnTo>
                <a:lnTo>
                  <a:pt x="1967755" y="60111"/>
                </a:lnTo>
                <a:lnTo>
                  <a:pt x="1959068" y="102504"/>
                </a:lnTo>
                <a:cubicBezTo>
                  <a:pt x="1958721" y="104589"/>
                  <a:pt x="1958548" y="106616"/>
                  <a:pt x="1958548" y="108585"/>
                </a:cubicBezTo>
                <a:cubicBezTo>
                  <a:pt x="1958548" y="111711"/>
                  <a:pt x="1959301" y="114057"/>
                  <a:pt x="1960807" y="115621"/>
                </a:cubicBezTo>
                <a:cubicBezTo>
                  <a:pt x="1962313" y="117185"/>
                  <a:pt x="1964860" y="117967"/>
                  <a:pt x="1968450" y="117967"/>
                </a:cubicBezTo>
                <a:cubicBezTo>
                  <a:pt x="1969955" y="117967"/>
                  <a:pt x="1971345" y="117735"/>
                  <a:pt x="1972620" y="117272"/>
                </a:cubicBezTo>
                <a:cubicBezTo>
                  <a:pt x="1973894" y="116809"/>
                  <a:pt x="1975168" y="116288"/>
                  <a:pt x="1976442" y="115708"/>
                </a:cubicBezTo>
                <a:lnTo>
                  <a:pt x="1979918" y="128913"/>
                </a:lnTo>
                <a:cubicBezTo>
                  <a:pt x="1977832" y="129839"/>
                  <a:pt x="1975284" y="130707"/>
                  <a:pt x="1972272" y="131516"/>
                </a:cubicBezTo>
                <a:cubicBezTo>
                  <a:pt x="1969261" y="132327"/>
                  <a:pt x="1965786" y="132733"/>
                  <a:pt x="1961849" y="13273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Text ;">
            <a:extLst xmlns:a="http://schemas.openxmlformats.org/drawingml/2006/main">
              <a:ext uri="{FF2B5EF4-FFF2-40B4-BE49-F238E27FC236}">
                <a16:creationId xmlns:a16="http://schemas.microsoft.com/office/drawing/2014/main" id="{DD734F12-068F-4111-85CE-2C56A77B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253" y="1022811"/>
            <a:ext cx="43956" cy="115186"/>
          </a:xfrm>
          <a:custGeom xmlns:a="http://schemas.openxmlformats.org/drawingml/2006/main">
            <a:pathLst>
              <a:path w="43956" h="115186">
                <a:moveTo>
                  <a:pt x="29710" y="25712"/>
                </a:moveTo>
                <a:cubicBezTo>
                  <a:pt x="26582" y="25712"/>
                  <a:pt x="24091" y="24699"/>
                  <a:pt x="22237" y="22674"/>
                </a:cubicBezTo>
                <a:cubicBezTo>
                  <a:pt x="20384" y="20647"/>
                  <a:pt x="19458" y="18069"/>
                  <a:pt x="19458" y="14941"/>
                </a:cubicBezTo>
                <a:cubicBezTo>
                  <a:pt x="19458" y="13089"/>
                  <a:pt x="19806" y="11265"/>
                  <a:pt x="20500" y="9469"/>
                </a:cubicBezTo>
                <a:cubicBezTo>
                  <a:pt x="21197" y="7674"/>
                  <a:pt x="22210" y="6081"/>
                  <a:pt x="23541" y="4692"/>
                </a:cubicBezTo>
                <a:cubicBezTo>
                  <a:pt x="24873" y="3301"/>
                  <a:pt x="26408" y="2172"/>
                  <a:pt x="28146" y="1304"/>
                </a:cubicBezTo>
                <a:cubicBezTo>
                  <a:pt x="29883" y="435"/>
                  <a:pt x="31794" y="0"/>
                  <a:pt x="33880" y="0"/>
                </a:cubicBezTo>
                <a:cubicBezTo>
                  <a:pt x="37006" y="0"/>
                  <a:pt x="39467" y="1043"/>
                  <a:pt x="41263" y="3128"/>
                </a:cubicBezTo>
                <a:cubicBezTo>
                  <a:pt x="43058" y="5212"/>
                  <a:pt x="43956" y="7818"/>
                  <a:pt x="43956" y="10946"/>
                </a:cubicBezTo>
                <a:cubicBezTo>
                  <a:pt x="43956" y="12798"/>
                  <a:pt x="43608" y="14622"/>
                  <a:pt x="42912" y="16418"/>
                </a:cubicBezTo>
                <a:cubicBezTo>
                  <a:pt x="42217" y="18213"/>
                  <a:pt x="41262" y="19807"/>
                  <a:pt x="40046" y="21197"/>
                </a:cubicBezTo>
                <a:cubicBezTo>
                  <a:pt x="38830" y="22587"/>
                  <a:pt x="37324" y="23687"/>
                  <a:pt x="35529" y="24498"/>
                </a:cubicBezTo>
                <a:cubicBezTo>
                  <a:pt x="33735" y="25307"/>
                  <a:pt x="31795" y="25712"/>
                  <a:pt x="29710" y="25712"/>
                </a:cubicBezTo>
                <a:moveTo>
                  <a:pt x="2259" y="115186"/>
                </a:moveTo>
                <a:lnTo>
                  <a:pt x="0" y="104590"/>
                </a:lnTo>
                <a:cubicBezTo>
                  <a:pt x="6140" y="102621"/>
                  <a:pt x="10947" y="99870"/>
                  <a:pt x="14421" y="96337"/>
                </a:cubicBezTo>
                <a:cubicBezTo>
                  <a:pt x="17896" y="92804"/>
                  <a:pt x="20096" y="89011"/>
                  <a:pt x="21022" y="84957"/>
                </a:cubicBezTo>
                <a:cubicBezTo>
                  <a:pt x="17664" y="84957"/>
                  <a:pt x="14914" y="84031"/>
                  <a:pt x="12770" y="82178"/>
                </a:cubicBezTo>
                <a:cubicBezTo>
                  <a:pt x="10628" y="80324"/>
                  <a:pt x="9557" y="77776"/>
                  <a:pt x="9557" y="74533"/>
                </a:cubicBezTo>
                <a:cubicBezTo>
                  <a:pt x="9557" y="71058"/>
                  <a:pt x="10773" y="67931"/>
                  <a:pt x="13205" y="65151"/>
                </a:cubicBezTo>
                <a:cubicBezTo>
                  <a:pt x="15636" y="62371"/>
                  <a:pt x="18938" y="60981"/>
                  <a:pt x="23109" y="60981"/>
                </a:cubicBezTo>
                <a:cubicBezTo>
                  <a:pt x="27046" y="60981"/>
                  <a:pt x="30057" y="62255"/>
                  <a:pt x="32141" y="64804"/>
                </a:cubicBezTo>
                <a:cubicBezTo>
                  <a:pt x="34226" y="67352"/>
                  <a:pt x="35269" y="70827"/>
                  <a:pt x="35269" y="75227"/>
                </a:cubicBezTo>
                <a:cubicBezTo>
                  <a:pt x="35269" y="80093"/>
                  <a:pt x="34487" y="84697"/>
                  <a:pt x="32923" y="89039"/>
                </a:cubicBezTo>
                <a:cubicBezTo>
                  <a:pt x="31360" y="93383"/>
                  <a:pt x="29131" y="97293"/>
                  <a:pt x="26234" y="100767"/>
                </a:cubicBezTo>
                <a:cubicBezTo>
                  <a:pt x="23339" y="104242"/>
                  <a:pt x="19865" y="107224"/>
                  <a:pt x="15811" y="109714"/>
                </a:cubicBezTo>
                <a:cubicBezTo>
                  <a:pt x="11756" y="112204"/>
                  <a:pt x="7239" y="114028"/>
                  <a:pt x="2259" y="115186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Text $dom-&gt;load">
            <a:extLst xmlns:a="http://schemas.openxmlformats.org/drawingml/2006/main">
              <a:ext uri="{FF2B5EF4-FFF2-40B4-BE49-F238E27FC236}">
                <a16:creationId xmlns:a16="http://schemas.microsoft.com/office/drawing/2014/main" id="{F687DED4-74D1-4C5C-8E85-E1457D84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385" y="1195678"/>
            <a:ext cx="886215" cy="149760"/>
          </a:xfrm>
          <a:custGeom xmlns:a="http://schemas.openxmlformats.org/drawingml/2006/main">
            <a:pathLst>
              <a:path w="886215" h="149760">
                <a:moveTo>
                  <a:pt x="22064" y="149760"/>
                </a:moveTo>
                <a:lnTo>
                  <a:pt x="25712" y="131866"/>
                </a:lnTo>
                <a:cubicBezTo>
                  <a:pt x="20617" y="130707"/>
                  <a:pt x="15868" y="128709"/>
                  <a:pt x="11466" y="125872"/>
                </a:cubicBezTo>
                <a:cubicBezTo>
                  <a:pt x="7065" y="123034"/>
                  <a:pt x="3243" y="119703"/>
                  <a:pt x="0" y="115881"/>
                </a:cubicBezTo>
                <a:lnTo>
                  <a:pt x="11641" y="104415"/>
                </a:lnTo>
                <a:cubicBezTo>
                  <a:pt x="14304" y="107890"/>
                  <a:pt x="17575" y="110959"/>
                  <a:pt x="21455" y="113625"/>
                </a:cubicBezTo>
                <a:cubicBezTo>
                  <a:pt x="25336" y="116288"/>
                  <a:pt x="29709" y="117620"/>
                  <a:pt x="34574" y="117620"/>
                </a:cubicBezTo>
                <a:cubicBezTo>
                  <a:pt x="40133" y="117620"/>
                  <a:pt x="44562" y="116114"/>
                  <a:pt x="47864" y="113102"/>
                </a:cubicBezTo>
                <a:cubicBezTo>
                  <a:pt x="51165" y="110091"/>
                  <a:pt x="52816" y="106036"/>
                  <a:pt x="52816" y="100939"/>
                </a:cubicBezTo>
                <a:cubicBezTo>
                  <a:pt x="52816" y="97233"/>
                  <a:pt x="51918" y="93990"/>
                  <a:pt x="50122" y="91210"/>
                </a:cubicBezTo>
                <a:cubicBezTo>
                  <a:pt x="48327" y="88430"/>
                  <a:pt x="46097" y="85854"/>
                  <a:pt x="43434" y="83480"/>
                </a:cubicBezTo>
                <a:cubicBezTo>
                  <a:pt x="40771" y="81105"/>
                  <a:pt x="37904" y="78817"/>
                  <a:pt x="34834" y="76617"/>
                </a:cubicBezTo>
                <a:cubicBezTo>
                  <a:pt x="31764" y="74416"/>
                  <a:pt x="28898" y="72014"/>
                  <a:pt x="26234" y="69408"/>
                </a:cubicBezTo>
                <a:cubicBezTo>
                  <a:pt x="23571" y="66802"/>
                  <a:pt x="21341" y="63877"/>
                  <a:pt x="19546" y="60634"/>
                </a:cubicBezTo>
                <a:cubicBezTo>
                  <a:pt x="17750" y="57391"/>
                  <a:pt x="16852" y="53569"/>
                  <a:pt x="16852" y="49168"/>
                </a:cubicBezTo>
                <a:cubicBezTo>
                  <a:pt x="16852" y="44766"/>
                  <a:pt x="17605" y="40682"/>
                  <a:pt x="19111" y="36918"/>
                </a:cubicBezTo>
                <a:cubicBezTo>
                  <a:pt x="20617" y="33153"/>
                  <a:pt x="22760" y="29882"/>
                  <a:pt x="25540" y="27104"/>
                </a:cubicBezTo>
                <a:cubicBezTo>
                  <a:pt x="28320" y="24324"/>
                  <a:pt x="31620" y="22065"/>
                  <a:pt x="35441" y="20328"/>
                </a:cubicBezTo>
                <a:cubicBezTo>
                  <a:pt x="39264" y="18591"/>
                  <a:pt x="43550" y="17548"/>
                  <a:pt x="48299" y="17200"/>
                </a:cubicBezTo>
                <a:lnTo>
                  <a:pt x="51599" y="0"/>
                </a:lnTo>
                <a:lnTo>
                  <a:pt x="64456" y="0"/>
                </a:lnTo>
                <a:lnTo>
                  <a:pt x="60981" y="18242"/>
                </a:lnTo>
                <a:cubicBezTo>
                  <a:pt x="65035" y="19401"/>
                  <a:pt x="68800" y="21226"/>
                  <a:pt x="72274" y="23716"/>
                </a:cubicBezTo>
                <a:cubicBezTo>
                  <a:pt x="75749" y="26206"/>
                  <a:pt x="78876" y="29188"/>
                  <a:pt x="81656" y="32663"/>
                </a:cubicBezTo>
                <a:lnTo>
                  <a:pt x="69668" y="43259"/>
                </a:lnTo>
                <a:cubicBezTo>
                  <a:pt x="67351" y="40016"/>
                  <a:pt x="64600" y="37353"/>
                  <a:pt x="61416" y="35269"/>
                </a:cubicBezTo>
                <a:cubicBezTo>
                  <a:pt x="58231" y="33183"/>
                  <a:pt x="54843" y="32141"/>
                  <a:pt x="51252" y="32141"/>
                </a:cubicBezTo>
                <a:cubicBezTo>
                  <a:pt x="46388" y="32141"/>
                  <a:pt x="42508" y="33502"/>
                  <a:pt x="39611" y="36223"/>
                </a:cubicBezTo>
                <a:cubicBezTo>
                  <a:pt x="36716" y="38945"/>
                  <a:pt x="35269" y="42507"/>
                  <a:pt x="35269" y="46909"/>
                </a:cubicBezTo>
                <a:cubicBezTo>
                  <a:pt x="35269" y="50036"/>
                  <a:pt x="36166" y="52816"/>
                  <a:pt x="37960" y="55249"/>
                </a:cubicBezTo>
                <a:cubicBezTo>
                  <a:pt x="39755" y="57681"/>
                  <a:pt x="41985" y="59997"/>
                  <a:pt x="44648" y="62198"/>
                </a:cubicBezTo>
                <a:cubicBezTo>
                  <a:pt x="47313" y="64398"/>
                  <a:pt x="50180" y="66598"/>
                  <a:pt x="53248" y="68799"/>
                </a:cubicBezTo>
                <a:cubicBezTo>
                  <a:pt x="56318" y="70999"/>
                  <a:pt x="59184" y="73489"/>
                  <a:pt x="61848" y="76269"/>
                </a:cubicBezTo>
                <a:cubicBezTo>
                  <a:pt x="64513" y="79049"/>
                  <a:pt x="66743" y="82206"/>
                  <a:pt x="68539" y="85739"/>
                </a:cubicBezTo>
                <a:cubicBezTo>
                  <a:pt x="70335" y="89272"/>
                  <a:pt x="71232" y="93470"/>
                  <a:pt x="71232" y="98334"/>
                </a:cubicBezTo>
                <a:cubicBezTo>
                  <a:pt x="71232" y="102968"/>
                  <a:pt x="70450" y="107253"/>
                  <a:pt x="68886" y="111191"/>
                </a:cubicBezTo>
                <a:cubicBezTo>
                  <a:pt x="67322" y="115129"/>
                  <a:pt x="65121" y="118632"/>
                  <a:pt x="62283" y="121702"/>
                </a:cubicBezTo>
                <a:cubicBezTo>
                  <a:pt x="59446" y="124772"/>
                  <a:pt x="56001" y="127234"/>
                  <a:pt x="51946" y="129088"/>
                </a:cubicBezTo>
                <a:cubicBezTo>
                  <a:pt x="47892" y="130940"/>
                  <a:pt x="43375" y="132098"/>
                  <a:pt x="38394" y="132561"/>
                </a:cubicBezTo>
                <a:lnTo>
                  <a:pt x="34922" y="149760"/>
                </a:lnTo>
                <a:lnTo>
                  <a:pt x="22064" y="149760"/>
                </a:lnTo>
                <a:close/>
                <a:moveTo>
                  <a:pt x="156187" y="54552"/>
                </a:moveTo>
                <a:lnTo>
                  <a:pt x="158618" y="38222"/>
                </a:lnTo>
                <a:lnTo>
                  <a:pt x="164524" y="7993"/>
                </a:lnTo>
                <a:lnTo>
                  <a:pt x="183116" y="7993"/>
                </a:lnTo>
                <a:lnTo>
                  <a:pt x="158446" y="130649"/>
                </a:lnTo>
                <a:lnTo>
                  <a:pt x="143157" y="130649"/>
                </a:lnTo>
                <a:lnTo>
                  <a:pt x="144024" y="118836"/>
                </a:lnTo>
                <a:lnTo>
                  <a:pt x="143505" y="118836"/>
                </a:lnTo>
                <a:cubicBezTo>
                  <a:pt x="139450" y="123006"/>
                  <a:pt x="134961" y="126364"/>
                  <a:pt x="130038" y="128913"/>
                </a:cubicBezTo>
                <a:cubicBezTo>
                  <a:pt x="125116" y="131460"/>
                  <a:pt x="120223" y="132733"/>
                  <a:pt x="115359" y="132733"/>
                </a:cubicBezTo>
                <a:cubicBezTo>
                  <a:pt x="107830" y="132733"/>
                  <a:pt x="101894" y="130070"/>
                  <a:pt x="97550" y="124743"/>
                </a:cubicBezTo>
                <a:cubicBezTo>
                  <a:pt x="93207" y="119414"/>
                  <a:pt x="91036" y="111711"/>
                  <a:pt x="91036" y="101634"/>
                </a:cubicBezTo>
                <a:cubicBezTo>
                  <a:pt x="91036" y="93527"/>
                  <a:pt x="92309" y="85913"/>
                  <a:pt x="94856" y="78790"/>
                </a:cubicBezTo>
                <a:cubicBezTo>
                  <a:pt x="97405" y="71666"/>
                  <a:pt x="100822" y="65469"/>
                  <a:pt x="105108" y="60199"/>
                </a:cubicBezTo>
                <a:cubicBezTo>
                  <a:pt x="109393" y="54929"/>
                  <a:pt x="114287" y="50788"/>
                  <a:pt x="119789" y="47776"/>
                </a:cubicBezTo>
                <a:cubicBezTo>
                  <a:pt x="125290" y="44765"/>
                  <a:pt x="130995" y="43259"/>
                  <a:pt x="136901" y="43259"/>
                </a:cubicBezTo>
                <a:cubicBezTo>
                  <a:pt x="141072" y="43259"/>
                  <a:pt x="144779" y="44302"/>
                  <a:pt x="148022" y="46387"/>
                </a:cubicBezTo>
                <a:cubicBezTo>
                  <a:pt x="151265" y="48473"/>
                  <a:pt x="153813" y="51194"/>
                  <a:pt x="155665" y="54552"/>
                </a:cubicBezTo>
                <a:lnTo>
                  <a:pt x="156187" y="54552"/>
                </a:lnTo>
                <a:moveTo>
                  <a:pt x="123002" y="117445"/>
                </a:moveTo>
                <a:cubicBezTo>
                  <a:pt x="126710" y="117445"/>
                  <a:pt x="130474" y="116344"/>
                  <a:pt x="134295" y="114144"/>
                </a:cubicBezTo>
                <a:cubicBezTo>
                  <a:pt x="138118" y="111944"/>
                  <a:pt x="141825" y="108238"/>
                  <a:pt x="145416" y="103026"/>
                </a:cubicBezTo>
                <a:lnTo>
                  <a:pt x="152364" y="68974"/>
                </a:lnTo>
                <a:cubicBezTo>
                  <a:pt x="150395" y="65268"/>
                  <a:pt x="148166" y="62604"/>
                  <a:pt x="145676" y="60984"/>
                </a:cubicBezTo>
                <a:cubicBezTo>
                  <a:pt x="143186" y="59361"/>
                  <a:pt x="140608" y="58550"/>
                  <a:pt x="137943" y="58550"/>
                </a:cubicBezTo>
                <a:cubicBezTo>
                  <a:pt x="134353" y="58550"/>
                  <a:pt x="130879" y="59621"/>
                  <a:pt x="127519" y="61763"/>
                </a:cubicBezTo>
                <a:cubicBezTo>
                  <a:pt x="124161" y="63905"/>
                  <a:pt x="121208" y="66830"/>
                  <a:pt x="118659" y="70538"/>
                </a:cubicBezTo>
                <a:cubicBezTo>
                  <a:pt x="116111" y="74244"/>
                  <a:pt x="114084" y="78558"/>
                  <a:pt x="112578" y="83480"/>
                </a:cubicBezTo>
                <a:cubicBezTo>
                  <a:pt x="111072" y="88402"/>
                  <a:pt x="110319" y="93585"/>
                  <a:pt x="110319" y="99028"/>
                </a:cubicBezTo>
                <a:cubicBezTo>
                  <a:pt x="110319" y="105283"/>
                  <a:pt x="111449" y="109916"/>
                  <a:pt x="113707" y="112927"/>
                </a:cubicBezTo>
                <a:cubicBezTo>
                  <a:pt x="115966" y="115939"/>
                  <a:pt x="119064" y="117445"/>
                  <a:pt x="123002" y="117445"/>
                </a:cubicBezTo>
                <a:close/>
                <a:moveTo>
                  <a:pt x="217671" y="132733"/>
                </a:moveTo>
                <a:cubicBezTo>
                  <a:pt x="212922" y="132733"/>
                  <a:pt x="208579" y="131923"/>
                  <a:pt x="204641" y="130302"/>
                </a:cubicBezTo>
                <a:cubicBezTo>
                  <a:pt x="200703" y="128680"/>
                  <a:pt x="197345" y="126363"/>
                  <a:pt x="194565" y="123354"/>
                </a:cubicBezTo>
                <a:cubicBezTo>
                  <a:pt x="191785" y="120342"/>
                  <a:pt x="189642" y="116694"/>
                  <a:pt x="188136" y="112408"/>
                </a:cubicBezTo>
                <a:cubicBezTo>
                  <a:pt x="186630" y="108122"/>
                  <a:pt x="185877" y="103315"/>
                  <a:pt x="185877" y="97986"/>
                </a:cubicBezTo>
                <a:cubicBezTo>
                  <a:pt x="185877" y="89880"/>
                  <a:pt x="187238" y="82438"/>
                  <a:pt x="189960" y="75662"/>
                </a:cubicBezTo>
                <a:cubicBezTo>
                  <a:pt x="192681" y="68886"/>
                  <a:pt x="196243" y="63124"/>
                  <a:pt x="200643" y="58375"/>
                </a:cubicBezTo>
                <a:cubicBezTo>
                  <a:pt x="205046" y="53626"/>
                  <a:pt x="210055" y="49920"/>
                  <a:pt x="215672" y="47257"/>
                </a:cubicBezTo>
                <a:cubicBezTo>
                  <a:pt x="221290" y="44592"/>
                  <a:pt x="226995" y="43259"/>
                  <a:pt x="232787" y="43259"/>
                </a:cubicBezTo>
                <a:cubicBezTo>
                  <a:pt x="242516" y="43259"/>
                  <a:pt x="250276" y="46358"/>
                  <a:pt x="256068" y="52556"/>
                </a:cubicBezTo>
                <a:cubicBezTo>
                  <a:pt x="261859" y="58752"/>
                  <a:pt x="264755" y="67236"/>
                  <a:pt x="264755" y="78008"/>
                </a:cubicBezTo>
                <a:cubicBezTo>
                  <a:pt x="264755" y="86115"/>
                  <a:pt x="263393" y="93527"/>
                  <a:pt x="260670" y="100245"/>
                </a:cubicBezTo>
                <a:cubicBezTo>
                  <a:pt x="257948" y="106963"/>
                  <a:pt x="254387" y="112725"/>
                  <a:pt x="249986" y="117532"/>
                </a:cubicBezTo>
                <a:cubicBezTo>
                  <a:pt x="245586" y="122339"/>
                  <a:pt x="240576" y="126075"/>
                  <a:pt x="234958" y="128738"/>
                </a:cubicBezTo>
                <a:cubicBezTo>
                  <a:pt x="229341" y="131401"/>
                  <a:pt x="223579" y="132733"/>
                  <a:pt x="217671" y="132733"/>
                </a:cubicBezTo>
                <a:moveTo>
                  <a:pt x="219757" y="117620"/>
                </a:moveTo>
                <a:cubicBezTo>
                  <a:pt x="223115" y="117620"/>
                  <a:pt x="226357" y="116606"/>
                  <a:pt x="229484" y="114579"/>
                </a:cubicBezTo>
                <a:cubicBezTo>
                  <a:pt x="232612" y="112552"/>
                  <a:pt x="235392" y="109772"/>
                  <a:pt x="237824" y="106239"/>
                </a:cubicBezTo>
                <a:cubicBezTo>
                  <a:pt x="240257" y="102706"/>
                  <a:pt x="242198" y="98565"/>
                  <a:pt x="243645" y="93816"/>
                </a:cubicBezTo>
                <a:cubicBezTo>
                  <a:pt x="245093" y="89067"/>
                  <a:pt x="245816" y="83971"/>
                  <a:pt x="245816" y="78528"/>
                </a:cubicBezTo>
                <a:cubicBezTo>
                  <a:pt x="245816" y="72042"/>
                  <a:pt x="244542" y="67061"/>
                  <a:pt x="241994" y="63587"/>
                </a:cubicBezTo>
                <a:cubicBezTo>
                  <a:pt x="239447" y="60112"/>
                  <a:pt x="235741" y="58375"/>
                  <a:pt x="230875" y="58375"/>
                </a:cubicBezTo>
                <a:cubicBezTo>
                  <a:pt x="227517" y="58375"/>
                  <a:pt x="224245" y="59389"/>
                  <a:pt x="221059" y="61416"/>
                </a:cubicBezTo>
                <a:cubicBezTo>
                  <a:pt x="217874" y="63443"/>
                  <a:pt x="215066" y="66194"/>
                  <a:pt x="212634" y="69668"/>
                </a:cubicBezTo>
                <a:cubicBezTo>
                  <a:pt x="210202" y="73143"/>
                  <a:pt x="208261" y="77255"/>
                  <a:pt x="206812" y="82003"/>
                </a:cubicBezTo>
                <a:cubicBezTo>
                  <a:pt x="205365" y="86752"/>
                  <a:pt x="204641" y="91848"/>
                  <a:pt x="204641" y="97292"/>
                </a:cubicBezTo>
                <a:cubicBezTo>
                  <a:pt x="204641" y="103778"/>
                  <a:pt x="205915" y="108787"/>
                  <a:pt x="208464" y="112320"/>
                </a:cubicBezTo>
                <a:cubicBezTo>
                  <a:pt x="211012" y="115853"/>
                  <a:pt x="214777" y="117620"/>
                  <a:pt x="219757" y="117620"/>
                </a:cubicBezTo>
                <a:close/>
                <a:moveTo>
                  <a:pt x="276030" y="130649"/>
                </a:moveTo>
                <a:lnTo>
                  <a:pt x="293055" y="45345"/>
                </a:lnTo>
                <a:lnTo>
                  <a:pt x="308171" y="45345"/>
                </a:lnTo>
                <a:lnTo>
                  <a:pt x="307301" y="57333"/>
                </a:lnTo>
                <a:lnTo>
                  <a:pt x="307996" y="57333"/>
                </a:lnTo>
                <a:cubicBezTo>
                  <a:pt x="312398" y="53510"/>
                  <a:pt x="316974" y="50209"/>
                  <a:pt x="321723" y="47429"/>
                </a:cubicBezTo>
                <a:cubicBezTo>
                  <a:pt x="326472" y="44649"/>
                  <a:pt x="331162" y="43259"/>
                  <a:pt x="335794" y="43259"/>
                </a:cubicBezTo>
                <a:cubicBezTo>
                  <a:pt x="339037" y="43259"/>
                  <a:pt x="341817" y="43665"/>
                  <a:pt x="344134" y="44476"/>
                </a:cubicBezTo>
                <a:cubicBezTo>
                  <a:pt x="346451" y="45287"/>
                  <a:pt x="348391" y="46388"/>
                  <a:pt x="349953" y="47779"/>
                </a:cubicBezTo>
                <a:cubicBezTo>
                  <a:pt x="351517" y="49168"/>
                  <a:pt x="352733" y="50818"/>
                  <a:pt x="353601" y="52728"/>
                </a:cubicBezTo>
                <a:cubicBezTo>
                  <a:pt x="354471" y="54639"/>
                  <a:pt x="355137" y="56753"/>
                  <a:pt x="355600" y="59070"/>
                </a:cubicBezTo>
                <a:cubicBezTo>
                  <a:pt x="360697" y="54206"/>
                  <a:pt x="365736" y="50355"/>
                  <a:pt x="370716" y="47517"/>
                </a:cubicBezTo>
                <a:cubicBezTo>
                  <a:pt x="375696" y="44678"/>
                  <a:pt x="380503" y="43259"/>
                  <a:pt x="385135" y="43259"/>
                </a:cubicBezTo>
                <a:cubicBezTo>
                  <a:pt x="392201" y="43259"/>
                  <a:pt x="397326" y="45113"/>
                  <a:pt x="400511" y="48821"/>
                </a:cubicBezTo>
                <a:cubicBezTo>
                  <a:pt x="403697" y="52527"/>
                  <a:pt x="405290" y="57855"/>
                  <a:pt x="405290" y="64804"/>
                </a:cubicBezTo>
                <a:cubicBezTo>
                  <a:pt x="405290" y="66773"/>
                  <a:pt x="405174" y="68684"/>
                  <a:pt x="404940" y="70538"/>
                </a:cubicBezTo>
                <a:cubicBezTo>
                  <a:pt x="404709" y="72390"/>
                  <a:pt x="404362" y="74475"/>
                  <a:pt x="403899" y="76792"/>
                </a:cubicBezTo>
                <a:lnTo>
                  <a:pt x="393128" y="130649"/>
                </a:lnTo>
                <a:lnTo>
                  <a:pt x="374364" y="130649"/>
                </a:lnTo>
                <a:lnTo>
                  <a:pt x="384787" y="79222"/>
                </a:lnTo>
                <a:cubicBezTo>
                  <a:pt x="385251" y="77254"/>
                  <a:pt x="385598" y="75575"/>
                  <a:pt x="385829" y="74186"/>
                </a:cubicBezTo>
                <a:cubicBezTo>
                  <a:pt x="386063" y="72795"/>
                  <a:pt x="386179" y="71462"/>
                  <a:pt x="386179" y="70188"/>
                </a:cubicBezTo>
                <a:cubicBezTo>
                  <a:pt x="386179" y="62892"/>
                  <a:pt x="382704" y="59245"/>
                  <a:pt x="375753" y="59245"/>
                </a:cubicBezTo>
                <a:cubicBezTo>
                  <a:pt x="373553" y="59245"/>
                  <a:pt x="370715" y="60287"/>
                  <a:pt x="367240" y="62373"/>
                </a:cubicBezTo>
                <a:cubicBezTo>
                  <a:pt x="363766" y="64456"/>
                  <a:pt x="359828" y="67814"/>
                  <a:pt x="355428" y="72447"/>
                </a:cubicBezTo>
                <a:lnTo>
                  <a:pt x="343787" y="130649"/>
                </a:lnTo>
                <a:lnTo>
                  <a:pt x="325196" y="130649"/>
                </a:lnTo>
                <a:lnTo>
                  <a:pt x="335447" y="79222"/>
                </a:lnTo>
                <a:cubicBezTo>
                  <a:pt x="335910" y="77254"/>
                  <a:pt x="336257" y="75575"/>
                  <a:pt x="336489" y="74186"/>
                </a:cubicBezTo>
                <a:cubicBezTo>
                  <a:pt x="336720" y="72795"/>
                  <a:pt x="336836" y="71462"/>
                  <a:pt x="336836" y="70188"/>
                </a:cubicBezTo>
                <a:cubicBezTo>
                  <a:pt x="336836" y="62892"/>
                  <a:pt x="333420" y="59245"/>
                  <a:pt x="326587" y="59245"/>
                </a:cubicBezTo>
                <a:cubicBezTo>
                  <a:pt x="324270" y="59245"/>
                  <a:pt x="321375" y="60287"/>
                  <a:pt x="317900" y="62373"/>
                </a:cubicBezTo>
                <a:cubicBezTo>
                  <a:pt x="314425" y="64456"/>
                  <a:pt x="310545" y="67814"/>
                  <a:pt x="306260" y="72447"/>
                </a:cubicBezTo>
                <a:lnTo>
                  <a:pt x="294794" y="130649"/>
                </a:lnTo>
                <a:lnTo>
                  <a:pt x="276030" y="130649"/>
                </a:lnTo>
                <a:close/>
                <a:moveTo>
                  <a:pt x="419333" y="93644"/>
                </a:moveTo>
                <a:lnTo>
                  <a:pt x="422114" y="79917"/>
                </a:lnTo>
                <a:lnTo>
                  <a:pt x="461550" y="79917"/>
                </a:lnTo>
                <a:lnTo>
                  <a:pt x="458597" y="93644"/>
                </a:lnTo>
                <a:lnTo>
                  <a:pt x="419333" y="93644"/>
                </a:lnTo>
                <a:close/>
                <a:moveTo>
                  <a:pt x="476057" y="109627"/>
                </a:moveTo>
                <a:lnTo>
                  <a:pt x="476057" y="93816"/>
                </a:lnTo>
                <a:lnTo>
                  <a:pt x="508545" y="81656"/>
                </a:lnTo>
                <a:lnTo>
                  <a:pt x="530609" y="73491"/>
                </a:lnTo>
                <a:lnTo>
                  <a:pt x="530609" y="72796"/>
                </a:lnTo>
                <a:lnTo>
                  <a:pt x="508545" y="64456"/>
                </a:lnTo>
                <a:lnTo>
                  <a:pt x="476057" y="52294"/>
                </a:lnTo>
                <a:lnTo>
                  <a:pt x="476057" y="36833"/>
                </a:lnTo>
                <a:lnTo>
                  <a:pt x="550068" y="66540"/>
                </a:lnTo>
                <a:lnTo>
                  <a:pt x="550068" y="79917"/>
                </a:lnTo>
                <a:lnTo>
                  <a:pt x="476057" y="109627"/>
                </a:lnTo>
                <a:close/>
                <a:moveTo>
                  <a:pt x="575957" y="132733"/>
                </a:moveTo>
                <a:cubicBezTo>
                  <a:pt x="570976" y="132733"/>
                  <a:pt x="567328" y="131517"/>
                  <a:pt x="565011" y="129085"/>
                </a:cubicBezTo>
                <a:cubicBezTo>
                  <a:pt x="562694" y="126653"/>
                  <a:pt x="561535" y="123237"/>
                  <a:pt x="561535" y="118836"/>
                </a:cubicBezTo>
                <a:cubicBezTo>
                  <a:pt x="561535" y="116171"/>
                  <a:pt x="561941" y="113160"/>
                  <a:pt x="562752" y="109802"/>
                </a:cubicBezTo>
                <a:lnTo>
                  <a:pt x="583080" y="7993"/>
                </a:lnTo>
                <a:lnTo>
                  <a:pt x="601669" y="7993"/>
                </a:lnTo>
                <a:lnTo>
                  <a:pt x="581169" y="110669"/>
                </a:lnTo>
                <a:cubicBezTo>
                  <a:pt x="580937" y="111597"/>
                  <a:pt x="580821" y="112292"/>
                  <a:pt x="580821" y="112755"/>
                </a:cubicBezTo>
                <a:cubicBezTo>
                  <a:pt x="580821" y="113218"/>
                  <a:pt x="580821" y="113624"/>
                  <a:pt x="580821" y="113972"/>
                </a:cubicBezTo>
                <a:cubicBezTo>
                  <a:pt x="580821" y="116404"/>
                  <a:pt x="581806" y="117620"/>
                  <a:pt x="583775" y="117620"/>
                </a:cubicBezTo>
                <a:cubicBezTo>
                  <a:pt x="584354" y="117620"/>
                  <a:pt x="584817" y="117590"/>
                  <a:pt x="585164" y="117532"/>
                </a:cubicBezTo>
                <a:cubicBezTo>
                  <a:pt x="585512" y="117474"/>
                  <a:pt x="586092" y="117329"/>
                  <a:pt x="586903" y="117097"/>
                </a:cubicBezTo>
                <a:lnTo>
                  <a:pt x="586555" y="130997"/>
                </a:lnTo>
                <a:cubicBezTo>
                  <a:pt x="585281" y="131576"/>
                  <a:pt x="583775" y="132010"/>
                  <a:pt x="582038" y="132298"/>
                </a:cubicBezTo>
                <a:cubicBezTo>
                  <a:pt x="580301" y="132588"/>
                  <a:pt x="578274" y="132733"/>
                  <a:pt x="575957" y="132733"/>
                </a:cubicBezTo>
                <a:close/>
                <a:moveTo>
                  <a:pt x="638431" y="132733"/>
                </a:moveTo>
                <a:cubicBezTo>
                  <a:pt x="633682" y="132733"/>
                  <a:pt x="629339" y="131923"/>
                  <a:pt x="625402" y="130302"/>
                </a:cubicBezTo>
                <a:cubicBezTo>
                  <a:pt x="621464" y="128680"/>
                  <a:pt x="618105" y="126363"/>
                  <a:pt x="615325" y="123354"/>
                </a:cubicBezTo>
                <a:cubicBezTo>
                  <a:pt x="612545" y="120342"/>
                  <a:pt x="610402" y="116694"/>
                  <a:pt x="608896" y="112408"/>
                </a:cubicBezTo>
                <a:cubicBezTo>
                  <a:pt x="607391" y="108122"/>
                  <a:pt x="606638" y="103315"/>
                  <a:pt x="606638" y="97986"/>
                </a:cubicBezTo>
                <a:cubicBezTo>
                  <a:pt x="606638" y="89880"/>
                  <a:pt x="607999" y="82438"/>
                  <a:pt x="610720" y="75662"/>
                </a:cubicBezTo>
                <a:cubicBezTo>
                  <a:pt x="613442" y="68886"/>
                  <a:pt x="617003" y="63124"/>
                  <a:pt x="621404" y="58375"/>
                </a:cubicBezTo>
                <a:cubicBezTo>
                  <a:pt x="625806" y="53626"/>
                  <a:pt x="630816" y="49920"/>
                  <a:pt x="636432" y="47257"/>
                </a:cubicBezTo>
                <a:cubicBezTo>
                  <a:pt x="642051" y="44592"/>
                  <a:pt x="647756" y="43259"/>
                  <a:pt x="653547" y="43259"/>
                </a:cubicBezTo>
                <a:cubicBezTo>
                  <a:pt x="663276" y="43259"/>
                  <a:pt x="671037" y="46358"/>
                  <a:pt x="676828" y="52556"/>
                </a:cubicBezTo>
                <a:cubicBezTo>
                  <a:pt x="682620" y="58752"/>
                  <a:pt x="685516" y="67236"/>
                  <a:pt x="685516" y="78008"/>
                </a:cubicBezTo>
                <a:cubicBezTo>
                  <a:pt x="685516" y="86115"/>
                  <a:pt x="684154" y="93527"/>
                  <a:pt x="681430" y="100245"/>
                </a:cubicBezTo>
                <a:cubicBezTo>
                  <a:pt x="678709" y="106963"/>
                  <a:pt x="675148" y="112725"/>
                  <a:pt x="670747" y="117532"/>
                </a:cubicBezTo>
                <a:cubicBezTo>
                  <a:pt x="666346" y="122339"/>
                  <a:pt x="661337" y="126075"/>
                  <a:pt x="655718" y="128738"/>
                </a:cubicBezTo>
                <a:cubicBezTo>
                  <a:pt x="650102" y="131401"/>
                  <a:pt x="644339" y="132733"/>
                  <a:pt x="638431" y="132733"/>
                </a:cubicBezTo>
                <a:moveTo>
                  <a:pt x="640518" y="117620"/>
                </a:moveTo>
                <a:cubicBezTo>
                  <a:pt x="643876" y="117620"/>
                  <a:pt x="647118" y="116606"/>
                  <a:pt x="650244" y="114579"/>
                </a:cubicBezTo>
                <a:cubicBezTo>
                  <a:pt x="653372" y="112552"/>
                  <a:pt x="656152" y="109772"/>
                  <a:pt x="658584" y="106239"/>
                </a:cubicBezTo>
                <a:cubicBezTo>
                  <a:pt x="661018" y="102706"/>
                  <a:pt x="662958" y="98565"/>
                  <a:pt x="664406" y="93816"/>
                </a:cubicBezTo>
                <a:cubicBezTo>
                  <a:pt x="665853" y="89067"/>
                  <a:pt x="666577" y="83971"/>
                  <a:pt x="666577" y="78528"/>
                </a:cubicBezTo>
                <a:cubicBezTo>
                  <a:pt x="666577" y="72042"/>
                  <a:pt x="665303" y="67061"/>
                  <a:pt x="662754" y="63587"/>
                </a:cubicBezTo>
                <a:cubicBezTo>
                  <a:pt x="660207" y="60112"/>
                  <a:pt x="656501" y="58375"/>
                  <a:pt x="651636" y="58375"/>
                </a:cubicBezTo>
                <a:cubicBezTo>
                  <a:pt x="648278" y="58375"/>
                  <a:pt x="645006" y="59389"/>
                  <a:pt x="641819" y="61416"/>
                </a:cubicBezTo>
                <a:cubicBezTo>
                  <a:pt x="638635" y="63443"/>
                  <a:pt x="635826" y="66194"/>
                  <a:pt x="633394" y="69668"/>
                </a:cubicBezTo>
                <a:cubicBezTo>
                  <a:pt x="630963" y="73143"/>
                  <a:pt x="629022" y="77255"/>
                  <a:pt x="627573" y="82003"/>
                </a:cubicBezTo>
                <a:cubicBezTo>
                  <a:pt x="626125" y="86752"/>
                  <a:pt x="625402" y="91848"/>
                  <a:pt x="625402" y="97292"/>
                </a:cubicBezTo>
                <a:cubicBezTo>
                  <a:pt x="625402" y="103778"/>
                  <a:pt x="626676" y="108787"/>
                  <a:pt x="629224" y="112320"/>
                </a:cubicBezTo>
                <a:cubicBezTo>
                  <a:pt x="631773" y="115853"/>
                  <a:pt x="635537" y="117620"/>
                  <a:pt x="640518" y="117620"/>
                </a:cubicBezTo>
                <a:close/>
                <a:moveTo>
                  <a:pt x="723494" y="132733"/>
                </a:moveTo>
                <a:cubicBezTo>
                  <a:pt x="715965" y="132733"/>
                  <a:pt x="710028" y="130070"/>
                  <a:pt x="705684" y="124743"/>
                </a:cubicBezTo>
                <a:cubicBezTo>
                  <a:pt x="701342" y="119414"/>
                  <a:pt x="699171" y="111711"/>
                  <a:pt x="699171" y="101634"/>
                </a:cubicBezTo>
                <a:cubicBezTo>
                  <a:pt x="699171" y="93527"/>
                  <a:pt x="700444" y="85913"/>
                  <a:pt x="702991" y="78790"/>
                </a:cubicBezTo>
                <a:cubicBezTo>
                  <a:pt x="705539" y="71666"/>
                  <a:pt x="708956" y="65469"/>
                  <a:pt x="713242" y="60199"/>
                </a:cubicBezTo>
                <a:cubicBezTo>
                  <a:pt x="717528" y="54929"/>
                  <a:pt x="722422" y="50788"/>
                  <a:pt x="727923" y="47776"/>
                </a:cubicBezTo>
                <a:cubicBezTo>
                  <a:pt x="733425" y="44765"/>
                  <a:pt x="739129" y="43259"/>
                  <a:pt x="745036" y="43259"/>
                </a:cubicBezTo>
                <a:cubicBezTo>
                  <a:pt x="749206" y="43259"/>
                  <a:pt x="753029" y="44331"/>
                  <a:pt x="756504" y="46475"/>
                </a:cubicBezTo>
                <a:cubicBezTo>
                  <a:pt x="759978" y="48617"/>
                  <a:pt x="762700" y="51541"/>
                  <a:pt x="764669" y="55247"/>
                </a:cubicBezTo>
                <a:lnTo>
                  <a:pt x="765016" y="55247"/>
                </a:lnTo>
                <a:lnTo>
                  <a:pt x="768664" y="45345"/>
                </a:lnTo>
                <a:lnTo>
                  <a:pt x="783605" y="45345"/>
                </a:lnTo>
                <a:lnTo>
                  <a:pt x="766580" y="130649"/>
                </a:lnTo>
                <a:lnTo>
                  <a:pt x="751292" y="130649"/>
                </a:lnTo>
                <a:lnTo>
                  <a:pt x="752159" y="118836"/>
                </a:lnTo>
                <a:lnTo>
                  <a:pt x="751639" y="118836"/>
                </a:lnTo>
                <a:cubicBezTo>
                  <a:pt x="747585" y="123006"/>
                  <a:pt x="743096" y="126364"/>
                  <a:pt x="738172" y="128913"/>
                </a:cubicBezTo>
                <a:cubicBezTo>
                  <a:pt x="733250" y="131460"/>
                  <a:pt x="728357" y="132733"/>
                  <a:pt x="723494" y="132733"/>
                </a:cubicBezTo>
                <a:moveTo>
                  <a:pt x="731136" y="117445"/>
                </a:moveTo>
                <a:cubicBezTo>
                  <a:pt x="734844" y="117445"/>
                  <a:pt x="738638" y="116344"/>
                  <a:pt x="742517" y="114144"/>
                </a:cubicBezTo>
                <a:cubicBezTo>
                  <a:pt x="746396" y="111944"/>
                  <a:pt x="750074" y="108238"/>
                  <a:pt x="753551" y="103026"/>
                </a:cubicBezTo>
                <a:lnTo>
                  <a:pt x="760499" y="68974"/>
                </a:lnTo>
                <a:cubicBezTo>
                  <a:pt x="758530" y="65268"/>
                  <a:pt x="756301" y="62604"/>
                  <a:pt x="753810" y="60984"/>
                </a:cubicBezTo>
                <a:cubicBezTo>
                  <a:pt x="751320" y="59361"/>
                  <a:pt x="748743" y="58550"/>
                  <a:pt x="746077" y="58550"/>
                </a:cubicBezTo>
                <a:cubicBezTo>
                  <a:pt x="742488" y="58550"/>
                  <a:pt x="739013" y="59621"/>
                  <a:pt x="735654" y="61763"/>
                </a:cubicBezTo>
                <a:cubicBezTo>
                  <a:pt x="732296" y="63905"/>
                  <a:pt x="729343" y="66830"/>
                  <a:pt x="726794" y="70538"/>
                </a:cubicBezTo>
                <a:cubicBezTo>
                  <a:pt x="724246" y="74244"/>
                  <a:pt x="722218" y="78558"/>
                  <a:pt x="720713" y="83480"/>
                </a:cubicBezTo>
                <a:cubicBezTo>
                  <a:pt x="719207" y="88402"/>
                  <a:pt x="718454" y="93585"/>
                  <a:pt x="718454" y="99028"/>
                </a:cubicBezTo>
                <a:cubicBezTo>
                  <a:pt x="718454" y="105283"/>
                  <a:pt x="719583" y="109916"/>
                  <a:pt x="721842" y="112927"/>
                </a:cubicBezTo>
                <a:cubicBezTo>
                  <a:pt x="724101" y="115939"/>
                  <a:pt x="727199" y="117445"/>
                  <a:pt x="731136" y="117445"/>
                </a:cubicBezTo>
                <a:close/>
                <a:moveTo>
                  <a:pt x="859286" y="54552"/>
                </a:moveTo>
                <a:lnTo>
                  <a:pt x="861717" y="38222"/>
                </a:lnTo>
                <a:lnTo>
                  <a:pt x="867623" y="7993"/>
                </a:lnTo>
                <a:lnTo>
                  <a:pt x="886215" y="7993"/>
                </a:lnTo>
                <a:lnTo>
                  <a:pt x="861544" y="130649"/>
                </a:lnTo>
                <a:lnTo>
                  <a:pt x="846256" y="130649"/>
                </a:lnTo>
                <a:lnTo>
                  <a:pt x="847123" y="118836"/>
                </a:lnTo>
                <a:lnTo>
                  <a:pt x="846603" y="118836"/>
                </a:lnTo>
                <a:cubicBezTo>
                  <a:pt x="842549" y="123006"/>
                  <a:pt x="838060" y="126364"/>
                  <a:pt x="833136" y="128913"/>
                </a:cubicBezTo>
                <a:cubicBezTo>
                  <a:pt x="828214" y="131460"/>
                  <a:pt x="823321" y="132733"/>
                  <a:pt x="818458" y="132733"/>
                </a:cubicBezTo>
                <a:cubicBezTo>
                  <a:pt x="810929" y="132733"/>
                  <a:pt x="804992" y="130070"/>
                  <a:pt x="800648" y="124743"/>
                </a:cubicBezTo>
                <a:cubicBezTo>
                  <a:pt x="796306" y="119414"/>
                  <a:pt x="794135" y="111711"/>
                  <a:pt x="794135" y="101634"/>
                </a:cubicBezTo>
                <a:cubicBezTo>
                  <a:pt x="794135" y="93527"/>
                  <a:pt x="795408" y="85913"/>
                  <a:pt x="797955" y="78790"/>
                </a:cubicBezTo>
                <a:cubicBezTo>
                  <a:pt x="800503" y="71666"/>
                  <a:pt x="803920" y="65469"/>
                  <a:pt x="808206" y="60199"/>
                </a:cubicBezTo>
                <a:cubicBezTo>
                  <a:pt x="812492" y="54929"/>
                  <a:pt x="817386" y="50788"/>
                  <a:pt x="822888" y="47776"/>
                </a:cubicBezTo>
                <a:cubicBezTo>
                  <a:pt x="828389" y="44765"/>
                  <a:pt x="834093" y="43259"/>
                  <a:pt x="840000" y="43259"/>
                </a:cubicBezTo>
                <a:cubicBezTo>
                  <a:pt x="844171" y="43259"/>
                  <a:pt x="847878" y="44302"/>
                  <a:pt x="851121" y="46387"/>
                </a:cubicBezTo>
                <a:cubicBezTo>
                  <a:pt x="854364" y="48473"/>
                  <a:pt x="856911" y="51194"/>
                  <a:pt x="858763" y="54552"/>
                </a:cubicBezTo>
                <a:lnTo>
                  <a:pt x="859286" y="54552"/>
                </a:lnTo>
                <a:moveTo>
                  <a:pt x="826101" y="117445"/>
                </a:moveTo>
                <a:cubicBezTo>
                  <a:pt x="829808" y="117445"/>
                  <a:pt x="833573" y="116344"/>
                  <a:pt x="837394" y="114144"/>
                </a:cubicBezTo>
                <a:cubicBezTo>
                  <a:pt x="841217" y="111944"/>
                  <a:pt x="844924" y="108238"/>
                  <a:pt x="848515" y="103026"/>
                </a:cubicBezTo>
                <a:lnTo>
                  <a:pt x="855463" y="68974"/>
                </a:lnTo>
                <a:cubicBezTo>
                  <a:pt x="853494" y="65268"/>
                  <a:pt x="851265" y="62604"/>
                  <a:pt x="848775" y="60984"/>
                </a:cubicBezTo>
                <a:cubicBezTo>
                  <a:pt x="846284" y="59361"/>
                  <a:pt x="843707" y="58550"/>
                  <a:pt x="841042" y="58550"/>
                </a:cubicBezTo>
                <a:cubicBezTo>
                  <a:pt x="837452" y="58550"/>
                  <a:pt x="833978" y="59621"/>
                  <a:pt x="830618" y="61763"/>
                </a:cubicBezTo>
                <a:cubicBezTo>
                  <a:pt x="827260" y="63905"/>
                  <a:pt x="824307" y="66830"/>
                  <a:pt x="821758" y="70538"/>
                </a:cubicBezTo>
                <a:cubicBezTo>
                  <a:pt x="819210" y="74244"/>
                  <a:pt x="817183" y="78558"/>
                  <a:pt x="815677" y="83480"/>
                </a:cubicBezTo>
                <a:cubicBezTo>
                  <a:pt x="814171" y="88402"/>
                  <a:pt x="813418" y="93585"/>
                  <a:pt x="813418" y="99028"/>
                </a:cubicBezTo>
                <a:cubicBezTo>
                  <a:pt x="813418" y="105283"/>
                  <a:pt x="814547" y="109916"/>
                  <a:pt x="816806" y="112927"/>
                </a:cubicBezTo>
                <a:cubicBezTo>
                  <a:pt x="819065" y="115939"/>
                  <a:pt x="822163" y="117445"/>
                  <a:pt x="826101" y="11744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Text XML('&lt;f">
            <a:extLst xmlns:a="http://schemas.openxmlformats.org/drawingml/2006/main">
              <a:ext uri="{FF2B5EF4-FFF2-40B4-BE49-F238E27FC236}">
                <a16:creationId xmlns:a16="http://schemas.microsoft.com/office/drawing/2014/main" id="{8C6E7497-1E26-4BDA-B8DA-EFE21E52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149" y="1199153"/>
            <a:ext cx="567959" cy="158098"/>
          </a:xfrm>
          <a:custGeom xmlns:a="http://schemas.openxmlformats.org/drawingml/2006/main">
            <a:pathLst>
              <a:path w="567959" h="158098">
                <a:moveTo>
                  <a:pt x="0" y="127174"/>
                </a:moveTo>
                <a:lnTo>
                  <a:pt x="42912" y="68451"/>
                </a:lnTo>
                <a:lnTo>
                  <a:pt x="24670" y="13549"/>
                </a:lnTo>
                <a:lnTo>
                  <a:pt x="45345" y="13549"/>
                </a:lnTo>
                <a:lnTo>
                  <a:pt x="52988" y="39959"/>
                </a:lnTo>
                <a:cubicBezTo>
                  <a:pt x="53683" y="42622"/>
                  <a:pt x="54348" y="45314"/>
                  <a:pt x="54984" y="48036"/>
                </a:cubicBezTo>
                <a:cubicBezTo>
                  <a:pt x="55622" y="50758"/>
                  <a:pt x="56405" y="53740"/>
                  <a:pt x="57333" y="56983"/>
                </a:cubicBezTo>
                <a:lnTo>
                  <a:pt x="58028" y="56983"/>
                </a:lnTo>
                <a:cubicBezTo>
                  <a:pt x="59997" y="53857"/>
                  <a:pt x="61936" y="50846"/>
                  <a:pt x="63847" y="47951"/>
                </a:cubicBezTo>
                <a:cubicBezTo>
                  <a:pt x="65759" y="45055"/>
                  <a:pt x="67525" y="42275"/>
                  <a:pt x="69146" y="39611"/>
                </a:cubicBezTo>
                <a:lnTo>
                  <a:pt x="86346" y="13549"/>
                </a:lnTo>
                <a:lnTo>
                  <a:pt x="106326" y="13549"/>
                </a:lnTo>
                <a:lnTo>
                  <a:pt x="65671" y="69493"/>
                </a:lnTo>
                <a:lnTo>
                  <a:pt x="85476" y="127174"/>
                </a:lnTo>
                <a:lnTo>
                  <a:pt x="64804" y="127174"/>
                </a:lnTo>
                <a:lnTo>
                  <a:pt x="56464" y="98856"/>
                </a:lnTo>
                <a:cubicBezTo>
                  <a:pt x="55538" y="95959"/>
                  <a:pt x="54698" y="93063"/>
                  <a:pt x="53945" y="90168"/>
                </a:cubicBezTo>
                <a:cubicBezTo>
                  <a:pt x="53192" y="87272"/>
                  <a:pt x="52352" y="84202"/>
                  <a:pt x="51424" y="80959"/>
                </a:cubicBezTo>
                <a:lnTo>
                  <a:pt x="50905" y="80959"/>
                </a:lnTo>
                <a:cubicBezTo>
                  <a:pt x="48704" y="84202"/>
                  <a:pt x="46619" y="87329"/>
                  <a:pt x="44648" y="90341"/>
                </a:cubicBezTo>
                <a:cubicBezTo>
                  <a:pt x="42679" y="93352"/>
                  <a:pt x="40769" y="96364"/>
                  <a:pt x="38917" y="99375"/>
                </a:cubicBezTo>
                <a:lnTo>
                  <a:pt x="19978" y="127174"/>
                </a:lnTo>
                <a:lnTo>
                  <a:pt x="0" y="127174"/>
                </a:lnTo>
                <a:close/>
                <a:moveTo>
                  <a:pt x="104171" y="127174"/>
                </a:moveTo>
                <a:lnTo>
                  <a:pt x="126757" y="13549"/>
                </a:lnTo>
                <a:lnTo>
                  <a:pt x="147605" y="13549"/>
                </a:lnTo>
                <a:lnTo>
                  <a:pt x="156639" y="70363"/>
                </a:lnTo>
                <a:lnTo>
                  <a:pt x="159940" y="92252"/>
                </a:lnTo>
                <a:lnTo>
                  <a:pt x="160634" y="92252"/>
                </a:lnTo>
                <a:lnTo>
                  <a:pt x="171928" y="70363"/>
                </a:lnTo>
                <a:lnTo>
                  <a:pt x="203201" y="13549"/>
                </a:lnTo>
                <a:lnTo>
                  <a:pt x="223874" y="13549"/>
                </a:lnTo>
                <a:lnTo>
                  <a:pt x="201115" y="127174"/>
                </a:lnTo>
                <a:lnTo>
                  <a:pt x="183396" y="127174"/>
                </a:lnTo>
                <a:lnTo>
                  <a:pt x="194686" y="72621"/>
                </a:lnTo>
                <a:cubicBezTo>
                  <a:pt x="195266" y="69956"/>
                  <a:pt x="195932" y="67090"/>
                  <a:pt x="196685" y="64022"/>
                </a:cubicBezTo>
                <a:cubicBezTo>
                  <a:pt x="197438" y="60952"/>
                  <a:pt x="198220" y="57854"/>
                  <a:pt x="199031" y="54727"/>
                </a:cubicBezTo>
                <a:cubicBezTo>
                  <a:pt x="199843" y="51599"/>
                  <a:pt x="200653" y="48529"/>
                  <a:pt x="201462" y="45518"/>
                </a:cubicBezTo>
                <a:cubicBezTo>
                  <a:pt x="202274" y="42506"/>
                  <a:pt x="203085" y="39669"/>
                  <a:pt x="203896" y="37005"/>
                </a:cubicBezTo>
                <a:lnTo>
                  <a:pt x="203374" y="37005"/>
                </a:lnTo>
                <a:lnTo>
                  <a:pt x="189475" y="62717"/>
                </a:lnTo>
                <a:lnTo>
                  <a:pt x="159420" y="116055"/>
                </a:lnTo>
                <a:lnTo>
                  <a:pt x="150733" y="116055"/>
                </a:lnTo>
                <a:lnTo>
                  <a:pt x="141351" y="62717"/>
                </a:lnTo>
                <a:lnTo>
                  <a:pt x="137703" y="37005"/>
                </a:lnTo>
                <a:lnTo>
                  <a:pt x="137006" y="37005"/>
                </a:lnTo>
                <a:cubicBezTo>
                  <a:pt x="136428" y="42332"/>
                  <a:pt x="135763" y="48268"/>
                  <a:pt x="135010" y="54812"/>
                </a:cubicBezTo>
                <a:cubicBezTo>
                  <a:pt x="134257" y="61357"/>
                  <a:pt x="133359" y="67293"/>
                  <a:pt x="132316" y="72621"/>
                </a:cubicBezTo>
                <a:lnTo>
                  <a:pt x="121370" y="127174"/>
                </a:lnTo>
                <a:lnTo>
                  <a:pt x="104171" y="127174"/>
                </a:lnTo>
                <a:close/>
                <a:moveTo>
                  <a:pt x="229018" y="127174"/>
                </a:moveTo>
                <a:lnTo>
                  <a:pt x="251604" y="13549"/>
                </a:lnTo>
                <a:lnTo>
                  <a:pt x="270368" y="13549"/>
                </a:lnTo>
                <a:lnTo>
                  <a:pt x="250910" y="111363"/>
                </a:lnTo>
                <a:lnTo>
                  <a:pt x="296255" y="111363"/>
                </a:lnTo>
                <a:lnTo>
                  <a:pt x="293127" y="127174"/>
                </a:lnTo>
                <a:lnTo>
                  <a:pt x="229018" y="127174"/>
                </a:lnTo>
                <a:close/>
                <a:moveTo>
                  <a:pt x="328116" y="158098"/>
                </a:moveTo>
                <a:cubicBezTo>
                  <a:pt x="325453" y="150686"/>
                  <a:pt x="323108" y="142231"/>
                  <a:pt x="321080" y="132733"/>
                </a:cubicBezTo>
                <a:cubicBezTo>
                  <a:pt x="319053" y="123235"/>
                  <a:pt x="318040" y="113738"/>
                  <a:pt x="318040" y="104240"/>
                </a:cubicBezTo>
                <a:cubicBezTo>
                  <a:pt x="318040" y="94164"/>
                  <a:pt x="318937" y="84609"/>
                  <a:pt x="320733" y="75575"/>
                </a:cubicBezTo>
                <a:cubicBezTo>
                  <a:pt x="322529" y="66540"/>
                  <a:pt x="325164" y="57795"/>
                  <a:pt x="328638" y="49340"/>
                </a:cubicBezTo>
                <a:cubicBezTo>
                  <a:pt x="332113" y="40885"/>
                  <a:pt x="336370" y="32605"/>
                  <a:pt x="341408" y="24498"/>
                </a:cubicBezTo>
                <a:cubicBezTo>
                  <a:pt x="346447" y="16389"/>
                  <a:pt x="352209" y="8223"/>
                  <a:pt x="358695" y="0"/>
                </a:cubicBezTo>
                <a:lnTo>
                  <a:pt x="369639" y="5731"/>
                </a:lnTo>
                <a:cubicBezTo>
                  <a:pt x="357363" y="21715"/>
                  <a:pt x="348242" y="37989"/>
                  <a:pt x="342275" y="54552"/>
                </a:cubicBezTo>
                <a:cubicBezTo>
                  <a:pt x="336310" y="71116"/>
                  <a:pt x="333328" y="88200"/>
                  <a:pt x="333328" y="105804"/>
                </a:cubicBezTo>
                <a:cubicBezTo>
                  <a:pt x="333328" y="109627"/>
                  <a:pt x="333473" y="113652"/>
                  <a:pt x="333763" y="117879"/>
                </a:cubicBezTo>
                <a:cubicBezTo>
                  <a:pt x="334053" y="122107"/>
                  <a:pt x="334458" y="126305"/>
                  <a:pt x="334980" y="130474"/>
                </a:cubicBezTo>
                <a:cubicBezTo>
                  <a:pt x="335501" y="134643"/>
                  <a:pt x="336196" y="138668"/>
                  <a:pt x="337063" y="142547"/>
                </a:cubicBezTo>
                <a:cubicBezTo>
                  <a:pt x="337933" y="146428"/>
                  <a:pt x="339005" y="149990"/>
                  <a:pt x="340279" y="153233"/>
                </a:cubicBezTo>
                <a:lnTo>
                  <a:pt x="328116" y="158098"/>
                </a:lnTo>
                <a:close/>
                <a:moveTo>
                  <a:pt x="383450" y="58722"/>
                </a:moveTo>
                <a:lnTo>
                  <a:pt x="387273" y="29707"/>
                </a:lnTo>
                <a:lnTo>
                  <a:pt x="390226" y="10596"/>
                </a:lnTo>
                <a:lnTo>
                  <a:pt x="408643" y="10596"/>
                </a:lnTo>
                <a:lnTo>
                  <a:pt x="404473" y="29707"/>
                </a:lnTo>
                <a:lnTo>
                  <a:pt x="395960" y="58722"/>
                </a:lnTo>
                <a:lnTo>
                  <a:pt x="383450" y="58722"/>
                </a:lnTo>
                <a:close/>
                <a:moveTo>
                  <a:pt x="490039" y="106151"/>
                </a:moveTo>
                <a:lnTo>
                  <a:pt x="416028" y="76442"/>
                </a:lnTo>
                <a:lnTo>
                  <a:pt x="416028" y="63065"/>
                </a:lnTo>
                <a:lnTo>
                  <a:pt x="490039" y="33358"/>
                </a:lnTo>
                <a:lnTo>
                  <a:pt x="490039" y="48818"/>
                </a:lnTo>
                <a:lnTo>
                  <a:pt x="457551" y="60981"/>
                </a:lnTo>
                <a:lnTo>
                  <a:pt x="435486" y="69321"/>
                </a:lnTo>
                <a:lnTo>
                  <a:pt x="435486" y="70016"/>
                </a:lnTo>
                <a:lnTo>
                  <a:pt x="457551" y="78181"/>
                </a:lnTo>
                <a:lnTo>
                  <a:pt x="490039" y="90341"/>
                </a:lnTo>
                <a:lnTo>
                  <a:pt x="490039" y="106151"/>
                </a:lnTo>
                <a:close/>
                <a:moveTo>
                  <a:pt x="505067" y="56636"/>
                </a:moveTo>
                <a:lnTo>
                  <a:pt x="507848" y="42739"/>
                </a:lnTo>
                <a:lnTo>
                  <a:pt x="519141" y="41870"/>
                </a:lnTo>
                <a:lnTo>
                  <a:pt x="521050" y="31966"/>
                </a:lnTo>
                <a:cubicBezTo>
                  <a:pt x="522787" y="23279"/>
                  <a:pt x="526087" y="16185"/>
                  <a:pt x="530951" y="10684"/>
                </a:cubicBezTo>
                <a:cubicBezTo>
                  <a:pt x="535817" y="5182"/>
                  <a:pt x="542535" y="2431"/>
                  <a:pt x="551107" y="2431"/>
                </a:cubicBezTo>
                <a:cubicBezTo>
                  <a:pt x="554350" y="2431"/>
                  <a:pt x="557361" y="2837"/>
                  <a:pt x="560141" y="3648"/>
                </a:cubicBezTo>
                <a:cubicBezTo>
                  <a:pt x="562921" y="4459"/>
                  <a:pt x="565527" y="5502"/>
                  <a:pt x="567959" y="6776"/>
                </a:cubicBezTo>
                <a:lnTo>
                  <a:pt x="561705" y="19978"/>
                </a:lnTo>
                <a:cubicBezTo>
                  <a:pt x="560663" y="19400"/>
                  <a:pt x="559359" y="18821"/>
                  <a:pt x="557795" y="18242"/>
                </a:cubicBezTo>
                <a:cubicBezTo>
                  <a:pt x="556233" y="17662"/>
                  <a:pt x="554582" y="17372"/>
                  <a:pt x="552843" y="17372"/>
                </a:cubicBezTo>
                <a:cubicBezTo>
                  <a:pt x="549368" y="17372"/>
                  <a:pt x="546531" y="18501"/>
                  <a:pt x="544331" y="20760"/>
                </a:cubicBezTo>
                <a:cubicBezTo>
                  <a:pt x="542130" y="23019"/>
                  <a:pt x="540567" y="26581"/>
                  <a:pt x="539641" y="31446"/>
                </a:cubicBezTo>
                <a:lnTo>
                  <a:pt x="537555" y="41870"/>
                </a:lnTo>
                <a:lnTo>
                  <a:pt x="553713" y="41870"/>
                </a:lnTo>
                <a:lnTo>
                  <a:pt x="550759" y="56636"/>
                </a:lnTo>
                <a:lnTo>
                  <a:pt x="534429" y="56636"/>
                </a:lnTo>
                <a:lnTo>
                  <a:pt x="520530" y="127174"/>
                </a:lnTo>
                <a:lnTo>
                  <a:pt x="501938" y="127174"/>
                </a:lnTo>
                <a:lnTo>
                  <a:pt x="516013" y="56636"/>
                </a:lnTo>
                <a:lnTo>
                  <a:pt x="505067" y="56636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Text oo&gt;f">
            <a:extLst xmlns:a="http://schemas.openxmlformats.org/drawingml/2006/main">
              <a:ext uri="{FF2B5EF4-FFF2-40B4-BE49-F238E27FC236}">
                <a16:creationId xmlns:a16="http://schemas.microsoft.com/office/drawing/2014/main" id="{6E670735-5C40-45A7-A599-7E56E019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338" y="1201584"/>
            <a:ext cx="338699" cy="126827"/>
          </a:xfrm>
          <a:custGeom xmlns:a="http://schemas.openxmlformats.org/drawingml/2006/main">
            <a:pathLst>
              <a:path w="338699" h="126827">
                <a:moveTo>
                  <a:pt x="31793" y="126827"/>
                </a:moveTo>
                <a:cubicBezTo>
                  <a:pt x="27045" y="126827"/>
                  <a:pt x="22701" y="126016"/>
                  <a:pt x="18764" y="124396"/>
                </a:cubicBezTo>
                <a:cubicBezTo>
                  <a:pt x="14826" y="122773"/>
                  <a:pt x="11467" y="120457"/>
                  <a:pt x="8687" y="117447"/>
                </a:cubicBezTo>
                <a:cubicBezTo>
                  <a:pt x="5907" y="114436"/>
                  <a:pt x="3764" y="110787"/>
                  <a:pt x="2259" y="106501"/>
                </a:cubicBezTo>
                <a:cubicBezTo>
                  <a:pt x="753" y="102216"/>
                  <a:pt x="0" y="97408"/>
                  <a:pt x="0" y="92080"/>
                </a:cubicBezTo>
                <a:cubicBezTo>
                  <a:pt x="0" y="83973"/>
                  <a:pt x="1361" y="76532"/>
                  <a:pt x="4083" y="69756"/>
                </a:cubicBezTo>
                <a:cubicBezTo>
                  <a:pt x="6804" y="62980"/>
                  <a:pt x="10365" y="57217"/>
                  <a:pt x="14766" y="52469"/>
                </a:cubicBezTo>
                <a:cubicBezTo>
                  <a:pt x="19169" y="47720"/>
                  <a:pt x="24178" y="44014"/>
                  <a:pt x="29795" y="41350"/>
                </a:cubicBezTo>
                <a:cubicBezTo>
                  <a:pt x="35413" y="38685"/>
                  <a:pt x="41118" y="37353"/>
                  <a:pt x="46909" y="37353"/>
                </a:cubicBezTo>
                <a:cubicBezTo>
                  <a:pt x="56639" y="37353"/>
                  <a:pt x="64399" y="40452"/>
                  <a:pt x="70191" y="46650"/>
                </a:cubicBezTo>
                <a:cubicBezTo>
                  <a:pt x="75982" y="52846"/>
                  <a:pt x="78878" y="61330"/>
                  <a:pt x="78878" y="72102"/>
                </a:cubicBezTo>
                <a:cubicBezTo>
                  <a:pt x="78878" y="80209"/>
                  <a:pt x="77516" y="87621"/>
                  <a:pt x="74793" y="94338"/>
                </a:cubicBezTo>
                <a:cubicBezTo>
                  <a:pt x="72071" y="101056"/>
                  <a:pt x="68510" y="106819"/>
                  <a:pt x="64109" y="111626"/>
                </a:cubicBezTo>
                <a:cubicBezTo>
                  <a:pt x="59708" y="116433"/>
                  <a:pt x="54699" y="120168"/>
                  <a:pt x="49081" y="122831"/>
                </a:cubicBezTo>
                <a:cubicBezTo>
                  <a:pt x="43464" y="125495"/>
                  <a:pt x="37702" y="126827"/>
                  <a:pt x="31793" y="126827"/>
                </a:cubicBezTo>
                <a:moveTo>
                  <a:pt x="33880" y="111713"/>
                </a:moveTo>
                <a:cubicBezTo>
                  <a:pt x="37238" y="111713"/>
                  <a:pt x="40480" y="110700"/>
                  <a:pt x="43606" y="108672"/>
                </a:cubicBezTo>
                <a:cubicBezTo>
                  <a:pt x="46734" y="106645"/>
                  <a:pt x="49515" y="103865"/>
                  <a:pt x="51946" y="100332"/>
                </a:cubicBezTo>
                <a:cubicBezTo>
                  <a:pt x="54380" y="96800"/>
                  <a:pt x="56321" y="92659"/>
                  <a:pt x="57768" y="87910"/>
                </a:cubicBezTo>
                <a:cubicBezTo>
                  <a:pt x="59215" y="83161"/>
                  <a:pt x="59939" y="78065"/>
                  <a:pt x="59939" y="72622"/>
                </a:cubicBezTo>
                <a:cubicBezTo>
                  <a:pt x="59939" y="66135"/>
                  <a:pt x="58665" y="61155"/>
                  <a:pt x="56116" y="57680"/>
                </a:cubicBezTo>
                <a:cubicBezTo>
                  <a:pt x="53570" y="54206"/>
                  <a:pt x="49864" y="52469"/>
                  <a:pt x="44998" y="52469"/>
                </a:cubicBezTo>
                <a:cubicBezTo>
                  <a:pt x="41640" y="52469"/>
                  <a:pt x="38368" y="53482"/>
                  <a:pt x="35181" y="55509"/>
                </a:cubicBezTo>
                <a:cubicBezTo>
                  <a:pt x="31997" y="57536"/>
                  <a:pt x="29188" y="60287"/>
                  <a:pt x="26757" y="63762"/>
                </a:cubicBezTo>
                <a:cubicBezTo>
                  <a:pt x="24325" y="67236"/>
                  <a:pt x="22384" y="71348"/>
                  <a:pt x="20935" y="76097"/>
                </a:cubicBezTo>
                <a:cubicBezTo>
                  <a:pt x="19488" y="80846"/>
                  <a:pt x="18764" y="85942"/>
                  <a:pt x="18764" y="91385"/>
                </a:cubicBezTo>
                <a:cubicBezTo>
                  <a:pt x="18764" y="97871"/>
                  <a:pt x="20038" y="102881"/>
                  <a:pt x="22587" y="106414"/>
                </a:cubicBezTo>
                <a:cubicBezTo>
                  <a:pt x="25135" y="109947"/>
                  <a:pt x="28899" y="111713"/>
                  <a:pt x="33880" y="111713"/>
                </a:cubicBezTo>
                <a:close/>
                <a:moveTo>
                  <a:pt x="124134" y="126827"/>
                </a:moveTo>
                <a:cubicBezTo>
                  <a:pt x="119385" y="126827"/>
                  <a:pt x="115042" y="126016"/>
                  <a:pt x="111104" y="124396"/>
                </a:cubicBezTo>
                <a:cubicBezTo>
                  <a:pt x="107167" y="122773"/>
                  <a:pt x="103808" y="120457"/>
                  <a:pt x="101028" y="117447"/>
                </a:cubicBezTo>
                <a:cubicBezTo>
                  <a:pt x="98248" y="114436"/>
                  <a:pt x="96105" y="110787"/>
                  <a:pt x="94599" y="106501"/>
                </a:cubicBezTo>
                <a:cubicBezTo>
                  <a:pt x="93094" y="102216"/>
                  <a:pt x="92341" y="97408"/>
                  <a:pt x="92341" y="92080"/>
                </a:cubicBezTo>
                <a:cubicBezTo>
                  <a:pt x="92341" y="83973"/>
                  <a:pt x="93702" y="76532"/>
                  <a:pt x="96423" y="69756"/>
                </a:cubicBezTo>
                <a:cubicBezTo>
                  <a:pt x="99145" y="62980"/>
                  <a:pt x="102706" y="57217"/>
                  <a:pt x="107107" y="52469"/>
                </a:cubicBezTo>
                <a:cubicBezTo>
                  <a:pt x="111509" y="47720"/>
                  <a:pt x="116519" y="44014"/>
                  <a:pt x="122135" y="41350"/>
                </a:cubicBezTo>
                <a:cubicBezTo>
                  <a:pt x="127754" y="38685"/>
                  <a:pt x="133459" y="37353"/>
                  <a:pt x="139250" y="37353"/>
                </a:cubicBezTo>
                <a:cubicBezTo>
                  <a:pt x="148979" y="37353"/>
                  <a:pt x="156740" y="40452"/>
                  <a:pt x="162531" y="46650"/>
                </a:cubicBezTo>
                <a:cubicBezTo>
                  <a:pt x="168323" y="52846"/>
                  <a:pt x="171219" y="61330"/>
                  <a:pt x="171219" y="72102"/>
                </a:cubicBezTo>
                <a:cubicBezTo>
                  <a:pt x="171219" y="80209"/>
                  <a:pt x="169857" y="87621"/>
                  <a:pt x="167133" y="94338"/>
                </a:cubicBezTo>
                <a:cubicBezTo>
                  <a:pt x="164412" y="101056"/>
                  <a:pt x="160850" y="106819"/>
                  <a:pt x="156450" y="111626"/>
                </a:cubicBezTo>
                <a:cubicBezTo>
                  <a:pt x="152049" y="116433"/>
                  <a:pt x="147040" y="120168"/>
                  <a:pt x="141421" y="122831"/>
                </a:cubicBezTo>
                <a:cubicBezTo>
                  <a:pt x="135805" y="125495"/>
                  <a:pt x="130042" y="126827"/>
                  <a:pt x="124134" y="126827"/>
                </a:cubicBezTo>
                <a:moveTo>
                  <a:pt x="126220" y="111713"/>
                </a:moveTo>
                <a:cubicBezTo>
                  <a:pt x="129578" y="111713"/>
                  <a:pt x="132821" y="110700"/>
                  <a:pt x="135947" y="108672"/>
                </a:cubicBezTo>
                <a:cubicBezTo>
                  <a:pt x="139075" y="106645"/>
                  <a:pt x="141855" y="103865"/>
                  <a:pt x="144287" y="100332"/>
                </a:cubicBezTo>
                <a:cubicBezTo>
                  <a:pt x="146721" y="96800"/>
                  <a:pt x="148661" y="92659"/>
                  <a:pt x="150109" y="87910"/>
                </a:cubicBezTo>
                <a:cubicBezTo>
                  <a:pt x="151556" y="83161"/>
                  <a:pt x="152280" y="78065"/>
                  <a:pt x="152280" y="72622"/>
                </a:cubicBezTo>
                <a:cubicBezTo>
                  <a:pt x="152280" y="66135"/>
                  <a:pt x="151006" y="61155"/>
                  <a:pt x="148457" y="57680"/>
                </a:cubicBezTo>
                <a:cubicBezTo>
                  <a:pt x="145910" y="54206"/>
                  <a:pt x="142204" y="52469"/>
                  <a:pt x="137339" y="52469"/>
                </a:cubicBezTo>
                <a:cubicBezTo>
                  <a:pt x="133981" y="52469"/>
                  <a:pt x="130709" y="53482"/>
                  <a:pt x="127522" y="55509"/>
                </a:cubicBezTo>
                <a:cubicBezTo>
                  <a:pt x="124337" y="57536"/>
                  <a:pt x="121529" y="60287"/>
                  <a:pt x="119097" y="63762"/>
                </a:cubicBezTo>
                <a:cubicBezTo>
                  <a:pt x="116665" y="67236"/>
                  <a:pt x="114725" y="71348"/>
                  <a:pt x="113276" y="76097"/>
                </a:cubicBezTo>
                <a:cubicBezTo>
                  <a:pt x="111828" y="80846"/>
                  <a:pt x="111104" y="85942"/>
                  <a:pt x="111104" y="91385"/>
                </a:cubicBezTo>
                <a:cubicBezTo>
                  <a:pt x="111104" y="97871"/>
                  <a:pt x="112379" y="102881"/>
                  <a:pt x="114927" y="106414"/>
                </a:cubicBezTo>
                <a:cubicBezTo>
                  <a:pt x="117476" y="109947"/>
                  <a:pt x="121240" y="111713"/>
                  <a:pt x="126220" y="111713"/>
                </a:cubicBezTo>
                <a:close/>
                <a:moveTo>
                  <a:pt x="187115" y="103720"/>
                </a:moveTo>
                <a:lnTo>
                  <a:pt x="187115" y="87910"/>
                </a:lnTo>
                <a:lnTo>
                  <a:pt x="219603" y="75750"/>
                </a:lnTo>
                <a:lnTo>
                  <a:pt x="241667" y="67585"/>
                </a:lnTo>
                <a:lnTo>
                  <a:pt x="241667" y="66890"/>
                </a:lnTo>
                <a:lnTo>
                  <a:pt x="219603" y="58550"/>
                </a:lnTo>
                <a:lnTo>
                  <a:pt x="187115" y="46387"/>
                </a:lnTo>
                <a:lnTo>
                  <a:pt x="187115" y="30927"/>
                </a:lnTo>
                <a:lnTo>
                  <a:pt x="261126" y="60634"/>
                </a:lnTo>
                <a:lnTo>
                  <a:pt x="261126" y="74011"/>
                </a:lnTo>
                <a:lnTo>
                  <a:pt x="187115" y="103720"/>
                </a:lnTo>
                <a:close/>
                <a:moveTo>
                  <a:pt x="275806" y="54205"/>
                </a:moveTo>
                <a:lnTo>
                  <a:pt x="278587" y="40308"/>
                </a:lnTo>
                <a:lnTo>
                  <a:pt x="289880" y="39439"/>
                </a:lnTo>
                <a:lnTo>
                  <a:pt x="291789" y="29535"/>
                </a:lnTo>
                <a:cubicBezTo>
                  <a:pt x="293526" y="20848"/>
                  <a:pt x="296827" y="13754"/>
                  <a:pt x="301691" y="8253"/>
                </a:cubicBezTo>
                <a:cubicBezTo>
                  <a:pt x="306556" y="2751"/>
                  <a:pt x="313275" y="0"/>
                  <a:pt x="321846" y="0"/>
                </a:cubicBezTo>
                <a:cubicBezTo>
                  <a:pt x="325089" y="0"/>
                  <a:pt x="328101" y="406"/>
                  <a:pt x="330881" y="1217"/>
                </a:cubicBezTo>
                <a:cubicBezTo>
                  <a:pt x="333661" y="2028"/>
                  <a:pt x="336267" y="3071"/>
                  <a:pt x="338699" y="4345"/>
                </a:cubicBezTo>
                <a:lnTo>
                  <a:pt x="332445" y="17547"/>
                </a:lnTo>
                <a:cubicBezTo>
                  <a:pt x="331402" y="16969"/>
                  <a:pt x="330099" y="16390"/>
                  <a:pt x="328535" y="15811"/>
                </a:cubicBezTo>
                <a:cubicBezTo>
                  <a:pt x="326972" y="15231"/>
                  <a:pt x="325322" y="14941"/>
                  <a:pt x="323583" y="14941"/>
                </a:cubicBezTo>
                <a:cubicBezTo>
                  <a:pt x="320108" y="14941"/>
                  <a:pt x="317271" y="16070"/>
                  <a:pt x="315070" y="18329"/>
                </a:cubicBezTo>
                <a:cubicBezTo>
                  <a:pt x="312870" y="20588"/>
                  <a:pt x="311307" y="24150"/>
                  <a:pt x="310381" y="29015"/>
                </a:cubicBezTo>
                <a:lnTo>
                  <a:pt x="308294" y="39439"/>
                </a:lnTo>
                <a:lnTo>
                  <a:pt x="324452" y="39439"/>
                </a:lnTo>
                <a:lnTo>
                  <a:pt x="321499" y="54205"/>
                </a:lnTo>
                <a:lnTo>
                  <a:pt x="305169" y="54205"/>
                </a:lnTo>
                <a:lnTo>
                  <a:pt x="291270" y="124743"/>
                </a:lnTo>
                <a:lnTo>
                  <a:pt x="272678" y="124743"/>
                </a:lnTo>
                <a:lnTo>
                  <a:pt x="286752" y="54205"/>
                </a:lnTo>
                <a:lnTo>
                  <a:pt x="275806" y="5420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Text oo1&lt;">
            <a:extLst xmlns:a="http://schemas.openxmlformats.org/drawingml/2006/main">
              <a:ext uri="{FF2B5EF4-FFF2-40B4-BE49-F238E27FC236}">
                <a16:creationId xmlns:a16="http://schemas.microsoft.com/office/drawing/2014/main" id="{0C8FB8E0-72F2-43A2-A5D7-148AF863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267" y="1215831"/>
            <a:ext cx="347733" cy="112580"/>
          </a:xfrm>
          <a:custGeom xmlns:a="http://schemas.openxmlformats.org/drawingml/2006/main">
            <a:pathLst>
              <a:path w="347733" h="112580">
                <a:moveTo>
                  <a:pt x="31793" y="112580"/>
                </a:moveTo>
                <a:cubicBezTo>
                  <a:pt x="27045" y="112580"/>
                  <a:pt x="22701" y="111770"/>
                  <a:pt x="18764" y="110149"/>
                </a:cubicBezTo>
                <a:cubicBezTo>
                  <a:pt x="14826" y="108527"/>
                  <a:pt x="11467" y="106211"/>
                  <a:pt x="8687" y="103201"/>
                </a:cubicBezTo>
                <a:cubicBezTo>
                  <a:pt x="5907" y="100189"/>
                  <a:pt x="3764" y="96541"/>
                  <a:pt x="2259" y="92255"/>
                </a:cubicBezTo>
                <a:cubicBezTo>
                  <a:pt x="753" y="87969"/>
                  <a:pt x="0" y="83162"/>
                  <a:pt x="0" y="77833"/>
                </a:cubicBezTo>
                <a:cubicBezTo>
                  <a:pt x="0" y="69727"/>
                  <a:pt x="1361" y="62285"/>
                  <a:pt x="4083" y="55509"/>
                </a:cubicBezTo>
                <a:cubicBezTo>
                  <a:pt x="6804" y="48733"/>
                  <a:pt x="10365" y="42971"/>
                  <a:pt x="14766" y="38222"/>
                </a:cubicBezTo>
                <a:cubicBezTo>
                  <a:pt x="19169" y="33473"/>
                  <a:pt x="24178" y="29767"/>
                  <a:pt x="29795" y="27104"/>
                </a:cubicBezTo>
                <a:cubicBezTo>
                  <a:pt x="35413" y="24439"/>
                  <a:pt x="41118" y="23106"/>
                  <a:pt x="46909" y="23106"/>
                </a:cubicBezTo>
                <a:cubicBezTo>
                  <a:pt x="56639" y="23106"/>
                  <a:pt x="64399" y="26205"/>
                  <a:pt x="70191" y="32403"/>
                </a:cubicBezTo>
                <a:cubicBezTo>
                  <a:pt x="75982" y="38599"/>
                  <a:pt x="78878" y="47084"/>
                  <a:pt x="78878" y="57855"/>
                </a:cubicBezTo>
                <a:cubicBezTo>
                  <a:pt x="78878" y="65962"/>
                  <a:pt x="77516" y="73374"/>
                  <a:pt x="74793" y="80092"/>
                </a:cubicBezTo>
                <a:cubicBezTo>
                  <a:pt x="72071" y="86810"/>
                  <a:pt x="68510" y="92572"/>
                  <a:pt x="64109" y="97379"/>
                </a:cubicBezTo>
                <a:cubicBezTo>
                  <a:pt x="59708" y="102186"/>
                  <a:pt x="54699" y="105922"/>
                  <a:pt x="49081" y="108585"/>
                </a:cubicBezTo>
                <a:cubicBezTo>
                  <a:pt x="43464" y="111248"/>
                  <a:pt x="37702" y="112580"/>
                  <a:pt x="31793" y="112580"/>
                </a:cubicBezTo>
                <a:moveTo>
                  <a:pt x="33880" y="97467"/>
                </a:moveTo>
                <a:cubicBezTo>
                  <a:pt x="37238" y="97467"/>
                  <a:pt x="40480" y="96453"/>
                  <a:pt x="43606" y="94426"/>
                </a:cubicBezTo>
                <a:cubicBezTo>
                  <a:pt x="46734" y="92399"/>
                  <a:pt x="49515" y="89619"/>
                  <a:pt x="51946" y="86086"/>
                </a:cubicBezTo>
                <a:cubicBezTo>
                  <a:pt x="54380" y="82553"/>
                  <a:pt x="56321" y="78412"/>
                  <a:pt x="57768" y="73663"/>
                </a:cubicBezTo>
                <a:cubicBezTo>
                  <a:pt x="59215" y="68915"/>
                  <a:pt x="59939" y="63818"/>
                  <a:pt x="59939" y="58375"/>
                </a:cubicBezTo>
                <a:cubicBezTo>
                  <a:pt x="59939" y="51889"/>
                  <a:pt x="58665" y="46909"/>
                  <a:pt x="56116" y="43434"/>
                </a:cubicBezTo>
                <a:cubicBezTo>
                  <a:pt x="53570" y="39959"/>
                  <a:pt x="49864" y="38222"/>
                  <a:pt x="44998" y="38222"/>
                </a:cubicBezTo>
                <a:cubicBezTo>
                  <a:pt x="41640" y="38222"/>
                  <a:pt x="38368" y="39236"/>
                  <a:pt x="35181" y="41263"/>
                </a:cubicBezTo>
                <a:cubicBezTo>
                  <a:pt x="31997" y="43290"/>
                  <a:pt x="29188" y="46041"/>
                  <a:pt x="26757" y="49515"/>
                </a:cubicBezTo>
                <a:cubicBezTo>
                  <a:pt x="24325" y="52990"/>
                  <a:pt x="22384" y="57102"/>
                  <a:pt x="20935" y="61850"/>
                </a:cubicBezTo>
                <a:cubicBezTo>
                  <a:pt x="19488" y="66599"/>
                  <a:pt x="18764" y="71695"/>
                  <a:pt x="18764" y="77139"/>
                </a:cubicBezTo>
                <a:cubicBezTo>
                  <a:pt x="18764" y="83625"/>
                  <a:pt x="20038" y="88634"/>
                  <a:pt x="22587" y="92167"/>
                </a:cubicBezTo>
                <a:cubicBezTo>
                  <a:pt x="25135" y="95700"/>
                  <a:pt x="28899" y="97467"/>
                  <a:pt x="33880" y="97467"/>
                </a:cubicBezTo>
                <a:close/>
                <a:moveTo>
                  <a:pt x="124134" y="112580"/>
                </a:moveTo>
                <a:cubicBezTo>
                  <a:pt x="119385" y="112580"/>
                  <a:pt x="115042" y="111770"/>
                  <a:pt x="111104" y="110149"/>
                </a:cubicBezTo>
                <a:cubicBezTo>
                  <a:pt x="107167" y="108527"/>
                  <a:pt x="103808" y="106211"/>
                  <a:pt x="101028" y="103201"/>
                </a:cubicBezTo>
                <a:cubicBezTo>
                  <a:pt x="98248" y="100189"/>
                  <a:pt x="96105" y="96541"/>
                  <a:pt x="94599" y="92255"/>
                </a:cubicBezTo>
                <a:cubicBezTo>
                  <a:pt x="93094" y="87969"/>
                  <a:pt x="92341" y="83162"/>
                  <a:pt x="92341" y="77833"/>
                </a:cubicBezTo>
                <a:cubicBezTo>
                  <a:pt x="92341" y="69727"/>
                  <a:pt x="93702" y="62285"/>
                  <a:pt x="96423" y="55509"/>
                </a:cubicBezTo>
                <a:cubicBezTo>
                  <a:pt x="99145" y="48733"/>
                  <a:pt x="102706" y="42971"/>
                  <a:pt x="107107" y="38222"/>
                </a:cubicBezTo>
                <a:cubicBezTo>
                  <a:pt x="111509" y="33473"/>
                  <a:pt x="116519" y="29767"/>
                  <a:pt x="122135" y="27104"/>
                </a:cubicBezTo>
                <a:cubicBezTo>
                  <a:pt x="127754" y="24439"/>
                  <a:pt x="133459" y="23106"/>
                  <a:pt x="139250" y="23106"/>
                </a:cubicBezTo>
                <a:cubicBezTo>
                  <a:pt x="148979" y="23106"/>
                  <a:pt x="156740" y="26205"/>
                  <a:pt x="162531" y="32403"/>
                </a:cubicBezTo>
                <a:cubicBezTo>
                  <a:pt x="168323" y="38599"/>
                  <a:pt x="171219" y="47084"/>
                  <a:pt x="171219" y="57855"/>
                </a:cubicBezTo>
                <a:cubicBezTo>
                  <a:pt x="171219" y="65962"/>
                  <a:pt x="169857" y="73374"/>
                  <a:pt x="167133" y="80092"/>
                </a:cubicBezTo>
                <a:cubicBezTo>
                  <a:pt x="164412" y="86810"/>
                  <a:pt x="160850" y="92572"/>
                  <a:pt x="156450" y="97379"/>
                </a:cubicBezTo>
                <a:cubicBezTo>
                  <a:pt x="152049" y="102186"/>
                  <a:pt x="147040" y="105922"/>
                  <a:pt x="141421" y="108585"/>
                </a:cubicBezTo>
                <a:cubicBezTo>
                  <a:pt x="135805" y="111248"/>
                  <a:pt x="130042" y="112580"/>
                  <a:pt x="124134" y="112580"/>
                </a:cubicBezTo>
                <a:moveTo>
                  <a:pt x="126220" y="97467"/>
                </a:moveTo>
                <a:cubicBezTo>
                  <a:pt x="129578" y="97467"/>
                  <a:pt x="132821" y="96453"/>
                  <a:pt x="135947" y="94426"/>
                </a:cubicBezTo>
                <a:cubicBezTo>
                  <a:pt x="139075" y="92399"/>
                  <a:pt x="141855" y="89619"/>
                  <a:pt x="144287" y="86086"/>
                </a:cubicBezTo>
                <a:cubicBezTo>
                  <a:pt x="146721" y="82553"/>
                  <a:pt x="148661" y="78412"/>
                  <a:pt x="150109" y="73663"/>
                </a:cubicBezTo>
                <a:cubicBezTo>
                  <a:pt x="151556" y="68915"/>
                  <a:pt x="152280" y="63818"/>
                  <a:pt x="152280" y="58375"/>
                </a:cubicBezTo>
                <a:cubicBezTo>
                  <a:pt x="152280" y="51889"/>
                  <a:pt x="151006" y="46909"/>
                  <a:pt x="148457" y="43434"/>
                </a:cubicBezTo>
                <a:cubicBezTo>
                  <a:pt x="145910" y="39959"/>
                  <a:pt x="142204" y="38222"/>
                  <a:pt x="137339" y="38222"/>
                </a:cubicBezTo>
                <a:cubicBezTo>
                  <a:pt x="133981" y="38222"/>
                  <a:pt x="130709" y="39236"/>
                  <a:pt x="127522" y="41263"/>
                </a:cubicBezTo>
                <a:cubicBezTo>
                  <a:pt x="124337" y="43290"/>
                  <a:pt x="121529" y="46041"/>
                  <a:pt x="119097" y="49515"/>
                </a:cubicBezTo>
                <a:cubicBezTo>
                  <a:pt x="116665" y="52990"/>
                  <a:pt x="114725" y="57102"/>
                  <a:pt x="113276" y="61850"/>
                </a:cubicBezTo>
                <a:cubicBezTo>
                  <a:pt x="111828" y="66599"/>
                  <a:pt x="111104" y="71695"/>
                  <a:pt x="111104" y="77139"/>
                </a:cubicBezTo>
                <a:cubicBezTo>
                  <a:pt x="111104" y="83625"/>
                  <a:pt x="112379" y="88634"/>
                  <a:pt x="114927" y="92167"/>
                </a:cubicBezTo>
                <a:cubicBezTo>
                  <a:pt x="117476" y="95700"/>
                  <a:pt x="121240" y="97467"/>
                  <a:pt x="126220" y="97467"/>
                </a:cubicBezTo>
                <a:close/>
                <a:moveTo>
                  <a:pt x="182598" y="110496"/>
                </a:moveTo>
                <a:lnTo>
                  <a:pt x="185723" y="95380"/>
                </a:lnTo>
                <a:lnTo>
                  <a:pt x="209179" y="95380"/>
                </a:lnTo>
                <a:lnTo>
                  <a:pt x="224293" y="20675"/>
                </a:lnTo>
                <a:lnTo>
                  <a:pt x="204315" y="20675"/>
                </a:lnTo>
                <a:lnTo>
                  <a:pt x="206746" y="8860"/>
                </a:lnTo>
                <a:cubicBezTo>
                  <a:pt x="212306" y="7934"/>
                  <a:pt x="217141" y="6776"/>
                  <a:pt x="221252" y="5387"/>
                </a:cubicBezTo>
                <a:cubicBezTo>
                  <a:pt x="225365" y="3996"/>
                  <a:pt x="229274" y="2200"/>
                  <a:pt x="232980" y="0"/>
                </a:cubicBezTo>
                <a:lnTo>
                  <a:pt x="247054" y="0"/>
                </a:lnTo>
                <a:lnTo>
                  <a:pt x="227768" y="95380"/>
                </a:lnTo>
                <a:lnTo>
                  <a:pt x="249138" y="95380"/>
                </a:lnTo>
                <a:lnTo>
                  <a:pt x="246185" y="110496"/>
                </a:lnTo>
                <a:lnTo>
                  <a:pt x="182598" y="110496"/>
                </a:lnTo>
                <a:close/>
                <a:moveTo>
                  <a:pt x="347733" y="89474"/>
                </a:moveTo>
                <a:lnTo>
                  <a:pt x="273722" y="59764"/>
                </a:lnTo>
                <a:lnTo>
                  <a:pt x="273722" y="46387"/>
                </a:lnTo>
                <a:lnTo>
                  <a:pt x="347733" y="16680"/>
                </a:lnTo>
                <a:lnTo>
                  <a:pt x="347733" y="32141"/>
                </a:lnTo>
                <a:lnTo>
                  <a:pt x="315245" y="44304"/>
                </a:lnTo>
                <a:lnTo>
                  <a:pt x="293181" y="52644"/>
                </a:lnTo>
                <a:lnTo>
                  <a:pt x="293181" y="53338"/>
                </a:lnTo>
                <a:lnTo>
                  <a:pt x="315245" y="61503"/>
                </a:lnTo>
                <a:lnTo>
                  <a:pt x="347733" y="73663"/>
                </a:lnTo>
                <a:lnTo>
                  <a:pt x="347733" y="89474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Text /">
            <a:extLst xmlns:a="http://schemas.openxmlformats.org/drawingml/2006/main">
              <a:ext uri="{FF2B5EF4-FFF2-40B4-BE49-F238E27FC236}">
                <a16:creationId xmlns:a16="http://schemas.microsoft.com/office/drawing/2014/main" id="{F3EC3793-ED13-4703-BBC2-32E284E2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789" y="1202974"/>
            <a:ext cx="82701" cy="151152"/>
          </a:xfrm>
          <a:custGeom xmlns:a="http://schemas.openxmlformats.org/drawingml/2006/main">
            <a:pathLst>
              <a:path w="82701" h="151152">
                <a:moveTo>
                  <a:pt x="0" y="151152"/>
                </a:moveTo>
                <a:lnTo>
                  <a:pt x="69843" y="0"/>
                </a:lnTo>
                <a:lnTo>
                  <a:pt x="82701" y="0"/>
                </a:lnTo>
                <a:lnTo>
                  <a:pt x="12510" y="151152"/>
                </a:lnTo>
                <a:lnTo>
                  <a:pt x="0" y="15115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Text f">
            <a:extLst xmlns:a="http://schemas.openxmlformats.org/drawingml/2006/main">
              <a:ext uri="{FF2B5EF4-FFF2-40B4-BE49-F238E27FC236}">
                <a16:creationId xmlns:a16="http://schemas.microsoft.com/office/drawing/2014/main" id="{7427F069-2AD2-4342-A001-71E301C7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972" y="1201584"/>
            <a:ext cx="66021" cy="124743"/>
          </a:xfrm>
          <a:custGeom xmlns:a="http://schemas.openxmlformats.org/drawingml/2006/main">
            <a:pathLst>
              <a:path w="66021" h="124743">
                <a:moveTo>
                  <a:pt x="3128" y="54205"/>
                </a:moveTo>
                <a:lnTo>
                  <a:pt x="5909" y="40308"/>
                </a:lnTo>
                <a:lnTo>
                  <a:pt x="17202" y="39439"/>
                </a:lnTo>
                <a:lnTo>
                  <a:pt x="19111" y="29535"/>
                </a:lnTo>
                <a:cubicBezTo>
                  <a:pt x="20848" y="20848"/>
                  <a:pt x="24149" y="13754"/>
                  <a:pt x="29013" y="8253"/>
                </a:cubicBezTo>
                <a:cubicBezTo>
                  <a:pt x="33878" y="2751"/>
                  <a:pt x="40597" y="0"/>
                  <a:pt x="49168" y="0"/>
                </a:cubicBezTo>
                <a:cubicBezTo>
                  <a:pt x="52411" y="0"/>
                  <a:pt x="55423" y="406"/>
                  <a:pt x="58203" y="1217"/>
                </a:cubicBezTo>
                <a:cubicBezTo>
                  <a:pt x="60983" y="2028"/>
                  <a:pt x="63589" y="3071"/>
                  <a:pt x="66021" y="4345"/>
                </a:cubicBezTo>
                <a:lnTo>
                  <a:pt x="59767" y="17547"/>
                </a:lnTo>
                <a:cubicBezTo>
                  <a:pt x="58724" y="16969"/>
                  <a:pt x="57421" y="16390"/>
                  <a:pt x="55857" y="15811"/>
                </a:cubicBezTo>
                <a:cubicBezTo>
                  <a:pt x="54294" y="15231"/>
                  <a:pt x="52644" y="14941"/>
                  <a:pt x="50905" y="14941"/>
                </a:cubicBezTo>
                <a:cubicBezTo>
                  <a:pt x="47430" y="14941"/>
                  <a:pt x="44592" y="16070"/>
                  <a:pt x="42392" y="18329"/>
                </a:cubicBezTo>
                <a:cubicBezTo>
                  <a:pt x="40192" y="20588"/>
                  <a:pt x="38629" y="24150"/>
                  <a:pt x="37703" y="29015"/>
                </a:cubicBezTo>
                <a:lnTo>
                  <a:pt x="35616" y="39439"/>
                </a:lnTo>
                <a:lnTo>
                  <a:pt x="51774" y="39439"/>
                </a:lnTo>
                <a:lnTo>
                  <a:pt x="48821" y="54205"/>
                </a:lnTo>
                <a:lnTo>
                  <a:pt x="32491" y="54205"/>
                </a:lnTo>
                <a:lnTo>
                  <a:pt x="18591" y="124743"/>
                </a:lnTo>
                <a:lnTo>
                  <a:pt x="0" y="124743"/>
                </a:lnTo>
                <a:lnTo>
                  <a:pt x="14074" y="54205"/>
                </a:lnTo>
                <a:lnTo>
                  <a:pt x="3128" y="5420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Text oo&gt;'">
            <a:extLst xmlns:a="http://schemas.openxmlformats.org/drawingml/2006/main">
              <a:ext uri="{FF2B5EF4-FFF2-40B4-BE49-F238E27FC236}">
                <a16:creationId xmlns:a16="http://schemas.microsoft.com/office/drawing/2014/main" id="{4A5F06E4-4BC9-4788-AF3B-DEA7C2E4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222" y="1209749"/>
            <a:ext cx="312465" cy="118661"/>
          </a:xfrm>
          <a:custGeom xmlns:a="http://schemas.openxmlformats.org/drawingml/2006/main">
            <a:pathLst>
              <a:path w="312465" h="118661">
                <a:moveTo>
                  <a:pt x="31793" y="118661"/>
                </a:moveTo>
                <a:cubicBezTo>
                  <a:pt x="27045" y="118661"/>
                  <a:pt x="22701" y="117851"/>
                  <a:pt x="18764" y="116230"/>
                </a:cubicBezTo>
                <a:cubicBezTo>
                  <a:pt x="14826" y="114608"/>
                  <a:pt x="11467" y="112292"/>
                  <a:pt x="8687" y="109282"/>
                </a:cubicBezTo>
                <a:cubicBezTo>
                  <a:pt x="5907" y="106271"/>
                  <a:pt x="3764" y="102622"/>
                  <a:pt x="2259" y="98336"/>
                </a:cubicBezTo>
                <a:cubicBezTo>
                  <a:pt x="753" y="94050"/>
                  <a:pt x="0" y="89243"/>
                  <a:pt x="0" y="83915"/>
                </a:cubicBezTo>
                <a:cubicBezTo>
                  <a:pt x="0" y="75808"/>
                  <a:pt x="1361" y="68367"/>
                  <a:pt x="4083" y="61591"/>
                </a:cubicBezTo>
                <a:cubicBezTo>
                  <a:pt x="6804" y="54815"/>
                  <a:pt x="10365" y="49052"/>
                  <a:pt x="14766" y="44304"/>
                </a:cubicBezTo>
                <a:cubicBezTo>
                  <a:pt x="19169" y="39555"/>
                  <a:pt x="24178" y="35849"/>
                  <a:pt x="29795" y="33185"/>
                </a:cubicBezTo>
                <a:cubicBezTo>
                  <a:pt x="35413" y="30520"/>
                  <a:pt x="41118" y="29188"/>
                  <a:pt x="46909" y="29188"/>
                </a:cubicBezTo>
                <a:cubicBezTo>
                  <a:pt x="56639" y="29188"/>
                  <a:pt x="64399" y="32287"/>
                  <a:pt x="70191" y="38485"/>
                </a:cubicBezTo>
                <a:cubicBezTo>
                  <a:pt x="75982" y="44681"/>
                  <a:pt x="78878" y="53165"/>
                  <a:pt x="78878" y="63937"/>
                </a:cubicBezTo>
                <a:cubicBezTo>
                  <a:pt x="78878" y="72044"/>
                  <a:pt x="77516" y="79456"/>
                  <a:pt x="74793" y="86173"/>
                </a:cubicBezTo>
                <a:cubicBezTo>
                  <a:pt x="72071" y="92891"/>
                  <a:pt x="68510" y="98653"/>
                  <a:pt x="64109" y="103461"/>
                </a:cubicBezTo>
                <a:cubicBezTo>
                  <a:pt x="59708" y="108268"/>
                  <a:pt x="54699" y="112003"/>
                  <a:pt x="49081" y="114666"/>
                </a:cubicBezTo>
                <a:cubicBezTo>
                  <a:pt x="43464" y="117330"/>
                  <a:pt x="37702" y="118661"/>
                  <a:pt x="31793" y="118661"/>
                </a:cubicBezTo>
                <a:moveTo>
                  <a:pt x="33880" y="103548"/>
                </a:moveTo>
                <a:cubicBezTo>
                  <a:pt x="37238" y="103548"/>
                  <a:pt x="40480" y="102535"/>
                  <a:pt x="43606" y="100507"/>
                </a:cubicBezTo>
                <a:cubicBezTo>
                  <a:pt x="46734" y="98480"/>
                  <a:pt x="49515" y="95700"/>
                  <a:pt x="51946" y="92167"/>
                </a:cubicBezTo>
                <a:cubicBezTo>
                  <a:pt x="54380" y="88634"/>
                  <a:pt x="56321" y="84494"/>
                  <a:pt x="57768" y="79745"/>
                </a:cubicBezTo>
                <a:cubicBezTo>
                  <a:pt x="59215" y="74996"/>
                  <a:pt x="59939" y="69900"/>
                  <a:pt x="59939" y="64456"/>
                </a:cubicBezTo>
                <a:cubicBezTo>
                  <a:pt x="59939" y="57970"/>
                  <a:pt x="58665" y="52990"/>
                  <a:pt x="56116" y="49515"/>
                </a:cubicBezTo>
                <a:cubicBezTo>
                  <a:pt x="53570" y="46041"/>
                  <a:pt x="49864" y="44304"/>
                  <a:pt x="44998" y="44304"/>
                </a:cubicBezTo>
                <a:cubicBezTo>
                  <a:pt x="41640" y="44304"/>
                  <a:pt x="38368" y="45317"/>
                  <a:pt x="35181" y="47344"/>
                </a:cubicBezTo>
                <a:cubicBezTo>
                  <a:pt x="31997" y="49371"/>
                  <a:pt x="29188" y="52122"/>
                  <a:pt x="26757" y="55597"/>
                </a:cubicBezTo>
                <a:cubicBezTo>
                  <a:pt x="24325" y="59071"/>
                  <a:pt x="22384" y="63183"/>
                  <a:pt x="20935" y="67932"/>
                </a:cubicBezTo>
                <a:cubicBezTo>
                  <a:pt x="19488" y="72681"/>
                  <a:pt x="18764" y="77777"/>
                  <a:pt x="18764" y="83220"/>
                </a:cubicBezTo>
                <a:cubicBezTo>
                  <a:pt x="18764" y="89706"/>
                  <a:pt x="20038" y="94716"/>
                  <a:pt x="22587" y="98249"/>
                </a:cubicBezTo>
                <a:cubicBezTo>
                  <a:pt x="25135" y="101782"/>
                  <a:pt x="28899" y="103548"/>
                  <a:pt x="33880" y="103548"/>
                </a:cubicBezTo>
                <a:close/>
                <a:moveTo>
                  <a:pt x="124134" y="118661"/>
                </a:moveTo>
                <a:cubicBezTo>
                  <a:pt x="119386" y="118661"/>
                  <a:pt x="115042" y="117851"/>
                  <a:pt x="111105" y="116230"/>
                </a:cubicBezTo>
                <a:cubicBezTo>
                  <a:pt x="107167" y="114608"/>
                  <a:pt x="103808" y="112292"/>
                  <a:pt x="101028" y="109282"/>
                </a:cubicBezTo>
                <a:cubicBezTo>
                  <a:pt x="98248" y="106271"/>
                  <a:pt x="96105" y="102622"/>
                  <a:pt x="94600" y="98336"/>
                </a:cubicBezTo>
                <a:cubicBezTo>
                  <a:pt x="93094" y="94050"/>
                  <a:pt x="92341" y="89243"/>
                  <a:pt x="92341" y="83915"/>
                </a:cubicBezTo>
                <a:cubicBezTo>
                  <a:pt x="92341" y="75808"/>
                  <a:pt x="93702" y="68367"/>
                  <a:pt x="96424" y="61591"/>
                </a:cubicBezTo>
                <a:cubicBezTo>
                  <a:pt x="99145" y="54815"/>
                  <a:pt x="102706" y="49052"/>
                  <a:pt x="107107" y="44304"/>
                </a:cubicBezTo>
                <a:cubicBezTo>
                  <a:pt x="111509" y="39555"/>
                  <a:pt x="116519" y="35849"/>
                  <a:pt x="122136" y="33185"/>
                </a:cubicBezTo>
                <a:cubicBezTo>
                  <a:pt x="127754" y="30520"/>
                  <a:pt x="133459" y="29188"/>
                  <a:pt x="139250" y="29188"/>
                </a:cubicBezTo>
                <a:cubicBezTo>
                  <a:pt x="148980" y="29188"/>
                  <a:pt x="156740" y="32287"/>
                  <a:pt x="162532" y="38485"/>
                </a:cubicBezTo>
                <a:cubicBezTo>
                  <a:pt x="168323" y="44681"/>
                  <a:pt x="171219" y="53165"/>
                  <a:pt x="171219" y="63937"/>
                </a:cubicBezTo>
                <a:cubicBezTo>
                  <a:pt x="171219" y="72044"/>
                  <a:pt x="169857" y="79456"/>
                  <a:pt x="167134" y="86173"/>
                </a:cubicBezTo>
                <a:cubicBezTo>
                  <a:pt x="164412" y="92891"/>
                  <a:pt x="160851" y="98653"/>
                  <a:pt x="156450" y="103461"/>
                </a:cubicBezTo>
                <a:cubicBezTo>
                  <a:pt x="152049" y="108268"/>
                  <a:pt x="147040" y="112003"/>
                  <a:pt x="141422" y="114666"/>
                </a:cubicBezTo>
                <a:cubicBezTo>
                  <a:pt x="135805" y="117330"/>
                  <a:pt x="130043" y="118661"/>
                  <a:pt x="124134" y="118661"/>
                </a:cubicBezTo>
                <a:moveTo>
                  <a:pt x="126221" y="103548"/>
                </a:moveTo>
                <a:cubicBezTo>
                  <a:pt x="129579" y="103548"/>
                  <a:pt x="132821" y="102535"/>
                  <a:pt x="135947" y="100507"/>
                </a:cubicBezTo>
                <a:cubicBezTo>
                  <a:pt x="139075" y="98480"/>
                  <a:pt x="141855" y="95700"/>
                  <a:pt x="144287" y="92167"/>
                </a:cubicBezTo>
                <a:cubicBezTo>
                  <a:pt x="146721" y="88634"/>
                  <a:pt x="148661" y="84494"/>
                  <a:pt x="150109" y="79745"/>
                </a:cubicBezTo>
                <a:cubicBezTo>
                  <a:pt x="151556" y="74996"/>
                  <a:pt x="152280" y="69900"/>
                  <a:pt x="152280" y="64456"/>
                </a:cubicBezTo>
                <a:cubicBezTo>
                  <a:pt x="152280" y="57970"/>
                  <a:pt x="151006" y="52990"/>
                  <a:pt x="148457" y="49515"/>
                </a:cubicBezTo>
                <a:cubicBezTo>
                  <a:pt x="145911" y="46041"/>
                  <a:pt x="142205" y="44304"/>
                  <a:pt x="137339" y="44304"/>
                </a:cubicBezTo>
                <a:cubicBezTo>
                  <a:pt x="133981" y="44304"/>
                  <a:pt x="130709" y="45317"/>
                  <a:pt x="127522" y="47344"/>
                </a:cubicBezTo>
                <a:cubicBezTo>
                  <a:pt x="124338" y="49371"/>
                  <a:pt x="121529" y="52122"/>
                  <a:pt x="119098" y="55597"/>
                </a:cubicBezTo>
                <a:cubicBezTo>
                  <a:pt x="116666" y="59071"/>
                  <a:pt x="114725" y="63183"/>
                  <a:pt x="113276" y="67932"/>
                </a:cubicBezTo>
                <a:cubicBezTo>
                  <a:pt x="111828" y="72681"/>
                  <a:pt x="111105" y="77777"/>
                  <a:pt x="111105" y="83220"/>
                </a:cubicBezTo>
                <a:cubicBezTo>
                  <a:pt x="111105" y="89706"/>
                  <a:pt x="112379" y="94716"/>
                  <a:pt x="114927" y="98249"/>
                </a:cubicBezTo>
                <a:cubicBezTo>
                  <a:pt x="117476" y="101782"/>
                  <a:pt x="121240" y="103548"/>
                  <a:pt x="126221" y="103548"/>
                </a:cubicBezTo>
                <a:close/>
                <a:moveTo>
                  <a:pt x="187115" y="95555"/>
                </a:moveTo>
                <a:lnTo>
                  <a:pt x="187115" y="79745"/>
                </a:lnTo>
                <a:lnTo>
                  <a:pt x="219603" y="67585"/>
                </a:lnTo>
                <a:lnTo>
                  <a:pt x="241668" y="59420"/>
                </a:lnTo>
                <a:lnTo>
                  <a:pt x="241668" y="58725"/>
                </a:lnTo>
                <a:lnTo>
                  <a:pt x="219603" y="50385"/>
                </a:lnTo>
                <a:lnTo>
                  <a:pt x="187115" y="38222"/>
                </a:lnTo>
                <a:lnTo>
                  <a:pt x="187115" y="22761"/>
                </a:lnTo>
                <a:lnTo>
                  <a:pt x="261126" y="52469"/>
                </a:lnTo>
                <a:lnTo>
                  <a:pt x="261126" y="65846"/>
                </a:lnTo>
                <a:lnTo>
                  <a:pt x="187115" y="95555"/>
                </a:lnTo>
                <a:close/>
                <a:moveTo>
                  <a:pt x="287272" y="48126"/>
                </a:moveTo>
                <a:lnTo>
                  <a:pt x="291095" y="19111"/>
                </a:lnTo>
                <a:lnTo>
                  <a:pt x="294048" y="0"/>
                </a:lnTo>
                <a:lnTo>
                  <a:pt x="312465" y="0"/>
                </a:lnTo>
                <a:lnTo>
                  <a:pt x="308295" y="19111"/>
                </a:lnTo>
                <a:lnTo>
                  <a:pt x="299782" y="48126"/>
                </a:lnTo>
                <a:lnTo>
                  <a:pt x="287272" y="48126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Text );">
            <a:extLst xmlns:a="http://schemas.openxmlformats.org/drawingml/2006/main">
              <a:ext uri="{FF2B5EF4-FFF2-40B4-BE49-F238E27FC236}">
                <a16:creationId xmlns:a16="http://schemas.microsoft.com/office/drawing/2014/main" id="{CFC92484-869E-468E-91DC-B819C744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5478" y="1199153"/>
            <a:ext cx="99811" cy="158098"/>
          </a:xfrm>
          <a:custGeom xmlns:a="http://schemas.openxmlformats.org/drawingml/2006/main">
            <a:pathLst>
              <a:path w="99811" h="158098">
                <a:moveTo>
                  <a:pt x="10771" y="158098"/>
                </a:moveTo>
                <a:lnTo>
                  <a:pt x="0" y="152191"/>
                </a:lnTo>
                <a:cubicBezTo>
                  <a:pt x="12276" y="136324"/>
                  <a:pt x="21367" y="120081"/>
                  <a:pt x="27273" y="103461"/>
                </a:cubicBezTo>
                <a:cubicBezTo>
                  <a:pt x="33182" y="86839"/>
                  <a:pt x="36136" y="69725"/>
                  <a:pt x="36136" y="52119"/>
                </a:cubicBezTo>
                <a:cubicBezTo>
                  <a:pt x="36136" y="48298"/>
                  <a:pt x="35991" y="44273"/>
                  <a:pt x="35701" y="40046"/>
                </a:cubicBezTo>
                <a:cubicBezTo>
                  <a:pt x="35411" y="35819"/>
                  <a:pt x="35006" y="31620"/>
                  <a:pt x="34484" y="27451"/>
                </a:cubicBezTo>
                <a:cubicBezTo>
                  <a:pt x="33965" y="23280"/>
                  <a:pt x="33270" y="19255"/>
                  <a:pt x="32401" y="15376"/>
                </a:cubicBezTo>
                <a:cubicBezTo>
                  <a:pt x="31533" y="11495"/>
                  <a:pt x="30519" y="7933"/>
                  <a:pt x="29360" y="4690"/>
                </a:cubicBezTo>
                <a:lnTo>
                  <a:pt x="41348" y="0"/>
                </a:lnTo>
                <a:cubicBezTo>
                  <a:pt x="42739" y="3706"/>
                  <a:pt x="44042" y="7673"/>
                  <a:pt x="45258" y="11900"/>
                </a:cubicBezTo>
                <a:cubicBezTo>
                  <a:pt x="46474" y="16128"/>
                  <a:pt x="47545" y="20559"/>
                  <a:pt x="48471" y="25192"/>
                </a:cubicBezTo>
                <a:cubicBezTo>
                  <a:pt x="49397" y="29825"/>
                  <a:pt x="50121" y="34544"/>
                  <a:pt x="50642" y="39351"/>
                </a:cubicBezTo>
                <a:cubicBezTo>
                  <a:pt x="51163" y="44157"/>
                  <a:pt x="51424" y="48934"/>
                  <a:pt x="51424" y="53683"/>
                </a:cubicBezTo>
                <a:cubicBezTo>
                  <a:pt x="51424" y="63760"/>
                  <a:pt x="50526" y="73345"/>
                  <a:pt x="48731" y="82438"/>
                </a:cubicBezTo>
                <a:cubicBezTo>
                  <a:pt x="46937" y="91529"/>
                  <a:pt x="44303" y="100302"/>
                  <a:pt x="40828" y="108757"/>
                </a:cubicBezTo>
                <a:cubicBezTo>
                  <a:pt x="37353" y="117212"/>
                  <a:pt x="33097" y="125493"/>
                  <a:pt x="28058" y="133600"/>
                </a:cubicBezTo>
                <a:cubicBezTo>
                  <a:pt x="23020" y="141708"/>
                  <a:pt x="17257" y="149874"/>
                  <a:pt x="10771" y="158098"/>
                </a:cubicBezTo>
                <a:close/>
                <a:moveTo>
                  <a:pt x="85564" y="68277"/>
                </a:moveTo>
                <a:cubicBezTo>
                  <a:pt x="82436" y="68277"/>
                  <a:pt x="79945" y="67264"/>
                  <a:pt x="78091" y="65238"/>
                </a:cubicBezTo>
                <a:cubicBezTo>
                  <a:pt x="76239" y="63211"/>
                  <a:pt x="75313" y="60634"/>
                  <a:pt x="75313" y="57505"/>
                </a:cubicBezTo>
                <a:cubicBezTo>
                  <a:pt x="75313" y="55653"/>
                  <a:pt x="75660" y="53829"/>
                  <a:pt x="76355" y="52034"/>
                </a:cubicBezTo>
                <a:cubicBezTo>
                  <a:pt x="77051" y="50238"/>
                  <a:pt x="78065" y="48646"/>
                  <a:pt x="79395" y="47257"/>
                </a:cubicBezTo>
                <a:cubicBezTo>
                  <a:pt x="80728" y="45866"/>
                  <a:pt x="82263" y="44737"/>
                  <a:pt x="84000" y="43869"/>
                </a:cubicBezTo>
                <a:cubicBezTo>
                  <a:pt x="85737" y="42999"/>
                  <a:pt x="87649" y="42564"/>
                  <a:pt x="89734" y="42564"/>
                </a:cubicBezTo>
                <a:cubicBezTo>
                  <a:pt x="92861" y="42564"/>
                  <a:pt x="95322" y="43607"/>
                  <a:pt x="97117" y="45693"/>
                </a:cubicBezTo>
                <a:cubicBezTo>
                  <a:pt x="98913" y="47776"/>
                  <a:pt x="99811" y="50382"/>
                  <a:pt x="99811" y="53510"/>
                </a:cubicBezTo>
                <a:cubicBezTo>
                  <a:pt x="99811" y="55363"/>
                  <a:pt x="99463" y="57186"/>
                  <a:pt x="98766" y="58982"/>
                </a:cubicBezTo>
                <a:cubicBezTo>
                  <a:pt x="98072" y="60778"/>
                  <a:pt x="97116" y="62371"/>
                  <a:pt x="95901" y="63762"/>
                </a:cubicBezTo>
                <a:cubicBezTo>
                  <a:pt x="94685" y="65151"/>
                  <a:pt x="93179" y="66251"/>
                  <a:pt x="91383" y="67062"/>
                </a:cubicBezTo>
                <a:cubicBezTo>
                  <a:pt x="89589" y="67872"/>
                  <a:pt x="87650" y="68277"/>
                  <a:pt x="85564" y="68277"/>
                </a:cubicBezTo>
                <a:moveTo>
                  <a:pt x="58113" y="157750"/>
                </a:moveTo>
                <a:lnTo>
                  <a:pt x="55855" y="147154"/>
                </a:lnTo>
                <a:cubicBezTo>
                  <a:pt x="61994" y="145186"/>
                  <a:pt x="66801" y="142435"/>
                  <a:pt x="70276" y="138902"/>
                </a:cubicBezTo>
                <a:cubicBezTo>
                  <a:pt x="73751" y="135369"/>
                  <a:pt x="75951" y="131575"/>
                  <a:pt x="76877" y="127521"/>
                </a:cubicBezTo>
                <a:cubicBezTo>
                  <a:pt x="73519" y="127521"/>
                  <a:pt x="70768" y="126595"/>
                  <a:pt x="68624" y="124743"/>
                </a:cubicBezTo>
                <a:cubicBezTo>
                  <a:pt x="66482" y="122889"/>
                  <a:pt x="65411" y="120340"/>
                  <a:pt x="65411" y="117097"/>
                </a:cubicBezTo>
                <a:cubicBezTo>
                  <a:pt x="65411" y="113623"/>
                  <a:pt x="66627" y="110495"/>
                  <a:pt x="69059" y="107715"/>
                </a:cubicBezTo>
                <a:cubicBezTo>
                  <a:pt x="71491" y="104935"/>
                  <a:pt x="74792" y="103545"/>
                  <a:pt x="78963" y="103545"/>
                </a:cubicBezTo>
                <a:cubicBezTo>
                  <a:pt x="82901" y="103545"/>
                  <a:pt x="85912" y="104820"/>
                  <a:pt x="87995" y="107368"/>
                </a:cubicBezTo>
                <a:cubicBezTo>
                  <a:pt x="90081" y="109917"/>
                  <a:pt x="91123" y="113391"/>
                  <a:pt x="91123" y="117792"/>
                </a:cubicBezTo>
                <a:cubicBezTo>
                  <a:pt x="91123" y="122657"/>
                  <a:pt x="90341" y="127261"/>
                  <a:pt x="88777" y="131604"/>
                </a:cubicBezTo>
                <a:cubicBezTo>
                  <a:pt x="87215" y="135948"/>
                  <a:pt x="84985" y="139857"/>
                  <a:pt x="82089" y="143332"/>
                </a:cubicBezTo>
                <a:cubicBezTo>
                  <a:pt x="79194" y="146806"/>
                  <a:pt x="75719" y="149789"/>
                  <a:pt x="71665" y="152279"/>
                </a:cubicBezTo>
                <a:cubicBezTo>
                  <a:pt x="67611" y="154769"/>
                  <a:pt x="63094" y="156593"/>
                  <a:pt x="58113" y="15775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Text $nodes=$dom-&gt;">
            <a:extLst xmlns:a="http://schemas.openxmlformats.org/drawingml/2006/main">
              <a:ext uri="{FF2B5EF4-FFF2-40B4-BE49-F238E27FC236}">
                <a16:creationId xmlns:a16="http://schemas.microsoft.com/office/drawing/2014/main" id="{76956194-28DC-4AEA-B704-53393687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385" y="1388525"/>
            <a:ext cx="1223295" cy="149760"/>
          </a:xfrm>
          <a:custGeom xmlns:a="http://schemas.openxmlformats.org/drawingml/2006/main">
            <a:pathLst>
              <a:path w="1223295" h="149760">
                <a:moveTo>
                  <a:pt x="22064" y="149760"/>
                </a:moveTo>
                <a:lnTo>
                  <a:pt x="25712" y="131866"/>
                </a:lnTo>
                <a:cubicBezTo>
                  <a:pt x="20617" y="130707"/>
                  <a:pt x="15868" y="128709"/>
                  <a:pt x="11466" y="125872"/>
                </a:cubicBezTo>
                <a:cubicBezTo>
                  <a:pt x="7065" y="123034"/>
                  <a:pt x="3243" y="119703"/>
                  <a:pt x="0" y="115881"/>
                </a:cubicBezTo>
                <a:lnTo>
                  <a:pt x="11641" y="104415"/>
                </a:lnTo>
                <a:cubicBezTo>
                  <a:pt x="14304" y="107890"/>
                  <a:pt x="17575" y="110959"/>
                  <a:pt x="21455" y="113625"/>
                </a:cubicBezTo>
                <a:cubicBezTo>
                  <a:pt x="25336" y="116288"/>
                  <a:pt x="29709" y="117620"/>
                  <a:pt x="34574" y="117620"/>
                </a:cubicBezTo>
                <a:cubicBezTo>
                  <a:pt x="40133" y="117620"/>
                  <a:pt x="44562" y="116114"/>
                  <a:pt x="47864" y="113102"/>
                </a:cubicBezTo>
                <a:cubicBezTo>
                  <a:pt x="51165" y="110091"/>
                  <a:pt x="52816" y="106036"/>
                  <a:pt x="52816" y="100939"/>
                </a:cubicBezTo>
                <a:cubicBezTo>
                  <a:pt x="52816" y="97233"/>
                  <a:pt x="51918" y="93990"/>
                  <a:pt x="50122" y="91210"/>
                </a:cubicBezTo>
                <a:cubicBezTo>
                  <a:pt x="48327" y="88430"/>
                  <a:pt x="46097" y="85854"/>
                  <a:pt x="43434" y="83480"/>
                </a:cubicBezTo>
                <a:cubicBezTo>
                  <a:pt x="40771" y="81105"/>
                  <a:pt x="37904" y="78817"/>
                  <a:pt x="34834" y="76617"/>
                </a:cubicBezTo>
                <a:cubicBezTo>
                  <a:pt x="31764" y="74416"/>
                  <a:pt x="28898" y="72014"/>
                  <a:pt x="26234" y="69408"/>
                </a:cubicBezTo>
                <a:cubicBezTo>
                  <a:pt x="23571" y="66802"/>
                  <a:pt x="21341" y="63877"/>
                  <a:pt x="19546" y="60634"/>
                </a:cubicBezTo>
                <a:cubicBezTo>
                  <a:pt x="17750" y="57391"/>
                  <a:pt x="16852" y="53569"/>
                  <a:pt x="16852" y="49168"/>
                </a:cubicBezTo>
                <a:cubicBezTo>
                  <a:pt x="16852" y="44766"/>
                  <a:pt x="17605" y="40682"/>
                  <a:pt x="19111" y="36918"/>
                </a:cubicBezTo>
                <a:cubicBezTo>
                  <a:pt x="20617" y="33153"/>
                  <a:pt x="22760" y="29882"/>
                  <a:pt x="25540" y="27104"/>
                </a:cubicBezTo>
                <a:cubicBezTo>
                  <a:pt x="28320" y="24324"/>
                  <a:pt x="31620" y="22065"/>
                  <a:pt x="35441" y="20328"/>
                </a:cubicBezTo>
                <a:cubicBezTo>
                  <a:pt x="39264" y="18591"/>
                  <a:pt x="43550" y="17548"/>
                  <a:pt x="48299" y="17200"/>
                </a:cubicBezTo>
                <a:lnTo>
                  <a:pt x="51599" y="0"/>
                </a:lnTo>
                <a:lnTo>
                  <a:pt x="64456" y="0"/>
                </a:lnTo>
                <a:lnTo>
                  <a:pt x="60981" y="18242"/>
                </a:lnTo>
                <a:cubicBezTo>
                  <a:pt x="65035" y="19401"/>
                  <a:pt x="68800" y="21226"/>
                  <a:pt x="72274" y="23716"/>
                </a:cubicBezTo>
                <a:cubicBezTo>
                  <a:pt x="75749" y="26206"/>
                  <a:pt x="78876" y="29188"/>
                  <a:pt x="81656" y="32663"/>
                </a:cubicBezTo>
                <a:lnTo>
                  <a:pt x="69668" y="43259"/>
                </a:lnTo>
                <a:cubicBezTo>
                  <a:pt x="67351" y="40016"/>
                  <a:pt x="64600" y="37353"/>
                  <a:pt x="61416" y="35269"/>
                </a:cubicBezTo>
                <a:cubicBezTo>
                  <a:pt x="58231" y="33183"/>
                  <a:pt x="54843" y="32141"/>
                  <a:pt x="51252" y="32141"/>
                </a:cubicBezTo>
                <a:cubicBezTo>
                  <a:pt x="46388" y="32141"/>
                  <a:pt x="42508" y="33502"/>
                  <a:pt x="39611" y="36223"/>
                </a:cubicBezTo>
                <a:cubicBezTo>
                  <a:pt x="36716" y="38945"/>
                  <a:pt x="35269" y="42507"/>
                  <a:pt x="35269" y="46909"/>
                </a:cubicBezTo>
                <a:cubicBezTo>
                  <a:pt x="35269" y="50036"/>
                  <a:pt x="36166" y="52816"/>
                  <a:pt x="37960" y="55249"/>
                </a:cubicBezTo>
                <a:cubicBezTo>
                  <a:pt x="39755" y="57681"/>
                  <a:pt x="41985" y="59997"/>
                  <a:pt x="44648" y="62198"/>
                </a:cubicBezTo>
                <a:cubicBezTo>
                  <a:pt x="47313" y="64398"/>
                  <a:pt x="50180" y="66598"/>
                  <a:pt x="53248" y="68799"/>
                </a:cubicBezTo>
                <a:cubicBezTo>
                  <a:pt x="56318" y="70999"/>
                  <a:pt x="59184" y="73489"/>
                  <a:pt x="61848" y="76269"/>
                </a:cubicBezTo>
                <a:cubicBezTo>
                  <a:pt x="64513" y="79049"/>
                  <a:pt x="66743" y="82206"/>
                  <a:pt x="68539" y="85739"/>
                </a:cubicBezTo>
                <a:cubicBezTo>
                  <a:pt x="70335" y="89272"/>
                  <a:pt x="71232" y="93470"/>
                  <a:pt x="71232" y="98334"/>
                </a:cubicBezTo>
                <a:cubicBezTo>
                  <a:pt x="71232" y="102968"/>
                  <a:pt x="70450" y="107253"/>
                  <a:pt x="68886" y="111191"/>
                </a:cubicBezTo>
                <a:cubicBezTo>
                  <a:pt x="67322" y="115129"/>
                  <a:pt x="65121" y="118632"/>
                  <a:pt x="62283" y="121702"/>
                </a:cubicBezTo>
                <a:cubicBezTo>
                  <a:pt x="59446" y="124772"/>
                  <a:pt x="56001" y="127234"/>
                  <a:pt x="51946" y="129088"/>
                </a:cubicBezTo>
                <a:cubicBezTo>
                  <a:pt x="47892" y="130940"/>
                  <a:pt x="43375" y="132098"/>
                  <a:pt x="38394" y="132561"/>
                </a:cubicBezTo>
                <a:lnTo>
                  <a:pt x="34922" y="149760"/>
                </a:lnTo>
                <a:lnTo>
                  <a:pt x="22064" y="149760"/>
                </a:lnTo>
                <a:close/>
                <a:moveTo>
                  <a:pt x="88779" y="130649"/>
                </a:moveTo>
                <a:lnTo>
                  <a:pt x="105804" y="45345"/>
                </a:lnTo>
                <a:lnTo>
                  <a:pt x="120920" y="45345"/>
                </a:lnTo>
                <a:lnTo>
                  <a:pt x="120051" y="57333"/>
                </a:lnTo>
                <a:lnTo>
                  <a:pt x="120745" y="57333"/>
                </a:lnTo>
                <a:cubicBezTo>
                  <a:pt x="125262" y="53510"/>
                  <a:pt x="129925" y="50209"/>
                  <a:pt x="134732" y="47429"/>
                </a:cubicBezTo>
                <a:cubicBezTo>
                  <a:pt x="139539" y="44649"/>
                  <a:pt x="144664" y="43259"/>
                  <a:pt x="150108" y="43259"/>
                </a:cubicBezTo>
                <a:cubicBezTo>
                  <a:pt x="157288" y="43259"/>
                  <a:pt x="162442" y="45113"/>
                  <a:pt x="165568" y="48821"/>
                </a:cubicBezTo>
                <a:cubicBezTo>
                  <a:pt x="168696" y="52527"/>
                  <a:pt x="170261" y="57855"/>
                  <a:pt x="170261" y="64804"/>
                </a:cubicBezTo>
                <a:cubicBezTo>
                  <a:pt x="170261" y="66773"/>
                  <a:pt x="170174" y="68684"/>
                  <a:pt x="170001" y="70538"/>
                </a:cubicBezTo>
                <a:cubicBezTo>
                  <a:pt x="169828" y="72390"/>
                  <a:pt x="169451" y="74475"/>
                  <a:pt x="168871" y="76792"/>
                </a:cubicBezTo>
                <a:lnTo>
                  <a:pt x="158100" y="130649"/>
                </a:lnTo>
                <a:lnTo>
                  <a:pt x="139509" y="130649"/>
                </a:lnTo>
                <a:lnTo>
                  <a:pt x="149933" y="79222"/>
                </a:lnTo>
                <a:cubicBezTo>
                  <a:pt x="150281" y="77254"/>
                  <a:pt x="150600" y="75575"/>
                  <a:pt x="150890" y="74186"/>
                </a:cubicBezTo>
                <a:cubicBezTo>
                  <a:pt x="151180" y="72795"/>
                  <a:pt x="151324" y="71462"/>
                  <a:pt x="151324" y="70188"/>
                </a:cubicBezTo>
                <a:cubicBezTo>
                  <a:pt x="151324" y="62892"/>
                  <a:pt x="147734" y="59245"/>
                  <a:pt x="140553" y="59245"/>
                </a:cubicBezTo>
                <a:cubicBezTo>
                  <a:pt x="137542" y="59245"/>
                  <a:pt x="134327" y="60287"/>
                  <a:pt x="130909" y="62373"/>
                </a:cubicBezTo>
                <a:cubicBezTo>
                  <a:pt x="127493" y="64456"/>
                  <a:pt x="123526" y="67814"/>
                  <a:pt x="119009" y="72447"/>
                </a:cubicBezTo>
                <a:lnTo>
                  <a:pt x="107543" y="130649"/>
                </a:lnTo>
                <a:lnTo>
                  <a:pt x="88779" y="130649"/>
                </a:lnTo>
                <a:close/>
                <a:moveTo>
                  <a:pt x="214910" y="132733"/>
                </a:moveTo>
                <a:cubicBezTo>
                  <a:pt x="210161" y="132733"/>
                  <a:pt x="205818" y="131923"/>
                  <a:pt x="201881" y="130302"/>
                </a:cubicBezTo>
                <a:cubicBezTo>
                  <a:pt x="197943" y="128680"/>
                  <a:pt x="194584" y="126363"/>
                  <a:pt x="191804" y="123354"/>
                </a:cubicBezTo>
                <a:cubicBezTo>
                  <a:pt x="189024" y="120342"/>
                  <a:pt x="186881" y="116694"/>
                  <a:pt x="185376" y="112408"/>
                </a:cubicBezTo>
                <a:cubicBezTo>
                  <a:pt x="183870" y="108122"/>
                  <a:pt x="183117" y="103315"/>
                  <a:pt x="183117" y="97986"/>
                </a:cubicBezTo>
                <a:cubicBezTo>
                  <a:pt x="183117" y="89880"/>
                  <a:pt x="184478" y="82438"/>
                  <a:pt x="187199" y="75662"/>
                </a:cubicBezTo>
                <a:cubicBezTo>
                  <a:pt x="189921" y="68886"/>
                  <a:pt x="193482" y="63124"/>
                  <a:pt x="197883" y="58375"/>
                </a:cubicBezTo>
                <a:cubicBezTo>
                  <a:pt x="202285" y="53626"/>
                  <a:pt x="207295" y="49920"/>
                  <a:pt x="212911" y="47257"/>
                </a:cubicBezTo>
                <a:cubicBezTo>
                  <a:pt x="218530" y="44592"/>
                  <a:pt x="224235" y="43259"/>
                  <a:pt x="230026" y="43259"/>
                </a:cubicBezTo>
                <a:cubicBezTo>
                  <a:pt x="239755" y="43259"/>
                  <a:pt x="247516" y="46358"/>
                  <a:pt x="253307" y="52556"/>
                </a:cubicBezTo>
                <a:cubicBezTo>
                  <a:pt x="259099" y="58752"/>
                  <a:pt x="261995" y="67236"/>
                  <a:pt x="261995" y="78008"/>
                </a:cubicBezTo>
                <a:cubicBezTo>
                  <a:pt x="261995" y="86115"/>
                  <a:pt x="260633" y="93527"/>
                  <a:pt x="257910" y="100245"/>
                </a:cubicBezTo>
                <a:cubicBezTo>
                  <a:pt x="255188" y="106963"/>
                  <a:pt x="251627" y="112725"/>
                  <a:pt x="247226" y="117532"/>
                </a:cubicBezTo>
                <a:cubicBezTo>
                  <a:pt x="242825" y="122339"/>
                  <a:pt x="237816" y="126075"/>
                  <a:pt x="232197" y="128738"/>
                </a:cubicBezTo>
                <a:cubicBezTo>
                  <a:pt x="226581" y="131401"/>
                  <a:pt x="220819" y="132733"/>
                  <a:pt x="214910" y="132733"/>
                </a:cubicBezTo>
                <a:moveTo>
                  <a:pt x="216997" y="117620"/>
                </a:moveTo>
                <a:cubicBezTo>
                  <a:pt x="220355" y="117620"/>
                  <a:pt x="223597" y="116606"/>
                  <a:pt x="226723" y="114579"/>
                </a:cubicBezTo>
                <a:cubicBezTo>
                  <a:pt x="229851" y="112552"/>
                  <a:pt x="232631" y="109772"/>
                  <a:pt x="235063" y="106239"/>
                </a:cubicBezTo>
                <a:cubicBezTo>
                  <a:pt x="237497" y="102706"/>
                  <a:pt x="239437" y="98565"/>
                  <a:pt x="240885" y="93816"/>
                </a:cubicBezTo>
                <a:cubicBezTo>
                  <a:pt x="242332" y="89067"/>
                  <a:pt x="243056" y="83971"/>
                  <a:pt x="243056" y="78528"/>
                </a:cubicBezTo>
                <a:cubicBezTo>
                  <a:pt x="243056" y="72042"/>
                  <a:pt x="241782" y="67061"/>
                  <a:pt x="239233" y="63587"/>
                </a:cubicBezTo>
                <a:cubicBezTo>
                  <a:pt x="236687" y="60112"/>
                  <a:pt x="232980" y="58375"/>
                  <a:pt x="228115" y="58375"/>
                </a:cubicBezTo>
                <a:cubicBezTo>
                  <a:pt x="224757" y="58375"/>
                  <a:pt x="221485" y="59389"/>
                  <a:pt x="218298" y="61416"/>
                </a:cubicBezTo>
                <a:cubicBezTo>
                  <a:pt x="215114" y="63443"/>
                  <a:pt x="212305" y="66194"/>
                  <a:pt x="209873" y="69668"/>
                </a:cubicBezTo>
                <a:cubicBezTo>
                  <a:pt x="207442" y="73143"/>
                  <a:pt x="205501" y="77255"/>
                  <a:pt x="204052" y="82003"/>
                </a:cubicBezTo>
                <a:cubicBezTo>
                  <a:pt x="202604" y="86752"/>
                  <a:pt x="201881" y="91848"/>
                  <a:pt x="201881" y="97292"/>
                </a:cubicBezTo>
                <a:cubicBezTo>
                  <a:pt x="201881" y="103778"/>
                  <a:pt x="203155" y="108787"/>
                  <a:pt x="205703" y="112320"/>
                </a:cubicBezTo>
                <a:cubicBezTo>
                  <a:pt x="208252" y="115853"/>
                  <a:pt x="212016" y="117620"/>
                  <a:pt x="216997" y="117620"/>
                </a:cubicBezTo>
                <a:close/>
                <a:moveTo>
                  <a:pt x="340697" y="54552"/>
                </a:moveTo>
                <a:lnTo>
                  <a:pt x="343128" y="38222"/>
                </a:lnTo>
                <a:lnTo>
                  <a:pt x="349034" y="7993"/>
                </a:lnTo>
                <a:lnTo>
                  <a:pt x="367625" y="7993"/>
                </a:lnTo>
                <a:lnTo>
                  <a:pt x="342955" y="130649"/>
                </a:lnTo>
                <a:lnTo>
                  <a:pt x="327667" y="130649"/>
                </a:lnTo>
                <a:lnTo>
                  <a:pt x="328534" y="118836"/>
                </a:lnTo>
                <a:lnTo>
                  <a:pt x="328014" y="118836"/>
                </a:lnTo>
                <a:cubicBezTo>
                  <a:pt x="323960" y="123006"/>
                  <a:pt x="319471" y="126364"/>
                  <a:pt x="314547" y="128913"/>
                </a:cubicBezTo>
                <a:cubicBezTo>
                  <a:pt x="309625" y="131460"/>
                  <a:pt x="304732" y="132733"/>
                  <a:pt x="299869" y="132733"/>
                </a:cubicBezTo>
                <a:cubicBezTo>
                  <a:pt x="292340" y="132733"/>
                  <a:pt x="286403" y="130070"/>
                  <a:pt x="282059" y="124743"/>
                </a:cubicBezTo>
                <a:cubicBezTo>
                  <a:pt x="277717" y="119414"/>
                  <a:pt x="275546" y="111711"/>
                  <a:pt x="275546" y="101634"/>
                </a:cubicBezTo>
                <a:cubicBezTo>
                  <a:pt x="275546" y="93527"/>
                  <a:pt x="276819" y="85913"/>
                  <a:pt x="279366" y="78790"/>
                </a:cubicBezTo>
                <a:cubicBezTo>
                  <a:pt x="281914" y="71666"/>
                  <a:pt x="285331" y="65469"/>
                  <a:pt x="289617" y="60199"/>
                </a:cubicBezTo>
                <a:cubicBezTo>
                  <a:pt x="293903" y="54929"/>
                  <a:pt x="298797" y="50788"/>
                  <a:pt x="304298" y="47776"/>
                </a:cubicBezTo>
                <a:cubicBezTo>
                  <a:pt x="309800" y="44765"/>
                  <a:pt x="315504" y="43259"/>
                  <a:pt x="321411" y="43259"/>
                </a:cubicBezTo>
                <a:cubicBezTo>
                  <a:pt x="325581" y="43259"/>
                  <a:pt x="329288" y="44302"/>
                  <a:pt x="332532" y="46387"/>
                </a:cubicBezTo>
                <a:cubicBezTo>
                  <a:pt x="335775" y="48473"/>
                  <a:pt x="338322" y="51194"/>
                  <a:pt x="340174" y="54552"/>
                </a:cubicBezTo>
                <a:lnTo>
                  <a:pt x="340697" y="54552"/>
                </a:lnTo>
                <a:moveTo>
                  <a:pt x="307511" y="117445"/>
                </a:moveTo>
                <a:cubicBezTo>
                  <a:pt x="311219" y="117445"/>
                  <a:pt x="314984" y="116344"/>
                  <a:pt x="318805" y="114144"/>
                </a:cubicBezTo>
                <a:cubicBezTo>
                  <a:pt x="322627" y="111944"/>
                  <a:pt x="326334" y="108238"/>
                  <a:pt x="329926" y="103026"/>
                </a:cubicBezTo>
                <a:lnTo>
                  <a:pt x="336874" y="68974"/>
                </a:lnTo>
                <a:cubicBezTo>
                  <a:pt x="334905" y="65268"/>
                  <a:pt x="332676" y="62604"/>
                  <a:pt x="330185" y="60984"/>
                </a:cubicBezTo>
                <a:cubicBezTo>
                  <a:pt x="327695" y="59361"/>
                  <a:pt x="325118" y="58550"/>
                  <a:pt x="322452" y="58550"/>
                </a:cubicBezTo>
                <a:cubicBezTo>
                  <a:pt x="318863" y="58550"/>
                  <a:pt x="315388" y="59621"/>
                  <a:pt x="312029" y="61763"/>
                </a:cubicBezTo>
                <a:cubicBezTo>
                  <a:pt x="308671" y="63905"/>
                  <a:pt x="305718" y="66830"/>
                  <a:pt x="303169" y="70538"/>
                </a:cubicBezTo>
                <a:cubicBezTo>
                  <a:pt x="300621" y="74244"/>
                  <a:pt x="298593" y="78558"/>
                  <a:pt x="297088" y="83480"/>
                </a:cubicBezTo>
                <a:cubicBezTo>
                  <a:pt x="295582" y="88402"/>
                  <a:pt x="294829" y="93585"/>
                  <a:pt x="294829" y="99028"/>
                </a:cubicBezTo>
                <a:cubicBezTo>
                  <a:pt x="294829" y="105283"/>
                  <a:pt x="295958" y="109916"/>
                  <a:pt x="298217" y="112927"/>
                </a:cubicBezTo>
                <a:cubicBezTo>
                  <a:pt x="300476" y="115939"/>
                  <a:pt x="303574" y="117445"/>
                  <a:pt x="307511" y="117445"/>
                </a:cubicBezTo>
                <a:close/>
                <a:moveTo>
                  <a:pt x="370232" y="96597"/>
                </a:moveTo>
                <a:cubicBezTo>
                  <a:pt x="370232" y="88605"/>
                  <a:pt x="371593" y="81337"/>
                  <a:pt x="374314" y="74793"/>
                </a:cubicBezTo>
                <a:cubicBezTo>
                  <a:pt x="377036" y="68248"/>
                  <a:pt x="380626" y="62631"/>
                  <a:pt x="385085" y="57940"/>
                </a:cubicBezTo>
                <a:cubicBezTo>
                  <a:pt x="389544" y="53250"/>
                  <a:pt x="394554" y="49630"/>
                  <a:pt x="400114" y="47082"/>
                </a:cubicBezTo>
                <a:cubicBezTo>
                  <a:pt x="405674" y="44533"/>
                  <a:pt x="411233" y="43259"/>
                  <a:pt x="416791" y="43259"/>
                </a:cubicBezTo>
                <a:cubicBezTo>
                  <a:pt x="421772" y="43259"/>
                  <a:pt x="425970" y="44070"/>
                  <a:pt x="429386" y="45693"/>
                </a:cubicBezTo>
                <a:cubicBezTo>
                  <a:pt x="432804" y="47313"/>
                  <a:pt x="435584" y="49543"/>
                  <a:pt x="437726" y="52381"/>
                </a:cubicBezTo>
                <a:cubicBezTo>
                  <a:pt x="439870" y="55219"/>
                  <a:pt x="441434" y="58550"/>
                  <a:pt x="442419" y="62373"/>
                </a:cubicBezTo>
                <a:cubicBezTo>
                  <a:pt x="443403" y="66194"/>
                  <a:pt x="443895" y="70305"/>
                  <a:pt x="443895" y="74705"/>
                </a:cubicBezTo>
                <a:cubicBezTo>
                  <a:pt x="443895" y="78413"/>
                  <a:pt x="443431" y="82004"/>
                  <a:pt x="442503" y="85479"/>
                </a:cubicBezTo>
                <a:cubicBezTo>
                  <a:pt x="441577" y="88953"/>
                  <a:pt x="440825" y="91385"/>
                  <a:pt x="440247" y="92774"/>
                </a:cubicBezTo>
                <a:lnTo>
                  <a:pt x="388298" y="92774"/>
                </a:lnTo>
                <a:cubicBezTo>
                  <a:pt x="387835" y="97292"/>
                  <a:pt x="388067" y="101172"/>
                  <a:pt x="388993" y="104415"/>
                </a:cubicBezTo>
                <a:cubicBezTo>
                  <a:pt x="389921" y="107658"/>
                  <a:pt x="391340" y="110322"/>
                  <a:pt x="393251" y="112408"/>
                </a:cubicBezTo>
                <a:cubicBezTo>
                  <a:pt x="395163" y="114491"/>
                  <a:pt x="397508" y="116025"/>
                  <a:pt x="400286" y="117010"/>
                </a:cubicBezTo>
                <a:cubicBezTo>
                  <a:pt x="403066" y="117994"/>
                  <a:pt x="406078" y="118486"/>
                  <a:pt x="409321" y="118486"/>
                </a:cubicBezTo>
                <a:cubicBezTo>
                  <a:pt x="412332" y="118486"/>
                  <a:pt x="415401" y="117792"/>
                  <a:pt x="418528" y="116403"/>
                </a:cubicBezTo>
                <a:cubicBezTo>
                  <a:pt x="421656" y="115014"/>
                  <a:pt x="424379" y="113450"/>
                  <a:pt x="426696" y="111713"/>
                </a:cubicBezTo>
                <a:lnTo>
                  <a:pt x="433644" y="123701"/>
                </a:lnTo>
                <a:cubicBezTo>
                  <a:pt x="430169" y="126133"/>
                  <a:pt x="425971" y="128247"/>
                  <a:pt x="421049" y="130042"/>
                </a:cubicBezTo>
                <a:cubicBezTo>
                  <a:pt x="416127" y="131836"/>
                  <a:pt x="410596" y="132733"/>
                  <a:pt x="404456" y="132733"/>
                </a:cubicBezTo>
                <a:cubicBezTo>
                  <a:pt x="399361" y="132733"/>
                  <a:pt x="394728" y="131923"/>
                  <a:pt x="390557" y="130302"/>
                </a:cubicBezTo>
                <a:cubicBezTo>
                  <a:pt x="386388" y="128680"/>
                  <a:pt x="382798" y="126334"/>
                  <a:pt x="379786" y="123266"/>
                </a:cubicBezTo>
                <a:cubicBezTo>
                  <a:pt x="376775" y="120196"/>
                  <a:pt x="374429" y="116432"/>
                  <a:pt x="372750" y="111973"/>
                </a:cubicBezTo>
                <a:cubicBezTo>
                  <a:pt x="371071" y="107514"/>
                  <a:pt x="370232" y="102389"/>
                  <a:pt x="370232" y="96597"/>
                </a:cubicBezTo>
                <a:moveTo>
                  <a:pt x="389863" y="80962"/>
                </a:moveTo>
                <a:lnTo>
                  <a:pt x="427565" y="80962"/>
                </a:lnTo>
                <a:cubicBezTo>
                  <a:pt x="427797" y="79802"/>
                  <a:pt x="427999" y="78615"/>
                  <a:pt x="428172" y="77399"/>
                </a:cubicBezTo>
                <a:cubicBezTo>
                  <a:pt x="428345" y="76183"/>
                  <a:pt x="428432" y="74880"/>
                  <a:pt x="428432" y="73491"/>
                </a:cubicBezTo>
                <a:cubicBezTo>
                  <a:pt x="428432" y="69320"/>
                  <a:pt x="427418" y="65642"/>
                  <a:pt x="425391" y="62458"/>
                </a:cubicBezTo>
                <a:cubicBezTo>
                  <a:pt x="423364" y="59273"/>
                  <a:pt x="419745" y="57680"/>
                  <a:pt x="414533" y="57680"/>
                </a:cubicBezTo>
                <a:cubicBezTo>
                  <a:pt x="409321" y="57680"/>
                  <a:pt x="404427" y="59737"/>
                  <a:pt x="399852" y="63849"/>
                </a:cubicBezTo>
                <a:cubicBezTo>
                  <a:pt x="395278" y="67960"/>
                  <a:pt x="391948" y="73664"/>
                  <a:pt x="389863" y="80962"/>
                </a:cubicBezTo>
                <a:close/>
                <a:moveTo>
                  <a:pt x="477426" y="132733"/>
                </a:moveTo>
                <a:cubicBezTo>
                  <a:pt x="474763" y="132733"/>
                  <a:pt x="472012" y="132327"/>
                  <a:pt x="469174" y="131516"/>
                </a:cubicBezTo>
                <a:cubicBezTo>
                  <a:pt x="466335" y="130707"/>
                  <a:pt x="463585" y="129607"/>
                  <a:pt x="460921" y="128218"/>
                </a:cubicBezTo>
                <a:cubicBezTo>
                  <a:pt x="458258" y="126827"/>
                  <a:pt x="455768" y="125118"/>
                  <a:pt x="453451" y="123091"/>
                </a:cubicBezTo>
                <a:cubicBezTo>
                  <a:pt x="451134" y="121064"/>
                  <a:pt x="449165" y="118835"/>
                  <a:pt x="447544" y="116403"/>
                </a:cubicBezTo>
                <a:lnTo>
                  <a:pt x="458663" y="107368"/>
                </a:lnTo>
                <a:cubicBezTo>
                  <a:pt x="461443" y="111074"/>
                  <a:pt x="464541" y="113913"/>
                  <a:pt x="467957" y="115883"/>
                </a:cubicBezTo>
                <a:cubicBezTo>
                  <a:pt x="471375" y="117852"/>
                  <a:pt x="474994" y="118836"/>
                  <a:pt x="478815" y="118836"/>
                </a:cubicBezTo>
                <a:cubicBezTo>
                  <a:pt x="482870" y="118836"/>
                  <a:pt x="486373" y="117765"/>
                  <a:pt x="489327" y="115623"/>
                </a:cubicBezTo>
                <a:cubicBezTo>
                  <a:pt x="492280" y="113480"/>
                  <a:pt x="493756" y="110844"/>
                  <a:pt x="493756" y="107715"/>
                </a:cubicBezTo>
                <a:cubicBezTo>
                  <a:pt x="493756" y="105052"/>
                  <a:pt x="492541" y="102765"/>
                  <a:pt x="490109" y="100855"/>
                </a:cubicBezTo>
                <a:cubicBezTo>
                  <a:pt x="487677" y="98942"/>
                  <a:pt x="483797" y="96481"/>
                  <a:pt x="478468" y="93469"/>
                </a:cubicBezTo>
                <a:cubicBezTo>
                  <a:pt x="472793" y="90343"/>
                  <a:pt x="468334" y="86926"/>
                  <a:pt x="465091" y="83220"/>
                </a:cubicBezTo>
                <a:cubicBezTo>
                  <a:pt x="461848" y="79514"/>
                  <a:pt x="460227" y="75054"/>
                  <a:pt x="460227" y="69841"/>
                </a:cubicBezTo>
                <a:cubicBezTo>
                  <a:pt x="460227" y="66020"/>
                  <a:pt x="461037" y="62458"/>
                  <a:pt x="462658" y="59157"/>
                </a:cubicBezTo>
                <a:cubicBezTo>
                  <a:pt x="464280" y="55856"/>
                  <a:pt x="466509" y="53047"/>
                  <a:pt x="469346" y="50732"/>
                </a:cubicBezTo>
                <a:cubicBezTo>
                  <a:pt x="472184" y="48415"/>
                  <a:pt x="475486" y="46590"/>
                  <a:pt x="479250" y="45258"/>
                </a:cubicBezTo>
                <a:cubicBezTo>
                  <a:pt x="483015" y="43925"/>
                  <a:pt x="487040" y="43259"/>
                  <a:pt x="491326" y="43259"/>
                </a:cubicBezTo>
                <a:cubicBezTo>
                  <a:pt x="496886" y="43259"/>
                  <a:pt x="501895" y="44418"/>
                  <a:pt x="506354" y="46734"/>
                </a:cubicBezTo>
                <a:cubicBezTo>
                  <a:pt x="510813" y="49051"/>
                  <a:pt x="514721" y="51947"/>
                  <a:pt x="518079" y="55422"/>
                </a:cubicBezTo>
                <a:lnTo>
                  <a:pt x="507656" y="65323"/>
                </a:lnTo>
                <a:cubicBezTo>
                  <a:pt x="505455" y="63123"/>
                  <a:pt x="503023" y="61242"/>
                  <a:pt x="500357" y="59679"/>
                </a:cubicBezTo>
                <a:cubicBezTo>
                  <a:pt x="497694" y="58115"/>
                  <a:pt x="494683" y="57333"/>
                  <a:pt x="491326" y="57333"/>
                </a:cubicBezTo>
                <a:cubicBezTo>
                  <a:pt x="487388" y="57333"/>
                  <a:pt x="484145" y="58376"/>
                  <a:pt x="481596" y="60461"/>
                </a:cubicBezTo>
                <a:cubicBezTo>
                  <a:pt x="479048" y="62545"/>
                  <a:pt x="477774" y="65093"/>
                  <a:pt x="477774" y="68104"/>
                </a:cubicBezTo>
                <a:cubicBezTo>
                  <a:pt x="477774" y="69727"/>
                  <a:pt x="478179" y="71117"/>
                  <a:pt x="478990" y="72274"/>
                </a:cubicBezTo>
                <a:cubicBezTo>
                  <a:pt x="479802" y="73432"/>
                  <a:pt x="480902" y="74532"/>
                  <a:pt x="482291" y="75575"/>
                </a:cubicBezTo>
                <a:cubicBezTo>
                  <a:pt x="483680" y="76617"/>
                  <a:pt x="485243" y="77602"/>
                  <a:pt x="486981" y="78528"/>
                </a:cubicBezTo>
                <a:cubicBezTo>
                  <a:pt x="488718" y="79454"/>
                  <a:pt x="490513" y="80438"/>
                  <a:pt x="492367" y="81481"/>
                </a:cubicBezTo>
                <a:cubicBezTo>
                  <a:pt x="498739" y="84841"/>
                  <a:pt x="503487" y="88374"/>
                  <a:pt x="506614" y="92080"/>
                </a:cubicBezTo>
                <a:cubicBezTo>
                  <a:pt x="509740" y="95786"/>
                  <a:pt x="511303" y="100245"/>
                  <a:pt x="511303" y="105457"/>
                </a:cubicBezTo>
                <a:cubicBezTo>
                  <a:pt x="511303" y="109628"/>
                  <a:pt x="510464" y="113393"/>
                  <a:pt x="508785" y="116753"/>
                </a:cubicBezTo>
                <a:cubicBezTo>
                  <a:pt x="507106" y="120111"/>
                  <a:pt x="504761" y="122977"/>
                  <a:pt x="501749" y="125353"/>
                </a:cubicBezTo>
                <a:cubicBezTo>
                  <a:pt x="498738" y="127726"/>
                  <a:pt x="495146" y="129549"/>
                  <a:pt x="490976" y="130822"/>
                </a:cubicBezTo>
                <a:cubicBezTo>
                  <a:pt x="486806" y="132096"/>
                  <a:pt x="482290" y="132733"/>
                  <a:pt x="477426" y="132733"/>
                </a:cubicBezTo>
                <a:close/>
                <a:moveTo>
                  <a:pt x="559952" y="60634"/>
                </a:moveTo>
                <a:lnTo>
                  <a:pt x="559952" y="47257"/>
                </a:lnTo>
                <a:lnTo>
                  <a:pt x="633615" y="47257"/>
                </a:lnTo>
                <a:lnTo>
                  <a:pt x="633615" y="60634"/>
                </a:lnTo>
                <a:lnTo>
                  <a:pt x="559952" y="60634"/>
                </a:lnTo>
                <a:moveTo>
                  <a:pt x="559952" y="99200"/>
                </a:moveTo>
                <a:lnTo>
                  <a:pt x="559952" y="85823"/>
                </a:lnTo>
                <a:lnTo>
                  <a:pt x="633615" y="85823"/>
                </a:lnTo>
                <a:lnTo>
                  <a:pt x="633615" y="99200"/>
                </a:lnTo>
                <a:lnTo>
                  <a:pt x="559952" y="99200"/>
                </a:lnTo>
                <a:close/>
                <a:moveTo>
                  <a:pt x="694944" y="149760"/>
                </a:moveTo>
                <a:lnTo>
                  <a:pt x="698592" y="131866"/>
                </a:lnTo>
                <a:cubicBezTo>
                  <a:pt x="693496" y="130707"/>
                  <a:pt x="688748" y="128709"/>
                  <a:pt x="684345" y="125872"/>
                </a:cubicBezTo>
                <a:cubicBezTo>
                  <a:pt x="679944" y="123034"/>
                  <a:pt x="676123" y="119703"/>
                  <a:pt x="672880" y="115881"/>
                </a:cubicBezTo>
                <a:lnTo>
                  <a:pt x="684520" y="104415"/>
                </a:lnTo>
                <a:cubicBezTo>
                  <a:pt x="687183" y="107890"/>
                  <a:pt x="690455" y="110959"/>
                  <a:pt x="694334" y="113625"/>
                </a:cubicBezTo>
                <a:cubicBezTo>
                  <a:pt x="698215" y="116288"/>
                  <a:pt x="702588" y="117620"/>
                  <a:pt x="707454" y="117620"/>
                </a:cubicBezTo>
                <a:cubicBezTo>
                  <a:pt x="713012" y="117620"/>
                  <a:pt x="717442" y="116114"/>
                  <a:pt x="720743" y="113102"/>
                </a:cubicBezTo>
                <a:cubicBezTo>
                  <a:pt x="724045" y="110091"/>
                  <a:pt x="725695" y="106036"/>
                  <a:pt x="725695" y="100939"/>
                </a:cubicBezTo>
                <a:cubicBezTo>
                  <a:pt x="725695" y="97233"/>
                  <a:pt x="724798" y="93990"/>
                  <a:pt x="723002" y="91210"/>
                </a:cubicBezTo>
                <a:cubicBezTo>
                  <a:pt x="721206" y="88430"/>
                  <a:pt x="718977" y="85854"/>
                  <a:pt x="716314" y="83480"/>
                </a:cubicBezTo>
                <a:cubicBezTo>
                  <a:pt x="713650" y="81105"/>
                  <a:pt x="710784" y="78817"/>
                  <a:pt x="707714" y="76617"/>
                </a:cubicBezTo>
                <a:cubicBezTo>
                  <a:pt x="704644" y="74416"/>
                  <a:pt x="701777" y="72014"/>
                  <a:pt x="699114" y="69408"/>
                </a:cubicBezTo>
                <a:cubicBezTo>
                  <a:pt x="696450" y="66802"/>
                  <a:pt x="694221" y="63877"/>
                  <a:pt x="692425" y="60634"/>
                </a:cubicBezTo>
                <a:cubicBezTo>
                  <a:pt x="690630" y="57391"/>
                  <a:pt x="689732" y="53569"/>
                  <a:pt x="689732" y="49168"/>
                </a:cubicBezTo>
                <a:cubicBezTo>
                  <a:pt x="689732" y="44766"/>
                  <a:pt x="690485" y="40682"/>
                  <a:pt x="691991" y="36918"/>
                </a:cubicBezTo>
                <a:cubicBezTo>
                  <a:pt x="693496" y="33153"/>
                  <a:pt x="695639" y="29882"/>
                  <a:pt x="698419" y="27104"/>
                </a:cubicBezTo>
                <a:cubicBezTo>
                  <a:pt x="701199" y="24324"/>
                  <a:pt x="704500" y="22065"/>
                  <a:pt x="708321" y="20328"/>
                </a:cubicBezTo>
                <a:cubicBezTo>
                  <a:pt x="712143" y="18591"/>
                  <a:pt x="716429" y="17548"/>
                  <a:pt x="721178" y="17200"/>
                </a:cubicBezTo>
                <a:lnTo>
                  <a:pt x="724479" y="0"/>
                </a:lnTo>
                <a:lnTo>
                  <a:pt x="737336" y="0"/>
                </a:lnTo>
                <a:lnTo>
                  <a:pt x="733860" y="18242"/>
                </a:lnTo>
                <a:cubicBezTo>
                  <a:pt x="737915" y="19401"/>
                  <a:pt x="741679" y="21226"/>
                  <a:pt x="745154" y="23716"/>
                </a:cubicBezTo>
                <a:cubicBezTo>
                  <a:pt x="748628" y="26206"/>
                  <a:pt x="751756" y="29188"/>
                  <a:pt x="754536" y="32663"/>
                </a:cubicBezTo>
                <a:lnTo>
                  <a:pt x="742548" y="43259"/>
                </a:lnTo>
                <a:cubicBezTo>
                  <a:pt x="740231" y="40016"/>
                  <a:pt x="737480" y="37353"/>
                  <a:pt x="734295" y="35269"/>
                </a:cubicBezTo>
                <a:cubicBezTo>
                  <a:pt x="731111" y="33183"/>
                  <a:pt x="727723" y="32141"/>
                  <a:pt x="724131" y="32141"/>
                </a:cubicBezTo>
                <a:cubicBezTo>
                  <a:pt x="719268" y="32141"/>
                  <a:pt x="715387" y="33502"/>
                  <a:pt x="712491" y="36223"/>
                </a:cubicBezTo>
                <a:cubicBezTo>
                  <a:pt x="709596" y="38945"/>
                  <a:pt x="708148" y="42507"/>
                  <a:pt x="708148" y="46909"/>
                </a:cubicBezTo>
                <a:cubicBezTo>
                  <a:pt x="708148" y="50036"/>
                  <a:pt x="709045" y="52816"/>
                  <a:pt x="710839" y="55249"/>
                </a:cubicBezTo>
                <a:cubicBezTo>
                  <a:pt x="712635" y="57681"/>
                  <a:pt x="714864" y="59997"/>
                  <a:pt x="717528" y="62198"/>
                </a:cubicBezTo>
                <a:cubicBezTo>
                  <a:pt x="720193" y="64398"/>
                  <a:pt x="723059" y="66598"/>
                  <a:pt x="726128" y="68799"/>
                </a:cubicBezTo>
                <a:cubicBezTo>
                  <a:pt x="729197" y="70999"/>
                  <a:pt x="732064" y="73489"/>
                  <a:pt x="734727" y="76269"/>
                </a:cubicBezTo>
                <a:cubicBezTo>
                  <a:pt x="737393" y="79049"/>
                  <a:pt x="739623" y="82206"/>
                  <a:pt x="741418" y="85739"/>
                </a:cubicBezTo>
                <a:cubicBezTo>
                  <a:pt x="743214" y="89272"/>
                  <a:pt x="744112" y="93470"/>
                  <a:pt x="744112" y="98334"/>
                </a:cubicBezTo>
                <a:cubicBezTo>
                  <a:pt x="744112" y="102968"/>
                  <a:pt x="743330" y="107253"/>
                  <a:pt x="741766" y="111191"/>
                </a:cubicBezTo>
                <a:cubicBezTo>
                  <a:pt x="740202" y="115129"/>
                  <a:pt x="738000" y="118632"/>
                  <a:pt x="735162" y="121702"/>
                </a:cubicBezTo>
                <a:cubicBezTo>
                  <a:pt x="732326" y="124772"/>
                  <a:pt x="728880" y="127234"/>
                  <a:pt x="724826" y="129088"/>
                </a:cubicBezTo>
                <a:cubicBezTo>
                  <a:pt x="720772" y="130940"/>
                  <a:pt x="716254" y="132098"/>
                  <a:pt x="711274" y="132561"/>
                </a:cubicBezTo>
                <a:lnTo>
                  <a:pt x="707801" y="149760"/>
                </a:lnTo>
                <a:lnTo>
                  <a:pt x="694944" y="149760"/>
                </a:lnTo>
                <a:close/>
                <a:moveTo>
                  <a:pt x="829414" y="54552"/>
                </a:moveTo>
                <a:lnTo>
                  <a:pt x="831845" y="38222"/>
                </a:lnTo>
                <a:lnTo>
                  <a:pt x="837751" y="7993"/>
                </a:lnTo>
                <a:lnTo>
                  <a:pt x="856343" y="7993"/>
                </a:lnTo>
                <a:lnTo>
                  <a:pt x="831673" y="130649"/>
                </a:lnTo>
                <a:lnTo>
                  <a:pt x="816384" y="130649"/>
                </a:lnTo>
                <a:lnTo>
                  <a:pt x="817251" y="118836"/>
                </a:lnTo>
                <a:lnTo>
                  <a:pt x="816732" y="118836"/>
                </a:lnTo>
                <a:cubicBezTo>
                  <a:pt x="812677" y="123006"/>
                  <a:pt x="808188" y="126364"/>
                  <a:pt x="803265" y="128913"/>
                </a:cubicBezTo>
                <a:cubicBezTo>
                  <a:pt x="798343" y="131460"/>
                  <a:pt x="793450" y="132733"/>
                  <a:pt x="788586" y="132733"/>
                </a:cubicBezTo>
                <a:cubicBezTo>
                  <a:pt x="781057" y="132733"/>
                  <a:pt x="775121" y="130070"/>
                  <a:pt x="770777" y="124743"/>
                </a:cubicBezTo>
                <a:cubicBezTo>
                  <a:pt x="766434" y="119414"/>
                  <a:pt x="764263" y="111711"/>
                  <a:pt x="764263" y="101634"/>
                </a:cubicBezTo>
                <a:cubicBezTo>
                  <a:pt x="764263" y="93527"/>
                  <a:pt x="765536" y="85913"/>
                  <a:pt x="768083" y="78790"/>
                </a:cubicBezTo>
                <a:cubicBezTo>
                  <a:pt x="770632" y="71666"/>
                  <a:pt x="774049" y="65469"/>
                  <a:pt x="778335" y="60199"/>
                </a:cubicBezTo>
                <a:cubicBezTo>
                  <a:pt x="782620" y="54929"/>
                  <a:pt x="787514" y="50788"/>
                  <a:pt x="793016" y="47776"/>
                </a:cubicBezTo>
                <a:cubicBezTo>
                  <a:pt x="798517" y="44765"/>
                  <a:pt x="804222" y="43259"/>
                  <a:pt x="810128" y="43259"/>
                </a:cubicBezTo>
                <a:cubicBezTo>
                  <a:pt x="814299" y="43259"/>
                  <a:pt x="818006" y="44302"/>
                  <a:pt x="821249" y="46387"/>
                </a:cubicBezTo>
                <a:cubicBezTo>
                  <a:pt x="824492" y="48473"/>
                  <a:pt x="827040" y="51194"/>
                  <a:pt x="828892" y="54552"/>
                </a:cubicBezTo>
                <a:lnTo>
                  <a:pt x="829414" y="54552"/>
                </a:lnTo>
                <a:moveTo>
                  <a:pt x="796229" y="117445"/>
                </a:moveTo>
                <a:cubicBezTo>
                  <a:pt x="799937" y="117445"/>
                  <a:pt x="803701" y="116344"/>
                  <a:pt x="807522" y="114144"/>
                </a:cubicBezTo>
                <a:cubicBezTo>
                  <a:pt x="811345" y="111944"/>
                  <a:pt x="815052" y="108238"/>
                  <a:pt x="818643" y="103026"/>
                </a:cubicBezTo>
                <a:lnTo>
                  <a:pt x="825591" y="68974"/>
                </a:lnTo>
                <a:cubicBezTo>
                  <a:pt x="823622" y="65268"/>
                  <a:pt x="821393" y="62604"/>
                  <a:pt x="818903" y="60984"/>
                </a:cubicBezTo>
                <a:cubicBezTo>
                  <a:pt x="816413" y="59361"/>
                  <a:pt x="813835" y="58550"/>
                  <a:pt x="811170" y="58550"/>
                </a:cubicBezTo>
                <a:cubicBezTo>
                  <a:pt x="807580" y="58550"/>
                  <a:pt x="804106" y="59621"/>
                  <a:pt x="800746" y="61763"/>
                </a:cubicBezTo>
                <a:cubicBezTo>
                  <a:pt x="797388" y="63905"/>
                  <a:pt x="794435" y="66830"/>
                  <a:pt x="791886" y="70538"/>
                </a:cubicBezTo>
                <a:cubicBezTo>
                  <a:pt x="789338" y="74244"/>
                  <a:pt x="787311" y="78558"/>
                  <a:pt x="785805" y="83480"/>
                </a:cubicBezTo>
                <a:cubicBezTo>
                  <a:pt x="784299" y="88402"/>
                  <a:pt x="783546" y="93585"/>
                  <a:pt x="783546" y="99028"/>
                </a:cubicBezTo>
                <a:cubicBezTo>
                  <a:pt x="783546" y="105283"/>
                  <a:pt x="784676" y="109916"/>
                  <a:pt x="786934" y="112927"/>
                </a:cubicBezTo>
                <a:cubicBezTo>
                  <a:pt x="789193" y="115939"/>
                  <a:pt x="792291" y="117445"/>
                  <a:pt x="796229" y="117445"/>
                </a:cubicBezTo>
                <a:close/>
                <a:moveTo>
                  <a:pt x="890898" y="132733"/>
                </a:moveTo>
                <a:cubicBezTo>
                  <a:pt x="886149" y="132733"/>
                  <a:pt x="881806" y="131923"/>
                  <a:pt x="877868" y="130302"/>
                </a:cubicBezTo>
                <a:cubicBezTo>
                  <a:pt x="873930" y="128680"/>
                  <a:pt x="870572" y="126363"/>
                  <a:pt x="867792" y="123354"/>
                </a:cubicBezTo>
                <a:cubicBezTo>
                  <a:pt x="865012" y="120342"/>
                  <a:pt x="862869" y="116694"/>
                  <a:pt x="861363" y="112408"/>
                </a:cubicBezTo>
                <a:cubicBezTo>
                  <a:pt x="859857" y="108122"/>
                  <a:pt x="859104" y="103315"/>
                  <a:pt x="859104" y="97986"/>
                </a:cubicBezTo>
                <a:cubicBezTo>
                  <a:pt x="859104" y="89880"/>
                  <a:pt x="860465" y="82438"/>
                  <a:pt x="863187" y="75662"/>
                </a:cubicBezTo>
                <a:cubicBezTo>
                  <a:pt x="865908" y="68886"/>
                  <a:pt x="869470" y="63124"/>
                  <a:pt x="873870" y="58375"/>
                </a:cubicBezTo>
                <a:cubicBezTo>
                  <a:pt x="878273" y="53626"/>
                  <a:pt x="883282" y="49920"/>
                  <a:pt x="888899" y="47257"/>
                </a:cubicBezTo>
                <a:cubicBezTo>
                  <a:pt x="894517" y="44592"/>
                  <a:pt x="900222" y="43259"/>
                  <a:pt x="906014" y="43259"/>
                </a:cubicBezTo>
                <a:cubicBezTo>
                  <a:pt x="915743" y="43259"/>
                  <a:pt x="923503" y="46358"/>
                  <a:pt x="929295" y="52556"/>
                </a:cubicBezTo>
                <a:cubicBezTo>
                  <a:pt x="935086" y="58752"/>
                  <a:pt x="937982" y="67236"/>
                  <a:pt x="937982" y="78008"/>
                </a:cubicBezTo>
                <a:cubicBezTo>
                  <a:pt x="937982" y="86115"/>
                  <a:pt x="936620" y="93527"/>
                  <a:pt x="933897" y="100245"/>
                </a:cubicBezTo>
                <a:cubicBezTo>
                  <a:pt x="931175" y="106963"/>
                  <a:pt x="927614" y="112725"/>
                  <a:pt x="923213" y="117532"/>
                </a:cubicBezTo>
                <a:cubicBezTo>
                  <a:pt x="918813" y="122339"/>
                  <a:pt x="913803" y="126075"/>
                  <a:pt x="908185" y="128738"/>
                </a:cubicBezTo>
                <a:cubicBezTo>
                  <a:pt x="902568" y="131401"/>
                  <a:pt x="896806" y="132733"/>
                  <a:pt x="890898" y="132733"/>
                </a:cubicBezTo>
                <a:moveTo>
                  <a:pt x="892984" y="117620"/>
                </a:moveTo>
                <a:cubicBezTo>
                  <a:pt x="896342" y="117620"/>
                  <a:pt x="899584" y="116606"/>
                  <a:pt x="902711" y="114579"/>
                </a:cubicBezTo>
                <a:cubicBezTo>
                  <a:pt x="905839" y="112552"/>
                  <a:pt x="908619" y="109772"/>
                  <a:pt x="911051" y="106239"/>
                </a:cubicBezTo>
                <a:cubicBezTo>
                  <a:pt x="913484" y="102706"/>
                  <a:pt x="915425" y="98565"/>
                  <a:pt x="916872" y="93816"/>
                </a:cubicBezTo>
                <a:cubicBezTo>
                  <a:pt x="918320" y="89067"/>
                  <a:pt x="919043" y="83971"/>
                  <a:pt x="919043" y="78528"/>
                </a:cubicBezTo>
                <a:cubicBezTo>
                  <a:pt x="919043" y="72042"/>
                  <a:pt x="917769" y="67061"/>
                  <a:pt x="915221" y="63587"/>
                </a:cubicBezTo>
                <a:cubicBezTo>
                  <a:pt x="912674" y="60112"/>
                  <a:pt x="908968" y="58375"/>
                  <a:pt x="904102" y="58375"/>
                </a:cubicBezTo>
                <a:cubicBezTo>
                  <a:pt x="900744" y="58375"/>
                  <a:pt x="897472" y="59389"/>
                  <a:pt x="894286" y="61416"/>
                </a:cubicBezTo>
                <a:cubicBezTo>
                  <a:pt x="891101" y="63443"/>
                  <a:pt x="888293" y="66194"/>
                  <a:pt x="885861" y="69668"/>
                </a:cubicBezTo>
                <a:cubicBezTo>
                  <a:pt x="883429" y="73143"/>
                  <a:pt x="881488" y="77255"/>
                  <a:pt x="880039" y="82003"/>
                </a:cubicBezTo>
                <a:cubicBezTo>
                  <a:pt x="878592" y="86752"/>
                  <a:pt x="877868" y="91848"/>
                  <a:pt x="877868" y="97292"/>
                </a:cubicBezTo>
                <a:cubicBezTo>
                  <a:pt x="877868" y="103778"/>
                  <a:pt x="879142" y="108787"/>
                  <a:pt x="881691" y="112320"/>
                </a:cubicBezTo>
                <a:cubicBezTo>
                  <a:pt x="884239" y="115853"/>
                  <a:pt x="888004" y="117620"/>
                  <a:pt x="892984" y="117620"/>
                </a:cubicBezTo>
                <a:close/>
                <a:moveTo>
                  <a:pt x="949257" y="130649"/>
                </a:moveTo>
                <a:lnTo>
                  <a:pt x="966282" y="45345"/>
                </a:lnTo>
                <a:lnTo>
                  <a:pt x="981398" y="45345"/>
                </a:lnTo>
                <a:lnTo>
                  <a:pt x="980528" y="57333"/>
                </a:lnTo>
                <a:lnTo>
                  <a:pt x="981223" y="57333"/>
                </a:lnTo>
                <a:cubicBezTo>
                  <a:pt x="985625" y="53510"/>
                  <a:pt x="990201" y="50209"/>
                  <a:pt x="994950" y="47429"/>
                </a:cubicBezTo>
                <a:cubicBezTo>
                  <a:pt x="999699" y="44649"/>
                  <a:pt x="1004389" y="43259"/>
                  <a:pt x="1009021" y="43259"/>
                </a:cubicBezTo>
                <a:cubicBezTo>
                  <a:pt x="1012264" y="43259"/>
                  <a:pt x="1015044" y="43665"/>
                  <a:pt x="1017361" y="44476"/>
                </a:cubicBezTo>
                <a:cubicBezTo>
                  <a:pt x="1019678" y="45287"/>
                  <a:pt x="1021618" y="46388"/>
                  <a:pt x="1023180" y="47779"/>
                </a:cubicBezTo>
                <a:cubicBezTo>
                  <a:pt x="1024744" y="49168"/>
                  <a:pt x="1025960" y="50818"/>
                  <a:pt x="1026828" y="52728"/>
                </a:cubicBezTo>
                <a:cubicBezTo>
                  <a:pt x="1027698" y="54639"/>
                  <a:pt x="1028364" y="56753"/>
                  <a:pt x="1028827" y="59070"/>
                </a:cubicBezTo>
                <a:cubicBezTo>
                  <a:pt x="1033924" y="54206"/>
                  <a:pt x="1038963" y="50355"/>
                  <a:pt x="1043943" y="47517"/>
                </a:cubicBezTo>
                <a:cubicBezTo>
                  <a:pt x="1048923" y="44678"/>
                  <a:pt x="1053730" y="43259"/>
                  <a:pt x="1058362" y="43259"/>
                </a:cubicBezTo>
                <a:cubicBezTo>
                  <a:pt x="1065428" y="43259"/>
                  <a:pt x="1070553" y="45113"/>
                  <a:pt x="1073738" y="48821"/>
                </a:cubicBezTo>
                <a:cubicBezTo>
                  <a:pt x="1076924" y="52527"/>
                  <a:pt x="1078517" y="57855"/>
                  <a:pt x="1078517" y="64804"/>
                </a:cubicBezTo>
                <a:cubicBezTo>
                  <a:pt x="1078517" y="66773"/>
                  <a:pt x="1078401" y="68684"/>
                  <a:pt x="1078167" y="70538"/>
                </a:cubicBezTo>
                <a:cubicBezTo>
                  <a:pt x="1077936" y="72390"/>
                  <a:pt x="1077589" y="74475"/>
                  <a:pt x="1077126" y="76792"/>
                </a:cubicBezTo>
                <a:lnTo>
                  <a:pt x="1066355" y="130649"/>
                </a:lnTo>
                <a:lnTo>
                  <a:pt x="1047591" y="130649"/>
                </a:lnTo>
                <a:lnTo>
                  <a:pt x="1058014" y="79222"/>
                </a:lnTo>
                <a:cubicBezTo>
                  <a:pt x="1058478" y="77254"/>
                  <a:pt x="1058825" y="75575"/>
                  <a:pt x="1059056" y="74186"/>
                </a:cubicBezTo>
                <a:cubicBezTo>
                  <a:pt x="1059290" y="72795"/>
                  <a:pt x="1059406" y="71462"/>
                  <a:pt x="1059406" y="70188"/>
                </a:cubicBezTo>
                <a:cubicBezTo>
                  <a:pt x="1059406" y="62892"/>
                  <a:pt x="1055931" y="59245"/>
                  <a:pt x="1048980" y="59245"/>
                </a:cubicBezTo>
                <a:cubicBezTo>
                  <a:pt x="1046780" y="59245"/>
                  <a:pt x="1043942" y="60287"/>
                  <a:pt x="1040468" y="62373"/>
                </a:cubicBezTo>
                <a:cubicBezTo>
                  <a:pt x="1036993" y="64456"/>
                  <a:pt x="1033055" y="67814"/>
                  <a:pt x="1028655" y="72447"/>
                </a:cubicBezTo>
                <a:lnTo>
                  <a:pt x="1017014" y="130649"/>
                </a:lnTo>
                <a:lnTo>
                  <a:pt x="998423" y="130649"/>
                </a:lnTo>
                <a:lnTo>
                  <a:pt x="1008674" y="79222"/>
                </a:lnTo>
                <a:cubicBezTo>
                  <a:pt x="1009137" y="77254"/>
                  <a:pt x="1009484" y="75575"/>
                  <a:pt x="1009716" y="74186"/>
                </a:cubicBezTo>
                <a:cubicBezTo>
                  <a:pt x="1009947" y="72795"/>
                  <a:pt x="1010063" y="71462"/>
                  <a:pt x="1010063" y="70188"/>
                </a:cubicBezTo>
                <a:cubicBezTo>
                  <a:pt x="1010063" y="62892"/>
                  <a:pt x="1006647" y="59245"/>
                  <a:pt x="999814" y="59245"/>
                </a:cubicBezTo>
                <a:cubicBezTo>
                  <a:pt x="997497" y="59245"/>
                  <a:pt x="994602" y="60287"/>
                  <a:pt x="991127" y="62373"/>
                </a:cubicBezTo>
                <a:cubicBezTo>
                  <a:pt x="987653" y="64456"/>
                  <a:pt x="983772" y="67814"/>
                  <a:pt x="979487" y="72447"/>
                </a:cubicBezTo>
                <a:lnTo>
                  <a:pt x="968021" y="130649"/>
                </a:lnTo>
                <a:lnTo>
                  <a:pt x="949257" y="130649"/>
                </a:lnTo>
                <a:close/>
                <a:moveTo>
                  <a:pt x="1092560" y="93644"/>
                </a:moveTo>
                <a:lnTo>
                  <a:pt x="1095341" y="79917"/>
                </a:lnTo>
                <a:lnTo>
                  <a:pt x="1134777" y="79917"/>
                </a:lnTo>
                <a:lnTo>
                  <a:pt x="1131824" y="93644"/>
                </a:lnTo>
                <a:lnTo>
                  <a:pt x="1092560" y="93644"/>
                </a:lnTo>
                <a:close/>
                <a:moveTo>
                  <a:pt x="1149284" y="109627"/>
                </a:moveTo>
                <a:lnTo>
                  <a:pt x="1149284" y="93816"/>
                </a:lnTo>
                <a:lnTo>
                  <a:pt x="1181772" y="81656"/>
                </a:lnTo>
                <a:lnTo>
                  <a:pt x="1203836" y="73491"/>
                </a:lnTo>
                <a:lnTo>
                  <a:pt x="1203836" y="72796"/>
                </a:lnTo>
                <a:lnTo>
                  <a:pt x="1181772" y="64456"/>
                </a:lnTo>
                <a:lnTo>
                  <a:pt x="1149284" y="52294"/>
                </a:lnTo>
                <a:lnTo>
                  <a:pt x="1149284" y="36833"/>
                </a:lnTo>
                <a:lnTo>
                  <a:pt x="1223295" y="66540"/>
                </a:lnTo>
                <a:lnTo>
                  <a:pt x="1223295" y="79917"/>
                </a:lnTo>
                <a:lnTo>
                  <a:pt x="1149284" y="109627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Text documentElement-&gt;childNodes;">
            <a:extLst xmlns:a="http://schemas.openxmlformats.org/drawingml/2006/main">
              <a:ext uri="{FF2B5EF4-FFF2-40B4-BE49-F238E27FC236}">
                <a16:creationId xmlns:a16="http://schemas.microsoft.com/office/drawing/2014/main" id="{A70FEC08-7367-429F-9B14-225587BA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555" y="1615425"/>
            <a:ext cx="2307689" cy="153233"/>
          </a:xfrm>
          <a:custGeom xmlns:a="http://schemas.openxmlformats.org/drawingml/2006/main">
            <a:pathLst>
              <a:path w="2307689" h="153233">
                <a:moveTo>
                  <a:pt x="65151" y="46560"/>
                </a:moveTo>
                <a:lnTo>
                  <a:pt x="67582" y="30229"/>
                </a:lnTo>
                <a:lnTo>
                  <a:pt x="73488" y="0"/>
                </a:lnTo>
                <a:lnTo>
                  <a:pt x="92080" y="0"/>
                </a:lnTo>
                <a:lnTo>
                  <a:pt x="67410" y="122656"/>
                </a:lnTo>
                <a:lnTo>
                  <a:pt x="52121" y="122656"/>
                </a:lnTo>
                <a:lnTo>
                  <a:pt x="52988" y="110844"/>
                </a:lnTo>
                <a:lnTo>
                  <a:pt x="52469" y="110844"/>
                </a:lnTo>
                <a:cubicBezTo>
                  <a:pt x="48414" y="115013"/>
                  <a:pt x="43925" y="118372"/>
                  <a:pt x="39002" y="120920"/>
                </a:cubicBezTo>
                <a:cubicBezTo>
                  <a:pt x="34079" y="123467"/>
                  <a:pt x="29187" y="124740"/>
                  <a:pt x="24323" y="124740"/>
                </a:cubicBezTo>
                <a:cubicBezTo>
                  <a:pt x="16794" y="124740"/>
                  <a:pt x="10858" y="122077"/>
                  <a:pt x="6514" y="116750"/>
                </a:cubicBezTo>
                <a:cubicBezTo>
                  <a:pt x="2171" y="111422"/>
                  <a:pt x="0" y="103719"/>
                  <a:pt x="0" y="93641"/>
                </a:cubicBezTo>
                <a:cubicBezTo>
                  <a:pt x="0" y="85535"/>
                  <a:pt x="1273" y="77920"/>
                  <a:pt x="3820" y="70798"/>
                </a:cubicBezTo>
                <a:cubicBezTo>
                  <a:pt x="6369" y="63673"/>
                  <a:pt x="9786" y="57476"/>
                  <a:pt x="14072" y="52206"/>
                </a:cubicBezTo>
                <a:cubicBezTo>
                  <a:pt x="18357" y="46936"/>
                  <a:pt x="23251" y="42795"/>
                  <a:pt x="28753" y="39784"/>
                </a:cubicBezTo>
                <a:cubicBezTo>
                  <a:pt x="34254" y="36772"/>
                  <a:pt x="39959" y="35266"/>
                  <a:pt x="45865" y="35266"/>
                </a:cubicBezTo>
                <a:cubicBezTo>
                  <a:pt x="50036" y="35266"/>
                  <a:pt x="53743" y="36309"/>
                  <a:pt x="56986" y="38394"/>
                </a:cubicBezTo>
                <a:cubicBezTo>
                  <a:pt x="60229" y="40480"/>
                  <a:pt x="62777" y="43202"/>
                  <a:pt x="64629" y="46560"/>
                </a:cubicBezTo>
                <a:lnTo>
                  <a:pt x="65151" y="46560"/>
                </a:lnTo>
                <a:moveTo>
                  <a:pt x="31966" y="109452"/>
                </a:moveTo>
                <a:cubicBezTo>
                  <a:pt x="35674" y="109452"/>
                  <a:pt x="39438" y="108352"/>
                  <a:pt x="43259" y="106151"/>
                </a:cubicBezTo>
                <a:cubicBezTo>
                  <a:pt x="47082" y="103951"/>
                  <a:pt x="50789" y="100245"/>
                  <a:pt x="54380" y="95033"/>
                </a:cubicBezTo>
                <a:lnTo>
                  <a:pt x="61328" y="60981"/>
                </a:lnTo>
                <a:cubicBezTo>
                  <a:pt x="59359" y="57275"/>
                  <a:pt x="57130" y="54611"/>
                  <a:pt x="54640" y="52991"/>
                </a:cubicBezTo>
                <a:cubicBezTo>
                  <a:pt x="52150" y="51368"/>
                  <a:pt x="49572" y="50557"/>
                  <a:pt x="46907" y="50557"/>
                </a:cubicBezTo>
                <a:cubicBezTo>
                  <a:pt x="43317" y="50557"/>
                  <a:pt x="39843" y="51628"/>
                  <a:pt x="36483" y="53770"/>
                </a:cubicBezTo>
                <a:cubicBezTo>
                  <a:pt x="33125" y="55912"/>
                  <a:pt x="30172" y="58837"/>
                  <a:pt x="27623" y="62545"/>
                </a:cubicBezTo>
                <a:cubicBezTo>
                  <a:pt x="25075" y="66251"/>
                  <a:pt x="23048" y="70565"/>
                  <a:pt x="21542" y="75487"/>
                </a:cubicBezTo>
                <a:cubicBezTo>
                  <a:pt x="20036" y="80409"/>
                  <a:pt x="19283" y="85592"/>
                  <a:pt x="19283" y="91035"/>
                </a:cubicBezTo>
                <a:cubicBezTo>
                  <a:pt x="19283" y="97290"/>
                  <a:pt x="20413" y="101923"/>
                  <a:pt x="22671" y="104935"/>
                </a:cubicBezTo>
                <a:cubicBezTo>
                  <a:pt x="24930" y="107946"/>
                  <a:pt x="28028" y="109452"/>
                  <a:pt x="31966" y="109452"/>
                </a:cubicBezTo>
                <a:close/>
                <a:moveTo>
                  <a:pt x="126635" y="124740"/>
                </a:moveTo>
                <a:cubicBezTo>
                  <a:pt x="121886" y="124740"/>
                  <a:pt x="117543" y="123930"/>
                  <a:pt x="113605" y="122309"/>
                </a:cubicBezTo>
                <a:cubicBezTo>
                  <a:pt x="109667" y="120687"/>
                  <a:pt x="106309" y="118371"/>
                  <a:pt x="103529" y="115361"/>
                </a:cubicBezTo>
                <a:cubicBezTo>
                  <a:pt x="100749" y="112349"/>
                  <a:pt x="98606" y="108701"/>
                  <a:pt x="97100" y="104415"/>
                </a:cubicBezTo>
                <a:cubicBezTo>
                  <a:pt x="95594" y="100129"/>
                  <a:pt x="94841" y="95322"/>
                  <a:pt x="94841" y="89994"/>
                </a:cubicBezTo>
                <a:cubicBezTo>
                  <a:pt x="94841" y="81887"/>
                  <a:pt x="96202" y="74445"/>
                  <a:pt x="98924" y="67669"/>
                </a:cubicBezTo>
                <a:cubicBezTo>
                  <a:pt x="101645" y="60893"/>
                  <a:pt x="105207" y="55131"/>
                  <a:pt x="109607" y="50382"/>
                </a:cubicBezTo>
                <a:cubicBezTo>
                  <a:pt x="114010" y="45633"/>
                  <a:pt x="119019" y="41927"/>
                  <a:pt x="124636" y="39264"/>
                </a:cubicBezTo>
                <a:cubicBezTo>
                  <a:pt x="130254" y="36599"/>
                  <a:pt x="135959" y="35266"/>
                  <a:pt x="141751" y="35266"/>
                </a:cubicBezTo>
                <a:cubicBezTo>
                  <a:pt x="151480" y="35266"/>
                  <a:pt x="159240" y="38365"/>
                  <a:pt x="165032" y="44563"/>
                </a:cubicBezTo>
                <a:cubicBezTo>
                  <a:pt x="170823" y="50760"/>
                  <a:pt x="173719" y="59244"/>
                  <a:pt x="173719" y="70016"/>
                </a:cubicBezTo>
                <a:cubicBezTo>
                  <a:pt x="173719" y="78122"/>
                  <a:pt x="172357" y="85535"/>
                  <a:pt x="169634" y="92252"/>
                </a:cubicBezTo>
                <a:cubicBezTo>
                  <a:pt x="166912" y="98970"/>
                  <a:pt x="163351" y="104732"/>
                  <a:pt x="158950" y="109539"/>
                </a:cubicBezTo>
                <a:cubicBezTo>
                  <a:pt x="154550" y="114346"/>
                  <a:pt x="149540" y="118082"/>
                  <a:pt x="143922" y="120745"/>
                </a:cubicBezTo>
                <a:cubicBezTo>
                  <a:pt x="138305" y="123408"/>
                  <a:pt x="132543" y="124740"/>
                  <a:pt x="126635" y="124740"/>
                </a:cubicBezTo>
                <a:moveTo>
                  <a:pt x="128721" y="109627"/>
                </a:moveTo>
                <a:cubicBezTo>
                  <a:pt x="132079" y="109627"/>
                  <a:pt x="135321" y="108613"/>
                  <a:pt x="138448" y="106586"/>
                </a:cubicBezTo>
                <a:cubicBezTo>
                  <a:pt x="141576" y="104559"/>
                  <a:pt x="144356" y="101779"/>
                  <a:pt x="146788" y="98246"/>
                </a:cubicBezTo>
                <a:cubicBezTo>
                  <a:pt x="149221" y="94713"/>
                  <a:pt x="151162" y="90572"/>
                  <a:pt x="152609" y="85823"/>
                </a:cubicBezTo>
                <a:cubicBezTo>
                  <a:pt x="154057" y="81075"/>
                  <a:pt x="154780" y="75979"/>
                  <a:pt x="154780" y="70535"/>
                </a:cubicBezTo>
                <a:cubicBezTo>
                  <a:pt x="154780" y="64049"/>
                  <a:pt x="153506" y="59069"/>
                  <a:pt x="150958" y="55594"/>
                </a:cubicBezTo>
                <a:cubicBezTo>
                  <a:pt x="148411" y="52120"/>
                  <a:pt x="144705" y="50382"/>
                  <a:pt x="139839" y="50382"/>
                </a:cubicBezTo>
                <a:cubicBezTo>
                  <a:pt x="136481" y="50382"/>
                  <a:pt x="133209" y="51396"/>
                  <a:pt x="130023" y="53423"/>
                </a:cubicBezTo>
                <a:cubicBezTo>
                  <a:pt x="126838" y="55450"/>
                  <a:pt x="124030" y="58201"/>
                  <a:pt x="121598" y="61676"/>
                </a:cubicBezTo>
                <a:cubicBezTo>
                  <a:pt x="119166" y="65150"/>
                  <a:pt x="117225" y="69262"/>
                  <a:pt x="115776" y="74011"/>
                </a:cubicBezTo>
                <a:cubicBezTo>
                  <a:pt x="114329" y="78759"/>
                  <a:pt x="113605" y="83856"/>
                  <a:pt x="113605" y="89299"/>
                </a:cubicBezTo>
                <a:cubicBezTo>
                  <a:pt x="113605" y="95785"/>
                  <a:pt x="114879" y="100795"/>
                  <a:pt x="117428" y="104327"/>
                </a:cubicBezTo>
                <a:cubicBezTo>
                  <a:pt x="119976" y="107860"/>
                  <a:pt x="123741" y="109627"/>
                  <a:pt x="128721" y="109627"/>
                </a:cubicBezTo>
                <a:close/>
                <a:moveTo>
                  <a:pt x="219393" y="124740"/>
                </a:moveTo>
                <a:cubicBezTo>
                  <a:pt x="214644" y="124740"/>
                  <a:pt x="210300" y="123959"/>
                  <a:pt x="206361" y="122397"/>
                </a:cubicBezTo>
                <a:cubicBezTo>
                  <a:pt x="202423" y="120833"/>
                  <a:pt x="199007" y="118574"/>
                  <a:pt x="196112" y="115621"/>
                </a:cubicBezTo>
                <a:cubicBezTo>
                  <a:pt x="193217" y="112668"/>
                  <a:pt x="190959" y="109048"/>
                  <a:pt x="189336" y="104762"/>
                </a:cubicBezTo>
                <a:cubicBezTo>
                  <a:pt x="187716" y="100476"/>
                  <a:pt x="186905" y="95554"/>
                  <a:pt x="186905" y="89994"/>
                </a:cubicBezTo>
                <a:cubicBezTo>
                  <a:pt x="186905" y="82350"/>
                  <a:pt x="188208" y="75198"/>
                  <a:pt x="190813" y="68539"/>
                </a:cubicBezTo>
                <a:cubicBezTo>
                  <a:pt x="193420" y="61878"/>
                  <a:pt x="196953" y="56086"/>
                  <a:pt x="201412" y="51164"/>
                </a:cubicBezTo>
                <a:cubicBezTo>
                  <a:pt x="205871" y="46242"/>
                  <a:pt x="211082" y="42362"/>
                  <a:pt x="217047" y="39524"/>
                </a:cubicBezTo>
                <a:cubicBezTo>
                  <a:pt x="223012" y="36685"/>
                  <a:pt x="229296" y="35266"/>
                  <a:pt x="235898" y="35266"/>
                </a:cubicBezTo>
                <a:cubicBezTo>
                  <a:pt x="241110" y="35266"/>
                  <a:pt x="245569" y="36309"/>
                  <a:pt x="249275" y="38394"/>
                </a:cubicBezTo>
                <a:cubicBezTo>
                  <a:pt x="252981" y="40480"/>
                  <a:pt x="255993" y="42913"/>
                  <a:pt x="258310" y="45693"/>
                </a:cubicBezTo>
                <a:lnTo>
                  <a:pt x="247886" y="56983"/>
                </a:lnTo>
                <a:cubicBezTo>
                  <a:pt x="245917" y="54668"/>
                  <a:pt x="243948" y="52989"/>
                  <a:pt x="241977" y="51946"/>
                </a:cubicBezTo>
                <a:cubicBezTo>
                  <a:pt x="240008" y="50904"/>
                  <a:pt x="237576" y="50382"/>
                  <a:pt x="234682" y="50382"/>
                </a:cubicBezTo>
                <a:cubicBezTo>
                  <a:pt x="230859" y="50382"/>
                  <a:pt x="227210" y="51425"/>
                  <a:pt x="223736" y="53510"/>
                </a:cubicBezTo>
                <a:cubicBezTo>
                  <a:pt x="220261" y="55594"/>
                  <a:pt x="217220" y="58402"/>
                  <a:pt x="214614" y="61935"/>
                </a:cubicBezTo>
                <a:cubicBezTo>
                  <a:pt x="212008" y="65468"/>
                  <a:pt x="209924" y="69580"/>
                  <a:pt x="208360" y="74270"/>
                </a:cubicBezTo>
                <a:cubicBezTo>
                  <a:pt x="206797" y="78961"/>
                  <a:pt x="206016" y="83970"/>
                  <a:pt x="206016" y="89299"/>
                </a:cubicBezTo>
                <a:cubicBezTo>
                  <a:pt x="206016" y="95785"/>
                  <a:pt x="207435" y="100795"/>
                  <a:pt x="210271" y="104327"/>
                </a:cubicBezTo>
                <a:cubicBezTo>
                  <a:pt x="213110" y="107860"/>
                  <a:pt x="217424" y="109627"/>
                  <a:pt x="223216" y="109627"/>
                </a:cubicBezTo>
                <a:cubicBezTo>
                  <a:pt x="226574" y="109627"/>
                  <a:pt x="229555" y="108961"/>
                  <a:pt x="232160" y="107628"/>
                </a:cubicBezTo>
                <a:cubicBezTo>
                  <a:pt x="234767" y="106295"/>
                  <a:pt x="237172" y="104760"/>
                  <a:pt x="239374" y="103023"/>
                </a:cubicBezTo>
                <a:lnTo>
                  <a:pt x="247364" y="114839"/>
                </a:lnTo>
                <a:cubicBezTo>
                  <a:pt x="244121" y="117156"/>
                  <a:pt x="240270" y="119385"/>
                  <a:pt x="235811" y="121527"/>
                </a:cubicBezTo>
                <a:cubicBezTo>
                  <a:pt x="231352" y="123669"/>
                  <a:pt x="225879" y="124740"/>
                  <a:pt x="219393" y="124740"/>
                </a:cubicBezTo>
                <a:close/>
                <a:moveTo>
                  <a:pt x="346202" y="37353"/>
                </a:moveTo>
                <a:lnTo>
                  <a:pt x="329349" y="122656"/>
                </a:lnTo>
                <a:lnTo>
                  <a:pt x="314236" y="122656"/>
                </a:lnTo>
                <a:lnTo>
                  <a:pt x="314931" y="110494"/>
                </a:lnTo>
                <a:lnTo>
                  <a:pt x="314236" y="110494"/>
                </a:lnTo>
                <a:cubicBezTo>
                  <a:pt x="309950" y="114316"/>
                  <a:pt x="305433" y="117647"/>
                  <a:pt x="300684" y="120485"/>
                </a:cubicBezTo>
                <a:cubicBezTo>
                  <a:pt x="295935" y="123322"/>
                  <a:pt x="290955" y="124740"/>
                  <a:pt x="285743" y="124740"/>
                </a:cubicBezTo>
                <a:cubicBezTo>
                  <a:pt x="278562" y="124740"/>
                  <a:pt x="273379" y="122859"/>
                  <a:pt x="270192" y="119096"/>
                </a:cubicBezTo>
                <a:cubicBezTo>
                  <a:pt x="267008" y="115332"/>
                  <a:pt x="265415" y="110032"/>
                  <a:pt x="265415" y="103198"/>
                </a:cubicBezTo>
                <a:cubicBezTo>
                  <a:pt x="265415" y="101229"/>
                  <a:pt x="265531" y="99290"/>
                  <a:pt x="265762" y="97379"/>
                </a:cubicBezTo>
                <a:cubicBezTo>
                  <a:pt x="265994" y="95467"/>
                  <a:pt x="266341" y="93411"/>
                  <a:pt x="266804" y="91210"/>
                </a:cubicBezTo>
                <a:lnTo>
                  <a:pt x="277578" y="37353"/>
                </a:lnTo>
                <a:lnTo>
                  <a:pt x="296167" y="37353"/>
                </a:lnTo>
                <a:lnTo>
                  <a:pt x="285915" y="88777"/>
                </a:lnTo>
                <a:cubicBezTo>
                  <a:pt x="285452" y="90747"/>
                  <a:pt x="285105" y="92427"/>
                  <a:pt x="284874" y="93816"/>
                </a:cubicBezTo>
                <a:cubicBezTo>
                  <a:pt x="284642" y="95205"/>
                  <a:pt x="284526" y="96537"/>
                  <a:pt x="284526" y="97811"/>
                </a:cubicBezTo>
                <a:cubicBezTo>
                  <a:pt x="284526" y="105109"/>
                  <a:pt x="288059" y="108757"/>
                  <a:pt x="295125" y="108757"/>
                </a:cubicBezTo>
                <a:cubicBezTo>
                  <a:pt x="300800" y="108757"/>
                  <a:pt x="307807" y="104356"/>
                  <a:pt x="316147" y="95553"/>
                </a:cubicBezTo>
                <a:lnTo>
                  <a:pt x="327613" y="37353"/>
                </a:lnTo>
                <a:lnTo>
                  <a:pt x="346202" y="37353"/>
                </a:lnTo>
                <a:close/>
                <a:moveTo>
                  <a:pt x="353310" y="122656"/>
                </a:moveTo>
                <a:lnTo>
                  <a:pt x="370334" y="37353"/>
                </a:lnTo>
                <a:lnTo>
                  <a:pt x="385450" y="37353"/>
                </a:lnTo>
                <a:lnTo>
                  <a:pt x="384581" y="49340"/>
                </a:lnTo>
                <a:lnTo>
                  <a:pt x="385275" y="49340"/>
                </a:lnTo>
                <a:cubicBezTo>
                  <a:pt x="389678" y="45518"/>
                  <a:pt x="394253" y="42216"/>
                  <a:pt x="399002" y="39436"/>
                </a:cubicBezTo>
                <a:cubicBezTo>
                  <a:pt x="403751" y="36656"/>
                  <a:pt x="408441" y="35266"/>
                  <a:pt x="413074" y="35266"/>
                </a:cubicBezTo>
                <a:cubicBezTo>
                  <a:pt x="416317" y="35266"/>
                  <a:pt x="419097" y="35672"/>
                  <a:pt x="421414" y="36483"/>
                </a:cubicBezTo>
                <a:cubicBezTo>
                  <a:pt x="423731" y="37294"/>
                  <a:pt x="425670" y="38395"/>
                  <a:pt x="427233" y="39786"/>
                </a:cubicBezTo>
                <a:cubicBezTo>
                  <a:pt x="428797" y="41175"/>
                  <a:pt x="430013" y="42825"/>
                  <a:pt x="430880" y="44736"/>
                </a:cubicBezTo>
                <a:cubicBezTo>
                  <a:pt x="431750" y="46646"/>
                  <a:pt x="432416" y="48760"/>
                  <a:pt x="432879" y="51077"/>
                </a:cubicBezTo>
                <a:cubicBezTo>
                  <a:pt x="437976" y="46213"/>
                  <a:pt x="443015" y="42362"/>
                  <a:pt x="447995" y="39524"/>
                </a:cubicBezTo>
                <a:cubicBezTo>
                  <a:pt x="452976" y="36685"/>
                  <a:pt x="457782" y="35266"/>
                  <a:pt x="462414" y="35266"/>
                </a:cubicBezTo>
                <a:cubicBezTo>
                  <a:pt x="469480" y="35266"/>
                  <a:pt x="474605" y="37120"/>
                  <a:pt x="477790" y="40828"/>
                </a:cubicBezTo>
                <a:cubicBezTo>
                  <a:pt x="480976" y="44534"/>
                  <a:pt x="482570" y="49862"/>
                  <a:pt x="482570" y="56811"/>
                </a:cubicBezTo>
                <a:cubicBezTo>
                  <a:pt x="482570" y="58780"/>
                  <a:pt x="482453" y="60691"/>
                  <a:pt x="482220" y="62545"/>
                </a:cubicBezTo>
                <a:cubicBezTo>
                  <a:pt x="481988" y="64397"/>
                  <a:pt x="481641" y="66482"/>
                  <a:pt x="481178" y="68799"/>
                </a:cubicBezTo>
                <a:lnTo>
                  <a:pt x="470407" y="122656"/>
                </a:lnTo>
                <a:lnTo>
                  <a:pt x="451643" y="122656"/>
                </a:lnTo>
                <a:lnTo>
                  <a:pt x="462067" y="71230"/>
                </a:lnTo>
                <a:cubicBezTo>
                  <a:pt x="462530" y="69261"/>
                  <a:pt x="462877" y="67582"/>
                  <a:pt x="463109" y="66193"/>
                </a:cubicBezTo>
                <a:cubicBezTo>
                  <a:pt x="463342" y="64802"/>
                  <a:pt x="463459" y="63469"/>
                  <a:pt x="463459" y="62195"/>
                </a:cubicBezTo>
                <a:cubicBezTo>
                  <a:pt x="463459" y="54900"/>
                  <a:pt x="459983" y="51252"/>
                  <a:pt x="453032" y="51252"/>
                </a:cubicBezTo>
                <a:cubicBezTo>
                  <a:pt x="450832" y="51252"/>
                  <a:pt x="447994" y="52295"/>
                  <a:pt x="444520" y="54380"/>
                </a:cubicBezTo>
                <a:cubicBezTo>
                  <a:pt x="441045" y="56464"/>
                  <a:pt x="437108" y="59822"/>
                  <a:pt x="432707" y="64454"/>
                </a:cubicBezTo>
                <a:lnTo>
                  <a:pt x="421066" y="122656"/>
                </a:lnTo>
                <a:lnTo>
                  <a:pt x="402475" y="122656"/>
                </a:lnTo>
                <a:lnTo>
                  <a:pt x="412726" y="71230"/>
                </a:lnTo>
                <a:cubicBezTo>
                  <a:pt x="413189" y="69261"/>
                  <a:pt x="413537" y="67582"/>
                  <a:pt x="413768" y="66193"/>
                </a:cubicBezTo>
                <a:cubicBezTo>
                  <a:pt x="414000" y="64802"/>
                  <a:pt x="414116" y="63469"/>
                  <a:pt x="414116" y="62195"/>
                </a:cubicBezTo>
                <a:cubicBezTo>
                  <a:pt x="414116" y="54900"/>
                  <a:pt x="410699" y="51252"/>
                  <a:pt x="403867" y="51252"/>
                </a:cubicBezTo>
                <a:cubicBezTo>
                  <a:pt x="401550" y="51252"/>
                  <a:pt x="398654" y="52295"/>
                  <a:pt x="395179" y="54380"/>
                </a:cubicBezTo>
                <a:cubicBezTo>
                  <a:pt x="391705" y="56464"/>
                  <a:pt x="387825" y="59822"/>
                  <a:pt x="383539" y="64454"/>
                </a:cubicBezTo>
                <a:lnTo>
                  <a:pt x="372073" y="122656"/>
                </a:lnTo>
                <a:lnTo>
                  <a:pt x="353310" y="122656"/>
                </a:lnTo>
                <a:close/>
                <a:moveTo>
                  <a:pt x="496451" y="88604"/>
                </a:moveTo>
                <a:cubicBezTo>
                  <a:pt x="496451" y="80613"/>
                  <a:pt x="497812" y="73344"/>
                  <a:pt x="500533" y="66800"/>
                </a:cubicBezTo>
                <a:cubicBezTo>
                  <a:pt x="503255" y="60255"/>
                  <a:pt x="506845" y="54638"/>
                  <a:pt x="511304" y="49948"/>
                </a:cubicBezTo>
                <a:cubicBezTo>
                  <a:pt x="515763" y="45257"/>
                  <a:pt x="520773" y="41638"/>
                  <a:pt x="526333" y="39089"/>
                </a:cubicBezTo>
                <a:cubicBezTo>
                  <a:pt x="531893" y="36541"/>
                  <a:pt x="537452" y="35266"/>
                  <a:pt x="543010" y="35266"/>
                </a:cubicBezTo>
                <a:cubicBezTo>
                  <a:pt x="547991" y="35266"/>
                  <a:pt x="552189" y="36077"/>
                  <a:pt x="555605" y="37700"/>
                </a:cubicBezTo>
                <a:cubicBezTo>
                  <a:pt x="559023" y="39321"/>
                  <a:pt x="561803" y="41550"/>
                  <a:pt x="563945" y="44388"/>
                </a:cubicBezTo>
                <a:cubicBezTo>
                  <a:pt x="566089" y="47227"/>
                  <a:pt x="567653" y="50557"/>
                  <a:pt x="568638" y="54380"/>
                </a:cubicBezTo>
                <a:cubicBezTo>
                  <a:pt x="569622" y="58201"/>
                  <a:pt x="570114" y="62312"/>
                  <a:pt x="570114" y="66712"/>
                </a:cubicBezTo>
                <a:cubicBezTo>
                  <a:pt x="570114" y="70420"/>
                  <a:pt x="569650" y="74012"/>
                  <a:pt x="568722" y="77486"/>
                </a:cubicBezTo>
                <a:cubicBezTo>
                  <a:pt x="567796" y="80961"/>
                  <a:pt x="567044" y="83393"/>
                  <a:pt x="566466" y="84782"/>
                </a:cubicBezTo>
                <a:lnTo>
                  <a:pt x="514517" y="84782"/>
                </a:lnTo>
                <a:cubicBezTo>
                  <a:pt x="514054" y="89299"/>
                  <a:pt x="514286" y="93179"/>
                  <a:pt x="515212" y="96422"/>
                </a:cubicBezTo>
                <a:cubicBezTo>
                  <a:pt x="516140" y="99665"/>
                  <a:pt x="517559" y="102330"/>
                  <a:pt x="519469" y="104415"/>
                </a:cubicBezTo>
                <a:cubicBezTo>
                  <a:pt x="521382" y="106499"/>
                  <a:pt x="523727" y="108033"/>
                  <a:pt x="526505" y="109017"/>
                </a:cubicBezTo>
                <a:cubicBezTo>
                  <a:pt x="529285" y="110001"/>
                  <a:pt x="532297" y="110494"/>
                  <a:pt x="535540" y="110494"/>
                </a:cubicBezTo>
                <a:cubicBezTo>
                  <a:pt x="538551" y="110494"/>
                  <a:pt x="541620" y="109799"/>
                  <a:pt x="544747" y="108410"/>
                </a:cubicBezTo>
                <a:cubicBezTo>
                  <a:pt x="547875" y="107021"/>
                  <a:pt x="550597" y="105458"/>
                  <a:pt x="552914" y="103720"/>
                </a:cubicBezTo>
                <a:lnTo>
                  <a:pt x="559863" y="115708"/>
                </a:lnTo>
                <a:cubicBezTo>
                  <a:pt x="556388" y="118140"/>
                  <a:pt x="552190" y="120254"/>
                  <a:pt x="547268" y="122049"/>
                </a:cubicBezTo>
                <a:cubicBezTo>
                  <a:pt x="542346" y="123843"/>
                  <a:pt x="536815" y="124740"/>
                  <a:pt x="530675" y="124740"/>
                </a:cubicBezTo>
                <a:cubicBezTo>
                  <a:pt x="525580" y="124740"/>
                  <a:pt x="520947" y="123930"/>
                  <a:pt x="516776" y="122309"/>
                </a:cubicBezTo>
                <a:cubicBezTo>
                  <a:pt x="512607" y="120687"/>
                  <a:pt x="509017" y="118342"/>
                  <a:pt x="506005" y="115273"/>
                </a:cubicBezTo>
                <a:cubicBezTo>
                  <a:pt x="502993" y="112204"/>
                  <a:pt x="500648" y="108439"/>
                  <a:pt x="498969" y="103980"/>
                </a:cubicBezTo>
                <a:cubicBezTo>
                  <a:pt x="497290" y="99521"/>
                  <a:pt x="496451" y="94396"/>
                  <a:pt x="496451" y="88604"/>
                </a:cubicBezTo>
                <a:moveTo>
                  <a:pt x="516081" y="72969"/>
                </a:moveTo>
                <a:lnTo>
                  <a:pt x="553784" y="72969"/>
                </a:lnTo>
                <a:cubicBezTo>
                  <a:pt x="554016" y="71809"/>
                  <a:pt x="554218" y="70622"/>
                  <a:pt x="554391" y="69406"/>
                </a:cubicBezTo>
                <a:cubicBezTo>
                  <a:pt x="554564" y="68190"/>
                  <a:pt x="554651" y="66887"/>
                  <a:pt x="554651" y="65498"/>
                </a:cubicBezTo>
                <a:cubicBezTo>
                  <a:pt x="554651" y="61327"/>
                  <a:pt x="553637" y="57650"/>
                  <a:pt x="551610" y="54465"/>
                </a:cubicBezTo>
                <a:cubicBezTo>
                  <a:pt x="549583" y="51280"/>
                  <a:pt x="545964" y="49688"/>
                  <a:pt x="540752" y="49688"/>
                </a:cubicBezTo>
                <a:cubicBezTo>
                  <a:pt x="535540" y="49688"/>
                  <a:pt x="530646" y="51744"/>
                  <a:pt x="526070" y="55857"/>
                </a:cubicBezTo>
                <a:cubicBezTo>
                  <a:pt x="521497" y="59967"/>
                  <a:pt x="518167" y="65671"/>
                  <a:pt x="516081" y="72969"/>
                </a:cubicBezTo>
                <a:close/>
                <a:moveTo>
                  <a:pt x="578610" y="122656"/>
                </a:moveTo>
                <a:lnTo>
                  <a:pt x="595635" y="37353"/>
                </a:lnTo>
                <a:lnTo>
                  <a:pt x="610751" y="37353"/>
                </a:lnTo>
                <a:lnTo>
                  <a:pt x="609881" y="49340"/>
                </a:lnTo>
                <a:lnTo>
                  <a:pt x="610576" y="49340"/>
                </a:lnTo>
                <a:cubicBezTo>
                  <a:pt x="615093" y="45518"/>
                  <a:pt x="619755" y="42216"/>
                  <a:pt x="624562" y="39436"/>
                </a:cubicBezTo>
                <a:cubicBezTo>
                  <a:pt x="629370" y="36656"/>
                  <a:pt x="634495" y="35266"/>
                  <a:pt x="639938" y="35266"/>
                </a:cubicBezTo>
                <a:cubicBezTo>
                  <a:pt x="647119" y="35266"/>
                  <a:pt x="652272" y="37120"/>
                  <a:pt x="655399" y="40828"/>
                </a:cubicBezTo>
                <a:cubicBezTo>
                  <a:pt x="658527" y="44534"/>
                  <a:pt x="660091" y="49862"/>
                  <a:pt x="660091" y="56811"/>
                </a:cubicBezTo>
                <a:cubicBezTo>
                  <a:pt x="660091" y="58780"/>
                  <a:pt x="660004" y="60691"/>
                  <a:pt x="659831" y="62545"/>
                </a:cubicBezTo>
                <a:cubicBezTo>
                  <a:pt x="659658" y="64397"/>
                  <a:pt x="659282" y="66482"/>
                  <a:pt x="658702" y="68799"/>
                </a:cubicBezTo>
                <a:lnTo>
                  <a:pt x="647931" y="122656"/>
                </a:lnTo>
                <a:lnTo>
                  <a:pt x="629339" y="122656"/>
                </a:lnTo>
                <a:lnTo>
                  <a:pt x="639763" y="71230"/>
                </a:lnTo>
                <a:cubicBezTo>
                  <a:pt x="640111" y="69261"/>
                  <a:pt x="640430" y="67582"/>
                  <a:pt x="640720" y="66193"/>
                </a:cubicBezTo>
                <a:cubicBezTo>
                  <a:pt x="641010" y="64802"/>
                  <a:pt x="641155" y="63469"/>
                  <a:pt x="641155" y="62195"/>
                </a:cubicBezTo>
                <a:cubicBezTo>
                  <a:pt x="641155" y="54900"/>
                  <a:pt x="637565" y="51252"/>
                  <a:pt x="630384" y="51252"/>
                </a:cubicBezTo>
                <a:cubicBezTo>
                  <a:pt x="627372" y="51252"/>
                  <a:pt x="624158" y="52295"/>
                  <a:pt x="620740" y="54380"/>
                </a:cubicBezTo>
                <a:cubicBezTo>
                  <a:pt x="617323" y="56464"/>
                  <a:pt x="613357" y="59822"/>
                  <a:pt x="608839" y="64454"/>
                </a:cubicBezTo>
                <a:lnTo>
                  <a:pt x="597374" y="122656"/>
                </a:lnTo>
                <a:lnTo>
                  <a:pt x="578610" y="122656"/>
                </a:lnTo>
                <a:close/>
                <a:moveTo>
                  <a:pt x="700729" y="124740"/>
                </a:moveTo>
                <a:cubicBezTo>
                  <a:pt x="692737" y="124740"/>
                  <a:pt x="687032" y="122742"/>
                  <a:pt x="683614" y="118746"/>
                </a:cubicBezTo>
                <a:cubicBezTo>
                  <a:pt x="680198" y="114750"/>
                  <a:pt x="678489" y="109799"/>
                  <a:pt x="678489" y="103893"/>
                </a:cubicBezTo>
                <a:cubicBezTo>
                  <a:pt x="678489" y="102155"/>
                  <a:pt x="678605" y="100476"/>
                  <a:pt x="678837" y="98856"/>
                </a:cubicBezTo>
                <a:cubicBezTo>
                  <a:pt x="679070" y="97233"/>
                  <a:pt x="679302" y="95554"/>
                  <a:pt x="679534" y="93816"/>
                </a:cubicBezTo>
                <a:lnTo>
                  <a:pt x="688219" y="52119"/>
                </a:lnTo>
                <a:lnTo>
                  <a:pt x="676231" y="52119"/>
                </a:lnTo>
                <a:lnTo>
                  <a:pt x="679012" y="38222"/>
                </a:lnTo>
                <a:lnTo>
                  <a:pt x="692041" y="37353"/>
                </a:lnTo>
                <a:lnTo>
                  <a:pt x="698817" y="14419"/>
                </a:lnTo>
                <a:lnTo>
                  <a:pt x="714453" y="14419"/>
                </a:lnTo>
                <a:lnTo>
                  <a:pt x="709936" y="37353"/>
                </a:lnTo>
                <a:lnTo>
                  <a:pt x="730438" y="37353"/>
                </a:lnTo>
                <a:lnTo>
                  <a:pt x="727485" y="52119"/>
                </a:lnTo>
                <a:lnTo>
                  <a:pt x="706635" y="52119"/>
                </a:lnTo>
                <a:lnTo>
                  <a:pt x="697948" y="94511"/>
                </a:lnTo>
                <a:cubicBezTo>
                  <a:pt x="697601" y="96596"/>
                  <a:pt x="697428" y="98623"/>
                  <a:pt x="697428" y="100592"/>
                </a:cubicBezTo>
                <a:cubicBezTo>
                  <a:pt x="697428" y="103719"/>
                  <a:pt x="698181" y="106064"/>
                  <a:pt x="699687" y="107628"/>
                </a:cubicBezTo>
                <a:cubicBezTo>
                  <a:pt x="701193" y="109192"/>
                  <a:pt x="703740" y="109974"/>
                  <a:pt x="707330" y="109974"/>
                </a:cubicBezTo>
                <a:cubicBezTo>
                  <a:pt x="708835" y="109974"/>
                  <a:pt x="710225" y="109743"/>
                  <a:pt x="711500" y="109280"/>
                </a:cubicBezTo>
                <a:cubicBezTo>
                  <a:pt x="712774" y="108817"/>
                  <a:pt x="714048" y="108295"/>
                  <a:pt x="715322" y="107715"/>
                </a:cubicBezTo>
                <a:lnTo>
                  <a:pt x="718798" y="120920"/>
                </a:lnTo>
                <a:cubicBezTo>
                  <a:pt x="716712" y="121846"/>
                  <a:pt x="714164" y="122714"/>
                  <a:pt x="711152" y="123523"/>
                </a:cubicBezTo>
                <a:cubicBezTo>
                  <a:pt x="708141" y="124335"/>
                  <a:pt x="704666" y="124740"/>
                  <a:pt x="700729" y="124740"/>
                </a:cubicBezTo>
                <a:close/>
                <a:moveTo>
                  <a:pt x="732331" y="122656"/>
                </a:moveTo>
                <a:lnTo>
                  <a:pt x="754917" y="9032"/>
                </a:lnTo>
                <a:lnTo>
                  <a:pt x="820068" y="9032"/>
                </a:lnTo>
                <a:lnTo>
                  <a:pt x="816940" y="24843"/>
                </a:lnTo>
                <a:lnTo>
                  <a:pt x="770381" y="24843"/>
                </a:lnTo>
                <a:lnTo>
                  <a:pt x="764299" y="55422"/>
                </a:lnTo>
                <a:lnTo>
                  <a:pt x="803735" y="55422"/>
                </a:lnTo>
                <a:lnTo>
                  <a:pt x="800610" y="71230"/>
                </a:lnTo>
                <a:lnTo>
                  <a:pt x="761346" y="71230"/>
                </a:lnTo>
                <a:lnTo>
                  <a:pt x="754048" y="106846"/>
                </a:lnTo>
                <a:lnTo>
                  <a:pt x="801999" y="106846"/>
                </a:lnTo>
                <a:lnTo>
                  <a:pt x="798871" y="122656"/>
                </a:lnTo>
                <a:lnTo>
                  <a:pt x="732331" y="122656"/>
                </a:lnTo>
                <a:close/>
                <a:moveTo>
                  <a:pt x="837772" y="124740"/>
                </a:moveTo>
                <a:cubicBezTo>
                  <a:pt x="832792" y="124740"/>
                  <a:pt x="829143" y="123524"/>
                  <a:pt x="826826" y="121092"/>
                </a:cubicBezTo>
                <a:cubicBezTo>
                  <a:pt x="824509" y="118661"/>
                  <a:pt x="823351" y="115244"/>
                  <a:pt x="823351" y="110844"/>
                </a:cubicBezTo>
                <a:cubicBezTo>
                  <a:pt x="823351" y="108178"/>
                  <a:pt x="823756" y="105167"/>
                  <a:pt x="824567" y="101809"/>
                </a:cubicBezTo>
                <a:lnTo>
                  <a:pt x="844895" y="0"/>
                </a:lnTo>
                <a:lnTo>
                  <a:pt x="863484" y="0"/>
                </a:lnTo>
                <a:lnTo>
                  <a:pt x="842984" y="102676"/>
                </a:lnTo>
                <a:cubicBezTo>
                  <a:pt x="842752" y="103604"/>
                  <a:pt x="842637" y="104299"/>
                  <a:pt x="842637" y="104762"/>
                </a:cubicBezTo>
                <a:cubicBezTo>
                  <a:pt x="842637" y="105225"/>
                  <a:pt x="842637" y="105631"/>
                  <a:pt x="842637" y="105979"/>
                </a:cubicBezTo>
                <a:cubicBezTo>
                  <a:pt x="842637" y="108411"/>
                  <a:pt x="843621" y="109627"/>
                  <a:pt x="845590" y="109627"/>
                </a:cubicBezTo>
                <a:cubicBezTo>
                  <a:pt x="846169" y="109627"/>
                  <a:pt x="846633" y="109598"/>
                  <a:pt x="846979" y="109539"/>
                </a:cubicBezTo>
                <a:cubicBezTo>
                  <a:pt x="847327" y="109481"/>
                  <a:pt x="847907" y="109336"/>
                  <a:pt x="848718" y="109105"/>
                </a:cubicBezTo>
                <a:lnTo>
                  <a:pt x="848371" y="123004"/>
                </a:lnTo>
                <a:cubicBezTo>
                  <a:pt x="847096" y="123583"/>
                  <a:pt x="845591" y="124017"/>
                  <a:pt x="843853" y="124305"/>
                </a:cubicBezTo>
                <a:cubicBezTo>
                  <a:pt x="842116" y="124595"/>
                  <a:pt x="840089" y="124740"/>
                  <a:pt x="837772" y="124740"/>
                </a:cubicBezTo>
                <a:close/>
                <a:moveTo>
                  <a:pt x="868333" y="88604"/>
                </a:moveTo>
                <a:cubicBezTo>
                  <a:pt x="868333" y="80613"/>
                  <a:pt x="869694" y="73344"/>
                  <a:pt x="872415" y="66800"/>
                </a:cubicBezTo>
                <a:cubicBezTo>
                  <a:pt x="875137" y="60255"/>
                  <a:pt x="878727" y="54638"/>
                  <a:pt x="883186" y="49948"/>
                </a:cubicBezTo>
                <a:cubicBezTo>
                  <a:pt x="887645" y="45257"/>
                  <a:pt x="892655" y="41638"/>
                  <a:pt x="898215" y="39089"/>
                </a:cubicBezTo>
                <a:cubicBezTo>
                  <a:pt x="903775" y="36541"/>
                  <a:pt x="909334" y="35266"/>
                  <a:pt x="914892" y="35266"/>
                </a:cubicBezTo>
                <a:cubicBezTo>
                  <a:pt x="919873" y="35266"/>
                  <a:pt x="924071" y="36077"/>
                  <a:pt x="927487" y="37700"/>
                </a:cubicBezTo>
                <a:cubicBezTo>
                  <a:pt x="930905" y="39321"/>
                  <a:pt x="933685" y="41550"/>
                  <a:pt x="935827" y="44388"/>
                </a:cubicBezTo>
                <a:cubicBezTo>
                  <a:pt x="937971" y="47227"/>
                  <a:pt x="939535" y="50557"/>
                  <a:pt x="940519" y="54380"/>
                </a:cubicBezTo>
                <a:cubicBezTo>
                  <a:pt x="941504" y="58201"/>
                  <a:pt x="941996" y="62312"/>
                  <a:pt x="941996" y="66712"/>
                </a:cubicBezTo>
                <a:cubicBezTo>
                  <a:pt x="941996" y="70420"/>
                  <a:pt x="941532" y="74012"/>
                  <a:pt x="940604" y="77486"/>
                </a:cubicBezTo>
                <a:cubicBezTo>
                  <a:pt x="939678" y="80961"/>
                  <a:pt x="938926" y="83393"/>
                  <a:pt x="938348" y="84782"/>
                </a:cubicBezTo>
                <a:lnTo>
                  <a:pt x="886399" y="84782"/>
                </a:lnTo>
                <a:cubicBezTo>
                  <a:pt x="885936" y="89299"/>
                  <a:pt x="886168" y="93179"/>
                  <a:pt x="887094" y="96422"/>
                </a:cubicBezTo>
                <a:cubicBezTo>
                  <a:pt x="888022" y="99665"/>
                  <a:pt x="889441" y="102330"/>
                  <a:pt x="891351" y="104415"/>
                </a:cubicBezTo>
                <a:cubicBezTo>
                  <a:pt x="893264" y="106499"/>
                  <a:pt x="895609" y="108033"/>
                  <a:pt x="898387" y="109017"/>
                </a:cubicBezTo>
                <a:cubicBezTo>
                  <a:pt x="901167" y="110001"/>
                  <a:pt x="904179" y="110494"/>
                  <a:pt x="907422" y="110494"/>
                </a:cubicBezTo>
                <a:cubicBezTo>
                  <a:pt x="910433" y="110494"/>
                  <a:pt x="913502" y="109799"/>
                  <a:pt x="916629" y="108410"/>
                </a:cubicBezTo>
                <a:cubicBezTo>
                  <a:pt x="919757" y="107021"/>
                  <a:pt x="922479" y="105458"/>
                  <a:pt x="924796" y="103720"/>
                </a:cubicBezTo>
                <a:lnTo>
                  <a:pt x="931745" y="115708"/>
                </a:lnTo>
                <a:cubicBezTo>
                  <a:pt x="928270" y="118140"/>
                  <a:pt x="924072" y="120254"/>
                  <a:pt x="919150" y="122049"/>
                </a:cubicBezTo>
                <a:cubicBezTo>
                  <a:pt x="914228" y="123843"/>
                  <a:pt x="908697" y="124740"/>
                  <a:pt x="902557" y="124740"/>
                </a:cubicBezTo>
                <a:cubicBezTo>
                  <a:pt x="897462" y="124740"/>
                  <a:pt x="892829" y="123930"/>
                  <a:pt x="888658" y="122309"/>
                </a:cubicBezTo>
                <a:cubicBezTo>
                  <a:pt x="884489" y="120687"/>
                  <a:pt x="880898" y="118342"/>
                  <a:pt x="877887" y="115273"/>
                </a:cubicBezTo>
                <a:cubicBezTo>
                  <a:pt x="874875" y="112204"/>
                  <a:pt x="872530" y="108439"/>
                  <a:pt x="870851" y="103980"/>
                </a:cubicBezTo>
                <a:cubicBezTo>
                  <a:pt x="869172" y="99521"/>
                  <a:pt x="868333" y="94396"/>
                  <a:pt x="868333" y="88604"/>
                </a:cubicBezTo>
                <a:moveTo>
                  <a:pt x="887963" y="72969"/>
                </a:moveTo>
                <a:lnTo>
                  <a:pt x="925666" y="72969"/>
                </a:lnTo>
                <a:cubicBezTo>
                  <a:pt x="925897" y="71809"/>
                  <a:pt x="926100" y="70622"/>
                  <a:pt x="926273" y="69406"/>
                </a:cubicBezTo>
                <a:cubicBezTo>
                  <a:pt x="926446" y="68190"/>
                  <a:pt x="926533" y="66887"/>
                  <a:pt x="926533" y="65498"/>
                </a:cubicBezTo>
                <a:cubicBezTo>
                  <a:pt x="926533" y="61327"/>
                  <a:pt x="925519" y="57650"/>
                  <a:pt x="923492" y="54465"/>
                </a:cubicBezTo>
                <a:cubicBezTo>
                  <a:pt x="921465" y="51280"/>
                  <a:pt x="917845" y="49688"/>
                  <a:pt x="912634" y="49688"/>
                </a:cubicBezTo>
                <a:cubicBezTo>
                  <a:pt x="907422" y="49688"/>
                  <a:pt x="902528" y="51744"/>
                  <a:pt x="897952" y="55857"/>
                </a:cubicBezTo>
                <a:cubicBezTo>
                  <a:pt x="893378" y="59967"/>
                  <a:pt x="890049" y="65671"/>
                  <a:pt x="887963" y="72969"/>
                </a:cubicBezTo>
                <a:close/>
                <a:moveTo>
                  <a:pt x="950492" y="122656"/>
                </a:moveTo>
                <a:lnTo>
                  <a:pt x="967517" y="37353"/>
                </a:lnTo>
                <a:lnTo>
                  <a:pt x="982633" y="37353"/>
                </a:lnTo>
                <a:lnTo>
                  <a:pt x="981763" y="49340"/>
                </a:lnTo>
                <a:lnTo>
                  <a:pt x="982458" y="49340"/>
                </a:lnTo>
                <a:cubicBezTo>
                  <a:pt x="986860" y="45518"/>
                  <a:pt x="991436" y="42216"/>
                  <a:pt x="996184" y="39436"/>
                </a:cubicBezTo>
                <a:cubicBezTo>
                  <a:pt x="1000933" y="36656"/>
                  <a:pt x="1005624" y="35266"/>
                  <a:pt x="1010256" y="35266"/>
                </a:cubicBezTo>
                <a:cubicBezTo>
                  <a:pt x="1013499" y="35266"/>
                  <a:pt x="1016279" y="35672"/>
                  <a:pt x="1018596" y="36483"/>
                </a:cubicBezTo>
                <a:cubicBezTo>
                  <a:pt x="1020913" y="37294"/>
                  <a:pt x="1022853" y="38395"/>
                  <a:pt x="1024415" y="39786"/>
                </a:cubicBezTo>
                <a:cubicBezTo>
                  <a:pt x="1025979" y="41175"/>
                  <a:pt x="1027195" y="42825"/>
                  <a:pt x="1028063" y="44736"/>
                </a:cubicBezTo>
                <a:cubicBezTo>
                  <a:pt x="1028932" y="46646"/>
                  <a:pt x="1029599" y="48760"/>
                  <a:pt x="1030062" y="51077"/>
                </a:cubicBezTo>
                <a:cubicBezTo>
                  <a:pt x="1035159" y="46213"/>
                  <a:pt x="1040197" y="42362"/>
                  <a:pt x="1045178" y="39524"/>
                </a:cubicBezTo>
                <a:cubicBezTo>
                  <a:pt x="1050158" y="36685"/>
                  <a:pt x="1054964" y="35266"/>
                  <a:pt x="1059596" y="35266"/>
                </a:cubicBezTo>
                <a:cubicBezTo>
                  <a:pt x="1066662" y="35266"/>
                  <a:pt x="1071787" y="37120"/>
                  <a:pt x="1074972" y="40828"/>
                </a:cubicBezTo>
                <a:cubicBezTo>
                  <a:pt x="1078159" y="44534"/>
                  <a:pt x="1079752" y="49862"/>
                  <a:pt x="1079752" y="56811"/>
                </a:cubicBezTo>
                <a:cubicBezTo>
                  <a:pt x="1079752" y="58780"/>
                  <a:pt x="1079635" y="60691"/>
                  <a:pt x="1079402" y="62545"/>
                </a:cubicBezTo>
                <a:cubicBezTo>
                  <a:pt x="1079171" y="64397"/>
                  <a:pt x="1078823" y="66482"/>
                  <a:pt x="1078360" y="68799"/>
                </a:cubicBezTo>
                <a:lnTo>
                  <a:pt x="1067589" y="122656"/>
                </a:lnTo>
                <a:lnTo>
                  <a:pt x="1048825" y="122656"/>
                </a:lnTo>
                <a:lnTo>
                  <a:pt x="1059249" y="71230"/>
                </a:lnTo>
                <a:cubicBezTo>
                  <a:pt x="1059712" y="69261"/>
                  <a:pt x="1060059" y="67582"/>
                  <a:pt x="1060291" y="66193"/>
                </a:cubicBezTo>
                <a:cubicBezTo>
                  <a:pt x="1060524" y="64802"/>
                  <a:pt x="1060641" y="63469"/>
                  <a:pt x="1060641" y="62195"/>
                </a:cubicBezTo>
                <a:cubicBezTo>
                  <a:pt x="1060641" y="54900"/>
                  <a:pt x="1057165" y="51252"/>
                  <a:pt x="1050215" y="51252"/>
                </a:cubicBezTo>
                <a:cubicBezTo>
                  <a:pt x="1048014" y="51252"/>
                  <a:pt x="1045177" y="52295"/>
                  <a:pt x="1041702" y="54380"/>
                </a:cubicBezTo>
                <a:cubicBezTo>
                  <a:pt x="1038228" y="56464"/>
                  <a:pt x="1034290" y="59822"/>
                  <a:pt x="1029889" y="64454"/>
                </a:cubicBezTo>
                <a:lnTo>
                  <a:pt x="1018249" y="122656"/>
                </a:lnTo>
                <a:lnTo>
                  <a:pt x="999657" y="122656"/>
                </a:lnTo>
                <a:lnTo>
                  <a:pt x="1009909" y="71230"/>
                </a:lnTo>
                <a:cubicBezTo>
                  <a:pt x="1010372" y="69261"/>
                  <a:pt x="1010719" y="67582"/>
                  <a:pt x="1010951" y="66193"/>
                </a:cubicBezTo>
                <a:cubicBezTo>
                  <a:pt x="1011182" y="64802"/>
                  <a:pt x="1011298" y="63469"/>
                  <a:pt x="1011298" y="62195"/>
                </a:cubicBezTo>
                <a:cubicBezTo>
                  <a:pt x="1011298" y="54900"/>
                  <a:pt x="1007882" y="51252"/>
                  <a:pt x="1001049" y="51252"/>
                </a:cubicBezTo>
                <a:cubicBezTo>
                  <a:pt x="998732" y="51252"/>
                  <a:pt x="995836" y="52295"/>
                  <a:pt x="992362" y="54380"/>
                </a:cubicBezTo>
                <a:cubicBezTo>
                  <a:pt x="988887" y="56464"/>
                  <a:pt x="985007" y="59822"/>
                  <a:pt x="980721" y="64454"/>
                </a:cubicBezTo>
                <a:lnTo>
                  <a:pt x="969256" y="122656"/>
                </a:lnTo>
                <a:lnTo>
                  <a:pt x="950492" y="122656"/>
                </a:lnTo>
                <a:close/>
                <a:moveTo>
                  <a:pt x="1093634" y="88604"/>
                </a:moveTo>
                <a:cubicBezTo>
                  <a:pt x="1093634" y="80613"/>
                  <a:pt x="1094995" y="73344"/>
                  <a:pt x="1097716" y="66800"/>
                </a:cubicBezTo>
                <a:cubicBezTo>
                  <a:pt x="1100438" y="60255"/>
                  <a:pt x="1104028" y="54638"/>
                  <a:pt x="1108487" y="49948"/>
                </a:cubicBezTo>
                <a:cubicBezTo>
                  <a:pt x="1112946" y="45257"/>
                  <a:pt x="1117956" y="41638"/>
                  <a:pt x="1123516" y="39089"/>
                </a:cubicBezTo>
                <a:cubicBezTo>
                  <a:pt x="1129076" y="36541"/>
                  <a:pt x="1134635" y="35266"/>
                  <a:pt x="1140193" y="35266"/>
                </a:cubicBezTo>
                <a:cubicBezTo>
                  <a:pt x="1145174" y="35266"/>
                  <a:pt x="1149372" y="36077"/>
                  <a:pt x="1152788" y="37700"/>
                </a:cubicBezTo>
                <a:cubicBezTo>
                  <a:pt x="1156206" y="39321"/>
                  <a:pt x="1158986" y="41550"/>
                  <a:pt x="1161128" y="44388"/>
                </a:cubicBezTo>
                <a:cubicBezTo>
                  <a:pt x="1163272" y="47227"/>
                  <a:pt x="1164836" y="50557"/>
                  <a:pt x="1165820" y="54380"/>
                </a:cubicBezTo>
                <a:cubicBezTo>
                  <a:pt x="1166805" y="58201"/>
                  <a:pt x="1167297" y="62312"/>
                  <a:pt x="1167297" y="66712"/>
                </a:cubicBezTo>
                <a:cubicBezTo>
                  <a:pt x="1167297" y="70420"/>
                  <a:pt x="1166833" y="74012"/>
                  <a:pt x="1165905" y="77486"/>
                </a:cubicBezTo>
                <a:cubicBezTo>
                  <a:pt x="1164979" y="80961"/>
                  <a:pt x="1164227" y="83393"/>
                  <a:pt x="1163649" y="84782"/>
                </a:cubicBezTo>
                <a:lnTo>
                  <a:pt x="1111700" y="84782"/>
                </a:lnTo>
                <a:cubicBezTo>
                  <a:pt x="1111237" y="89299"/>
                  <a:pt x="1111469" y="93179"/>
                  <a:pt x="1112395" y="96422"/>
                </a:cubicBezTo>
                <a:cubicBezTo>
                  <a:pt x="1113323" y="99665"/>
                  <a:pt x="1114742" y="102330"/>
                  <a:pt x="1116652" y="104415"/>
                </a:cubicBezTo>
                <a:cubicBezTo>
                  <a:pt x="1118565" y="106499"/>
                  <a:pt x="1120910" y="108033"/>
                  <a:pt x="1123688" y="109017"/>
                </a:cubicBezTo>
                <a:cubicBezTo>
                  <a:pt x="1126468" y="110001"/>
                  <a:pt x="1129480" y="110494"/>
                  <a:pt x="1132723" y="110494"/>
                </a:cubicBezTo>
                <a:cubicBezTo>
                  <a:pt x="1135734" y="110494"/>
                  <a:pt x="1138803" y="109799"/>
                  <a:pt x="1141930" y="108410"/>
                </a:cubicBezTo>
                <a:cubicBezTo>
                  <a:pt x="1145058" y="107021"/>
                  <a:pt x="1147780" y="105458"/>
                  <a:pt x="1150097" y="103720"/>
                </a:cubicBezTo>
                <a:lnTo>
                  <a:pt x="1157046" y="115708"/>
                </a:lnTo>
                <a:cubicBezTo>
                  <a:pt x="1153571" y="118140"/>
                  <a:pt x="1149373" y="120254"/>
                  <a:pt x="1144451" y="122049"/>
                </a:cubicBezTo>
                <a:cubicBezTo>
                  <a:pt x="1139529" y="123843"/>
                  <a:pt x="1133998" y="124740"/>
                  <a:pt x="1127858" y="124740"/>
                </a:cubicBezTo>
                <a:cubicBezTo>
                  <a:pt x="1122763" y="124740"/>
                  <a:pt x="1118130" y="123930"/>
                  <a:pt x="1113959" y="122309"/>
                </a:cubicBezTo>
                <a:cubicBezTo>
                  <a:pt x="1109790" y="120687"/>
                  <a:pt x="1106199" y="118342"/>
                  <a:pt x="1103188" y="115273"/>
                </a:cubicBezTo>
                <a:cubicBezTo>
                  <a:pt x="1100176" y="112204"/>
                  <a:pt x="1097831" y="108439"/>
                  <a:pt x="1096152" y="103980"/>
                </a:cubicBezTo>
                <a:cubicBezTo>
                  <a:pt x="1094473" y="99521"/>
                  <a:pt x="1093634" y="94396"/>
                  <a:pt x="1093634" y="88604"/>
                </a:cubicBezTo>
                <a:moveTo>
                  <a:pt x="1113264" y="72969"/>
                </a:moveTo>
                <a:lnTo>
                  <a:pt x="1150967" y="72969"/>
                </a:lnTo>
                <a:cubicBezTo>
                  <a:pt x="1151198" y="71809"/>
                  <a:pt x="1151401" y="70622"/>
                  <a:pt x="1151574" y="69406"/>
                </a:cubicBezTo>
                <a:cubicBezTo>
                  <a:pt x="1151747" y="68190"/>
                  <a:pt x="1151834" y="66887"/>
                  <a:pt x="1151834" y="65498"/>
                </a:cubicBezTo>
                <a:cubicBezTo>
                  <a:pt x="1151834" y="61327"/>
                  <a:pt x="1150820" y="57650"/>
                  <a:pt x="1148793" y="54465"/>
                </a:cubicBezTo>
                <a:cubicBezTo>
                  <a:pt x="1146766" y="51280"/>
                  <a:pt x="1143146" y="49688"/>
                  <a:pt x="1137935" y="49688"/>
                </a:cubicBezTo>
                <a:cubicBezTo>
                  <a:pt x="1132723" y="49688"/>
                  <a:pt x="1127829" y="51744"/>
                  <a:pt x="1123253" y="55857"/>
                </a:cubicBezTo>
                <a:cubicBezTo>
                  <a:pt x="1118680" y="59967"/>
                  <a:pt x="1115350" y="65671"/>
                  <a:pt x="1113264" y="72969"/>
                </a:cubicBezTo>
                <a:close/>
                <a:moveTo>
                  <a:pt x="1175793" y="122656"/>
                </a:moveTo>
                <a:lnTo>
                  <a:pt x="1192818" y="37353"/>
                </a:lnTo>
                <a:lnTo>
                  <a:pt x="1207934" y="37353"/>
                </a:lnTo>
                <a:lnTo>
                  <a:pt x="1207064" y="49340"/>
                </a:lnTo>
                <a:lnTo>
                  <a:pt x="1207759" y="49340"/>
                </a:lnTo>
                <a:cubicBezTo>
                  <a:pt x="1212276" y="45518"/>
                  <a:pt x="1216938" y="42216"/>
                  <a:pt x="1221746" y="39436"/>
                </a:cubicBezTo>
                <a:cubicBezTo>
                  <a:pt x="1226553" y="36656"/>
                  <a:pt x="1231678" y="35266"/>
                  <a:pt x="1237121" y="35266"/>
                </a:cubicBezTo>
                <a:cubicBezTo>
                  <a:pt x="1244302" y="35266"/>
                  <a:pt x="1249456" y="37120"/>
                  <a:pt x="1252582" y="40828"/>
                </a:cubicBezTo>
                <a:cubicBezTo>
                  <a:pt x="1255710" y="44534"/>
                  <a:pt x="1257274" y="49862"/>
                  <a:pt x="1257274" y="56811"/>
                </a:cubicBezTo>
                <a:cubicBezTo>
                  <a:pt x="1257274" y="58780"/>
                  <a:pt x="1257188" y="60691"/>
                  <a:pt x="1257015" y="62545"/>
                </a:cubicBezTo>
                <a:cubicBezTo>
                  <a:pt x="1256841" y="64397"/>
                  <a:pt x="1256465" y="66482"/>
                  <a:pt x="1255885" y="68799"/>
                </a:cubicBezTo>
                <a:lnTo>
                  <a:pt x="1245114" y="122656"/>
                </a:lnTo>
                <a:lnTo>
                  <a:pt x="1226523" y="122656"/>
                </a:lnTo>
                <a:lnTo>
                  <a:pt x="1236946" y="71230"/>
                </a:lnTo>
                <a:cubicBezTo>
                  <a:pt x="1237295" y="69261"/>
                  <a:pt x="1237614" y="67582"/>
                  <a:pt x="1237903" y="66193"/>
                </a:cubicBezTo>
                <a:cubicBezTo>
                  <a:pt x="1238193" y="64802"/>
                  <a:pt x="1238338" y="63469"/>
                  <a:pt x="1238338" y="62195"/>
                </a:cubicBezTo>
                <a:cubicBezTo>
                  <a:pt x="1238338" y="54900"/>
                  <a:pt x="1234748" y="51252"/>
                  <a:pt x="1227567" y="51252"/>
                </a:cubicBezTo>
                <a:cubicBezTo>
                  <a:pt x="1224556" y="51252"/>
                  <a:pt x="1221341" y="52295"/>
                  <a:pt x="1217923" y="54380"/>
                </a:cubicBezTo>
                <a:cubicBezTo>
                  <a:pt x="1214507" y="56464"/>
                  <a:pt x="1210540" y="59822"/>
                  <a:pt x="1206023" y="64454"/>
                </a:cubicBezTo>
                <a:lnTo>
                  <a:pt x="1194557" y="122656"/>
                </a:lnTo>
                <a:lnTo>
                  <a:pt x="1175793" y="122656"/>
                </a:lnTo>
                <a:close/>
                <a:moveTo>
                  <a:pt x="1297912" y="124740"/>
                </a:moveTo>
                <a:cubicBezTo>
                  <a:pt x="1289920" y="124740"/>
                  <a:pt x="1284215" y="122742"/>
                  <a:pt x="1280797" y="118746"/>
                </a:cubicBezTo>
                <a:cubicBezTo>
                  <a:pt x="1277381" y="114750"/>
                  <a:pt x="1275672" y="109799"/>
                  <a:pt x="1275672" y="103893"/>
                </a:cubicBezTo>
                <a:cubicBezTo>
                  <a:pt x="1275672" y="102155"/>
                  <a:pt x="1275788" y="100476"/>
                  <a:pt x="1276020" y="98856"/>
                </a:cubicBezTo>
                <a:cubicBezTo>
                  <a:pt x="1276253" y="97233"/>
                  <a:pt x="1276485" y="95554"/>
                  <a:pt x="1276717" y="93816"/>
                </a:cubicBezTo>
                <a:lnTo>
                  <a:pt x="1285402" y="52119"/>
                </a:lnTo>
                <a:lnTo>
                  <a:pt x="1273414" y="52119"/>
                </a:lnTo>
                <a:lnTo>
                  <a:pt x="1276195" y="38222"/>
                </a:lnTo>
                <a:lnTo>
                  <a:pt x="1289224" y="37353"/>
                </a:lnTo>
                <a:lnTo>
                  <a:pt x="1296000" y="14419"/>
                </a:lnTo>
                <a:lnTo>
                  <a:pt x="1311636" y="14419"/>
                </a:lnTo>
                <a:lnTo>
                  <a:pt x="1307119" y="37353"/>
                </a:lnTo>
                <a:lnTo>
                  <a:pt x="1327621" y="37353"/>
                </a:lnTo>
                <a:lnTo>
                  <a:pt x="1324668" y="52119"/>
                </a:lnTo>
                <a:lnTo>
                  <a:pt x="1303818" y="52119"/>
                </a:lnTo>
                <a:lnTo>
                  <a:pt x="1295131" y="94511"/>
                </a:lnTo>
                <a:cubicBezTo>
                  <a:pt x="1294784" y="96596"/>
                  <a:pt x="1294611" y="98623"/>
                  <a:pt x="1294611" y="100592"/>
                </a:cubicBezTo>
                <a:cubicBezTo>
                  <a:pt x="1294611" y="103719"/>
                  <a:pt x="1295364" y="106064"/>
                  <a:pt x="1296870" y="107628"/>
                </a:cubicBezTo>
                <a:cubicBezTo>
                  <a:pt x="1298376" y="109192"/>
                  <a:pt x="1300923" y="109974"/>
                  <a:pt x="1304513" y="109974"/>
                </a:cubicBezTo>
                <a:cubicBezTo>
                  <a:pt x="1306018" y="109974"/>
                  <a:pt x="1307408" y="109743"/>
                  <a:pt x="1308683" y="109280"/>
                </a:cubicBezTo>
                <a:cubicBezTo>
                  <a:pt x="1309957" y="108817"/>
                  <a:pt x="1311231" y="108295"/>
                  <a:pt x="1312505" y="107715"/>
                </a:cubicBezTo>
                <a:lnTo>
                  <a:pt x="1315981" y="120920"/>
                </a:lnTo>
                <a:cubicBezTo>
                  <a:pt x="1313895" y="121846"/>
                  <a:pt x="1311347" y="122714"/>
                  <a:pt x="1308335" y="123523"/>
                </a:cubicBezTo>
                <a:cubicBezTo>
                  <a:pt x="1305324" y="124335"/>
                  <a:pt x="1301849" y="124740"/>
                  <a:pt x="1297912" y="124740"/>
                </a:cubicBezTo>
                <a:close/>
                <a:moveTo>
                  <a:pt x="1329989" y="85651"/>
                </a:moveTo>
                <a:lnTo>
                  <a:pt x="1332770" y="71924"/>
                </a:lnTo>
                <a:lnTo>
                  <a:pt x="1372206" y="71924"/>
                </a:lnTo>
                <a:lnTo>
                  <a:pt x="1369253" y="85651"/>
                </a:lnTo>
                <a:lnTo>
                  <a:pt x="1329989" y="85651"/>
                </a:lnTo>
                <a:close/>
                <a:moveTo>
                  <a:pt x="1386716" y="101634"/>
                </a:moveTo>
                <a:lnTo>
                  <a:pt x="1386716" y="85823"/>
                </a:lnTo>
                <a:lnTo>
                  <a:pt x="1419204" y="73663"/>
                </a:lnTo>
                <a:lnTo>
                  <a:pt x="1441268" y="65498"/>
                </a:lnTo>
                <a:lnTo>
                  <a:pt x="1441268" y="64804"/>
                </a:lnTo>
                <a:lnTo>
                  <a:pt x="1419204" y="56464"/>
                </a:lnTo>
                <a:lnTo>
                  <a:pt x="1386716" y="44301"/>
                </a:lnTo>
                <a:lnTo>
                  <a:pt x="1386716" y="28840"/>
                </a:lnTo>
                <a:lnTo>
                  <a:pt x="1460726" y="58547"/>
                </a:lnTo>
                <a:lnTo>
                  <a:pt x="1460726" y="71924"/>
                </a:lnTo>
                <a:lnTo>
                  <a:pt x="1386716" y="101634"/>
                </a:lnTo>
                <a:close/>
                <a:moveTo>
                  <a:pt x="1503468" y="124740"/>
                </a:moveTo>
                <a:cubicBezTo>
                  <a:pt x="1498719" y="124740"/>
                  <a:pt x="1494375" y="123959"/>
                  <a:pt x="1490435" y="122397"/>
                </a:cubicBezTo>
                <a:cubicBezTo>
                  <a:pt x="1486498" y="120833"/>
                  <a:pt x="1483082" y="118574"/>
                  <a:pt x="1480187" y="115621"/>
                </a:cubicBezTo>
                <a:cubicBezTo>
                  <a:pt x="1477292" y="112668"/>
                  <a:pt x="1475033" y="109048"/>
                  <a:pt x="1473411" y="104762"/>
                </a:cubicBezTo>
                <a:cubicBezTo>
                  <a:pt x="1471790" y="100476"/>
                  <a:pt x="1470980" y="95554"/>
                  <a:pt x="1470980" y="89994"/>
                </a:cubicBezTo>
                <a:cubicBezTo>
                  <a:pt x="1470980" y="82350"/>
                  <a:pt x="1472282" y="75198"/>
                  <a:pt x="1474887" y="68539"/>
                </a:cubicBezTo>
                <a:cubicBezTo>
                  <a:pt x="1477494" y="61878"/>
                  <a:pt x="1481027" y="56086"/>
                  <a:pt x="1485486" y="51164"/>
                </a:cubicBezTo>
                <a:cubicBezTo>
                  <a:pt x="1489945" y="46242"/>
                  <a:pt x="1495157" y="42362"/>
                  <a:pt x="1501122" y="39524"/>
                </a:cubicBezTo>
                <a:cubicBezTo>
                  <a:pt x="1507086" y="36685"/>
                  <a:pt x="1513370" y="35266"/>
                  <a:pt x="1519973" y="35266"/>
                </a:cubicBezTo>
                <a:cubicBezTo>
                  <a:pt x="1525185" y="35266"/>
                  <a:pt x="1529644" y="36309"/>
                  <a:pt x="1533350" y="38394"/>
                </a:cubicBezTo>
                <a:cubicBezTo>
                  <a:pt x="1537056" y="40480"/>
                  <a:pt x="1540067" y="42913"/>
                  <a:pt x="1542384" y="45693"/>
                </a:cubicBezTo>
                <a:lnTo>
                  <a:pt x="1531961" y="56983"/>
                </a:lnTo>
                <a:cubicBezTo>
                  <a:pt x="1529992" y="54668"/>
                  <a:pt x="1528022" y="52989"/>
                  <a:pt x="1526052" y="51946"/>
                </a:cubicBezTo>
                <a:cubicBezTo>
                  <a:pt x="1524083" y="50904"/>
                  <a:pt x="1521651" y="50382"/>
                  <a:pt x="1518756" y="50382"/>
                </a:cubicBezTo>
                <a:cubicBezTo>
                  <a:pt x="1514933" y="50382"/>
                  <a:pt x="1511285" y="51425"/>
                  <a:pt x="1507810" y="53510"/>
                </a:cubicBezTo>
                <a:cubicBezTo>
                  <a:pt x="1504336" y="55594"/>
                  <a:pt x="1501295" y="58402"/>
                  <a:pt x="1498688" y="61935"/>
                </a:cubicBezTo>
                <a:cubicBezTo>
                  <a:pt x="1496083" y="65468"/>
                  <a:pt x="1493998" y="69580"/>
                  <a:pt x="1492434" y="74270"/>
                </a:cubicBezTo>
                <a:cubicBezTo>
                  <a:pt x="1490872" y="78961"/>
                  <a:pt x="1490091" y="83970"/>
                  <a:pt x="1490091" y="89299"/>
                </a:cubicBezTo>
                <a:cubicBezTo>
                  <a:pt x="1490091" y="95785"/>
                  <a:pt x="1491509" y="100795"/>
                  <a:pt x="1494346" y="104327"/>
                </a:cubicBezTo>
                <a:cubicBezTo>
                  <a:pt x="1497184" y="107860"/>
                  <a:pt x="1501499" y="109627"/>
                  <a:pt x="1507291" y="109627"/>
                </a:cubicBezTo>
                <a:cubicBezTo>
                  <a:pt x="1510648" y="109627"/>
                  <a:pt x="1513630" y="108961"/>
                  <a:pt x="1516235" y="107628"/>
                </a:cubicBezTo>
                <a:cubicBezTo>
                  <a:pt x="1518842" y="106295"/>
                  <a:pt x="1521246" y="104760"/>
                  <a:pt x="1523448" y="103023"/>
                </a:cubicBezTo>
                <a:lnTo>
                  <a:pt x="1531438" y="114839"/>
                </a:lnTo>
                <a:cubicBezTo>
                  <a:pt x="1528195" y="117156"/>
                  <a:pt x="1524344" y="119385"/>
                  <a:pt x="1519885" y="121527"/>
                </a:cubicBezTo>
                <a:cubicBezTo>
                  <a:pt x="1515426" y="123669"/>
                  <a:pt x="1509954" y="124740"/>
                  <a:pt x="1503468" y="124740"/>
                </a:cubicBezTo>
                <a:close/>
                <a:moveTo>
                  <a:pt x="1545078" y="122656"/>
                </a:moveTo>
                <a:lnTo>
                  <a:pt x="1569748" y="0"/>
                </a:lnTo>
                <a:lnTo>
                  <a:pt x="1588337" y="0"/>
                </a:lnTo>
                <a:lnTo>
                  <a:pt x="1580866" y="36136"/>
                </a:lnTo>
                <a:lnTo>
                  <a:pt x="1577566" y="48471"/>
                </a:lnTo>
                <a:lnTo>
                  <a:pt x="1578260" y="48471"/>
                </a:lnTo>
                <a:cubicBezTo>
                  <a:pt x="1582663" y="44765"/>
                  <a:pt x="1587151" y="41638"/>
                  <a:pt x="1591725" y="39089"/>
                </a:cubicBezTo>
                <a:cubicBezTo>
                  <a:pt x="1596301" y="36541"/>
                  <a:pt x="1601194" y="35266"/>
                  <a:pt x="1606406" y="35266"/>
                </a:cubicBezTo>
                <a:cubicBezTo>
                  <a:pt x="1613587" y="35266"/>
                  <a:pt x="1618740" y="37120"/>
                  <a:pt x="1621867" y="40828"/>
                </a:cubicBezTo>
                <a:cubicBezTo>
                  <a:pt x="1624995" y="44534"/>
                  <a:pt x="1626559" y="49862"/>
                  <a:pt x="1626559" y="56811"/>
                </a:cubicBezTo>
                <a:cubicBezTo>
                  <a:pt x="1626559" y="58780"/>
                  <a:pt x="1626472" y="60691"/>
                  <a:pt x="1626299" y="62545"/>
                </a:cubicBezTo>
                <a:cubicBezTo>
                  <a:pt x="1626126" y="64397"/>
                  <a:pt x="1625750" y="66482"/>
                  <a:pt x="1625170" y="68799"/>
                </a:cubicBezTo>
                <a:lnTo>
                  <a:pt x="1614399" y="122656"/>
                </a:lnTo>
                <a:lnTo>
                  <a:pt x="1595807" y="122656"/>
                </a:lnTo>
                <a:lnTo>
                  <a:pt x="1606231" y="71230"/>
                </a:lnTo>
                <a:cubicBezTo>
                  <a:pt x="1606579" y="69261"/>
                  <a:pt x="1606898" y="67582"/>
                  <a:pt x="1607188" y="66193"/>
                </a:cubicBezTo>
                <a:cubicBezTo>
                  <a:pt x="1607478" y="64802"/>
                  <a:pt x="1607623" y="63469"/>
                  <a:pt x="1607623" y="62195"/>
                </a:cubicBezTo>
                <a:cubicBezTo>
                  <a:pt x="1607623" y="54900"/>
                  <a:pt x="1604033" y="51252"/>
                  <a:pt x="1596852" y="51252"/>
                </a:cubicBezTo>
                <a:cubicBezTo>
                  <a:pt x="1593840" y="51252"/>
                  <a:pt x="1590626" y="52295"/>
                  <a:pt x="1587208" y="54380"/>
                </a:cubicBezTo>
                <a:cubicBezTo>
                  <a:pt x="1583791" y="56464"/>
                  <a:pt x="1579825" y="59822"/>
                  <a:pt x="1575307" y="64454"/>
                </a:cubicBezTo>
                <a:lnTo>
                  <a:pt x="1563842" y="122656"/>
                </a:lnTo>
                <a:lnTo>
                  <a:pt x="1545078" y="122656"/>
                </a:lnTo>
                <a:close/>
                <a:moveTo>
                  <a:pt x="1637419" y="122656"/>
                </a:moveTo>
                <a:lnTo>
                  <a:pt x="1654618" y="37353"/>
                </a:lnTo>
                <a:lnTo>
                  <a:pt x="1673207" y="37353"/>
                </a:lnTo>
                <a:lnTo>
                  <a:pt x="1656182" y="122656"/>
                </a:lnTo>
                <a:lnTo>
                  <a:pt x="1637419" y="122656"/>
                </a:lnTo>
                <a:moveTo>
                  <a:pt x="1668342" y="22237"/>
                </a:moveTo>
                <a:cubicBezTo>
                  <a:pt x="1665679" y="22237"/>
                  <a:pt x="1663247" y="21397"/>
                  <a:pt x="1661047" y="19718"/>
                </a:cubicBezTo>
                <a:cubicBezTo>
                  <a:pt x="1658847" y="18039"/>
                  <a:pt x="1657746" y="15636"/>
                  <a:pt x="1657746" y="12507"/>
                </a:cubicBezTo>
                <a:cubicBezTo>
                  <a:pt x="1657746" y="9149"/>
                  <a:pt x="1658962" y="6284"/>
                  <a:pt x="1661394" y="3910"/>
                </a:cubicBezTo>
                <a:cubicBezTo>
                  <a:pt x="1663826" y="1535"/>
                  <a:pt x="1666779" y="347"/>
                  <a:pt x="1670254" y="347"/>
                </a:cubicBezTo>
                <a:cubicBezTo>
                  <a:pt x="1672917" y="347"/>
                  <a:pt x="1675349" y="1187"/>
                  <a:pt x="1677549" y="2866"/>
                </a:cubicBezTo>
                <a:cubicBezTo>
                  <a:pt x="1679752" y="4545"/>
                  <a:pt x="1680853" y="6948"/>
                  <a:pt x="1680853" y="10076"/>
                </a:cubicBezTo>
                <a:cubicBezTo>
                  <a:pt x="1680853" y="13551"/>
                  <a:pt x="1679636" y="16447"/>
                  <a:pt x="1677202" y="18764"/>
                </a:cubicBezTo>
                <a:cubicBezTo>
                  <a:pt x="1674770" y="21079"/>
                  <a:pt x="1671817" y="22237"/>
                  <a:pt x="1668342" y="22237"/>
                </a:cubicBezTo>
                <a:close/>
                <a:moveTo>
                  <a:pt x="1698486" y="124740"/>
                </a:moveTo>
                <a:cubicBezTo>
                  <a:pt x="1693506" y="124740"/>
                  <a:pt x="1689857" y="123524"/>
                  <a:pt x="1687540" y="121092"/>
                </a:cubicBezTo>
                <a:cubicBezTo>
                  <a:pt x="1685223" y="118661"/>
                  <a:pt x="1684065" y="115244"/>
                  <a:pt x="1684065" y="110844"/>
                </a:cubicBezTo>
                <a:cubicBezTo>
                  <a:pt x="1684065" y="108178"/>
                  <a:pt x="1684471" y="105167"/>
                  <a:pt x="1685282" y="101809"/>
                </a:cubicBezTo>
                <a:lnTo>
                  <a:pt x="1705610" y="0"/>
                </a:lnTo>
                <a:lnTo>
                  <a:pt x="1724198" y="0"/>
                </a:lnTo>
                <a:lnTo>
                  <a:pt x="1703698" y="102676"/>
                </a:lnTo>
                <a:cubicBezTo>
                  <a:pt x="1703467" y="103604"/>
                  <a:pt x="1703351" y="104299"/>
                  <a:pt x="1703351" y="104762"/>
                </a:cubicBezTo>
                <a:cubicBezTo>
                  <a:pt x="1703351" y="105225"/>
                  <a:pt x="1703351" y="105631"/>
                  <a:pt x="1703351" y="105979"/>
                </a:cubicBezTo>
                <a:cubicBezTo>
                  <a:pt x="1703351" y="108411"/>
                  <a:pt x="1704335" y="109627"/>
                  <a:pt x="1706304" y="109627"/>
                </a:cubicBezTo>
                <a:cubicBezTo>
                  <a:pt x="1706884" y="109627"/>
                  <a:pt x="1707347" y="109598"/>
                  <a:pt x="1707693" y="109539"/>
                </a:cubicBezTo>
                <a:cubicBezTo>
                  <a:pt x="1708041" y="109481"/>
                  <a:pt x="1708621" y="109336"/>
                  <a:pt x="1709432" y="109105"/>
                </a:cubicBezTo>
                <a:lnTo>
                  <a:pt x="1709085" y="123004"/>
                </a:lnTo>
                <a:cubicBezTo>
                  <a:pt x="1707811" y="123583"/>
                  <a:pt x="1706305" y="124017"/>
                  <a:pt x="1704568" y="124305"/>
                </a:cubicBezTo>
                <a:cubicBezTo>
                  <a:pt x="1702831" y="124595"/>
                  <a:pt x="1700803" y="124740"/>
                  <a:pt x="1698486" y="124740"/>
                </a:cubicBezTo>
                <a:close/>
                <a:moveTo>
                  <a:pt x="1794476" y="46560"/>
                </a:moveTo>
                <a:lnTo>
                  <a:pt x="1796907" y="30229"/>
                </a:lnTo>
                <a:lnTo>
                  <a:pt x="1802813" y="0"/>
                </a:lnTo>
                <a:lnTo>
                  <a:pt x="1821405" y="0"/>
                </a:lnTo>
                <a:lnTo>
                  <a:pt x="1796734" y="122656"/>
                </a:lnTo>
                <a:lnTo>
                  <a:pt x="1781446" y="122656"/>
                </a:lnTo>
                <a:lnTo>
                  <a:pt x="1782313" y="110844"/>
                </a:lnTo>
                <a:lnTo>
                  <a:pt x="1781793" y="110844"/>
                </a:lnTo>
                <a:cubicBezTo>
                  <a:pt x="1777739" y="115013"/>
                  <a:pt x="1773250" y="118372"/>
                  <a:pt x="1768326" y="120920"/>
                </a:cubicBezTo>
                <a:cubicBezTo>
                  <a:pt x="1763404" y="123467"/>
                  <a:pt x="1758511" y="124740"/>
                  <a:pt x="1753648" y="124740"/>
                </a:cubicBezTo>
                <a:cubicBezTo>
                  <a:pt x="1746119" y="124740"/>
                  <a:pt x="1740182" y="122077"/>
                  <a:pt x="1735838" y="116750"/>
                </a:cubicBezTo>
                <a:cubicBezTo>
                  <a:pt x="1731496" y="111422"/>
                  <a:pt x="1729325" y="103719"/>
                  <a:pt x="1729325" y="93641"/>
                </a:cubicBezTo>
                <a:cubicBezTo>
                  <a:pt x="1729325" y="85535"/>
                  <a:pt x="1730598" y="77920"/>
                  <a:pt x="1733145" y="70798"/>
                </a:cubicBezTo>
                <a:cubicBezTo>
                  <a:pt x="1735693" y="63673"/>
                  <a:pt x="1739110" y="57476"/>
                  <a:pt x="1743396" y="52206"/>
                </a:cubicBezTo>
                <a:cubicBezTo>
                  <a:pt x="1747682" y="46936"/>
                  <a:pt x="1752576" y="42795"/>
                  <a:pt x="1758077" y="39784"/>
                </a:cubicBezTo>
                <a:cubicBezTo>
                  <a:pt x="1763579" y="36772"/>
                  <a:pt x="1769283" y="35266"/>
                  <a:pt x="1775190" y="35266"/>
                </a:cubicBezTo>
                <a:cubicBezTo>
                  <a:pt x="1779361" y="35266"/>
                  <a:pt x="1783068" y="36309"/>
                  <a:pt x="1786311" y="38394"/>
                </a:cubicBezTo>
                <a:cubicBezTo>
                  <a:pt x="1789554" y="40480"/>
                  <a:pt x="1792101" y="43202"/>
                  <a:pt x="1793953" y="46560"/>
                </a:cubicBezTo>
                <a:lnTo>
                  <a:pt x="1794476" y="46560"/>
                </a:lnTo>
                <a:moveTo>
                  <a:pt x="1761290" y="109452"/>
                </a:moveTo>
                <a:cubicBezTo>
                  <a:pt x="1764998" y="109452"/>
                  <a:pt x="1768763" y="108352"/>
                  <a:pt x="1772584" y="106151"/>
                </a:cubicBezTo>
                <a:cubicBezTo>
                  <a:pt x="1776406" y="103951"/>
                  <a:pt x="1780113" y="100245"/>
                  <a:pt x="1783705" y="95033"/>
                </a:cubicBezTo>
                <a:lnTo>
                  <a:pt x="1790653" y="60981"/>
                </a:lnTo>
                <a:cubicBezTo>
                  <a:pt x="1788684" y="57275"/>
                  <a:pt x="1786455" y="54611"/>
                  <a:pt x="1783964" y="52991"/>
                </a:cubicBezTo>
                <a:cubicBezTo>
                  <a:pt x="1781474" y="51368"/>
                  <a:pt x="1778897" y="50557"/>
                  <a:pt x="1776232" y="50557"/>
                </a:cubicBezTo>
                <a:cubicBezTo>
                  <a:pt x="1772642" y="50557"/>
                  <a:pt x="1769167" y="51628"/>
                  <a:pt x="1765808" y="53770"/>
                </a:cubicBezTo>
                <a:cubicBezTo>
                  <a:pt x="1762450" y="55912"/>
                  <a:pt x="1759497" y="58837"/>
                  <a:pt x="1756948" y="62545"/>
                </a:cubicBezTo>
                <a:cubicBezTo>
                  <a:pt x="1754400" y="66251"/>
                  <a:pt x="1752373" y="70565"/>
                  <a:pt x="1750867" y="75487"/>
                </a:cubicBezTo>
                <a:cubicBezTo>
                  <a:pt x="1749361" y="80409"/>
                  <a:pt x="1748608" y="85592"/>
                  <a:pt x="1748608" y="91035"/>
                </a:cubicBezTo>
                <a:cubicBezTo>
                  <a:pt x="1748608" y="97290"/>
                  <a:pt x="1749737" y="101923"/>
                  <a:pt x="1751996" y="104935"/>
                </a:cubicBezTo>
                <a:cubicBezTo>
                  <a:pt x="1754255" y="107946"/>
                  <a:pt x="1757353" y="109452"/>
                  <a:pt x="1761290" y="109452"/>
                </a:cubicBezTo>
                <a:close/>
                <a:moveTo>
                  <a:pt x="1823749" y="122656"/>
                </a:moveTo>
                <a:lnTo>
                  <a:pt x="1846336" y="9032"/>
                </a:lnTo>
                <a:lnTo>
                  <a:pt x="1864752" y="9032"/>
                </a:lnTo>
                <a:lnTo>
                  <a:pt x="1886989" y="74880"/>
                </a:lnTo>
                <a:lnTo>
                  <a:pt x="1893592" y="99375"/>
                </a:lnTo>
                <a:lnTo>
                  <a:pt x="1894287" y="99375"/>
                </a:lnTo>
                <a:cubicBezTo>
                  <a:pt x="1894982" y="93469"/>
                  <a:pt x="1895676" y="87100"/>
                  <a:pt x="1896371" y="80267"/>
                </a:cubicBezTo>
                <a:cubicBezTo>
                  <a:pt x="1897065" y="73433"/>
                  <a:pt x="1898050" y="66888"/>
                  <a:pt x="1899324" y="60634"/>
                </a:cubicBezTo>
                <a:lnTo>
                  <a:pt x="1909575" y="9032"/>
                </a:lnTo>
                <a:lnTo>
                  <a:pt x="1927645" y="9032"/>
                </a:lnTo>
                <a:lnTo>
                  <a:pt x="1904883" y="122656"/>
                </a:lnTo>
                <a:lnTo>
                  <a:pt x="1886642" y="122656"/>
                </a:lnTo>
                <a:lnTo>
                  <a:pt x="1864577" y="56983"/>
                </a:lnTo>
                <a:lnTo>
                  <a:pt x="1857976" y="32141"/>
                </a:lnTo>
                <a:lnTo>
                  <a:pt x="1857282" y="32141"/>
                </a:lnTo>
                <a:cubicBezTo>
                  <a:pt x="1856585" y="38279"/>
                  <a:pt x="1855832" y="44649"/>
                  <a:pt x="1855020" y="51252"/>
                </a:cubicBezTo>
                <a:cubicBezTo>
                  <a:pt x="1854211" y="57853"/>
                  <a:pt x="1853169" y="64281"/>
                  <a:pt x="1851895" y="70535"/>
                </a:cubicBezTo>
                <a:lnTo>
                  <a:pt x="1841643" y="122656"/>
                </a:lnTo>
                <a:lnTo>
                  <a:pt x="1823749" y="122656"/>
                </a:lnTo>
                <a:close/>
                <a:moveTo>
                  <a:pt x="1964388" y="124740"/>
                </a:moveTo>
                <a:cubicBezTo>
                  <a:pt x="1959640" y="124740"/>
                  <a:pt x="1955296" y="123930"/>
                  <a:pt x="1951359" y="122309"/>
                </a:cubicBezTo>
                <a:cubicBezTo>
                  <a:pt x="1947421" y="120687"/>
                  <a:pt x="1944062" y="118371"/>
                  <a:pt x="1941282" y="115361"/>
                </a:cubicBezTo>
                <a:cubicBezTo>
                  <a:pt x="1938502" y="112349"/>
                  <a:pt x="1936359" y="108701"/>
                  <a:pt x="1934854" y="104415"/>
                </a:cubicBezTo>
                <a:cubicBezTo>
                  <a:pt x="1933348" y="100129"/>
                  <a:pt x="1932595" y="95322"/>
                  <a:pt x="1932595" y="89994"/>
                </a:cubicBezTo>
                <a:cubicBezTo>
                  <a:pt x="1932595" y="81887"/>
                  <a:pt x="1933956" y="74445"/>
                  <a:pt x="1936677" y="67669"/>
                </a:cubicBezTo>
                <a:cubicBezTo>
                  <a:pt x="1939399" y="60893"/>
                  <a:pt x="1942960" y="55131"/>
                  <a:pt x="1947361" y="50382"/>
                </a:cubicBezTo>
                <a:cubicBezTo>
                  <a:pt x="1951763" y="45633"/>
                  <a:pt x="1956773" y="41927"/>
                  <a:pt x="1962389" y="39264"/>
                </a:cubicBezTo>
                <a:cubicBezTo>
                  <a:pt x="1968008" y="36599"/>
                  <a:pt x="1973713" y="35266"/>
                  <a:pt x="1979504" y="35266"/>
                </a:cubicBezTo>
                <a:cubicBezTo>
                  <a:pt x="1989234" y="35266"/>
                  <a:pt x="1996994" y="38365"/>
                  <a:pt x="2002785" y="44563"/>
                </a:cubicBezTo>
                <a:cubicBezTo>
                  <a:pt x="2008577" y="50760"/>
                  <a:pt x="2011473" y="59244"/>
                  <a:pt x="2011473" y="70016"/>
                </a:cubicBezTo>
                <a:cubicBezTo>
                  <a:pt x="2011473" y="78122"/>
                  <a:pt x="2010111" y="85535"/>
                  <a:pt x="2007388" y="92252"/>
                </a:cubicBezTo>
                <a:cubicBezTo>
                  <a:pt x="2004666" y="98970"/>
                  <a:pt x="2001105" y="104732"/>
                  <a:pt x="1996704" y="109539"/>
                </a:cubicBezTo>
                <a:cubicBezTo>
                  <a:pt x="1992303" y="114346"/>
                  <a:pt x="1987294" y="118082"/>
                  <a:pt x="1981676" y="120745"/>
                </a:cubicBezTo>
                <a:cubicBezTo>
                  <a:pt x="1976059" y="123408"/>
                  <a:pt x="1970297" y="124740"/>
                  <a:pt x="1964388" y="124740"/>
                </a:cubicBezTo>
                <a:moveTo>
                  <a:pt x="1966475" y="109627"/>
                </a:moveTo>
                <a:cubicBezTo>
                  <a:pt x="1969833" y="109627"/>
                  <a:pt x="1973075" y="108613"/>
                  <a:pt x="1976201" y="106586"/>
                </a:cubicBezTo>
                <a:cubicBezTo>
                  <a:pt x="1979329" y="104559"/>
                  <a:pt x="1982109" y="101779"/>
                  <a:pt x="1984541" y="98246"/>
                </a:cubicBezTo>
                <a:cubicBezTo>
                  <a:pt x="1986975" y="94713"/>
                  <a:pt x="1988915" y="90572"/>
                  <a:pt x="1990363" y="85823"/>
                </a:cubicBezTo>
                <a:cubicBezTo>
                  <a:pt x="1991810" y="81075"/>
                  <a:pt x="1992534" y="75979"/>
                  <a:pt x="1992534" y="70535"/>
                </a:cubicBezTo>
                <a:cubicBezTo>
                  <a:pt x="1992534" y="64049"/>
                  <a:pt x="1991260" y="59069"/>
                  <a:pt x="1988711" y="55594"/>
                </a:cubicBezTo>
                <a:cubicBezTo>
                  <a:pt x="1986165" y="52120"/>
                  <a:pt x="1982458" y="50382"/>
                  <a:pt x="1977593" y="50382"/>
                </a:cubicBezTo>
                <a:cubicBezTo>
                  <a:pt x="1974235" y="50382"/>
                  <a:pt x="1970963" y="51396"/>
                  <a:pt x="1967776" y="53423"/>
                </a:cubicBezTo>
                <a:cubicBezTo>
                  <a:pt x="1964592" y="55450"/>
                  <a:pt x="1961783" y="58201"/>
                  <a:pt x="1959351" y="61676"/>
                </a:cubicBezTo>
                <a:cubicBezTo>
                  <a:pt x="1956920" y="65150"/>
                  <a:pt x="1954979" y="69262"/>
                  <a:pt x="1953530" y="74011"/>
                </a:cubicBezTo>
                <a:cubicBezTo>
                  <a:pt x="1952082" y="78759"/>
                  <a:pt x="1951359" y="83856"/>
                  <a:pt x="1951359" y="89299"/>
                </a:cubicBezTo>
                <a:cubicBezTo>
                  <a:pt x="1951359" y="95785"/>
                  <a:pt x="1952633" y="100795"/>
                  <a:pt x="1955181" y="104327"/>
                </a:cubicBezTo>
                <a:cubicBezTo>
                  <a:pt x="1957730" y="107860"/>
                  <a:pt x="1961494" y="109627"/>
                  <a:pt x="1966475" y="109627"/>
                </a:cubicBezTo>
                <a:close/>
                <a:moveTo>
                  <a:pt x="2090262" y="46560"/>
                </a:moveTo>
                <a:lnTo>
                  <a:pt x="2092692" y="30229"/>
                </a:lnTo>
                <a:lnTo>
                  <a:pt x="2098599" y="0"/>
                </a:lnTo>
                <a:lnTo>
                  <a:pt x="2117190" y="0"/>
                </a:lnTo>
                <a:lnTo>
                  <a:pt x="2092520" y="122656"/>
                </a:lnTo>
                <a:lnTo>
                  <a:pt x="2077232" y="122656"/>
                </a:lnTo>
                <a:lnTo>
                  <a:pt x="2078099" y="110844"/>
                </a:lnTo>
                <a:lnTo>
                  <a:pt x="2077579" y="110844"/>
                </a:lnTo>
                <a:cubicBezTo>
                  <a:pt x="2073525" y="115013"/>
                  <a:pt x="2069036" y="118372"/>
                  <a:pt x="2064112" y="120920"/>
                </a:cubicBezTo>
                <a:cubicBezTo>
                  <a:pt x="2059190" y="123467"/>
                  <a:pt x="2054297" y="124740"/>
                  <a:pt x="2049433" y="124740"/>
                </a:cubicBezTo>
                <a:cubicBezTo>
                  <a:pt x="2041905" y="124740"/>
                  <a:pt x="2035968" y="122077"/>
                  <a:pt x="2031624" y="116750"/>
                </a:cubicBezTo>
                <a:cubicBezTo>
                  <a:pt x="2027282" y="111422"/>
                  <a:pt x="2025111" y="103719"/>
                  <a:pt x="2025111" y="93641"/>
                </a:cubicBezTo>
                <a:cubicBezTo>
                  <a:pt x="2025111" y="85535"/>
                  <a:pt x="2026384" y="77920"/>
                  <a:pt x="2028931" y="70798"/>
                </a:cubicBezTo>
                <a:cubicBezTo>
                  <a:pt x="2031479" y="63673"/>
                  <a:pt x="2034896" y="57476"/>
                  <a:pt x="2039182" y="52206"/>
                </a:cubicBezTo>
                <a:cubicBezTo>
                  <a:pt x="2043468" y="46936"/>
                  <a:pt x="2048362" y="42795"/>
                  <a:pt x="2053863" y="39784"/>
                </a:cubicBezTo>
                <a:cubicBezTo>
                  <a:pt x="2059365" y="36772"/>
                  <a:pt x="2065069" y="35266"/>
                  <a:pt x="2070975" y="35266"/>
                </a:cubicBezTo>
                <a:cubicBezTo>
                  <a:pt x="2075146" y="35266"/>
                  <a:pt x="2078853" y="36309"/>
                  <a:pt x="2082096" y="38394"/>
                </a:cubicBezTo>
                <a:cubicBezTo>
                  <a:pt x="2085340" y="40480"/>
                  <a:pt x="2087887" y="43202"/>
                  <a:pt x="2089739" y="46560"/>
                </a:cubicBezTo>
                <a:lnTo>
                  <a:pt x="2090262" y="46560"/>
                </a:lnTo>
                <a:moveTo>
                  <a:pt x="2057076" y="109452"/>
                </a:moveTo>
                <a:cubicBezTo>
                  <a:pt x="2060784" y="109452"/>
                  <a:pt x="2064549" y="108352"/>
                  <a:pt x="2068370" y="106151"/>
                </a:cubicBezTo>
                <a:cubicBezTo>
                  <a:pt x="2072192" y="103951"/>
                  <a:pt x="2075899" y="100245"/>
                  <a:pt x="2079491" y="95033"/>
                </a:cubicBezTo>
                <a:lnTo>
                  <a:pt x="2086439" y="60981"/>
                </a:lnTo>
                <a:cubicBezTo>
                  <a:pt x="2084470" y="57275"/>
                  <a:pt x="2082240" y="54611"/>
                  <a:pt x="2079750" y="52991"/>
                </a:cubicBezTo>
                <a:cubicBezTo>
                  <a:pt x="2077260" y="51368"/>
                  <a:pt x="2074682" y="50557"/>
                  <a:pt x="2072017" y="50557"/>
                </a:cubicBezTo>
                <a:cubicBezTo>
                  <a:pt x="2068428" y="50557"/>
                  <a:pt x="2064953" y="51628"/>
                  <a:pt x="2061594" y="53770"/>
                </a:cubicBezTo>
                <a:cubicBezTo>
                  <a:pt x="2058236" y="55912"/>
                  <a:pt x="2055282" y="58837"/>
                  <a:pt x="2052734" y="62545"/>
                </a:cubicBezTo>
                <a:cubicBezTo>
                  <a:pt x="2050185" y="66251"/>
                  <a:pt x="2048158" y="70565"/>
                  <a:pt x="2046653" y="75487"/>
                </a:cubicBezTo>
                <a:cubicBezTo>
                  <a:pt x="2045147" y="80409"/>
                  <a:pt x="2044394" y="85592"/>
                  <a:pt x="2044394" y="91035"/>
                </a:cubicBezTo>
                <a:cubicBezTo>
                  <a:pt x="2044394" y="97290"/>
                  <a:pt x="2045523" y="101923"/>
                  <a:pt x="2047782" y="104935"/>
                </a:cubicBezTo>
                <a:cubicBezTo>
                  <a:pt x="2050041" y="107946"/>
                  <a:pt x="2053139" y="109452"/>
                  <a:pt x="2057076" y="109452"/>
                </a:cubicBezTo>
                <a:close/>
                <a:moveTo>
                  <a:pt x="2119710" y="88604"/>
                </a:moveTo>
                <a:cubicBezTo>
                  <a:pt x="2119710" y="80613"/>
                  <a:pt x="2121071" y="73344"/>
                  <a:pt x="2123792" y="66800"/>
                </a:cubicBezTo>
                <a:cubicBezTo>
                  <a:pt x="2126514" y="60255"/>
                  <a:pt x="2130104" y="54638"/>
                  <a:pt x="2134563" y="49948"/>
                </a:cubicBezTo>
                <a:cubicBezTo>
                  <a:pt x="2139022" y="45257"/>
                  <a:pt x="2144032" y="41638"/>
                  <a:pt x="2149592" y="39089"/>
                </a:cubicBezTo>
                <a:cubicBezTo>
                  <a:pt x="2155152" y="36541"/>
                  <a:pt x="2160711" y="35266"/>
                  <a:pt x="2166269" y="35266"/>
                </a:cubicBezTo>
                <a:cubicBezTo>
                  <a:pt x="2171250" y="35266"/>
                  <a:pt x="2175448" y="36077"/>
                  <a:pt x="2178864" y="37700"/>
                </a:cubicBezTo>
                <a:cubicBezTo>
                  <a:pt x="2182282" y="39321"/>
                  <a:pt x="2185062" y="41550"/>
                  <a:pt x="2187204" y="44388"/>
                </a:cubicBezTo>
                <a:cubicBezTo>
                  <a:pt x="2189348" y="47227"/>
                  <a:pt x="2190912" y="50557"/>
                  <a:pt x="2191896" y="54380"/>
                </a:cubicBezTo>
                <a:cubicBezTo>
                  <a:pt x="2192881" y="58201"/>
                  <a:pt x="2193373" y="62312"/>
                  <a:pt x="2193373" y="66712"/>
                </a:cubicBezTo>
                <a:cubicBezTo>
                  <a:pt x="2193373" y="70420"/>
                  <a:pt x="2192909" y="74012"/>
                  <a:pt x="2191981" y="77486"/>
                </a:cubicBezTo>
                <a:cubicBezTo>
                  <a:pt x="2191055" y="80961"/>
                  <a:pt x="2190303" y="83393"/>
                  <a:pt x="2189725" y="84782"/>
                </a:cubicBezTo>
                <a:lnTo>
                  <a:pt x="2137776" y="84782"/>
                </a:lnTo>
                <a:cubicBezTo>
                  <a:pt x="2137313" y="89299"/>
                  <a:pt x="2137545" y="93179"/>
                  <a:pt x="2138471" y="96422"/>
                </a:cubicBezTo>
                <a:cubicBezTo>
                  <a:pt x="2139399" y="99665"/>
                  <a:pt x="2140818" y="102330"/>
                  <a:pt x="2142728" y="104415"/>
                </a:cubicBezTo>
                <a:cubicBezTo>
                  <a:pt x="2144641" y="106499"/>
                  <a:pt x="2146986" y="108033"/>
                  <a:pt x="2149764" y="109017"/>
                </a:cubicBezTo>
                <a:cubicBezTo>
                  <a:pt x="2152544" y="110001"/>
                  <a:pt x="2155556" y="110494"/>
                  <a:pt x="2158799" y="110494"/>
                </a:cubicBezTo>
                <a:cubicBezTo>
                  <a:pt x="2161810" y="110494"/>
                  <a:pt x="2164879" y="109799"/>
                  <a:pt x="2168006" y="108410"/>
                </a:cubicBezTo>
                <a:cubicBezTo>
                  <a:pt x="2171134" y="107021"/>
                  <a:pt x="2173856" y="105458"/>
                  <a:pt x="2176173" y="103720"/>
                </a:cubicBezTo>
                <a:lnTo>
                  <a:pt x="2183122" y="115708"/>
                </a:lnTo>
                <a:cubicBezTo>
                  <a:pt x="2179647" y="118140"/>
                  <a:pt x="2175449" y="120254"/>
                  <a:pt x="2170527" y="122049"/>
                </a:cubicBezTo>
                <a:cubicBezTo>
                  <a:pt x="2165605" y="123843"/>
                  <a:pt x="2160074" y="124740"/>
                  <a:pt x="2153934" y="124740"/>
                </a:cubicBezTo>
                <a:cubicBezTo>
                  <a:pt x="2148839" y="124740"/>
                  <a:pt x="2144206" y="123930"/>
                  <a:pt x="2140035" y="122309"/>
                </a:cubicBezTo>
                <a:cubicBezTo>
                  <a:pt x="2135866" y="120687"/>
                  <a:pt x="2132275" y="118342"/>
                  <a:pt x="2129264" y="115273"/>
                </a:cubicBezTo>
                <a:cubicBezTo>
                  <a:pt x="2126252" y="112204"/>
                  <a:pt x="2123907" y="108439"/>
                  <a:pt x="2122228" y="103980"/>
                </a:cubicBezTo>
                <a:cubicBezTo>
                  <a:pt x="2120549" y="99521"/>
                  <a:pt x="2119710" y="94396"/>
                  <a:pt x="2119710" y="88604"/>
                </a:cubicBezTo>
                <a:moveTo>
                  <a:pt x="2139340" y="72969"/>
                </a:moveTo>
                <a:lnTo>
                  <a:pt x="2177043" y="72969"/>
                </a:lnTo>
                <a:cubicBezTo>
                  <a:pt x="2177274" y="71809"/>
                  <a:pt x="2177477" y="70622"/>
                  <a:pt x="2177650" y="69406"/>
                </a:cubicBezTo>
                <a:cubicBezTo>
                  <a:pt x="2177823" y="68190"/>
                  <a:pt x="2177910" y="66887"/>
                  <a:pt x="2177910" y="65498"/>
                </a:cubicBezTo>
                <a:cubicBezTo>
                  <a:pt x="2177910" y="61327"/>
                  <a:pt x="2176896" y="57650"/>
                  <a:pt x="2174869" y="54465"/>
                </a:cubicBezTo>
                <a:cubicBezTo>
                  <a:pt x="2172842" y="51280"/>
                  <a:pt x="2169222" y="49688"/>
                  <a:pt x="2164011" y="49688"/>
                </a:cubicBezTo>
                <a:cubicBezTo>
                  <a:pt x="2158799" y="49688"/>
                  <a:pt x="2153905" y="51744"/>
                  <a:pt x="2149329" y="55857"/>
                </a:cubicBezTo>
                <a:cubicBezTo>
                  <a:pt x="2144755" y="59967"/>
                  <a:pt x="2141426" y="65671"/>
                  <a:pt x="2139340" y="72969"/>
                </a:cubicBezTo>
                <a:close/>
                <a:moveTo>
                  <a:pt x="2226991" y="124740"/>
                </a:moveTo>
                <a:cubicBezTo>
                  <a:pt x="2224328" y="124740"/>
                  <a:pt x="2221577" y="124335"/>
                  <a:pt x="2218739" y="123523"/>
                </a:cubicBezTo>
                <a:cubicBezTo>
                  <a:pt x="2215900" y="122714"/>
                  <a:pt x="2213149" y="121615"/>
                  <a:pt x="2210486" y="120226"/>
                </a:cubicBezTo>
                <a:cubicBezTo>
                  <a:pt x="2207823" y="118835"/>
                  <a:pt x="2205333" y="117126"/>
                  <a:pt x="2203016" y="115098"/>
                </a:cubicBezTo>
                <a:cubicBezTo>
                  <a:pt x="2200699" y="113071"/>
                  <a:pt x="2198730" y="110842"/>
                  <a:pt x="2197109" y="108410"/>
                </a:cubicBezTo>
                <a:lnTo>
                  <a:pt x="2208227" y="99375"/>
                </a:lnTo>
                <a:cubicBezTo>
                  <a:pt x="2211007" y="103082"/>
                  <a:pt x="2214106" y="105920"/>
                  <a:pt x="2217522" y="107890"/>
                </a:cubicBezTo>
                <a:cubicBezTo>
                  <a:pt x="2220940" y="109859"/>
                  <a:pt x="2224559" y="110844"/>
                  <a:pt x="2228380" y="110844"/>
                </a:cubicBezTo>
                <a:cubicBezTo>
                  <a:pt x="2232435" y="110844"/>
                  <a:pt x="2235938" y="109773"/>
                  <a:pt x="2238892" y="107631"/>
                </a:cubicBezTo>
                <a:cubicBezTo>
                  <a:pt x="2241845" y="105487"/>
                  <a:pt x="2243321" y="102851"/>
                  <a:pt x="2243321" y="99723"/>
                </a:cubicBezTo>
                <a:cubicBezTo>
                  <a:pt x="2243321" y="97059"/>
                  <a:pt x="2242105" y="94772"/>
                  <a:pt x="2239674" y="92862"/>
                </a:cubicBezTo>
                <a:cubicBezTo>
                  <a:pt x="2237242" y="90950"/>
                  <a:pt x="2233362" y="88488"/>
                  <a:pt x="2228033" y="85476"/>
                </a:cubicBezTo>
                <a:cubicBezTo>
                  <a:pt x="2222358" y="82350"/>
                  <a:pt x="2217899" y="78934"/>
                  <a:pt x="2214656" y="75227"/>
                </a:cubicBezTo>
                <a:cubicBezTo>
                  <a:pt x="2211413" y="71521"/>
                  <a:pt x="2209791" y="67061"/>
                  <a:pt x="2209791" y="61848"/>
                </a:cubicBezTo>
                <a:cubicBezTo>
                  <a:pt x="2209791" y="58027"/>
                  <a:pt x="2210602" y="54466"/>
                  <a:pt x="2212222" y="51164"/>
                </a:cubicBezTo>
                <a:cubicBezTo>
                  <a:pt x="2213845" y="47863"/>
                  <a:pt x="2216074" y="45055"/>
                  <a:pt x="2218911" y="42739"/>
                </a:cubicBezTo>
                <a:cubicBezTo>
                  <a:pt x="2221749" y="40422"/>
                  <a:pt x="2225051" y="38598"/>
                  <a:pt x="2228815" y="37265"/>
                </a:cubicBezTo>
                <a:cubicBezTo>
                  <a:pt x="2232580" y="35933"/>
                  <a:pt x="2236605" y="35266"/>
                  <a:pt x="2240890" y="35266"/>
                </a:cubicBezTo>
                <a:cubicBezTo>
                  <a:pt x="2246450" y="35266"/>
                  <a:pt x="2251460" y="36425"/>
                  <a:pt x="2255919" y="38742"/>
                </a:cubicBezTo>
                <a:cubicBezTo>
                  <a:pt x="2260378" y="41059"/>
                  <a:pt x="2264286" y="43954"/>
                  <a:pt x="2267644" y="47429"/>
                </a:cubicBezTo>
                <a:lnTo>
                  <a:pt x="2257221" y="57331"/>
                </a:lnTo>
                <a:cubicBezTo>
                  <a:pt x="2255020" y="55130"/>
                  <a:pt x="2252587" y="53249"/>
                  <a:pt x="2249922" y="51687"/>
                </a:cubicBezTo>
                <a:cubicBezTo>
                  <a:pt x="2247259" y="50122"/>
                  <a:pt x="2244248" y="49340"/>
                  <a:pt x="2240890" y="49340"/>
                </a:cubicBezTo>
                <a:cubicBezTo>
                  <a:pt x="2236953" y="49340"/>
                  <a:pt x="2233710" y="50383"/>
                  <a:pt x="2231161" y="52469"/>
                </a:cubicBezTo>
                <a:cubicBezTo>
                  <a:pt x="2228613" y="54552"/>
                  <a:pt x="2227338" y="57100"/>
                  <a:pt x="2227338" y="60111"/>
                </a:cubicBezTo>
                <a:cubicBezTo>
                  <a:pt x="2227338" y="61734"/>
                  <a:pt x="2227744" y="63124"/>
                  <a:pt x="2228555" y="64281"/>
                </a:cubicBezTo>
                <a:cubicBezTo>
                  <a:pt x="2229366" y="65439"/>
                  <a:pt x="2230467" y="66539"/>
                  <a:pt x="2231856" y="67582"/>
                </a:cubicBezTo>
                <a:cubicBezTo>
                  <a:pt x="2233245" y="68625"/>
                  <a:pt x="2234808" y="69609"/>
                  <a:pt x="2236545" y="70535"/>
                </a:cubicBezTo>
                <a:cubicBezTo>
                  <a:pt x="2238283" y="71461"/>
                  <a:pt x="2240078" y="72446"/>
                  <a:pt x="2241932" y="73488"/>
                </a:cubicBezTo>
                <a:cubicBezTo>
                  <a:pt x="2248303" y="76848"/>
                  <a:pt x="2253052" y="80381"/>
                  <a:pt x="2256179" y="84087"/>
                </a:cubicBezTo>
                <a:cubicBezTo>
                  <a:pt x="2259305" y="87793"/>
                  <a:pt x="2260868" y="92252"/>
                  <a:pt x="2260868" y="97464"/>
                </a:cubicBezTo>
                <a:cubicBezTo>
                  <a:pt x="2260868" y="101635"/>
                  <a:pt x="2260029" y="105400"/>
                  <a:pt x="2258350" y="108760"/>
                </a:cubicBezTo>
                <a:cubicBezTo>
                  <a:pt x="2256671" y="112118"/>
                  <a:pt x="2254326" y="114984"/>
                  <a:pt x="2251314" y="117360"/>
                </a:cubicBezTo>
                <a:cubicBezTo>
                  <a:pt x="2248303" y="119733"/>
                  <a:pt x="2244711" y="121556"/>
                  <a:pt x="2240540" y="122829"/>
                </a:cubicBezTo>
                <a:cubicBezTo>
                  <a:pt x="2236371" y="124103"/>
                  <a:pt x="2231855" y="124740"/>
                  <a:pt x="2226991" y="124740"/>
                </a:cubicBezTo>
                <a:close/>
                <a:moveTo>
                  <a:pt x="2293443" y="63759"/>
                </a:moveTo>
                <a:cubicBezTo>
                  <a:pt x="2290315" y="63759"/>
                  <a:pt x="2287824" y="62747"/>
                  <a:pt x="2285970" y="60721"/>
                </a:cubicBezTo>
                <a:cubicBezTo>
                  <a:pt x="2284118" y="58694"/>
                  <a:pt x="2283191" y="56116"/>
                  <a:pt x="2283191" y="52988"/>
                </a:cubicBezTo>
                <a:cubicBezTo>
                  <a:pt x="2283191" y="51136"/>
                  <a:pt x="2283539" y="49312"/>
                  <a:pt x="2284233" y="47517"/>
                </a:cubicBezTo>
                <a:cubicBezTo>
                  <a:pt x="2284930" y="45721"/>
                  <a:pt x="2285943" y="44129"/>
                  <a:pt x="2287274" y="42739"/>
                </a:cubicBezTo>
                <a:cubicBezTo>
                  <a:pt x="2288607" y="41349"/>
                  <a:pt x="2290141" y="40219"/>
                  <a:pt x="2291879" y="39351"/>
                </a:cubicBezTo>
                <a:cubicBezTo>
                  <a:pt x="2293616" y="38482"/>
                  <a:pt x="2295527" y="38047"/>
                  <a:pt x="2297613" y="38047"/>
                </a:cubicBezTo>
                <a:cubicBezTo>
                  <a:pt x="2300739" y="38047"/>
                  <a:pt x="2303200" y="39090"/>
                  <a:pt x="2304996" y="41175"/>
                </a:cubicBezTo>
                <a:cubicBezTo>
                  <a:pt x="2306792" y="43259"/>
                  <a:pt x="2307689" y="45865"/>
                  <a:pt x="2307689" y="48993"/>
                </a:cubicBezTo>
                <a:cubicBezTo>
                  <a:pt x="2307689" y="50845"/>
                  <a:pt x="2307341" y="52669"/>
                  <a:pt x="2306645" y="54465"/>
                </a:cubicBezTo>
                <a:cubicBezTo>
                  <a:pt x="2305950" y="56260"/>
                  <a:pt x="2304995" y="57854"/>
                  <a:pt x="2303779" y="59245"/>
                </a:cubicBezTo>
                <a:cubicBezTo>
                  <a:pt x="2302563" y="60634"/>
                  <a:pt x="2301057" y="61734"/>
                  <a:pt x="2299262" y="62545"/>
                </a:cubicBezTo>
                <a:cubicBezTo>
                  <a:pt x="2297468" y="63354"/>
                  <a:pt x="2295528" y="63759"/>
                  <a:pt x="2293443" y="63759"/>
                </a:cubicBezTo>
                <a:moveTo>
                  <a:pt x="2265992" y="153233"/>
                </a:moveTo>
                <a:lnTo>
                  <a:pt x="2263733" y="142637"/>
                </a:lnTo>
                <a:cubicBezTo>
                  <a:pt x="2269873" y="140668"/>
                  <a:pt x="2274680" y="137917"/>
                  <a:pt x="2278155" y="134385"/>
                </a:cubicBezTo>
                <a:cubicBezTo>
                  <a:pt x="2281629" y="130852"/>
                  <a:pt x="2283829" y="127058"/>
                  <a:pt x="2284756" y="123004"/>
                </a:cubicBezTo>
                <a:cubicBezTo>
                  <a:pt x="2281398" y="123004"/>
                  <a:pt x="2278647" y="122078"/>
                  <a:pt x="2276503" y="120226"/>
                </a:cubicBezTo>
                <a:cubicBezTo>
                  <a:pt x="2274361" y="118372"/>
                  <a:pt x="2273290" y="115823"/>
                  <a:pt x="2273290" y="112580"/>
                </a:cubicBezTo>
                <a:cubicBezTo>
                  <a:pt x="2273290" y="109105"/>
                  <a:pt x="2274506" y="105978"/>
                  <a:pt x="2276938" y="103198"/>
                </a:cubicBezTo>
                <a:cubicBezTo>
                  <a:pt x="2279370" y="100418"/>
                  <a:pt x="2282671" y="99028"/>
                  <a:pt x="2286842" y="99028"/>
                </a:cubicBezTo>
                <a:cubicBezTo>
                  <a:pt x="2290779" y="99028"/>
                  <a:pt x="2293790" y="100302"/>
                  <a:pt x="2295874" y="102851"/>
                </a:cubicBezTo>
                <a:cubicBezTo>
                  <a:pt x="2297959" y="105399"/>
                  <a:pt x="2299002" y="108874"/>
                  <a:pt x="2299002" y="113275"/>
                </a:cubicBezTo>
                <a:cubicBezTo>
                  <a:pt x="2299002" y="118140"/>
                  <a:pt x="2298220" y="122744"/>
                  <a:pt x="2296656" y="127086"/>
                </a:cubicBezTo>
                <a:cubicBezTo>
                  <a:pt x="2295094" y="131430"/>
                  <a:pt x="2292864" y="135340"/>
                  <a:pt x="2289967" y="138814"/>
                </a:cubicBezTo>
                <a:cubicBezTo>
                  <a:pt x="2287072" y="142289"/>
                  <a:pt x="2283598" y="145271"/>
                  <a:pt x="2279544" y="147761"/>
                </a:cubicBezTo>
                <a:cubicBezTo>
                  <a:pt x="2275489" y="150252"/>
                  <a:pt x="2270972" y="152076"/>
                  <a:pt x="2265992" y="15323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Text $iter=$nodes-&gt;getIterator(">
            <a:extLst xmlns:a="http://schemas.openxmlformats.org/drawingml/2006/main">
              <a:ext uri="{FF2B5EF4-FFF2-40B4-BE49-F238E27FC236}">
                <a16:creationId xmlns:a16="http://schemas.microsoft.com/office/drawing/2014/main" id="{324EBCB4-69D3-4110-9654-C110C721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385" y="1800280"/>
            <a:ext cx="2009210" cy="168524"/>
          </a:xfrm>
          <a:custGeom xmlns:a="http://schemas.openxmlformats.org/drawingml/2006/main">
            <a:pathLst>
              <a:path w="2009210" h="168524">
                <a:moveTo>
                  <a:pt x="22064" y="149760"/>
                </a:moveTo>
                <a:lnTo>
                  <a:pt x="25712" y="131866"/>
                </a:lnTo>
                <a:cubicBezTo>
                  <a:pt x="20617" y="130707"/>
                  <a:pt x="15868" y="128709"/>
                  <a:pt x="11466" y="125872"/>
                </a:cubicBezTo>
                <a:cubicBezTo>
                  <a:pt x="7065" y="123034"/>
                  <a:pt x="3243" y="119703"/>
                  <a:pt x="0" y="115881"/>
                </a:cubicBezTo>
                <a:lnTo>
                  <a:pt x="11641" y="104415"/>
                </a:lnTo>
                <a:cubicBezTo>
                  <a:pt x="14304" y="107890"/>
                  <a:pt x="17575" y="110959"/>
                  <a:pt x="21455" y="113625"/>
                </a:cubicBezTo>
                <a:cubicBezTo>
                  <a:pt x="25336" y="116288"/>
                  <a:pt x="29709" y="117620"/>
                  <a:pt x="34574" y="117620"/>
                </a:cubicBezTo>
                <a:cubicBezTo>
                  <a:pt x="40133" y="117620"/>
                  <a:pt x="44562" y="116114"/>
                  <a:pt x="47864" y="113102"/>
                </a:cubicBezTo>
                <a:cubicBezTo>
                  <a:pt x="51165" y="110091"/>
                  <a:pt x="52816" y="106036"/>
                  <a:pt x="52816" y="100939"/>
                </a:cubicBezTo>
                <a:cubicBezTo>
                  <a:pt x="52816" y="97233"/>
                  <a:pt x="51918" y="93990"/>
                  <a:pt x="50122" y="91210"/>
                </a:cubicBezTo>
                <a:cubicBezTo>
                  <a:pt x="48327" y="88430"/>
                  <a:pt x="46097" y="85854"/>
                  <a:pt x="43434" y="83480"/>
                </a:cubicBezTo>
                <a:cubicBezTo>
                  <a:pt x="40771" y="81105"/>
                  <a:pt x="37904" y="78817"/>
                  <a:pt x="34834" y="76617"/>
                </a:cubicBezTo>
                <a:cubicBezTo>
                  <a:pt x="31764" y="74416"/>
                  <a:pt x="28898" y="72014"/>
                  <a:pt x="26234" y="69408"/>
                </a:cubicBezTo>
                <a:cubicBezTo>
                  <a:pt x="23571" y="66802"/>
                  <a:pt x="21341" y="63877"/>
                  <a:pt x="19546" y="60634"/>
                </a:cubicBezTo>
                <a:cubicBezTo>
                  <a:pt x="17750" y="57391"/>
                  <a:pt x="16852" y="53569"/>
                  <a:pt x="16852" y="49168"/>
                </a:cubicBezTo>
                <a:cubicBezTo>
                  <a:pt x="16852" y="44766"/>
                  <a:pt x="17605" y="40682"/>
                  <a:pt x="19111" y="36918"/>
                </a:cubicBezTo>
                <a:cubicBezTo>
                  <a:pt x="20617" y="33153"/>
                  <a:pt x="22760" y="29882"/>
                  <a:pt x="25540" y="27104"/>
                </a:cubicBezTo>
                <a:cubicBezTo>
                  <a:pt x="28320" y="24324"/>
                  <a:pt x="31620" y="22065"/>
                  <a:pt x="35441" y="20328"/>
                </a:cubicBezTo>
                <a:cubicBezTo>
                  <a:pt x="39264" y="18591"/>
                  <a:pt x="43550" y="17548"/>
                  <a:pt x="48299" y="17200"/>
                </a:cubicBezTo>
                <a:lnTo>
                  <a:pt x="51599" y="0"/>
                </a:lnTo>
                <a:lnTo>
                  <a:pt x="64456" y="0"/>
                </a:lnTo>
                <a:lnTo>
                  <a:pt x="60981" y="18242"/>
                </a:lnTo>
                <a:cubicBezTo>
                  <a:pt x="65035" y="19401"/>
                  <a:pt x="68800" y="21226"/>
                  <a:pt x="72274" y="23716"/>
                </a:cubicBezTo>
                <a:cubicBezTo>
                  <a:pt x="75749" y="26206"/>
                  <a:pt x="78876" y="29188"/>
                  <a:pt x="81656" y="32663"/>
                </a:cubicBezTo>
                <a:lnTo>
                  <a:pt x="69668" y="43259"/>
                </a:lnTo>
                <a:cubicBezTo>
                  <a:pt x="67351" y="40016"/>
                  <a:pt x="64600" y="37353"/>
                  <a:pt x="61416" y="35269"/>
                </a:cubicBezTo>
                <a:cubicBezTo>
                  <a:pt x="58231" y="33183"/>
                  <a:pt x="54843" y="32141"/>
                  <a:pt x="51252" y="32141"/>
                </a:cubicBezTo>
                <a:cubicBezTo>
                  <a:pt x="46388" y="32141"/>
                  <a:pt x="42508" y="33502"/>
                  <a:pt x="39611" y="36223"/>
                </a:cubicBezTo>
                <a:cubicBezTo>
                  <a:pt x="36716" y="38945"/>
                  <a:pt x="35269" y="42507"/>
                  <a:pt x="35269" y="46909"/>
                </a:cubicBezTo>
                <a:cubicBezTo>
                  <a:pt x="35269" y="50036"/>
                  <a:pt x="36166" y="52816"/>
                  <a:pt x="37960" y="55249"/>
                </a:cubicBezTo>
                <a:cubicBezTo>
                  <a:pt x="39755" y="57681"/>
                  <a:pt x="41985" y="59997"/>
                  <a:pt x="44648" y="62198"/>
                </a:cubicBezTo>
                <a:cubicBezTo>
                  <a:pt x="47313" y="64398"/>
                  <a:pt x="50180" y="66598"/>
                  <a:pt x="53248" y="68799"/>
                </a:cubicBezTo>
                <a:cubicBezTo>
                  <a:pt x="56318" y="70999"/>
                  <a:pt x="59184" y="73489"/>
                  <a:pt x="61848" y="76269"/>
                </a:cubicBezTo>
                <a:cubicBezTo>
                  <a:pt x="64513" y="79049"/>
                  <a:pt x="66743" y="82206"/>
                  <a:pt x="68539" y="85739"/>
                </a:cubicBezTo>
                <a:cubicBezTo>
                  <a:pt x="70335" y="89272"/>
                  <a:pt x="71232" y="93470"/>
                  <a:pt x="71232" y="98334"/>
                </a:cubicBezTo>
                <a:cubicBezTo>
                  <a:pt x="71232" y="102968"/>
                  <a:pt x="70450" y="107253"/>
                  <a:pt x="68886" y="111191"/>
                </a:cubicBezTo>
                <a:cubicBezTo>
                  <a:pt x="67322" y="115129"/>
                  <a:pt x="65121" y="118632"/>
                  <a:pt x="62283" y="121702"/>
                </a:cubicBezTo>
                <a:cubicBezTo>
                  <a:pt x="59446" y="124772"/>
                  <a:pt x="56001" y="127234"/>
                  <a:pt x="51946" y="129088"/>
                </a:cubicBezTo>
                <a:cubicBezTo>
                  <a:pt x="47892" y="130940"/>
                  <a:pt x="43375" y="132098"/>
                  <a:pt x="38394" y="132561"/>
                </a:cubicBezTo>
                <a:lnTo>
                  <a:pt x="34922" y="149760"/>
                </a:lnTo>
                <a:lnTo>
                  <a:pt x="22064" y="149760"/>
                </a:lnTo>
                <a:close/>
                <a:moveTo>
                  <a:pt x="88777" y="130649"/>
                </a:moveTo>
                <a:lnTo>
                  <a:pt x="105977" y="45345"/>
                </a:lnTo>
                <a:lnTo>
                  <a:pt x="124566" y="45345"/>
                </a:lnTo>
                <a:lnTo>
                  <a:pt x="107541" y="130649"/>
                </a:lnTo>
                <a:lnTo>
                  <a:pt x="88777" y="130649"/>
                </a:lnTo>
                <a:moveTo>
                  <a:pt x="119701" y="30229"/>
                </a:moveTo>
                <a:cubicBezTo>
                  <a:pt x="117038" y="30229"/>
                  <a:pt x="114606" y="29390"/>
                  <a:pt x="112406" y="27711"/>
                </a:cubicBezTo>
                <a:cubicBezTo>
                  <a:pt x="110205" y="26032"/>
                  <a:pt x="109105" y="23628"/>
                  <a:pt x="109105" y="20500"/>
                </a:cubicBezTo>
                <a:cubicBezTo>
                  <a:pt x="109105" y="17142"/>
                  <a:pt x="110321" y="14277"/>
                  <a:pt x="112753" y="11903"/>
                </a:cubicBezTo>
                <a:cubicBezTo>
                  <a:pt x="115185" y="9528"/>
                  <a:pt x="118138" y="8340"/>
                  <a:pt x="121613" y="8340"/>
                </a:cubicBezTo>
                <a:cubicBezTo>
                  <a:pt x="124276" y="8340"/>
                  <a:pt x="126708" y="9180"/>
                  <a:pt x="128908" y="10858"/>
                </a:cubicBezTo>
                <a:cubicBezTo>
                  <a:pt x="131110" y="12537"/>
                  <a:pt x="132211" y="14941"/>
                  <a:pt x="132211" y="18069"/>
                </a:cubicBezTo>
                <a:cubicBezTo>
                  <a:pt x="132211" y="21544"/>
                  <a:pt x="130995" y="24440"/>
                  <a:pt x="128561" y="26757"/>
                </a:cubicBezTo>
                <a:cubicBezTo>
                  <a:pt x="126129" y="29072"/>
                  <a:pt x="123176" y="30229"/>
                  <a:pt x="119701" y="30229"/>
                </a:cubicBezTo>
                <a:close/>
                <a:moveTo>
                  <a:pt x="162093" y="132733"/>
                </a:moveTo>
                <a:cubicBezTo>
                  <a:pt x="154102" y="132733"/>
                  <a:pt x="148397" y="130735"/>
                  <a:pt x="144979" y="126739"/>
                </a:cubicBezTo>
                <a:cubicBezTo>
                  <a:pt x="141562" y="122743"/>
                  <a:pt x="139854" y="117792"/>
                  <a:pt x="139854" y="111885"/>
                </a:cubicBezTo>
                <a:cubicBezTo>
                  <a:pt x="139854" y="110148"/>
                  <a:pt x="139970" y="108469"/>
                  <a:pt x="140201" y="106849"/>
                </a:cubicBezTo>
                <a:cubicBezTo>
                  <a:pt x="140435" y="105226"/>
                  <a:pt x="140667" y="103546"/>
                  <a:pt x="140899" y="101809"/>
                </a:cubicBezTo>
                <a:lnTo>
                  <a:pt x="149583" y="60111"/>
                </a:lnTo>
                <a:lnTo>
                  <a:pt x="137596" y="60111"/>
                </a:lnTo>
                <a:lnTo>
                  <a:pt x="140376" y="46215"/>
                </a:lnTo>
                <a:lnTo>
                  <a:pt x="153406" y="45345"/>
                </a:lnTo>
                <a:lnTo>
                  <a:pt x="160182" y="22412"/>
                </a:lnTo>
                <a:lnTo>
                  <a:pt x="175818" y="22412"/>
                </a:lnTo>
                <a:lnTo>
                  <a:pt x="171300" y="45345"/>
                </a:lnTo>
                <a:lnTo>
                  <a:pt x="191803" y="45345"/>
                </a:lnTo>
                <a:lnTo>
                  <a:pt x="188850" y="60111"/>
                </a:lnTo>
                <a:lnTo>
                  <a:pt x="168000" y="60111"/>
                </a:lnTo>
                <a:lnTo>
                  <a:pt x="159313" y="102504"/>
                </a:lnTo>
                <a:cubicBezTo>
                  <a:pt x="158966" y="104589"/>
                  <a:pt x="158793" y="106616"/>
                  <a:pt x="158793" y="108585"/>
                </a:cubicBezTo>
                <a:cubicBezTo>
                  <a:pt x="158793" y="111711"/>
                  <a:pt x="159546" y="114057"/>
                  <a:pt x="161052" y="115621"/>
                </a:cubicBezTo>
                <a:cubicBezTo>
                  <a:pt x="162557" y="117185"/>
                  <a:pt x="165105" y="117967"/>
                  <a:pt x="168694" y="117967"/>
                </a:cubicBezTo>
                <a:cubicBezTo>
                  <a:pt x="170200" y="117967"/>
                  <a:pt x="171590" y="117735"/>
                  <a:pt x="172864" y="117272"/>
                </a:cubicBezTo>
                <a:cubicBezTo>
                  <a:pt x="174139" y="116809"/>
                  <a:pt x="175413" y="116288"/>
                  <a:pt x="176687" y="115708"/>
                </a:cubicBezTo>
                <a:lnTo>
                  <a:pt x="180163" y="128913"/>
                </a:lnTo>
                <a:cubicBezTo>
                  <a:pt x="178077" y="129839"/>
                  <a:pt x="175529" y="130707"/>
                  <a:pt x="172517" y="131516"/>
                </a:cubicBezTo>
                <a:cubicBezTo>
                  <a:pt x="169506" y="132327"/>
                  <a:pt x="166031" y="132733"/>
                  <a:pt x="162093" y="132733"/>
                </a:cubicBezTo>
                <a:close/>
                <a:moveTo>
                  <a:pt x="193888" y="96597"/>
                </a:moveTo>
                <a:cubicBezTo>
                  <a:pt x="193888" y="88605"/>
                  <a:pt x="195249" y="81337"/>
                  <a:pt x="197970" y="74793"/>
                </a:cubicBezTo>
                <a:cubicBezTo>
                  <a:pt x="200692" y="68248"/>
                  <a:pt x="204282" y="62631"/>
                  <a:pt x="208741" y="57940"/>
                </a:cubicBezTo>
                <a:cubicBezTo>
                  <a:pt x="213200" y="53250"/>
                  <a:pt x="218210" y="49630"/>
                  <a:pt x="223770" y="47082"/>
                </a:cubicBezTo>
                <a:cubicBezTo>
                  <a:pt x="229330" y="44533"/>
                  <a:pt x="234889" y="43259"/>
                  <a:pt x="240447" y="43259"/>
                </a:cubicBezTo>
                <a:cubicBezTo>
                  <a:pt x="245428" y="43259"/>
                  <a:pt x="249626" y="44070"/>
                  <a:pt x="253042" y="45693"/>
                </a:cubicBezTo>
                <a:cubicBezTo>
                  <a:pt x="256460" y="47313"/>
                  <a:pt x="259240" y="49543"/>
                  <a:pt x="261382" y="52381"/>
                </a:cubicBezTo>
                <a:cubicBezTo>
                  <a:pt x="263526" y="55219"/>
                  <a:pt x="265090" y="58550"/>
                  <a:pt x="266075" y="62373"/>
                </a:cubicBezTo>
                <a:cubicBezTo>
                  <a:pt x="267059" y="66194"/>
                  <a:pt x="267551" y="70305"/>
                  <a:pt x="267551" y="74705"/>
                </a:cubicBezTo>
                <a:cubicBezTo>
                  <a:pt x="267551" y="78413"/>
                  <a:pt x="267087" y="82004"/>
                  <a:pt x="266160" y="85479"/>
                </a:cubicBezTo>
                <a:cubicBezTo>
                  <a:pt x="265233" y="88953"/>
                  <a:pt x="264481" y="91385"/>
                  <a:pt x="263904" y="92774"/>
                </a:cubicBezTo>
                <a:lnTo>
                  <a:pt x="211954" y="92774"/>
                </a:lnTo>
                <a:cubicBezTo>
                  <a:pt x="211491" y="97292"/>
                  <a:pt x="211723" y="101172"/>
                  <a:pt x="212649" y="104415"/>
                </a:cubicBezTo>
                <a:cubicBezTo>
                  <a:pt x="213577" y="107658"/>
                  <a:pt x="214996" y="110322"/>
                  <a:pt x="216907" y="112408"/>
                </a:cubicBezTo>
                <a:cubicBezTo>
                  <a:pt x="218819" y="114491"/>
                  <a:pt x="221164" y="116025"/>
                  <a:pt x="223942" y="117010"/>
                </a:cubicBezTo>
                <a:cubicBezTo>
                  <a:pt x="226722" y="117994"/>
                  <a:pt x="229734" y="118486"/>
                  <a:pt x="232977" y="118486"/>
                </a:cubicBezTo>
                <a:cubicBezTo>
                  <a:pt x="235988" y="118486"/>
                  <a:pt x="239057" y="117792"/>
                  <a:pt x="242184" y="116403"/>
                </a:cubicBezTo>
                <a:cubicBezTo>
                  <a:pt x="245312" y="115014"/>
                  <a:pt x="248035" y="113450"/>
                  <a:pt x="250352" y="111713"/>
                </a:cubicBezTo>
                <a:lnTo>
                  <a:pt x="257300" y="123701"/>
                </a:lnTo>
                <a:cubicBezTo>
                  <a:pt x="253825" y="126133"/>
                  <a:pt x="249627" y="128247"/>
                  <a:pt x="244705" y="130042"/>
                </a:cubicBezTo>
                <a:cubicBezTo>
                  <a:pt x="239783" y="131836"/>
                  <a:pt x="234252" y="132733"/>
                  <a:pt x="228112" y="132733"/>
                </a:cubicBezTo>
                <a:cubicBezTo>
                  <a:pt x="223017" y="132733"/>
                  <a:pt x="218384" y="131923"/>
                  <a:pt x="214213" y="130302"/>
                </a:cubicBezTo>
                <a:cubicBezTo>
                  <a:pt x="210044" y="128680"/>
                  <a:pt x="206454" y="126334"/>
                  <a:pt x="203442" y="123266"/>
                </a:cubicBezTo>
                <a:cubicBezTo>
                  <a:pt x="200431" y="120196"/>
                  <a:pt x="198085" y="116432"/>
                  <a:pt x="196406" y="111973"/>
                </a:cubicBezTo>
                <a:cubicBezTo>
                  <a:pt x="194727" y="107514"/>
                  <a:pt x="193888" y="102389"/>
                  <a:pt x="193888" y="96597"/>
                </a:cubicBezTo>
                <a:moveTo>
                  <a:pt x="213519" y="80962"/>
                </a:moveTo>
                <a:lnTo>
                  <a:pt x="251221" y="80962"/>
                </a:lnTo>
                <a:cubicBezTo>
                  <a:pt x="251453" y="79802"/>
                  <a:pt x="251655" y="78615"/>
                  <a:pt x="251828" y="77399"/>
                </a:cubicBezTo>
                <a:cubicBezTo>
                  <a:pt x="252001" y="76183"/>
                  <a:pt x="252088" y="74880"/>
                  <a:pt x="252088" y="73491"/>
                </a:cubicBezTo>
                <a:cubicBezTo>
                  <a:pt x="252088" y="69320"/>
                  <a:pt x="251074" y="65642"/>
                  <a:pt x="249047" y="62458"/>
                </a:cubicBezTo>
                <a:cubicBezTo>
                  <a:pt x="247020" y="59273"/>
                  <a:pt x="243401" y="57680"/>
                  <a:pt x="238189" y="57680"/>
                </a:cubicBezTo>
                <a:cubicBezTo>
                  <a:pt x="232977" y="57680"/>
                  <a:pt x="228083" y="59737"/>
                  <a:pt x="223508" y="63849"/>
                </a:cubicBezTo>
                <a:cubicBezTo>
                  <a:pt x="218934" y="67960"/>
                  <a:pt x="215604" y="73664"/>
                  <a:pt x="213519" y="80962"/>
                </a:cubicBezTo>
                <a:close/>
                <a:moveTo>
                  <a:pt x="276065" y="130649"/>
                </a:moveTo>
                <a:lnTo>
                  <a:pt x="293090" y="45345"/>
                </a:lnTo>
                <a:lnTo>
                  <a:pt x="308206" y="45345"/>
                </a:lnTo>
                <a:lnTo>
                  <a:pt x="306641" y="61850"/>
                </a:lnTo>
                <a:lnTo>
                  <a:pt x="307336" y="61850"/>
                </a:lnTo>
                <a:cubicBezTo>
                  <a:pt x="310696" y="56522"/>
                  <a:pt x="314634" y="52091"/>
                  <a:pt x="319151" y="48558"/>
                </a:cubicBezTo>
                <a:cubicBezTo>
                  <a:pt x="323669" y="45025"/>
                  <a:pt x="328533" y="43259"/>
                  <a:pt x="333745" y="43259"/>
                </a:cubicBezTo>
                <a:cubicBezTo>
                  <a:pt x="337103" y="43259"/>
                  <a:pt x="339941" y="43780"/>
                  <a:pt x="342258" y="44823"/>
                </a:cubicBezTo>
                <a:lnTo>
                  <a:pt x="336004" y="61156"/>
                </a:lnTo>
                <a:cubicBezTo>
                  <a:pt x="334961" y="60576"/>
                  <a:pt x="333744" y="60200"/>
                  <a:pt x="332353" y="60027"/>
                </a:cubicBezTo>
                <a:cubicBezTo>
                  <a:pt x="330964" y="59852"/>
                  <a:pt x="329517" y="59764"/>
                  <a:pt x="328011" y="59764"/>
                </a:cubicBezTo>
                <a:cubicBezTo>
                  <a:pt x="323957" y="59764"/>
                  <a:pt x="319961" y="61328"/>
                  <a:pt x="316023" y="64456"/>
                </a:cubicBezTo>
                <a:cubicBezTo>
                  <a:pt x="312086" y="67583"/>
                  <a:pt x="308380" y="72447"/>
                  <a:pt x="304905" y="79050"/>
                </a:cubicBezTo>
                <a:lnTo>
                  <a:pt x="294829" y="130649"/>
                </a:lnTo>
                <a:lnTo>
                  <a:pt x="276065" y="130649"/>
                </a:lnTo>
                <a:close/>
                <a:moveTo>
                  <a:pt x="375618" y="60634"/>
                </a:moveTo>
                <a:lnTo>
                  <a:pt x="375618" y="47257"/>
                </a:lnTo>
                <a:lnTo>
                  <a:pt x="449281" y="47257"/>
                </a:lnTo>
                <a:lnTo>
                  <a:pt x="449281" y="60634"/>
                </a:lnTo>
                <a:lnTo>
                  <a:pt x="375618" y="60634"/>
                </a:lnTo>
                <a:moveTo>
                  <a:pt x="375618" y="99200"/>
                </a:moveTo>
                <a:lnTo>
                  <a:pt x="375618" y="85823"/>
                </a:lnTo>
                <a:lnTo>
                  <a:pt x="449281" y="85823"/>
                </a:lnTo>
                <a:lnTo>
                  <a:pt x="449281" y="99200"/>
                </a:lnTo>
                <a:lnTo>
                  <a:pt x="375618" y="99200"/>
                </a:lnTo>
                <a:close/>
                <a:moveTo>
                  <a:pt x="510610" y="149760"/>
                </a:moveTo>
                <a:lnTo>
                  <a:pt x="514258" y="131866"/>
                </a:lnTo>
                <a:cubicBezTo>
                  <a:pt x="509162" y="130707"/>
                  <a:pt x="504414" y="128709"/>
                  <a:pt x="500011" y="125872"/>
                </a:cubicBezTo>
                <a:cubicBezTo>
                  <a:pt x="495611" y="123034"/>
                  <a:pt x="491789" y="119703"/>
                  <a:pt x="488546" y="115881"/>
                </a:cubicBezTo>
                <a:lnTo>
                  <a:pt x="500186" y="104415"/>
                </a:lnTo>
                <a:cubicBezTo>
                  <a:pt x="502850" y="107890"/>
                  <a:pt x="506121" y="110959"/>
                  <a:pt x="510000" y="113625"/>
                </a:cubicBezTo>
                <a:cubicBezTo>
                  <a:pt x="513881" y="116288"/>
                  <a:pt x="518255" y="117620"/>
                  <a:pt x="523120" y="117620"/>
                </a:cubicBezTo>
                <a:cubicBezTo>
                  <a:pt x="528678" y="117620"/>
                  <a:pt x="533108" y="116114"/>
                  <a:pt x="536409" y="113102"/>
                </a:cubicBezTo>
                <a:cubicBezTo>
                  <a:pt x="539711" y="110091"/>
                  <a:pt x="541362" y="106036"/>
                  <a:pt x="541362" y="100939"/>
                </a:cubicBezTo>
                <a:cubicBezTo>
                  <a:pt x="541362" y="97233"/>
                  <a:pt x="540464" y="93990"/>
                  <a:pt x="538668" y="91210"/>
                </a:cubicBezTo>
                <a:cubicBezTo>
                  <a:pt x="536872" y="88430"/>
                  <a:pt x="534643" y="85854"/>
                  <a:pt x="531980" y="83480"/>
                </a:cubicBezTo>
                <a:cubicBezTo>
                  <a:pt x="529316" y="81105"/>
                  <a:pt x="526450" y="78817"/>
                  <a:pt x="523380" y="76617"/>
                </a:cubicBezTo>
                <a:cubicBezTo>
                  <a:pt x="520310" y="74416"/>
                  <a:pt x="517443" y="72014"/>
                  <a:pt x="514780" y="69408"/>
                </a:cubicBezTo>
                <a:cubicBezTo>
                  <a:pt x="512117" y="66802"/>
                  <a:pt x="509887" y="63877"/>
                  <a:pt x="508091" y="60634"/>
                </a:cubicBezTo>
                <a:cubicBezTo>
                  <a:pt x="506296" y="57391"/>
                  <a:pt x="505398" y="53569"/>
                  <a:pt x="505398" y="49168"/>
                </a:cubicBezTo>
                <a:cubicBezTo>
                  <a:pt x="505398" y="44766"/>
                  <a:pt x="506151" y="40682"/>
                  <a:pt x="507657" y="36918"/>
                </a:cubicBezTo>
                <a:cubicBezTo>
                  <a:pt x="509162" y="33153"/>
                  <a:pt x="511305" y="29882"/>
                  <a:pt x="514085" y="27104"/>
                </a:cubicBezTo>
                <a:cubicBezTo>
                  <a:pt x="516865" y="24324"/>
                  <a:pt x="520166" y="22065"/>
                  <a:pt x="523987" y="20328"/>
                </a:cubicBezTo>
                <a:cubicBezTo>
                  <a:pt x="527810" y="18591"/>
                  <a:pt x="532095" y="17548"/>
                  <a:pt x="536844" y="17200"/>
                </a:cubicBezTo>
                <a:lnTo>
                  <a:pt x="540145" y="0"/>
                </a:lnTo>
                <a:lnTo>
                  <a:pt x="553002" y="0"/>
                </a:lnTo>
                <a:lnTo>
                  <a:pt x="549527" y="18242"/>
                </a:lnTo>
                <a:cubicBezTo>
                  <a:pt x="553581" y="19401"/>
                  <a:pt x="557345" y="21226"/>
                  <a:pt x="560820" y="23716"/>
                </a:cubicBezTo>
                <a:cubicBezTo>
                  <a:pt x="564294" y="26206"/>
                  <a:pt x="567422" y="29188"/>
                  <a:pt x="570202" y="32663"/>
                </a:cubicBezTo>
                <a:lnTo>
                  <a:pt x="558214" y="43259"/>
                </a:lnTo>
                <a:cubicBezTo>
                  <a:pt x="555897" y="40016"/>
                  <a:pt x="553146" y="37353"/>
                  <a:pt x="549961" y="35269"/>
                </a:cubicBezTo>
                <a:cubicBezTo>
                  <a:pt x="546777" y="33183"/>
                  <a:pt x="543389" y="32141"/>
                  <a:pt x="539797" y="32141"/>
                </a:cubicBezTo>
                <a:cubicBezTo>
                  <a:pt x="534934" y="32141"/>
                  <a:pt x="531054" y="33502"/>
                  <a:pt x="528157" y="36223"/>
                </a:cubicBezTo>
                <a:cubicBezTo>
                  <a:pt x="525262" y="38945"/>
                  <a:pt x="523815" y="42507"/>
                  <a:pt x="523815" y="46909"/>
                </a:cubicBezTo>
                <a:cubicBezTo>
                  <a:pt x="523815" y="50036"/>
                  <a:pt x="524711" y="52816"/>
                  <a:pt x="526505" y="55249"/>
                </a:cubicBezTo>
                <a:cubicBezTo>
                  <a:pt x="528301" y="57681"/>
                  <a:pt x="530530" y="59997"/>
                  <a:pt x="533194" y="62198"/>
                </a:cubicBezTo>
                <a:cubicBezTo>
                  <a:pt x="535859" y="64398"/>
                  <a:pt x="538726" y="66598"/>
                  <a:pt x="541794" y="68799"/>
                </a:cubicBezTo>
                <a:cubicBezTo>
                  <a:pt x="544863" y="70999"/>
                  <a:pt x="547730" y="73489"/>
                  <a:pt x="550393" y="76269"/>
                </a:cubicBezTo>
                <a:cubicBezTo>
                  <a:pt x="553059" y="79049"/>
                  <a:pt x="555289" y="82206"/>
                  <a:pt x="557085" y="85739"/>
                </a:cubicBezTo>
                <a:cubicBezTo>
                  <a:pt x="558880" y="89272"/>
                  <a:pt x="559778" y="93470"/>
                  <a:pt x="559778" y="98334"/>
                </a:cubicBezTo>
                <a:cubicBezTo>
                  <a:pt x="559778" y="102968"/>
                  <a:pt x="558996" y="107253"/>
                  <a:pt x="557432" y="111191"/>
                </a:cubicBezTo>
                <a:cubicBezTo>
                  <a:pt x="555868" y="115129"/>
                  <a:pt x="553667" y="118632"/>
                  <a:pt x="550828" y="121702"/>
                </a:cubicBezTo>
                <a:cubicBezTo>
                  <a:pt x="547992" y="124772"/>
                  <a:pt x="544546" y="127234"/>
                  <a:pt x="540492" y="129088"/>
                </a:cubicBezTo>
                <a:cubicBezTo>
                  <a:pt x="536438" y="130940"/>
                  <a:pt x="531920" y="132098"/>
                  <a:pt x="526940" y="132561"/>
                </a:cubicBezTo>
                <a:lnTo>
                  <a:pt x="523467" y="149760"/>
                </a:lnTo>
                <a:lnTo>
                  <a:pt x="510610" y="149760"/>
                </a:lnTo>
                <a:close/>
                <a:moveTo>
                  <a:pt x="577325" y="130649"/>
                </a:moveTo>
                <a:lnTo>
                  <a:pt x="594350" y="45345"/>
                </a:lnTo>
                <a:lnTo>
                  <a:pt x="609466" y="45345"/>
                </a:lnTo>
                <a:lnTo>
                  <a:pt x="608596" y="57333"/>
                </a:lnTo>
                <a:lnTo>
                  <a:pt x="609291" y="57333"/>
                </a:lnTo>
                <a:cubicBezTo>
                  <a:pt x="613808" y="53510"/>
                  <a:pt x="618470" y="50209"/>
                  <a:pt x="623277" y="47429"/>
                </a:cubicBezTo>
                <a:cubicBezTo>
                  <a:pt x="628085" y="44649"/>
                  <a:pt x="633210" y="43259"/>
                  <a:pt x="638653" y="43259"/>
                </a:cubicBezTo>
                <a:cubicBezTo>
                  <a:pt x="645834" y="43259"/>
                  <a:pt x="650987" y="45113"/>
                  <a:pt x="654114" y="48821"/>
                </a:cubicBezTo>
                <a:cubicBezTo>
                  <a:pt x="657242" y="52527"/>
                  <a:pt x="658806" y="57855"/>
                  <a:pt x="658806" y="64804"/>
                </a:cubicBezTo>
                <a:cubicBezTo>
                  <a:pt x="658806" y="66773"/>
                  <a:pt x="658720" y="68684"/>
                  <a:pt x="658546" y="70538"/>
                </a:cubicBezTo>
                <a:cubicBezTo>
                  <a:pt x="658373" y="72390"/>
                  <a:pt x="657997" y="74475"/>
                  <a:pt x="657417" y="76792"/>
                </a:cubicBezTo>
                <a:lnTo>
                  <a:pt x="646646" y="130649"/>
                </a:lnTo>
                <a:lnTo>
                  <a:pt x="628055" y="130649"/>
                </a:lnTo>
                <a:lnTo>
                  <a:pt x="638478" y="79222"/>
                </a:lnTo>
                <a:cubicBezTo>
                  <a:pt x="638826" y="77254"/>
                  <a:pt x="639145" y="75575"/>
                  <a:pt x="639435" y="74186"/>
                </a:cubicBezTo>
                <a:cubicBezTo>
                  <a:pt x="639725" y="72795"/>
                  <a:pt x="639870" y="71462"/>
                  <a:pt x="639870" y="70188"/>
                </a:cubicBezTo>
                <a:cubicBezTo>
                  <a:pt x="639870" y="62892"/>
                  <a:pt x="636280" y="59245"/>
                  <a:pt x="629099" y="59245"/>
                </a:cubicBezTo>
                <a:cubicBezTo>
                  <a:pt x="626088" y="59245"/>
                  <a:pt x="622873" y="60287"/>
                  <a:pt x="619455" y="62373"/>
                </a:cubicBezTo>
                <a:cubicBezTo>
                  <a:pt x="616038" y="64456"/>
                  <a:pt x="612072" y="67814"/>
                  <a:pt x="607554" y="72447"/>
                </a:cubicBezTo>
                <a:lnTo>
                  <a:pt x="596089" y="130649"/>
                </a:lnTo>
                <a:lnTo>
                  <a:pt x="577325" y="130649"/>
                </a:lnTo>
                <a:close/>
                <a:moveTo>
                  <a:pt x="703456" y="132733"/>
                </a:moveTo>
                <a:cubicBezTo>
                  <a:pt x="698707" y="132733"/>
                  <a:pt x="694364" y="131923"/>
                  <a:pt x="690426" y="130302"/>
                </a:cubicBezTo>
                <a:cubicBezTo>
                  <a:pt x="686488" y="128680"/>
                  <a:pt x="683130" y="126363"/>
                  <a:pt x="680350" y="123354"/>
                </a:cubicBezTo>
                <a:cubicBezTo>
                  <a:pt x="677570" y="120342"/>
                  <a:pt x="675427" y="116694"/>
                  <a:pt x="673921" y="112408"/>
                </a:cubicBezTo>
                <a:cubicBezTo>
                  <a:pt x="672415" y="108122"/>
                  <a:pt x="671662" y="103315"/>
                  <a:pt x="671662" y="97986"/>
                </a:cubicBezTo>
                <a:cubicBezTo>
                  <a:pt x="671662" y="89880"/>
                  <a:pt x="673023" y="82438"/>
                  <a:pt x="675745" y="75662"/>
                </a:cubicBezTo>
                <a:cubicBezTo>
                  <a:pt x="678466" y="68886"/>
                  <a:pt x="682028" y="63124"/>
                  <a:pt x="686428" y="58375"/>
                </a:cubicBezTo>
                <a:cubicBezTo>
                  <a:pt x="690831" y="53626"/>
                  <a:pt x="695840" y="49920"/>
                  <a:pt x="701457" y="47257"/>
                </a:cubicBezTo>
                <a:cubicBezTo>
                  <a:pt x="707075" y="44592"/>
                  <a:pt x="712780" y="43259"/>
                  <a:pt x="718572" y="43259"/>
                </a:cubicBezTo>
                <a:cubicBezTo>
                  <a:pt x="728301" y="43259"/>
                  <a:pt x="736061" y="46358"/>
                  <a:pt x="741853" y="52556"/>
                </a:cubicBezTo>
                <a:cubicBezTo>
                  <a:pt x="747644" y="58752"/>
                  <a:pt x="750540" y="67236"/>
                  <a:pt x="750540" y="78008"/>
                </a:cubicBezTo>
                <a:cubicBezTo>
                  <a:pt x="750540" y="86115"/>
                  <a:pt x="749178" y="93527"/>
                  <a:pt x="746455" y="100245"/>
                </a:cubicBezTo>
                <a:cubicBezTo>
                  <a:pt x="743733" y="106963"/>
                  <a:pt x="740172" y="112725"/>
                  <a:pt x="735771" y="117532"/>
                </a:cubicBezTo>
                <a:cubicBezTo>
                  <a:pt x="731371" y="122339"/>
                  <a:pt x="726361" y="126075"/>
                  <a:pt x="720743" y="128738"/>
                </a:cubicBezTo>
                <a:cubicBezTo>
                  <a:pt x="715126" y="131401"/>
                  <a:pt x="709364" y="132733"/>
                  <a:pt x="703456" y="132733"/>
                </a:cubicBezTo>
                <a:moveTo>
                  <a:pt x="705542" y="117620"/>
                </a:moveTo>
                <a:cubicBezTo>
                  <a:pt x="708900" y="117620"/>
                  <a:pt x="712142" y="116606"/>
                  <a:pt x="715269" y="114579"/>
                </a:cubicBezTo>
                <a:cubicBezTo>
                  <a:pt x="718397" y="112552"/>
                  <a:pt x="721177" y="109772"/>
                  <a:pt x="723609" y="106239"/>
                </a:cubicBezTo>
                <a:cubicBezTo>
                  <a:pt x="726042" y="102706"/>
                  <a:pt x="727983" y="98565"/>
                  <a:pt x="729430" y="93816"/>
                </a:cubicBezTo>
                <a:cubicBezTo>
                  <a:pt x="730878" y="89067"/>
                  <a:pt x="731601" y="83971"/>
                  <a:pt x="731601" y="78528"/>
                </a:cubicBezTo>
                <a:cubicBezTo>
                  <a:pt x="731601" y="72042"/>
                  <a:pt x="730327" y="67061"/>
                  <a:pt x="727779" y="63587"/>
                </a:cubicBezTo>
                <a:cubicBezTo>
                  <a:pt x="725232" y="60112"/>
                  <a:pt x="721526" y="58375"/>
                  <a:pt x="716660" y="58375"/>
                </a:cubicBezTo>
                <a:cubicBezTo>
                  <a:pt x="713302" y="58375"/>
                  <a:pt x="710030" y="59389"/>
                  <a:pt x="706844" y="61416"/>
                </a:cubicBezTo>
                <a:cubicBezTo>
                  <a:pt x="703659" y="63443"/>
                  <a:pt x="700851" y="66194"/>
                  <a:pt x="698419" y="69668"/>
                </a:cubicBezTo>
                <a:cubicBezTo>
                  <a:pt x="695987" y="73143"/>
                  <a:pt x="694046" y="77255"/>
                  <a:pt x="692597" y="82003"/>
                </a:cubicBezTo>
                <a:cubicBezTo>
                  <a:pt x="691150" y="86752"/>
                  <a:pt x="690426" y="91848"/>
                  <a:pt x="690426" y="97292"/>
                </a:cubicBezTo>
                <a:cubicBezTo>
                  <a:pt x="690426" y="103778"/>
                  <a:pt x="691700" y="108787"/>
                  <a:pt x="694249" y="112320"/>
                </a:cubicBezTo>
                <a:cubicBezTo>
                  <a:pt x="696797" y="115853"/>
                  <a:pt x="700562" y="117620"/>
                  <a:pt x="705542" y="117620"/>
                </a:cubicBezTo>
                <a:close/>
                <a:moveTo>
                  <a:pt x="829242" y="54552"/>
                </a:moveTo>
                <a:lnTo>
                  <a:pt x="831673" y="38222"/>
                </a:lnTo>
                <a:lnTo>
                  <a:pt x="837580" y="7993"/>
                </a:lnTo>
                <a:lnTo>
                  <a:pt x="856171" y="7993"/>
                </a:lnTo>
                <a:lnTo>
                  <a:pt x="831501" y="130649"/>
                </a:lnTo>
                <a:lnTo>
                  <a:pt x="816213" y="130649"/>
                </a:lnTo>
                <a:lnTo>
                  <a:pt x="817079" y="118836"/>
                </a:lnTo>
                <a:lnTo>
                  <a:pt x="816560" y="118836"/>
                </a:lnTo>
                <a:cubicBezTo>
                  <a:pt x="812506" y="123006"/>
                  <a:pt x="808017" y="126364"/>
                  <a:pt x="803093" y="128913"/>
                </a:cubicBezTo>
                <a:cubicBezTo>
                  <a:pt x="798171" y="131460"/>
                  <a:pt x="793278" y="132733"/>
                  <a:pt x="788414" y="132733"/>
                </a:cubicBezTo>
                <a:cubicBezTo>
                  <a:pt x="780885" y="132733"/>
                  <a:pt x="774949" y="130070"/>
                  <a:pt x="770605" y="124743"/>
                </a:cubicBezTo>
                <a:cubicBezTo>
                  <a:pt x="766262" y="119414"/>
                  <a:pt x="764091" y="111711"/>
                  <a:pt x="764091" y="101634"/>
                </a:cubicBezTo>
                <a:cubicBezTo>
                  <a:pt x="764091" y="93527"/>
                  <a:pt x="765365" y="85913"/>
                  <a:pt x="767911" y="78790"/>
                </a:cubicBezTo>
                <a:cubicBezTo>
                  <a:pt x="770460" y="71666"/>
                  <a:pt x="773877" y="65469"/>
                  <a:pt x="778163" y="60199"/>
                </a:cubicBezTo>
                <a:cubicBezTo>
                  <a:pt x="782449" y="54929"/>
                  <a:pt x="787342" y="50788"/>
                  <a:pt x="792844" y="47776"/>
                </a:cubicBezTo>
                <a:cubicBezTo>
                  <a:pt x="798346" y="44765"/>
                  <a:pt x="804050" y="43259"/>
                  <a:pt x="809956" y="43259"/>
                </a:cubicBezTo>
                <a:cubicBezTo>
                  <a:pt x="814127" y="43259"/>
                  <a:pt x="817834" y="44302"/>
                  <a:pt x="821077" y="46387"/>
                </a:cubicBezTo>
                <a:cubicBezTo>
                  <a:pt x="824320" y="48473"/>
                  <a:pt x="826868" y="51194"/>
                  <a:pt x="828720" y="54552"/>
                </a:cubicBezTo>
                <a:lnTo>
                  <a:pt x="829242" y="54552"/>
                </a:lnTo>
                <a:moveTo>
                  <a:pt x="796057" y="117445"/>
                </a:moveTo>
                <a:cubicBezTo>
                  <a:pt x="799765" y="117445"/>
                  <a:pt x="803529" y="116344"/>
                  <a:pt x="807350" y="114144"/>
                </a:cubicBezTo>
                <a:cubicBezTo>
                  <a:pt x="811173" y="111944"/>
                  <a:pt x="814880" y="108238"/>
                  <a:pt x="818471" y="103026"/>
                </a:cubicBezTo>
                <a:lnTo>
                  <a:pt x="825420" y="68974"/>
                </a:lnTo>
                <a:cubicBezTo>
                  <a:pt x="823451" y="65268"/>
                  <a:pt x="821221" y="62604"/>
                  <a:pt x="818731" y="60984"/>
                </a:cubicBezTo>
                <a:cubicBezTo>
                  <a:pt x="816241" y="59361"/>
                  <a:pt x="813663" y="58550"/>
                  <a:pt x="810998" y="58550"/>
                </a:cubicBezTo>
                <a:cubicBezTo>
                  <a:pt x="807409" y="58550"/>
                  <a:pt x="803934" y="59621"/>
                  <a:pt x="800574" y="61763"/>
                </a:cubicBezTo>
                <a:cubicBezTo>
                  <a:pt x="797216" y="63905"/>
                  <a:pt x="794263" y="66830"/>
                  <a:pt x="791715" y="70538"/>
                </a:cubicBezTo>
                <a:cubicBezTo>
                  <a:pt x="789166" y="74244"/>
                  <a:pt x="787139" y="78558"/>
                  <a:pt x="785633" y="83480"/>
                </a:cubicBezTo>
                <a:cubicBezTo>
                  <a:pt x="784128" y="88402"/>
                  <a:pt x="783375" y="93585"/>
                  <a:pt x="783375" y="99028"/>
                </a:cubicBezTo>
                <a:cubicBezTo>
                  <a:pt x="783375" y="105283"/>
                  <a:pt x="784504" y="109916"/>
                  <a:pt x="786763" y="112927"/>
                </a:cubicBezTo>
                <a:cubicBezTo>
                  <a:pt x="789021" y="115939"/>
                  <a:pt x="792119" y="117445"/>
                  <a:pt x="796057" y="117445"/>
                </a:cubicBezTo>
                <a:close/>
                <a:moveTo>
                  <a:pt x="858778" y="96597"/>
                </a:moveTo>
                <a:cubicBezTo>
                  <a:pt x="858778" y="88605"/>
                  <a:pt x="860138" y="81337"/>
                  <a:pt x="862860" y="74793"/>
                </a:cubicBezTo>
                <a:cubicBezTo>
                  <a:pt x="865582" y="68248"/>
                  <a:pt x="869172" y="62631"/>
                  <a:pt x="873631" y="57940"/>
                </a:cubicBezTo>
                <a:cubicBezTo>
                  <a:pt x="878090" y="53250"/>
                  <a:pt x="883100" y="49630"/>
                  <a:pt x="888660" y="47082"/>
                </a:cubicBezTo>
                <a:cubicBezTo>
                  <a:pt x="894220" y="44533"/>
                  <a:pt x="899779" y="43259"/>
                  <a:pt x="905337" y="43259"/>
                </a:cubicBezTo>
                <a:cubicBezTo>
                  <a:pt x="910317" y="43259"/>
                  <a:pt x="914516" y="44070"/>
                  <a:pt x="917932" y="45693"/>
                </a:cubicBezTo>
                <a:cubicBezTo>
                  <a:pt x="921350" y="47313"/>
                  <a:pt x="924130" y="49543"/>
                  <a:pt x="926272" y="52381"/>
                </a:cubicBezTo>
                <a:cubicBezTo>
                  <a:pt x="928416" y="55219"/>
                  <a:pt x="929980" y="58550"/>
                  <a:pt x="930964" y="62373"/>
                </a:cubicBezTo>
                <a:cubicBezTo>
                  <a:pt x="931949" y="66194"/>
                  <a:pt x="932441" y="70305"/>
                  <a:pt x="932441" y="74705"/>
                </a:cubicBezTo>
                <a:cubicBezTo>
                  <a:pt x="932441" y="78413"/>
                  <a:pt x="931977" y="82004"/>
                  <a:pt x="931049" y="85479"/>
                </a:cubicBezTo>
                <a:cubicBezTo>
                  <a:pt x="930123" y="88953"/>
                  <a:pt x="929371" y="91385"/>
                  <a:pt x="928793" y="92774"/>
                </a:cubicBezTo>
                <a:lnTo>
                  <a:pt x="876844" y="92774"/>
                </a:lnTo>
                <a:cubicBezTo>
                  <a:pt x="876381" y="97292"/>
                  <a:pt x="876613" y="101172"/>
                  <a:pt x="877539" y="104415"/>
                </a:cubicBezTo>
                <a:cubicBezTo>
                  <a:pt x="878467" y="107658"/>
                  <a:pt x="879886" y="110322"/>
                  <a:pt x="881796" y="112408"/>
                </a:cubicBezTo>
                <a:cubicBezTo>
                  <a:pt x="883708" y="114491"/>
                  <a:pt x="886054" y="116025"/>
                  <a:pt x="888832" y="117010"/>
                </a:cubicBezTo>
                <a:cubicBezTo>
                  <a:pt x="891612" y="117994"/>
                  <a:pt x="894624" y="118486"/>
                  <a:pt x="897867" y="118486"/>
                </a:cubicBezTo>
                <a:cubicBezTo>
                  <a:pt x="900878" y="118486"/>
                  <a:pt x="903947" y="117792"/>
                  <a:pt x="907074" y="116403"/>
                </a:cubicBezTo>
                <a:cubicBezTo>
                  <a:pt x="910202" y="115014"/>
                  <a:pt x="912924" y="113450"/>
                  <a:pt x="915241" y="111713"/>
                </a:cubicBezTo>
                <a:lnTo>
                  <a:pt x="922190" y="123701"/>
                </a:lnTo>
                <a:cubicBezTo>
                  <a:pt x="918715" y="126133"/>
                  <a:pt x="914517" y="128247"/>
                  <a:pt x="909595" y="130042"/>
                </a:cubicBezTo>
                <a:cubicBezTo>
                  <a:pt x="904673" y="131836"/>
                  <a:pt x="899142" y="132733"/>
                  <a:pt x="893002" y="132733"/>
                </a:cubicBezTo>
                <a:cubicBezTo>
                  <a:pt x="887907" y="132733"/>
                  <a:pt x="883274" y="131923"/>
                  <a:pt x="879103" y="130302"/>
                </a:cubicBezTo>
                <a:cubicBezTo>
                  <a:pt x="874934" y="128680"/>
                  <a:pt x="871343" y="126334"/>
                  <a:pt x="868332" y="123266"/>
                </a:cubicBezTo>
                <a:cubicBezTo>
                  <a:pt x="865320" y="120196"/>
                  <a:pt x="862975" y="116432"/>
                  <a:pt x="861296" y="111973"/>
                </a:cubicBezTo>
                <a:cubicBezTo>
                  <a:pt x="859617" y="107514"/>
                  <a:pt x="858778" y="102389"/>
                  <a:pt x="858778" y="96597"/>
                </a:cubicBezTo>
                <a:moveTo>
                  <a:pt x="878408" y="80962"/>
                </a:moveTo>
                <a:lnTo>
                  <a:pt x="916111" y="80962"/>
                </a:lnTo>
                <a:cubicBezTo>
                  <a:pt x="916342" y="79802"/>
                  <a:pt x="916545" y="78615"/>
                  <a:pt x="916718" y="77399"/>
                </a:cubicBezTo>
                <a:cubicBezTo>
                  <a:pt x="916891" y="76183"/>
                  <a:pt x="916978" y="74880"/>
                  <a:pt x="916978" y="73491"/>
                </a:cubicBezTo>
                <a:cubicBezTo>
                  <a:pt x="916978" y="69320"/>
                  <a:pt x="915964" y="65642"/>
                  <a:pt x="913937" y="62458"/>
                </a:cubicBezTo>
                <a:cubicBezTo>
                  <a:pt x="911910" y="59273"/>
                  <a:pt x="908290" y="57680"/>
                  <a:pt x="903078" y="57680"/>
                </a:cubicBezTo>
                <a:cubicBezTo>
                  <a:pt x="897867" y="57680"/>
                  <a:pt x="892973" y="59737"/>
                  <a:pt x="888397" y="63849"/>
                </a:cubicBezTo>
                <a:cubicBezTo>
                  <a:pt x="883823" y="67960"/>
                  <a:pt x="880494" y="73664"/>
                  <a:pt x="878408" y="80962"/>
                </a:cubicBezTo>
                <a:close/>
                <a:moveTo>
                  <a:pt x="965972" y="132733"/>
                </a:moveTo>
                <a:cubicBezTo>
                  <a:pt x="963309" y="132733"/>
                  <a:pt x="960558" y="132327"/>
                  <a:pt x="957719" y="131516"/>
                </a:cubicBezTo>
                <a:cubicBezTo>
                  <a:pt x="954881" y="130707"/>
                  <a:pt x="952130" y="129607"/>
                  <a:pt x="949467" y="128218"/>
                </a:cubicBezTo>
                <a:cubicBezTo>
                  <a:pt x="946803" y="126827"/>
                  <a:pt x="944313" y="125118"/>
                  <a:pt x="941996" y="123091"/>
                </a:cubicBezTo>
                <a:cubicBezTo>
                  <a:pt x="939679" y="121064"/>
                  <a:pt x="937711" y="118835"/>
                  <a:pt x="936090" y="116403"/>
                </a:cubicBezTo>
                <a:lnTo>
                  <a:pt x="947208" y="107368"/>
                </a:lnTo>
                <a:cubicBezTo>
                  <a:pt x="949988" y="111074"/>
                  <a:pt x="953086" y="113913"/>
                  <a:pt x="956503" y="115883"/>
                </a:cubicBezTo>
                <a:cubicBezTo>
                  <a:pt x="959921" y="117852"/>
                  <a:pt x="963540" y="118836"/>
                  <a:pt x="967361" y="118836"/>
                </a:cubicBezTo>
                <a:cubicBezTo>
                  <a:pt x="971415" y="118836"/>
                  <a:pt x="974919" y="117765"/>
                  <a:pt x="977872" y="115623"/>
                </a:cubicBezTo>
                <a:cubicBezTo>
                  <a:pt x="980825" y="113480"/>
                  <a:pt x="982302" y="110844"/>
                  <a:pt x="982302" y="107715"/>
                </a:cubicBezTo>
                <a:cubicBezTo>
                  <a:pt x="982302" y="105052"/>
                  <a:pt x="981086" y="102765"/>
                  <a:pt x="978654" y="100855"/>
                </a:cubicBezTo>
                <a:cubicBezTo>
                  <a:pt x="976222" y="98942"/>
                  <a:pt x="972342" y="96481"/>
                  <a:pt x="967014" y="93469"/>
                </a:cubicBezTo>
                <a:cubicBezTo>
                  <a:pt x="961339" y="90343"/>
                  <a:pt x="956880" y="86926"/>
                  <a:pt x="953637" y="83220"/>
                </a:cubicBezTo>
                <a:cubicBezTo>
                  <a:pt x="950394" y="79514"/>
                  <a:pt x="948772" y="75054"/>
                  <a:pt x="948772" y="69841"/>
                </a:cubicBezTo>
                <a:cubicBezTo>
                  <a:pt x="948772" y="66020"/>
                  <a:pt x="949583" y="62458"/>
                  <a:pt x="951203" y="59157"/>
                </a:cubicBezTo>
                <a:cubicBezTo>
                  <a:pt x="952826" y="55856"/>
                  <a:pt x="955055" y="53047"/>
                  <a:pt x="957892" y="50732"/>
                </a:cubicBezTo>
                <a:cubicBezTo>
                  <a:pt x="960730" y="48415"/>
                  <a:pt x="964031" y="46590"/>
                  <a:pt x="967796" y="45258"/>
                </a:cubicBezTo>
                <a:cubicBezTo>
                  <a:pt x="971560" y="43925"/>
                  <a:pt x="975585" y="43259"/>
                  <a:pt x="979871" y="43259"/>
                </a:cubicBezTo>
                <a:cubicBezTo>
                  <a:pt x="985431" y="43259"/>
                  <a:pt x="990441" y="44418"/>
                  <a:pt x="994900" y="46734"/>
                </a:cubicBezTo>
                <a:cubicBezTo>
                  <a:pt x="999359" y="49051"/>
                  <a:pt x="1003267" y="51947"/>
                  <a:pt x="1006625" y="55422"/>
                </a:cubicBezTo>
                <a:lnTo>
                  <a:pt x="996201" y="65323"/>
                </a:lnTo>
                <a:cubicBezTo>
                  <a:pt x="994001" y="63123"/>
                  <a:pt x="991568" y="61242"/>
                  <a:pt x="988903" y="59679"/>
                </a:cubicBezTo>
                <a:cubicBezTo>
                  <a:pt x="986240" y="58115"/>
                  <a:pt x="983229" y="57333"/>
                  <a:pt x="979871" y="57333"/>
                </a:cubicBezTo>
                <a:cubicBezTo>
                  <a:pt x="975934" y="57333"/>
                  <a:pt x="972690" y="58376"/>
                  <a:pt x="970142" y="60461"/>
                </a:cubicBezTo>
                <a:cubicBezTo>
                  <a:pt x="967593" y="62545"/>
                  <a:pt x="966319" y="65093"/>
                  <a:pt x="966319" y="68104"/>
                </a:cubicBezTo>
                <a:cubicBezTo>
                  <a:pt x="966319" y="69727"/>
                  <a:pt x="966725" y="71117"/>
                  <a:pt x="967536" y="72274"/>
                </a:cubicBezTo>
                <a:cubicBezTo>
                  <a:pt x="968347" y="73432"/>
                  <a:pt x="969447" y="74532"/>
                  <a:pt x="970837" y="75575"/>
                </a:cubicBezTo>
                <a:cubicBezTo>
                  <a:pt x="972226" y="76617"/>
                  <a:pt x="973789" y="77602"/>
                  <a:pt x="975526" y="78528"/>
                </a:cubicBezTo>
                <a:cubicBezTo>
                  <a:pt x="977263" y="79454"/>
                  <a:pt x="979059" y="80438"/>
                  <a:pt x="980913" y="81481"/>
                </a:cubicBezTo>
                <a:cubicBezTo>
                  <a:pt x="987284" y="84841"/>
                  <a:pt x="992033" y="88374"/>
                  <a:pt x="995159" y="92080"/>
                </a:cubicBezTo>
                <a:cubicBezTo>
                  <a:pt x="998286" y="95786"/>
                  <a:pt x="999849" y="100245"/>
                  <a:pt x="999849" y="105457"/>
                </a:cubicBezTo>
                <a:cubicBezTo>
                  <a:pt x="999849" y="109628"/>
                  <a:pt x="999010" y="113393"/>
                  <a:pt x="997331" y="116753"/>
                </a:cubicBezTo>
                <a:cubicBezTo>
                  <a:pt x="995652" y="120111"/>
                  <a:pt x="993306" y="122977"/>
                  <a:pt x="990295" y="125353"/>
                </a:cubicBezTo>
                <a:cubicBezTo>
                  <a:pt x="987283" y="127726"/>
                  <a:pt x="983692" y="129549"/>
                  <a:pt x="979521" y="130822"/>
                </a:cubicBezTo>
                <a:cubicBezTo>
                  <a:pt x="975352" y="132096"/>
                  <a:pt x="970836" y="132733"/>
                  <a:pt x="965972" y="132733"/>
                </a:cubicBezTo>
                <a:close/>
                <a:moveTo>
                  <a:pt x="1013836" y="93644"/>
                </a:moveTo>
                <a:lnTo>
                  <a:pt x="1016616" y="79917"/>
                </a:lnTo>
                <a:lnTo>
                  <a:pt x="1056053" y="79917"/>
                </a:lnTo>
                <a:lnTo>
                  <a:pt x="1053100" y="93644"/>
                </a:lnTo>
                <a:lnTo>
                  <a:pt x="1013836" y="93644"/>
                </a:lnTo>
                <a:close/>
                <a:moveTo>
                  <a:pt x="1070560" y="109627"/>
                </a:moveTo>
                <a:lnTo>
                  <a:pt x="1070560" y="93816"/>
                </a:lnTo>
                <a:lnTo>
                  <a:pt x="1103048" y="81656"/>
                </a:lnTo>
                <a:lnTo>
                  <a:pt x="1125112" y="73491"/>
                </a:lnTo>
                <a:lnTo>
                  <a:pt x="1125112" y="72796"/>
                </a:lnTo>
                <a:lnTo>
                  <a:pt x="1103048" y="64456"/>
                </a:lnTo>
                <a:lnTo>
                  <a:pt x="1070560" y="52294"/>
                </a:lnTo>
                <a:lnTo>
                  <a:pt x="1070560" y="36833"/>
                </a:lnTo>
                <a:lnTo>
                  <a:pt x="1144570" y="66540"/>
                </a:lnTo>
                <a:lnTo>
                  <a:pt x="1144570" y="79917"/>
                </a:lnTo>
                <a:lnTo>
                  <a:pt x="1070560" y="109627"/>
                </a:lnTo>
                <a:close/>
                <a:moveTo>
                  <a:pt x="1178623" y="168524"/>
                </a:moveTo>
                <a:cubicBezTo>
                  <a:pt x="1173179" y="168524"/>
                  <a:pt x="1167823" y="167481"/>
                  <a:pt x="1162552" y="165396"/>
                </a:cubicBezTo>
                <a:cubicBezTo>
                  <a:pt x="1157282" y="163312"/>
                  <a:pt x="1152388" y="160416"/>
                  <a:pt x="1147871" y="156709"/>
                </a:cubicBezTo>
                <a:lnTo>
                  <a:pt x="1156211" y="144201"/>
                </a:lnTo>
                <a:cubicBezTo>
                  <a:pt x="1159454" y="146865"/>
                  <a:pt x="1162986" y="149094"/>
                  <a:pt x="1166807" y="150890"/>
                </a:cubicBezTo>
                <a:cubicBezTo>
                  <a:pt x="1170630" y="152685"/>
                  <a:pt x="1174743" y="153583"/>
                  <a:pt x="1179145" y="153583"/>
                </a:cubicBezTo>
                <a:cubicBezTo>
                  <a:pt x="1185631" y="153583"/>
                  <a:pt x="1190872" y="151701"/>
                  <a:pt x="1194868" y="147936"/>
                </a:cubicBezTo>
                <a:cubicBezTo>
                  <a:pt x="1198864" y="144172"/>
                  <a:pt x="1201731" y="138873"/>
                  <a:pt x="1203468" y="132038"/>
                </a:cubicBezTo>
                <a:lnTo>
                  <a:pt x="1207810" y="115533"/>
                </a:lnTo>
                <a:cubicBezTo>
                  <a:pt x="1203756" y="119704"/>
                  <a:pt x="1199384" y="122977"/>
                  <a:pt x="1194693" y="125353"/>
                </a:cubicBezTo>
                <a:cubicBezTo>
                  <a:pt x="1190003" y="127726"/>
                  <a:pt x="1185109" y="128913"/>
                  <a:pt x="1180012" y="128913"/>
                </a:cubicBezTo>
                <a:cubicBezTo>
                  <a:pt x="1172831" y="128913"/>
                  <a:pt x="1166896" y="126394"/>
                  <a:pt x="1162205" y="121355"/>
                </a:cubicBezTo>
                <a:cubicBezTo>
                  <a:pt x="1157515" y="116316"/>
                  <a:pt x="1155169" y="108816"/>
                  <a:pt x="1155169" y="98856"/>
                </a:cubicBezTo>
                <a:cubicBezTo>
                  <a:pt x="1155169" y="91095"/>
                  <a:pt x="1156414" y="83856"/>
                  <a:pt x="1158905" y="77139"/>
                </a:cubicBezTo>
                <a:cubicBezTo>
                  <a:pt x="1161395" y="70421"/>
                  <a:pt x="1164724" y="64543"/>
                  <a:pt x="1168894" y="59504"/>
                </a:cubicBezTo>
                <a:cubicBezTo>
                  <a:pt x="1173063" y="54466"/>
                  <a:pt x="1177840" y="50499"/>
                  <a:pt x="1183225" y="47604"/>
                </a:cubicBezTo>
                <a:cubicBezTo>
                  <a:pt x="1188612" y="44707"/>
                  <a:pt x="1194201" y="43259"/>
                  <a:pt x="1199992" y="43259"/>
                </a:cubicBezTo>
                <a:cubicBezTo>
                  <a:pt x="1204162" y="43259"/>
                  <a:pt x="1207954" y="44331"/>
                  <a:pt x="1211371" y="46475"/>
                </a:cubicBezTo>
                <a:cubicBezTo>
                  <a:pt x="1214789" y="48617"/>
                  <a:pt x="1217425" y="51541"/>
                  <a:pt x="1219278" y="55247"/>
                </a:cubicBezTo>
                <a:lnTo>
                  <a:pt x="1219798" y="55247"/>
                </a:lnTo>
                <a:lnTo>
                  <a:pt x="1223446" y="45345"/>
                </a:lnTo>
                <a:lnTo>
                  <a:pt x="1238562" y="45345"/>
                </a:lnTo>
                <a:lnTo>
                  <a:pt x="1221187" y="131866"/>
                </a:lnTo>
                <a:cubicBezTo>
                  <a:pt x="1218755" y="143910"/>
                  <a:pt x="1213891" y="153031"/>
                  <a:pt x="1206593" y="159227"/>
                </a:cubicBezTo>
                <a:cubicBezTo>
                  <a:pt x="1199298" y="165425"/>
                  <a:pt x="1189974" y="168524"/>
                  <a:pt x="1178623" y="168524"/>
                </a:cubicBezTo>
                <a:moveTo>
                  <a:pt x="1186788" y="113450"/>
                </a:moveTo>
                <a:cubicBezTo>
                  <a:pt x="1190147" y="113450"/>
                  <a:pt x="1193825" y="112436"/>
                  <a:pt x="1197821" y="110409"/>
                </a:cubicBezTo>
                <a:cubicBezTo>
                  <a:pt x="1201817" y="108382"/>
                  <a:pt x="1205494" y="105110"/>
                  <a:pt x="1208852" y="100592"/>
                </a:cubicBezTo>
                <a:lnTo>
                  <a:pt x="1215281" y="68974"/>
                </a:lnTo>
                <a:cubicBezTo>
                  <a:pt x="1213312" y="65268"/>
                  <a:pt x="1211112" y="62604"/>
                  <a:pt x="1208680" y="60984"/>
                </a:cubicBezTo>
                <a:cubicBezTo>
                  <a:pt x="1206248" y="59361"/>
                  <a:pt x="1203699" y="58550"/>
                  <a:pt x="1201034" y="58550"/>
                </a:cubicBezTo>
                <a:cubicBezTo>
                  <a:pt x="1197560" y="58550"/>
                  <a:pt x="1194230" y="59564"/>
                  <a:pt x="1191045" y="61591"/>
                </a:cubicBezTo>
                <a:cubicBezTo>
                  <a:pt x="1187861" y="63616"/>
                  <a:pt x="1185023" y="66366"/>
                  <a:pt x="1182533" y="69841"/>
                </a:cubicBezTo>
                <a:cubicBezTo>
                  <a:pt x="1180043" y="73315"/>
                  <a:pt x="1178073" y="77340"/>
                  <a:pt x="1176624" y="81916"/>
                </a:cubicBezTo>
                <a:cubicBezTo>
                  <a:pt x="1175176" y="86492"/>
                  <a:pt x="1174453" y="91327"/>
                  <a:pt x="1174453" y="96422"/>
                </a:cubicBezTo>
                <a:cubicBezTo>
                  <a:pt x="1174453" y="102214"/>
                  <a:pt x="1175582" y="106500"/>
                  <a:pt x="1177841" y="109280"/>
                </a:cubicBezTo>
                <a:cubicBezTo>
                  <a:pt x="1180099" y="112060"/>
                  <a:pt x="1183082" y="113450"/>
                  <a:pt x="1186788" y="113450"/>
                </a:cubicBezTo>
                <a:close/>
                <a:moveTo>
                  <a:pt x="1247110" y="96597"/>
                </a:moveTo>
                <a:cubicBezTo>
                  <a:pt x="1247110" y="88605"/>
                  <a:pt x="1248471" y="81337"/>
                  <a:pt x="1251193" y="74793"/>
                </a:cubicBezTo>
                <a:cubicBezTo>
                  <a:pt x="1253915" y="68248"/>
                  <a:pt x="1257505" y="62631"/>
                  <a:pt x="1261964" y="57940"/>
                </a:cubicBezTo>
                <a:cubicBezTo>
                  <a:pt x="1266423" y="53250"/>
                  <a:pt x="1271432" y="49630"/>
                  <a:pt x="1276992" y="47082"/>
                </a:cubicBezTo>
                <a:cubicBezTo>
                  <a:pt x="1282553" y="44533"/>
                  <a:pt x="1288112" y="43259"/>
                  <a:pt x="1293670" y="43259"/>
                </a:cubicBezTo>
                <a:cubicBezTo>
                  <a:pt x="1298650" y="43259"/>
                  <a:pt x="1302849" y="44070"/>
                  <a:pt x="1306265" y="45693"/>
                </a:cubicBezTo>
                <a:cubicBezTo>
                  <a:pt x="1309683" y="47313"/>
                  <a:pt x="1312463" y="49543"/>
                  <a:pt x="1314605" y="52381"/>
                </a:cubicBezTo>
                <a:cubicBezTo>
                  <a:pt x="1316749" y="55219"/>
                  <a:pt x="1318313" y="58550"/>
                  <a:pt x="1319297" y="62373"/>
                </a:cubicBezTo>
                <a:cubicBezTo>
                  <a:pt x="1320282" y="66194"/>
                  <a:pt x="1320774" y="70305"/>
                  <a:pt x="1320774" y="74705"/>
                </a:cubicBezTo>
                <a:cubicBezTo>
                  <a:pt x="1320774" y="78413"/>
                  <a:pt x="1320310" y="82004"/>
                  <a:pt x="1319382" y="85479"/>
                </a:cubicBezTo>
                <a:cubicBezTo>
                  <a:pt x="1318456" y="88953"/>
                  <a:pt x="1317704" y="91385"/>
                  <a:pt x="1317126" y="92774"/>
                </a:cubicBezTo>
                <a:lnTo>
                  <a:pt x="1265177" y="92774"/>
                </a:lnTo>
                <a:cubicBezTo>
                  <a:pt x="1264714" y="97292"/>
                  <a:pt x="1264945" y="101172"/>
                  <a:pt x="1265872" y="104415"/>
                </a:cubicBezTo>
                <a:cubicBezTo>
                  <a:pt x="1266799" y="107658"/>
                  <a:pt x="1268219" y="110322"/>
                  <a:pt x="1270129" y="112408"/>
                </a:cubicBezTo>
                <a:cubicBezTo>
                  <a:pt x="1272041" y="114491"/>
                  <a:pt x="1274387" y="116025"/>
                  <a:pt x="1277165" y="117010"/>
                </a:cubicBezTo>
                <a:cubicBezTo>
                  <a:pt x="1279945" y="117994"/>
                  <a:pt x="1282956" y="118486"/>
                  <a:pt x="1286199" y="118486"/>
                </a:cubicBezTo>
                <a:cubicBezTo>
                  <a:pt x="1289211" y="118486"/>
                  <a:pt x="1292280" y="117792"/>
                  <a:pt x="1295406" y="116403"/>
                </a:cubicBezTo>
                <a:cubicBezTo>
                  <a:pt x="1298535" y="115014"/>
                  <a:pt x="1301257" y="113450"/>
                  <a:pt x="1303574" y="111713"/>
                </a:cubicBezTo>
                <a:lnTo>
                  <a:pt x="1310522" y="123701"/>
                </a:lnTo>
                <a:cubicBezTo>
                  <a:pt x="1307048" y="126133"/>
                  <a:pt x="1302849" y="128247"/>
                  <a:pt x="1297927" y="130042"/>
                </a:cubicBezTo>
                <a:cubicBezTo>
                  <a:pt x="1293005" y="131836"/>
                  <a:pt x="1287475" y="132733"/>
                  <a:pt x="1281335" y="132733"/>
                </a:cubicBezTo>
                <a:cubicBezTo>
                  <a:pt x="1276240" y="132733"/>
                  <a:pt x="1271607" y="131923"/>
                  <a:pt x="1267436" y="130302"/>
                </a:cubicBezTo>
                <a:cubicBezTo>
                  <a:pt x="1263266" y="128680"/>
                  <a:pt x="1259676" y="126334"/>
                  <a:pt x="1256665" y="123266"/>
                </a:cubicBezTo>
                <a:cubicBezTo>
                  <a:pt x="1253653" y="120196"/>
                  <a:pt x="1251308" y="116432"/>
                  <a:pt x="1249629" y="111973"/>
                </a:cubicBezTo>
                <a:cubicBezTo>
                  <a:pt x="1247950" y="107514"/>
                  <a:pt x="1247110" y="102389"/>
                  <a:pt x="1247110" y="96597"/>
                </a:cubicBezTo>
                <a:moveTo>
                  <a:pt x="1266741" y="80962"/>
                </a:moveTo>
                <a:lnTo>
                  <a:pt x="1304444" y="80962"/>
                </a:lnTo>
                <a:cubicBezTo>
                  <a:pt x="1304675" y="79802"/>
                  <a:pt x="1304877" y="78615"/>
                  <a:pt x="1305051" y="77399"/>
                </a:cubicBezTo>
                <a:cubicBezTo>
                  <a:pt x="1305224" y="76183"/>
                  <a:pt x="1305310" y="74880"/>
                  <a:pt x="1305310" y="73491"/>
                </a:cubicBezTo>
                <a:cubicBezTo>
                  <a:pt x="1305310" y="69320"/>
                  <a:pt x="1304297" y="65642"/>
                  <a:pt x="1302270" y="62458"/>
                </a:cubicBezTo>
                <a:cubicBezTo>
                  <a:pt x="1300243" y="59273"/>
                  <a:pt x="1296623" y="57680"/>
                  <a:pt x="1291411" y="57680"/>
                </a:cubicBezTo>
                <a:cubicBezTo>
                  <a:pt x="1286199" y="57680"/>
                  <a:pt x="1281306" y="59737"/>
                  <a:pt x="1276730" y="63849"/>
                </a:cubicBezTo>
                <a:cubicBezTo>
                  <a:pt x="1272156" y="67960"/>
                  <a:pt x="1268827" y="73664"/>
                  <a:pt x="1266741" y="80962"/>
                </a:cubicBezTo>
                <a:close/>
                <a:moveTo>
                  <a:pt x="1359204" y="132733"/>
                </a:moveTo>
                <a:cubicBezTo>
                  <a:pt x="1351212" y="132733"/>
                  <a:pt x="1345507" y="130735"/>
                  <a:pt x="1342089" y="126739"/>
                </a:cubicBezTo>
                <a:cubicBezTo>
                  <a:pt x="1338673" y="122743"/>
                  <a:pt x="1336965" y="117792"/>
                  <a:pt x="1336965" y="111885"/>
                </a:cubicBezTo>
                <a:cubicBezTo>
                  <a:pt x="1336965" y="110148"/>
                  <a:pt x="1337080" y="108469"/>
                  <a:pt x="1337312" y="106849"/>
                </a:cubicBezTo>
                <a:cubicBezTo>
                  <a:pt x="1337545" y="105226"/>
                  <a:pt x="1337778" y="103546"/>
                  <a:pt x="1338009" y="101809"/>
                </a:cubicBezTo>
                <a:lnTo>
                  <a:pt x="1346694" y="60111"/>
                </a:lnTo>
                <a:lnTo>
                  <a:pt x="1334706" y="60111"/>
                </a:lnTo>
                <a:lnTo>
                  <a:pt x="1337487" y="46215"/>
                </a:lnTo>
                <a:lnTo>
                  <a:pt x="1350517" y="45345"/>
                </a:lnTo>
                <a:lnTo>
                  <a:pt x="1357293" y="22412"/>
                </a:lnTo>
                <a:lnTo>
                  <a:pt x="1372928" y="22412"/>
                </a:lnTo>
                <a:lnTo>
                  <a:pt x="1368411" y="45345"/>
                </a:lnTo>
                <a:lnTo>
                  <a:pt x="1388914" y="45345"/>
                </a:lnTo>
                <a:lnTo>
                  <a:pt x="1385960" y="60111"/>
                </a:lnTo>
                <a:lnTo>
                  <a:pt x="1365110" y="60111"/>
                </a:lnTo>
                <a:lnTo>
                  <a:pt x="1356423" y="102504"/>
                </a:lnTo>
                <a:cubicBezTo>
                  <a:pt x="1356077" y="104589"/>
                  <a:pt x="1355903" y="106616"/>
                  <a:pt x="1355903" y="108585"/>
                </a:cubicBezTo>
                <a:cubicBezTo>
                  <a:pt x="1355903" y="111711"/>
                  <a:pt x="1356656" y="114057"/>
                  <a:pt x="1358162" y="115621"/>
                </a:cubicBezTo>
                <a:cubicBezTo>
                  <a:pt x="1359668" y="117185"/>
                  <a:pt x="1362215" y="117967"/>
                  <a:pt x="1365805" y="117967"/>
                </a:cubicBezTo>
                <a:cubicBezTo>
                  <a:pt x="1367311" y="117967"/>
                  <a:pt x="1368701" y="117735"/>
                  <a:pt x="1369975" y="117272"/>
                </a:cubicBezTo>
                <a:cubicBezTo>
                  <a:pt x="1371249" y="116809"/>
                  <a:pt x="1372523" y="116288"/>
                  <a:pt x="1373798" y="115708"/>
                </a:cubicBezTo>
                <a:lnTo>
                  <a:pt x="1377273" y="128913"/>
                </a:lnTo>
                <a:cubicBezTo>
                  <a:pt x="1375188" y="129839"/>
                  <a:pt x="1372639" y="130707"/>
                  <a:pt x="1369628" y="131516"/>
                </a:cubicBezTo>
                <a:cubicBezTo>
                  <a:pt x="1366616" y="132327"/>
                  <a:pt x="1363142" y="132733"/>
                  <a:pt x="1359204" y="132733"/>
                </a:cubicBezTo>
                <a:close/>
                <a:moveTo>
                  <a:pt x="1390859" y="130649"/>
                </a:moveTo>
                <a:lnTo>
                  <a:pt x="1413445" y="17025"/>
                </a:lnTo>
                <a:lnTo>
                  <a:pt x="1432209" y="17025"/>
                </a:lnTo>
                <a:lnTo>
                  <a:pt x="1409622" y="130649"/>
                </a:lnTo>
                <a:lnTo>
                  <a:pt x="1390859" y="130649"/>
                </a:lnTo>
                <a:close/>
                <a:moveTo>
                  <a:pt x="1465079" y="132733"/>
                </a:moveTo>
                <a:cubicBezTo>
                  <a:pt x="1457087" y="132733"/>
                  <a:pt x="1451382" y="130735"/>
                  <a:pt x="1447964" y="126739"/>
                </a:cubicBezTo>
                <a:cubicBezTo>
                  <a:pt x="1444548" y="122743"/>
                  <a:pt x="1442840" y="117792"/>
                  <a:pt x="1442840" y="111885"/>
                </a:cubicBezTo>
                <a:cubicBezTo>
                  <a:pt x="1442840" y="110148"/>
                  <a:pt x="1442955" y="108469"/>
                  <a:pt x="1443187" y="106849"/>
                </a:cubicBezTo>
                <a:cubicBezTo>
                  <a:pt x="1443420" y="105226"/>
                  <a:pt x="1443653" y="103546"/>
                  <a:pt x="1443884" y="101809"/>
                </a:cubicBezTo>
                <a:lnTo>
                  <a:pt x="1452569" y="60111"/>
                </a:lnTo>
                <a:lnTo>
                  <a:pt x="1440581" y="60111"/>
                </a:lnTo>
                <a:lnTo>
                  <a:pt x="1443362" y="46215"/>
                </a:lnTo>
                <a:lnTo>
                  <a:pt x="1456392" y="45345"/>
                </a:lnTo>
                <a:lnTo>
                  <a:pt x="1463168" y="22412"/>
                </a:lnTo>
                <a:lnTo>
                  <a:pt x="1478803" y="22412"/>
                </a:lnTo>
                <a:lnTo>
                  <a:pt x="1474286" y="45345"/>
                </a:lnTo>
                <a:lnTo>
                  <a:pt x="1494789" y="45345"/>
                </a:lnTo>
                <a:lnTo>
                  <a:pt x="1491835" y="60111"/>
                </a:lnTo>
                <a:lnTo>
                  <a:pt x="1470985" y="60111"/>
                </a:lnTo>
                <a:lnTo>
                  <a:pt x="1462298" y="102504"/>
                </a:lnTo>
                <a:cubicBezTo>
                  <a:pt x="1461952" y="104589"/>
                  <a:pt x="1461778" y="106616"/>
                  <a:pt x="1461778" y="108585"/>
                </a:cubicBezTo>
                <a:cubicBezTo>
                  <a:pt x="1461778" y="111711"/>
                  <a:pt x="1462531" y="114057"/>
                  <a:pt x="1464037" y="115621"/>
                </a:cubicBezTo>
                <a:cubicBezTo>
                  <a:pt x="1465543" y="117185"/>
                  <a:pt x="1468090" y="117967"/>
                  <a:pt x="1471680" y="117967"/>
                </a:cubicBezTo>
                <a:cubicBezTo>
                  <a:pt x="1473186" y="117967"/>
                  <a:pt x="1474576" y="117735"/>
                  <a:pt x="1475850" y="117272"/>
                </a:cubicBezTo>
                <a:cubicBezTo>
                  <a:pt x="1477124" y="116809"/>
                  <a:pt x="1478398" y="116288"/>
                  <a:pt x="1479673" y="115708"/>
                </a:cubicBezTo>
                <a:lnTo>
                  <a:pt x="1483148" y="128913"/>
                </a:lnTo>
                <a:cubicBezTo>
                  <a:pt x="1481063" y="129839"/>
                  <a:pt x="1478514" y="130707"/>
                  <a:pt x="1475503" y="131516"/>
                </a:cubicBezTo>
                <a:cubicBezTo>
                  <a:pt x="1472491" y="132327"/>
                  <a:pt x="1469016" y="132733"/>
                  <a:pt x="1465079" y="132733"/>
                </a:cubicBezTo>
                <a:close/>
                <a:moveTo>
                  <a:pt x="1496908" y="96597"/>
                </a:moveTo>
                <a:cubicBezTo>
                  <a:pt x="1496908" y="88605"/>
                  <a:pt x="1498269" y="81337"/>
                  <a:pt x="1500990" y="74793"/>
                </a:cubicBezTo>
                <a:cubicBezTo>
                  <a:pt x="1503712" y="68248"/>
                  <a:pt x="1507302" y="62631"/>
                  <a:pt x="1511761" y="57940"/>
                </a:cubicBezTo>
                <a:cubicBezTo>
                  <a:pt x="1516220" y="53250"/>
                  <a:pt x="1521230" y="49630"/>
                  <a:pt x="1526790" y="47082"/>
                </a:cubicBezTo>
                <a:cubicBezTo>
                  <a:pt x="1532350" y="44533"/>
                  <a:pt x="1537909" y="43259"/>
                  <a:pt x="1543467" y="43259"/>
                </a:cubicBezTo>
                <a:cubicBezTo>
                  <a:pt x="1548448" y="43259"/>
                  <a:pt x="1552646" y="44070"/>
                  <a:pt x="1556062" y="45693"/>
                </a:cubicBezTo>
                <a:cubicBezTo>
                  <a:pt x="1559480" y="47313"/>
                  <a:pt x="1562260" y="49543"/>
                  <a:pt x="1564402" y="52381"/>
                </a:cubicBezTo>
                <a:cubicBezTo>
                  <a:pt x="1566546" y="55219"/>
                  <a:pt x="1568110" y="58550"/>
                  <a:pt x="1569095" y="62373"/>
                </a:cubicBezTo>
                <a:cubicBezTo>
                  <a:pt x="1570079" y="66194"/>
                  <a:pt x="1570571" y="70305"/>
                  <a:pt x="1570571" y="74705"/>
                </a:cubicBezTo>
                <a:cubicBezTo>
                  <a:pt x="1570571" y="78413"/>
                  <a:pt x="1570107" y="82004"/>
                  <a:pt x="1569180" y="85479"/>
                </a:cubicBezTo>
                <a:cubicBezTo>
                  <a:pt x="1568253" y="88953"/>
                  <a:pt x="1567501" y="91385"/>
                  <a:pt x="1566924" y="92774"/>
                </a:cubicBezTo>
                <a:lnTo>
                  <a:pt x="1514974" y="92774"/>
                </a:lnTo>
                <a:cubicBezTo>
                  <a:pt x="1514511" y="97292"/>
                  <a:pt x="1514743" y="101172"/>
                  <a:pt x="1515669" y="104415"/>
                </a:cubicBezTo>
                <a:cubicBezTo>
                  <a:pt x="1516597" y="107658"/>
                  <a:pt x="1518016" y="110322"/>
                  <a:pt x="1519927" y="112408"/>
                </a:cubicBezTo>
                <a:cubicBezTo>
                  <a:pt x="1521839" y="114491"/>
                  <a:pt x="1524184" y="116025"/>
                  <a:pt x="1526962" y="117010"/>
                </a:cubicBezTo>
                <a:cubicBezTo>
                  <a:pt x="1529742" y="117994"/>
                  <a:pt x="1532754" y="118486"/>
                  <a:pt x="1535997" y="118486"/>
                </a:cubicBezTo>
                <a:cubicBezTo>
                  <a:pt x="1539008" y="118486"/>
                  <a:pt x="1542077" y="117792"/>
                  <a:pt x="1545204" y="116403"/>
                </a:cubicBezTo>
                <a:cubicBezTo>
                  <a:pt x="1548332" y="115014"/>
                  <a:pt x="1551055" y="113450"/>
                  <a:pt x="1553372" y="111713"/>
                </a:cubicBezTo>
                <a:lnTo>
                  <a:pt x="1560320" y="123701"/>
                </a:lnTo>
                <a:cubicBezTo>
                  <a:pt x="1556845" y="126133"/>
                  <a:pt x="1552647" y="128247"/>
                  <a:pt x="1547725" y="130042"/>
                </a:cubicBezTo>
                <a:cubicBezTo>
                  <a:pt x="1542803" y="131836"/>
                  <a:pt x="1537272" y="132733"/>
                  <a:pt x="1531132" y="132733"/>
                </a:cubicBezTo>
                <a:cubicBezTo>
                  <a:pt x="1526037" y="132733"/>
                  <a:pt x="1521404" y="131923"/>
                  <a:pt x="1517233" y="130302"/>
                </a:cubicBezTo>
                <a:cubicBezTo>
                  <a:pt x="1513064" y="128680"/>
                  <a:pt x="1509474" y="126334"/>
                  <a:pt x="1506462" y="123266"/>
                </a:cubicBezTo>
                <a:cubicBezTo>
                  <a:pt x="1503451" y="120196"/>
                  <a:pt x="1501105" y="116432"/>
                  <a:pt x="1499426" y="111973"/>
                </a:cubicBezTo>
                <a:cubicBezTo>
                  <a:pt x="1497747" y="107514"/>
                  <a:pt x="1496908" y="102389"/>
                  <a:pt x="1496908" y="96597"/>
                </a:cubicBezTo>
                <a:moveTo>
                  <a:pt x="1516539" y="80962"/>
                </a:moveTo>
                <a:lnTo>
                  <a:pt x="1554241" y="80962"/>
                </a:lnTo>
                <a:cubicBezTo>
                  <a:pt x="1554473" y="79802"/>
                  <a:pt x="1554675" y="78615"/>
                  <a:pt x="1554848" y="77399"/>
                </a:cubicBezTo>
                <a:cubicBezTo>
                  <a:pt x="1555021" y="76183"/>
                  <a:pt x="1555108" y="74880"/>
                  <a:pt x="1555108" y="73491"/>
                </a:cubicBezTo>
                <a:cubicBezTo>
                  <a:pt x="1555108" y="69320"/>
                  <a:pt x="1554094" y="65642"/>
                  <a:pt x="1552067" y="62458"/>
                </a:cubicBezTo>
                <a:cubicBezTo>
                  <a:pt x="1550040" y="59273"/>
                  <a:pt x="1546421" y="57680"/>
                  <a:pt x="1541209" y="57680"/>
                </a:cubicBezTo>
                <a:cubicBezTo>
                  <a:pt x="1535997" y="57680"/>
                  <a:pt x="1531103" y="59737"/>
                  <a:pt x="1526528" y="63849"/>
                </a:cubicBezTo>
                <a:cubicBezTo>
                  <a:pt x="1521954" y="67960"/>
                  <a:pt x="1518624" y="73664"/>
                  <a:pt x="1516539" y="80962"/>
                </a:cubicBezTo>
                <a:close/>
                <a:moveTo>
                  <a:pt x="1579120" y="130649"/>
                </a:moveTo>
                <a:lnTo>
                  <a:pt x="1596144" y="45345"/>
                </a:lnTo>
                <a:lnTo>
                  <a:pt x="1611260" y="45345"/>
                </a:lnTo>
                <a:lnTo>
                  <a:pt x="1609696" y="61850"/>
                </a:lnTo>
                <a:lnTo>
                  <a:pt x="1610391" y="61850"/>
                </a:lnTo>
                <a:cubicBezTo>
                  <a:pt x="1613751" y="56522"/>
                  <a:pt x="1617689" y="52091"/>
                  <a:pt x="1622206" y="48558"/>
                </a:cubicBezTo>
                <a:cubicBezTo>
                  <a:pt x="1626724" y="45025"/>
                  <a:pt x="1631588" y="43259"/>
                  <a:pt x="1636800" y="43259"/>
                </a:cubicBezTo>
                <a:cubicBezTo>
                  <a:pt x="1640158" y="43259"/>
                  <a:pt x="1642995" y="43780"/>
                  <a:pt x="1645312" y="44823"/>
                </a:cubicBezTo>
                <a:lnTo>
                  <a:pt x="1639059" y="61156"/>
                </a:lnTo>
                <a:cubicBezTo>
                  <a:pt x="1638016" y="60576"/>
                  <a:pt x="1636799" y="60200"/>
                  <a:pt x="1635408" y="60027"/>
                </a:cubicBezTo>
                <a:cubicBezTo>
                  <a:pt x="1634019" y="59852"/>
                  <a:pt x="1632572" y="59764"/>
                  <a:pt x="1631066" y="59764"/>
                </a:cubicBezTo>
                <a:cubicBezTo>
                  <a:pt x="1627012" y="59764"/>
                  <a:pt x="1623016" y="61328"/>
                  <a:pt x="1619078" y="64456"/>
                </a:cubicBezTo>
                <a:cubicBezTo>
                  <a:pt x="1615141" y="67583"/>
                  <a:pt x="1611434" y="72447"/>
                  <a:pt x="1607960" y="79050"/>
                </a:cubicBezTo>
                <a:lnTo>
                  <a:pt x="1597883" y="130649"/>
                </a:lnTo>
                <a:lnTo>
                  <a:pt x="1579120" y="130649"/>
                </a:lnTo>
                <a:close/>
                <a:moveTo>
                  <a:pt x="1668108" y="132733"/>
                </a:moveTo>
                <a:cubicBezTo>
                  <a:pt x="1660579" y="132733"/>
                  <a:pt x="1654642" y="130070"/>
                  <a:pt x="1650298" y="124743"/>
                </a:cubicBezTo>
                <a:cubicBezTo>
                  <a:pt x="1645956" y="119414"/>
                  <a:pt x="1643785" y="111711"/>
                  <a:pt x="1643785" y="101634"/>
                </a:cubicBezTo>
                <a:cubicBezTo>
                  <a:pt x="1643785" y="93527"/>
                  <a:pt x="1645058" y="85913"/>
                  <a:pt x="1647605" y="78790"/>
                </a:cubicBezTo>
                <a:cubicBezTo>
                  <a:pt x="1650153" y="71666"/>
                  <a:pt x="1653570" y="65469"/>
                  <a:pt x="1657856" y="60199"/>
                </a:cubicBezTo>
                <a:cubicBezTo>
                  <a:pt x="1662142" y="54929"/>
                  <a:pt x="1667036" y="50788"/>
                  <a:pt x="1672537" y="47776"/>
                </a:cubicBezTo>
                <a:cubicBezTo>
                  <a:pt x="1678039" y="44765"/>
                  <a:pt x="1683743" y="43259"/>
                  <a:pt x="1689650" y="43259"/>
                </a:cubicBezTo>
                <a:cubicBezTo>
                  <a:pt x="1693821" y="43259"/>
                  <a:pt x="1697643" y="44331"/>
                  <a:pt x="1701118" y="46475"/>
                </a:cubicBezTo>
                <a:cubicBezTo>
                  <a:pt x="1704592" y="48617"/>
                  <a:pt x="1707314" y="51541"/>
                  <a:pt x="1709283" y="55247"/>
                </a:cubicBezTo>
                <a:lnTo>
                  <a:pt x="1709630" y="55247"/>
                </a:lnTo>
                <a:lnTo>
                  <a:pt x="1713278" y="45345"/>
                </a:lnTo>
                <a:lnTo>
                  <a:pt x="1728219" y="45345"/>
                </a:lnTo>
                <a:lnTo>
                  <a:pt x="1711194" y="130649"/>
                </a:lnTo>
                <a:lnTo>
                  <a:pt x="1695906" y="130649"/>
                </a:lnTo>
                <a:lnTo>
                  <a:pt x="1696773" y="118836"/>
                </a:lnTo>
                <a:lnTo>
                  <a:pt x="1696253" y="118836"/>
                </a:lnTo>
                <a:cubicBezTo>
                  <a:pt x="1692199" y="123006"/>
                  <a:pt x="1687710" y="126364"/>
                  <a:pt x="1682786" y="128913"/>
                </a:cubicBezTo>
                <a:cubicBezTo>
                  <a:pt x="1677864" y="131460"/>
                  <a:pt x="1672971" y="132733"/>
                  <a:pt x="1668108" y="132733"/>
                </a:cubicBezTo>
                <a:moveTo>
                  <a:pt x="1675750" y="117445"/>
                </a:moveTo>
                <a:cubicBezTo>
                  <a:pt x="1679458" y="117445"/>
                  <a:pt x="1683252" y="116344"/>
                  <a:pt x="1687131" y="114144"/>
                </a:cubicBezTo>
                <a:cubicBezTo>
                  <a:pt x="1691010" y="111944"/>
                  <a:pt x="1694688" y="108238"/>
                  <a:pt x="1698165" y="103026"/>
                </a:cubicBezTo>
                <a:lnTo>
                  <a:pt x="1705113" y="68974"/>
                </a:lnTo>
                <a:cubicBezTo>
                  <a:pt x="1703144" y="65268"/>
                  <a:pt x="1700915" y="62604"/>
                  <a:pt x="1698424" y="60984"/>
                </a:cubicBezTo>
                <a:cubicBezTo>
                  <a:pt x="1695934" y="59361"/>
                  <a:pt x="1693357" y="58550"/>
                  <a:pt x="1690691" y="58550"/>
                </a:cubicBezTo>
                <a:cubicBezTo>
                  <a:pt x="1687102" y="58550"/>
                  <a:pt x="1683627" y="59621"/>
                  <a:pt x="1680268" y="61763"/>
                </a:cubicBezTo>
                <a:cubicBezTo>
                  <a:pt x="1676910" y="63905"/>
                  <a:pt x="1673957" y="66830"/>
                  <a:pt x="1671408" y="70538"/>
                </a:cubicBezTo>
                <a:cubicBezTo>
                  <a:pt x="1668860" y="74244"/>
                  <a:pt x="1666832" y="78558"/>
                  <a:pt x="1665327" y="83480"/>
                </a:cubicBezTo>
                <a:cubicBezTo>
                  <a:pt x="1663821" y="88402"/>
                  <a:pt x="1663068" y="93585"/>
                  <a:pt x="1663068" y="99028"/>
                </a:cubicBezTo>
                <a:cubicBezTo>
                  <a:pt x="1663068" y="105283"/>
                  <a:pt x="1664197" y="109916"/>
                  <a:pt x="1666456" y="112927"/>
                </a:cubicBezTo>
                <a:cubicBezTo>
                  <a:pt x="1668715" y="115939"/>
                  <a:pt x="1671813" y="117445"/>
                  <a:pt x="1675750" y="117445"/>
                </a:cubicBezTo>
                <a:close/>
                <a:moveTo>
                  <a:pt x="1766476" y="132733"/>
                </a:moveTo>
                <a:cubicBezTo>
                  <a:pt x="1758484" y="132733"/>
                  <a:pt x="1752779" y="130735"/>
                  <a:pt x="1749361" y="126739"/>
                </a:cubicBezTo>
                <a:cubicBezTo>
                  <a:pt x="1745945" y="122743"/>
                  <a:pt x="1744237" y="117792"/>
                  <a:pt x="1744237" y="111885"/>
                </a:cubicBezTo>
                <a:cubicBezTo>
                  <a:pt x="1744237" y="110148"/>
                  <a:pt x="1744352" y="108469"/>
                  <a:pt x="1744584" y="106849"/>
                </a:cubicBezTo>
                <a:cubicBezTo>
                  <a:pt x="1744817" y="105226"/>
                  <a:pt x="1745050" y="103546"/>
                  <a:pt x="1745281" y="101809"/>
                </a:cubicBezTo>
                <a:lnTo>
                  <a:pt x="1753966" y="60111"/>
                </a:lnTo>
                <a:lnTo>
                  <a:pt x="1741978" y="60111"/>
                </a:lnTo>
                <a:lnTo>
                  <a:pt x="1744759" y="46215"/>
                </a:lnTo>
                <a:lnTo>
                  <a:pt x="1757789" y="45345"/>
                </a:lnTo>
                <a:lnTo>
                  <a:pt x="1764565" y="22412"/>
                </a:lnTo>
                <a:lnTo>
                  <a:pt x="1780200" y="22412"/>
                </a:lnTo>
                <a:lnTo>
                  <a:pt x="1775683" y="45345"/>
                </a:lnTo>
                <a:lnTo>
                  <a:pt x="1796186" y="45345"/>
                </a:lnTo>
                <a:lnTo>
                  <a:pt x="1793233" y="60111"/>
                </a:lnTo>
                <a:lnTo>
                  <a:pt x="1772382" y="60111"/>
                </a:lnTo>
                <a:lnTo>
                  <a:pt x="1763695" y="102504"/>
                </a:lnTo>
                <a:cubicBezTo>
                  <a:pt x="1763349" y="104589"/>
                  <a:pt x="1763175" y="106616"/>
                  <a:pt x="1763175" y="108585"/>
                </a:cubicBezTo>
                <a:cubicBezTo>
                  <a:pt x="1763175" y="111711"/>
                  <a:pt x="1763928" y="114057"/>
                  <a:pt x="1765434" y="115621"/>
                </a:cubicBezTo>
                <a:cubicBezTo>
                  <a:pt x="1766940" y="117185"/>
                  <a:pt x="1769488" y="117967"/>
                  <a:pt x="1773077" y="117967"/>
                </a:cubicBezTo>
                <a:cubicBezTo>
                  <a:pt x="1774583" y="117967"/>
                  <a:pt x="1775973" y="117735"/>
                  <a:pt x="1777247" y="117272"/>
                </a:cubicBezTo>
                <a:cubicBezTo>
                  <a:pt x="1778521" y="116809"/>
                  <a:pt x="1779795" y="116288"/>
                  <a:pt x="1781070" y="115708"/>
                </a:cubicBezTo>
                <a:lnTo>
                  <a:pt x="1784545" y="128913"/>
                </a:lnTo>
                <a:cubicBezTo>
                  <a:pt x="1782460" y="129839"/>
                  <a:pt x="1779911" y="130707"/>
                  <a:pt x="1776900" y="131516"/>
                </a:cubicBezTo>
                <a:cubicBezTo>
                  <a:pt x="1773888" y="132327"/>
                  <a:pt x="1770414" y="132733"/>
                  <a:pt x="1766476" y="132733"/>
                </a:cubicBezTo>
                <a:close/>
                <a:moveTo>
                  <a:pt x="1830271" y="132733"/>
                </a:moveTo>
                <a:cubicBezTo>
                  <a:pt x="1825522" y="132733"/>
                  <a:pt x="1821179" y="131923"/>
                  <a:pt x="1817241" y="130302"/>
                </a:cubicBezTo>
                <a:cubicBezTo>
                  <a:pt x="1813304" y="128680"/>
                  <a:pt x="1809945" y="126363"/>
                  <a:pt x="1807165" y="123354"/>
                </a:cubicBezTo>
                <a:cubicBezTo>
                  <a:pt x="1804385" y="120342"/>
                  <a:pt x="1802242" y="116694"/>
                  <a:pt x="1800736" y="112408"/>
                </a:cubicBezTo>
                <a:cubicBezTo>
                  <a:pt x="1799231" y="108122"/>
                  <a:pt x="1798478" y="103315"/>
                  <a:pt x="1798478" y="97986"/>
                </a:cubicBezTo>
                <a:cubicBezTo>
                  <a:pt x="1798478" y="89880"/>
                  <a:pt x="1799838" y="82438"/>
                  <a:pt x="1802560" y="75662"/>
                </a:cubicBezTo>
                <a:cubicBezTo>
                  <a:pt x="1805282" y="68886"/>
                  <a:pt x="1808843" y="63124"/>
                  <a:pt x="1813244" y="58375"/>
                </a:cubicBezTo>
                <a:cubicBezTo>
                  <a:pt x="1817646" y="53626"/>
                  <a:pt x="1822656" y="49920"/>
                  <a:pt x="1828272" y="47257"/>
                </a:cubicBezTo>
                <a:cubicBezTo>
                  <a:pt x="1833891" y="44592"/>
                  <a:pt x="1839596" y="43259"/>
                  <a:pt x="1845387" y="43259"/>
                </a:cubicBezTo>
                <a:cubicBezTo>
                  <a:pt x="1855116" y="43259"/>
                  <a:pt x="1862877" y="46358"/>
                  <a:pt x="1868668" y="52556"/>
                </a:cubicBezTo>
                <a:cubicBezTo>
                  <a:pt x="1874460" y="58752"/>
                  <a:pt x="1877355" y="67236"/>
                  <a:pt x="1877355" y="78008"/>
                </a:cubicBezTo>
                <a:cubicBezTo>
                  <a:pt x="1877355" y="86115"/>
                  <a:pt x="1875994" y="93527"/>
                  <a:pt x="1873270" y="100245"/>
                </a:cubicBezTo>
                <a:cubicBezTo>
                  <a:pt x="1870549" y="106963"/>
                  <a:pt x="1866987" y="112725"/>
                  <a:pt x="1862587" y="117532"/>
                </a:cubicBezTo>
                <a:cubicBezTo>
                  <a:pt x="1858186" y="122339"/>
                  <a:pt x="1853177" y="126075"/>
                  <a:pt x="1847558" y="128738"/>
                </a:cubicBezTo>
                <a:cubicBezTo>
                  <a:pt x="1841942" y="131401"/>
                  <a:pt x="1836179" y="132733"/>
                  <a:pt x="1830271" y="132733"/>
                </a:cubicBezTo>
                <a:moveTo>
                  <a:pt x="1832357" y="117620"/>
                </a:moveTo>
                <a:cubicBezTo>
                  <a:pt x="1835715" y="117620"/>
                  <a:pt x="1838958" y="116606"/>
                  <a:pt x="1842084" y="114579"/>
                </a:cubicBezTo>
                <a:cubicBezTo>
                  <a:pt x="1845212" y="112552"/>
                  <a:pt x="1847992" y="109772"/>
                  <a:pt x="1850424" y="106239"/>
                </a:cubicBezTo>
                <a:cubicBezTo>
                  <a:pt x="1852858" y="102706"/>
                  <a:pt x="1854798" y="98565"/>
                  <a:pt x="1856246" y="93816"/>
                </a:cubicBezTo>
                <a:cubicBezTo>
                  <a:pt x="1857693" y="89067"/>
                  <a:pt x="1858417" y="83971"/>
                  <a:pt x="1858417" y="78528"/>
                </a:cubicBezTo>
                <a:cubicBezTo>
                  <a:pt x="1858417" y="72042"/>
                  <a:pt x="1857143" y="67061"/>
                  <a:pt x="1854594" y="63587"/>
                </a:cubicBezTo>
                <a:cubicBezTo>
                  <a:pt x="1852047" y="60112"/>
                  <a:pt x="1848341" y="58375"/>
                  <a:pt x="1843476" y="58375"/>
                </a:cubicBezTo>
                <a:cubicBezTo>
                  <a:pt x="1840118" y="58375"/>
                  <a:pt x="1836846" y="59389"/>
                  <a:pt x="1833659" y="61416"/>
                </a:cubicBezTo>
                <a:cubicBezTo>
                  <a:pt x="1830474" y="63443"/>
                  <a:pt x="1827666" y="66194"/>
                  <a:pt x="1825234" y="69668"/>
                </a:cubicBezTo>
                <a:cubicBezTo>
                  <a:pt x="1822802" y="73143"/>
                  <a:pt x="1820862" y="77255"/>
                  <a:pt x="1819413" y="82003"/>
                </a:cubicBezTo>
                <a:cubicBezTo>
                  <a:pt x="1817965" y="86752"/>
                  <a:pt x="1817241" y="91848"/>
                  <a:pt x="1817241" y="97292"/>
                </a:cubicBezTo>
                <a:cubicBezTo>
                  <a:pt x="1817241" y="103778"/>
                  <a:pt x="1818516" y="108787"/>
                  <a:pt x="1821064" y="112320"/>
                </a:cubicBezTo>
                <a:cubicBezTo>
                  <a:pt x="1823613" y="115853"/>
                  <a:pt x="1827377" y="117620"/>
                  <a:pt x="1832357" y="117620"/>
                </a:cubicBezTo>
                <a:close/>
                <a:moveTo>
                  <a:pt x="1888682" y="130649"/>
                </a:moveTo>
                <a:lnTo>
                  <a:pt x="1905707" y="45345"/>
                </a:lnTo>
                <a:lnTo>
                  <a:pt x="1920823" y="45345"/>
                </a:lnTo>
                <a:lnTo>
                  <a:pt x="1919259" y="61850"/>
                </a:lnTo>
                <a:lnTo>
                  <a:pt x="1919954" y="61850"/>
                </a:lnTo>
                <a:cubicBezTo>
                  <a:pt x="1923313" y="56522"/>
                  <a:pt x="1927252" y="52091"/>
                  <a:pt x="1931769" y="48558"/>
                </a:cubicBezTo>
                <a:cubicBezTo>
                  <a:pt x="1936286" y="45025"/>
                  <a:pt x="1941151" y="43259"/>
                  <a:pt x="1946363" y="43259"/>
                </a:cubicBezTo>
                <a:cubicBezTo>
                  <a:pt x="1949721" y="43259"/>
                  <a:pt x="1952558" y="43780"/>
                  <a:pt x="1954875" y="44823"/>
                </a:cubicBezTo>
                <a:lnTo>
                  <a:pt x="1948621" y="61156"/>
                </a:lnTo>
                <a:cubicBezTo>
                  <a:pt x="1947579" y="60576"/>
                  <a:pt x="1946362" y="60200"/>
                  <a:pt x="1944971" y="60027"/>
                </a:cubicBezTo>
                <a:cubicBezTo>
                  <a:pt x="1943582" y="59852"/>
                  <a:pt x="1942134" y="59764"/>
                  <a:pt x="1940629" y="59764"/>
                </a:cubicBezTo>
                <a:cubicBezTo>
                  <a:pt x="1936574" y="59764"/>
                  <a:pt x="1932578" y="61328"/>
                  <a:pt x="1928641" y="64456"/>
                </a:cubicBezTo>
                <a:cubicBezTo>
                  <a:pt x="1924703" y="67583"/>
                  <a:pt x="1920997" y="72447"/>
                  <a:pt x="1917523" y="79050"/>
                </a:cubicBezTo>
                <a:lnTo>
                  <a:pt x="1907446" y="130649"/>
                </a:lnTo>
                <a:lnTo>
                  <a:pt x="1888682" y="130649"/>
                </a:lnTo>
                <a:close/>
                <a:moveTo>
                  <a:pt x="1967688" y="161573"/>
                </a:moveTo>
                <a:cubicBezTo>
                  <a:pt x="1965024" y="154161"/>
                  <a:pt x="1962679" y="145706"/>
                  <a:pt x="1960652" y="136208"/>
                </a:cubicBezTo>
                <a:cubicBezTo>
                  <a:pt x="1958625" y="126711"/>
                  <a:pt x="1957611" y="117213"/>
                  <a:pt x="1957611" y="107715"/>
                </a:cubicBezTo>
                <a:cubicBezTo>
                  <a:pt x="1957611" y="97640"/>
                  <a:pt x="1958509" y="88085"/>
                  <a:pt x="1960305" y="79050"/>
                </a:cubicBezTo>
                <a:cubicBezTo>
                  <a:pt x="1962100" y="70016"/>
                  <a:pt x="1964735" y="61271"/>
                  <a:pt x="1968210" y="52816"/>
                </a:cubicBezTo>
                <a:cubicBezTo>
                  <a:pt x="1971684" y="44361"/>
                  <a:pt x="1975941" y="36080"/>
                  <a:pt x="1980980" y="27973"/>
                </a:cubicBezTo>
                <a:cubicBezTo>
                  <a:pt x="1986018" y="19865"/>
                  <a:pt x="1991781" y="11699"/>
                  <a:pt x="1998267" y="3475"/>
                </a:cubicBezTo>
                <a:lnTo>
                  <a:pt x="2009210" y="9207"/>
                </a:lnTo>
                <a:cubicBezTo>
                  <a:pt x="1996934" y="25191"/>
                  <a:pt x="1987813" y="41464"/>
                  <a:pt x="1981847" y="58028"/>
                </a:cubicBezTo>
                <a:cubicBezTo>
                  <a:pt x="1975882" y="74591"/>
                  <a:pt x="1972899" y="91675"/>
                  <a:pt x="1972899" y="109280"/>
                </a:cubicBezTo>
                <a:cubicBezTo>
                  <a:pt x="1972899" y="113102"/>
                  <a:pt x="1973044" y="117127"/>
                  <a:pt x="1973334" y="121355"/>
                </a:cubicBezTo>
                <a:cubicBezTo>
                  <a:pt x="1973624" y="125582"/>
                  <a:pt x="1974030" y="129781"/>
                  <a:pt x="1974551" y="133950"/>
                </a:cubicBezTo>
                <a:cubicBezTo>
                  <a:pt x="1975072" y="138119"/>
                  <a:pt x="1975767" y="142143"/>
                  <a:pt x="1976635" y="146022"/>
                </a:cubicBezTo>
                <a:cubicBezTo>
                  <a:pt x="1977504" y="149903"/>
                  <a:pt x="1978576" y="153466"/>
                  <a:pt x="1979850" y="156709"/>
                </a:cubicBezTo>
                <a:lnTo>
                  <a:pt x="1967688" y="16157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Text );">
            <a:extLst xmlns:a="http://schemas.openxmlformats.org/drawingml/2006/main">
              <a:ext uri="{FF2B5EF4-FFF2-40B4-BE49-F238E27FC236}">
                <a16:creationId xmlns:a16="http://schemas.microsoft.com/office/drawing/2014/main" id="{F880265C-5B5D-4B70-92C8-B5AA6177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264" y="1803755"/>
            <a:ext cx="99810" cy="158098"/>
          </a:xfrm>
          <a:custGeom xmlns:a="http://schemas.openxmlformats.org/drawingml/2006/main">
            <a:pathLst>
              <a:path w="99810" h="158098">
                <a:moveTo>
                  <a:pt x="10771" y="158098"/>
                </a:moveTo>
                <a:lnTo>
                  <a:pt x="0" y="152191"/>
                </a:lnTo>
                <a:cubicBezTo>
                  <a:pt x="12276" y="136324"/>
                  <a:pt x="21367" y="120081"/>
                  <a:pt x="27273" y="103461"/>
                </a:cubicBezTo>
                <a:cubicBezTo>
                  <a:pt x="33182" y="86839"/>
                  <a:pt x="36136" y="69725"/>
                  <a:pt x="36136" y="52119"/>
                </a:cubicBezTo>
                <a:cubicBezTo>
                  <a:pt x="36136" y="48298"/>
                  <a:pt x="35991" y="44273"/>
                  <a:pt x="35701" y="40046"/>
                </a:cubicBezTo>
                <a:cubicBezTo>
                  <a:pt x="35411" y="35819"/>
                  <a:pt x="35006" y="31620"/>
                  <a:pt x="34484" y="27451"/>
                </a:cubicBezTo>
                <a:cubicBezTo>
                  <a:pt x="33965" y="23280"/>
                  <a:pt x="33270" y="19255"/>
                  <a:pt x="32401" y="15376"/>
                </a:cubicBezTo>
                <a:cubicBezTo>
                  <a:pt x="31533" y="11495"/>
                  <a:pt x="30519" y="7933"/>
                  <a:pt x="29360" y="4690"/>
                </a:cubicBezTo>
                <a:lnTo>
                  <a:pt x="41348" y="0"/>
                </a:lnTo>
                <a:cubicBezTo>
                  <a:pt x="42739" y="3706"/>
                  <a:pt x="44042" y="7673"/>
                  <a:pt x="45258" y="11900"/>
                </a:cubicBezTo>
                <a:cubicBezTo>
                  <a:pt x="46474" y="16128"/>
                  <a:pt x="47545" y="20559"/>
                  <a:pt x="48471" y="25192"/>
                </a:cubicBezTo>
                <a:cubicBezTo>
                  <a:pt x="49397" y="29825"/>
                  <a:pt x="50121" y="34544"/>
                  <a:pt x="50642" y="39351"/>
                </a:cubicBezTo>
                <a:cubicBezTo>
                  <a:pt x="51163" y="44157"/>
                  <a:pt x="51424" y="48934"/>
                  <a:pt x="51424" y="53683"/>
                </a:cubicBezTo>
                <a:cubicBezTo>
                  <a:pt x="51424" y="63760"/>
                  <a:pt x="50526" y="73345"/>
                  <a:pt x="48731" y="82438"/>
                </a:cubicBezTo>
                <a:cubicBezTo>
                  <a:pt x="46937" y="91529"/>
                  <a:pt x="44303" y="100302"/>
                  <a:pt x="40828" y="108757"/>
                </a:cubicBezTo>
                <a:cubicBezTo>
                  <a:pt x="37353" y="117212"/>
                  <a:pt x="33097" y="125493"/>
                  <a:pt x="28058" y="133600"/>
                </a:cubicBezTo>
                <a:cubicBezTo>
                  <a:pt x="23020" y="141708"/>
                  <a:pt x="17257" y="149874"/>
                  <a:pt x="10771" y="158098"/>
                </a:cubicBezTo>
                <a:close/>
                <a:moveTo>
                  <a:pt x="85564" y="68277"/>
                </a:moveTo>
                <a:cubicBezTo>
                  <a:pt x="82436" y="68277"/>
                  <a:pt x="79945" y="67264"/>
                  <a:pt x="78091" y="65238"/>
                </a:cubicBezTo>
                <a:cubicBezTo>
                  <a:pt x="76239" y="63211"/>
                  <a:pt x="75313" y="60634"/>
                  <a:pt x="75313" y="57505"/>
                </a:cubicBezTo>
                <a:cubicBezTo>
                  <a:pt x="75313" y="55653"/>
                  <a:pt x="75660" y="53829"/>
                  <a:pt x="76354" y="52034"/>
                </a:cubicBezTo>
                <a:cubicBezTo>
                  <a:pt x="77051" y="50238"/>
                  <a:pt x="78064" y="48646"/>
                  <a:pt x="79395" y="47257"/>
                </a:cubicBezTo>
                <a:cubicBezTo>
                  <a:pt x="80728" y="45866"/>
                  <a:pt x="82263" y="44737"/>
                  <a:pt x="84000" y="43869"/>
                </a:cubicBezTo>
                <a:cubicBezTo>
                  <a:pt x="85737" y="42999"/>
                  <a:pt x="87649" y="42564"/>
                  <a:pt x="89734" y="42564"/>
                </a:cubicBezTo>
                <a:cubicBezTo>
                  <a:pt x="92860" y="42564"/>
                  <a:pt x="95321" y="43607"/>
                  <a:pt x="97117" y="45693"/>
                </a:cubicBezTo>
                <a:cubicBezTo>
                  <a:pt x="98913" y="47776"/>
                  <a:pt x="99810" y="50382"/>
                  <a:pt x="99810" y="53510"/>
                </a:cubicBezTo>
                <a:cubicBezTo>
                  <a:pt x="99810" y="55363"/>
                  <a:pt x="99462" y="57186"/>
                  <a:pt x="98766" y="58982"/>
                </a:cubicBezTo>
                <a:cubicBezTo>
                  <a:pt x="98071" y="60778"/>
                  <a:pt x="97116" y="62371"/>
                  <a:pt x="95900" y="63762"/>
                </a:cubicBezTo>
                <a:cubicBezTo>
                  <a:pt x="94684" y="65151"/>
                  <a:pt x="93179" y="66251"/>
                  <a:pt x="91383" y="67062"/>
                </a:cubicBezTo>
                <a:cubicBezTo>
                  <a:pt x="89589" y="67872"/>
                  <a:pt x="87649" y="68277"/>
                  <a:pt x="85564" y="68277"/>
                </a:cubicBezTo>
                <a:moveTo>
                  <a:pt x="58113" y="157750"/>
                </a:moveTo>
                <a:lnTo>
                  <a:pt x="55854" y="147154"/>
                </a:lnTo>
                <a:cubicBezTo>
                  <a:pt x="61994" y="145186"/>
                  <a:pt x="66801" y="142435"/>
                  <a:pt x="70276" y="138902"/>
                </a:cubicBezTo>
                <a:cubicBezTo>
                  <a:pt x="73750" y="135369"/>
                  <a:pt x="75951" y="131575"/>
                  <a:pt x="76877" y="127521"/>
                </a:cubicBezTo>
                <a:cubicBezTo>
                  <a:pt x="73519" y="127521"/>
                  <a:pt x="70768" y="126595"/>
                  <a:pt x="68624" y="124743"/>
                </a:cubicBezTo>
                <a:cubicBezTo>
                  <a:pt x="66482" y="122889"/>
                  <a:pt x="65411" y="120340"/>
                  <a:pt x="65411" y="117097"/>
                </a:cubicBezTo>
                <a:cubicBezTo>
                  <a:pt x="65411" y="113623"/>
                  <a:pt x="66627" y="110495"/>
                  <a:pt x="69059" y="107715"/>
                </a:cubicBezTo>
                <a:cubicBezTo>
                  <a:pt x="71491" y="104935"/>
                  <a:pt x="74792" y="103545"/>
                  <a:pt x="78963" y="103545"/>
                </a:cubicBezTo>
                <a:cubicBezTo>
                  <a:pt x="82901" y="103545"/>
                  <a:pt x="85911" y="104820"/>
                  <a:pt x="87995" y="107368"/>
                </a:cubicBezTo>
                <a:cubicBezTo>
                  <a:pt x="90080" y="109917"/>
                  <a:pt x="91123" y="113391"/>
                  <a:pt x="91123" y="117792"/>
                </a:cubicBezTo>
                <a:cubicBezTo>
                  <a:pt x="91123" y="122657"/>
                  <a:pt x="90341" y="127261"/>
                  <a:pt x="88777" y="131604"/>
                </a:cubicBezTo>
                <a:cubicBezTo>
                  <a:pt x="87215" y="135948"/>
                  <a:pt x="84985" y="139857"/>
                  <a:pt x="82089" y="143332"/>
                </a:cubicBezTo>
                <a:cubicBezTo>
                  <a:pt x="79194" y="146806"/>
                  <a:pt x="75719" y="149789"/>
                  <a:pt x="71665" y="152279"/>
                </a:cubicBezTo>
                <a:cubicBezTo>
                  <a:pt x="67611" y="154769"/>
                  <a:pt x="63093" y="156593"/>
                  <a:pt x="58113" y="15775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Text $iter-&gt;next(">
            <a:extLst xmlns:a="http://schemas.openxmlformats.org/drawingml/2006/main">
              <a:ext uri="{FF2B5EF4-FFF2-40B4-BE49-F238E27FC236}">
                <a16:creationId xmlns:a16="http://schemas.microsoft.com/office/drawing/2014/main" id="{0382A5E2-74D5-4643-816E-F367C225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385" y="2019187"/>
            <a:ext cx="852695" cy="161573"/>
          </a:xfrm>
          <a:custGeom xmlns:a="http://schemas.openxmlformats.org/drawingml/2006/main">
            <a:pathLst>
              <a:path w="852695" h="161573">
                <a:moveTo>
                  <a:pt x="22064" y="149760"/>
                </a:moveTo>
                <a:lnTo>
                  <a:pt x="25712" y="131866"/>
                </a:lnTo>
                <a:cubicBezTo>
                  <a:pt x="20617" y="130707"/>
                  <a:pt x="15868" y="128709"/>
                  <a:pt x="11466" y="125872"/>
                </a:cubicBezTo>
                <a:cubicBezTo>
                  <a:pt x="7065" y="123034"/>
                  <a:pt x="3243" y="119703"/>
                  <a:pt x="0" y="115881"/>
                </a:cubicBezTo>
                <a:lnTo>
                  <a:pt x="11641" y="104415"/>
                </a:lnTo>
                <a:cubicBezTo>
                  <a:pt x="14304" y="107890"/>
                  <a:pt x="17575" y="110959"/>
                  <a:pt x="21455" y="113625"/>
                </a:cubicBezTo>
                <a:cubicBezTo>
                  <a:pt x="25336" y="116288"/>
                  <a:pt x="29709" y="117620"/>
                  <a:pt x="34574" y="117620"/>
                </a:cubicBezTo>
                <a:cubicBezTo>
                  <a:pt x="40133" y="117620"/>
                  <a:pt x="44562" y="116114"/>
                  <a:pt x="47864" y="113102"/>
                </a:cubicBezTo>
                <a:cubicBezTo>
                  <a:pt x="51165" y="110091"/>
                  <a:pt x="52816" y="106036"/>
                  <a:pt x="52816" y="100939"/>
                </a:cubicBezTo>
                <a:cubicBezTo>
                  <a:pt x="52816" y="97233"/>
                  <a:pt x="51918" y="93990"/>
                  <a:pt x="50122" y="91210"/>
                </a:cubicBezTo>
                <a:cubicBezTo>
                  <a:pt x="48327" y="88430"/>
                  <a:pt x="46097" y="85854"/>
                  <a:pt x="43434" y="83480"/>
                </a:cubicBezTo>
                <a:cubicBezTo>
                  <a:pt x="40771" y="81105"/>
                  <a:pt x="37904" y="78817"/>
                  <a:pt x="34834" y="76617"/>
                </a:cubicBezTo>
                <a:cubicBezTo>
                  <a:pt x="31764" y="74416"/>
                  <a:pt x="28898" y="72014"/>
                  <a:pt x="26234" y="69408"/>
                </a:cubicBezTo>
                <a:cubicBezTo>
                  <a:pt x="23571" y="66802"/>
                  <a:pt x="21341" y="63877"/>
                  <a:pt x="19546" y="60634"/>
                </a:cubicBezTo>
                <a:cubicBezTo>
                  <a:pt x="17750" y="57391"/>
                  <a:pt x="16852" y="53569"/>
                  <a:pt x="16852" y="49168"/>
                </a:cubicBezTo>
                <a:cubicBezTo>
                  <a:pt x="16852" y="44766"/>
                  <a:pt x="17605" y="40682"/>
                  <a:pt x="19111" y="36918"/>
                </a:cubicBezTo>
                <a:cubicBezTo>
                  <a:pt x="20617" y="33153"/>
                  <a:pt x="22760" y="29882"/>
                  <a:pt x="25540" y="27104"/>
                </a:cubicBezTo>
                <a:cubicBezTo>
                  <a:pt x="28320" y="24324"/>
                  <a:pt x="31620" y="22065"/>
                  <a:pt x="35441" y="20328"/>
                </a:cubicBezTo>
                <a:cubicBezTo>
                  <a:pt x="39264" y="18591"/>
                  <a:pt x="43550" y="17548"/>
                  <a:pt x="48299" y="17200"/>
                </a:cubicBezTo>
                <a:lnTo>
                  <a:pt x="51599" y="0"/>
                </a:lnTo>
                <a:lnTo>
                  <a:pt x="64456" y="0"/>
                </a:lnTo>
                <a:lnTo>
                  <a:pt x="60981" y="18242"/>
                </a:lnTo>
                <a:cubicBezTo>
                  <a:pt x="65035" y="19401"/>
                  <a:pt x="68800" y="21226"/>
                  <a:pt x="72274" y="23716"/>
                </a:cubicBezTo>
                <a:cubicBezTo>
                  <a:pt x="75749" y="26206"/>
                  <a:pt x="78876" y="29188"/>
                  <a:pt x="81656" y="32663"/>
                </a:cubicBezTo>
                <a:lnTo>
                  <a:pt x="69668" y="43259"/>
                </a:lnTo>
                <a:cubicBezTo>
                  <a:pt x="67351" y="40016"/>
                  <a:pt x="64600" y="37353"/>
                  <a:pt x="61416" y="35269"/>
                </a:cubicBezTo>
                <a:cubicBezTo>
                  <a:pt x="58231" y="33183"/>
                  <a:pt x="54843" y="32141"/>
                  <a:pt x="51252" y="32141"/>
                </a:cubicBezTo>
                <a:cubicBezTo>
                  <a:pt x="46388" y="32141"/>
                  <a:pt x="42508" y="33502"/>
                  <a:pt x="39611" y="36223"/>
                </a:cubicBezTo>
                <a:cubicBezTo>
                  <a:pt x="36716" y="38945"/>
                  <a:pt x="35269" y="42507"/>
                  <a:pt x="35269" y="46909"/>
                </a:cubicBezTo>
                <a:cubicBezTo>
                  <a:pt x="35269" y="50036"/>
                  <a:pt x="36166" y="52816"/>
                  <a:pt x="37960" y="55249"/>
                </a:cubicBezTo>
                <a:cubicBezTo>
                  <a:pt x="39755" y="57681"/>
                  <a:pt x="41985" y="59997"/>
                  <a:pt x="44648" y="62198"/>
                </a:cubicBezTo>
                <a:cubicBezTo>
                  <a:pt x="47313" y="64398"/>
                  <a:pt x="50180" y="66598"/>
                  <a:pt x="53248" y="68799"/>
                </a:cubicBezTo>
                <a:cubicBezTo>
                  <a:pt x="56318" y="70999"/>
                  <a:pt x="59184" y="73489"/>
                  <a:pt x="61848" y="76269"/>
                </a:cubicBezTo>
                <a:cubicBezTo>
                  <a:pt x="64513" y="79049"/>
                  <a:pt x="66743" y="82206"/>
                  <a:pt x="68539" y="85739"/>
                </a:cubicBezTo>
                <a:cubicBezTo>
                  <a:pt x="70335" y="89272"/>
                  <a:pt x="71232" y="93470"/>
                  <a:pt x="71232" y="98334"/>
                </a:cubicBezTo>
                <a:cubicBezTo>
                  <a:pt x="71232" y="102968"/>
                  <a:pt x="70450" y="107253"/>
                  <a:pt x="68886" y="111191"/>
                </a:cubicBezTo>
                <a:cubicBezTo>
                  <a:pt x="67322" y="115129"/>
                  <a:pt x="65121" y="118632"/>
                  <a:pt x="62283" y="121702"/>
                </a:cubicBezTo>
                <a:cubicBezTo>
                  <a:pt x="59446" y="124772"/>
                  <a:pt x="56001" y="127234"/>
                  <a:pt x="51946" y="129088"/>
                </a:cubicBezTo>
                <a:cubicBezTo>
                  <a:pt x="47892" y="130940"/>
                  <a:pt x="43375" y="132098"/>
                  <a:pt x="38394" y="132561"/>
                </a:cubicBezTo>
                <a:lnTo>
                  <a:pt x="34922" y="149760"/>
                </a:lnTo>
                <a:lnTo>
                  <a:pt x="22064" y="149760"/>
                </a:lnTo>
                <a:close/>
                <a:moveTo>
                  <a:pt x="88777" y="130649"/>
                </a:moveTo>
                <a:lnTo>
                  <a:pt x="105977" y="45345"/>
                </a:lnTo>
                <a:lnTo>
                  <a:pt x="124566" y="45345"/>
                </a:lnTo>
                <a:lnTo>
                  <a:pt x="107541" y="130649"/>
                </a:lnTo>
                <a:lnTo>
                  <a:pt x="88777" y="130649"/>
                </a:lnTo>
                <a:moveTo>
                  <a:pt x="119701" y="30229"/>
                </a:moveTo>
                <a:cubicBezTo>
                  <a:pt x="117038" y="30229"/>
                  <a:pt x="114606" y="29390"/>
                  <a:pt x="112406" y="27711"/>
                </a:cubicBezTo>
                <a:cubicBezTo>
                  <a:pt x="110205" y="26032"/>
                  <a:pt x="109105" y="23628"/>
                  <a:pt x="109105" y="20500"/>
                </a:cubicBezTo>
                <a:cubicBezTo>
                  <a:pt x="109105" y="17142"/>
                  <a:pt x="110321" y="14277"/>
                  <a:pt x="112753" y="11903"/>
                </a:cubicBezTo>
                <a:cubicBezTo>
                  <a:pt x="115185" y="9528"/>
                  <a:pt x="118138" y="8340"/>
                  <a:pt x="121613" y="8340"/>
                </a:cubicBezTo>
                <a:cubicBezTo>
                  <a:pt x="124276" y="8340"/>
                  <a:pt x="126708" y="9180"/>
                  <a:pt x="128908" y="10858"/>
                </a:cubicBezTo>
                <a:cubicBezTo>
                  <a:pt x="131110" y="12537"/>
                  <a:pt x="132211" y="14941"/>
                  <a:pt x="132211" y="18069"/>
                </a:cubicBezTo>
                <a:cubicBezTo>
                  <a:pt x="132211" y="21544"/>
                  <a:pt x="130995" y="24440"/>
                  <a:pt x="128561" y="26757"/>
                </a:cubicBezTo>
                <a:cubicBezTo>
                  <a:pt x="126129" y="29072"/>
                  <a:pt x="123176" y="30229"/>
                  <a:pt x="119701" y="30229"/>
                </a:cubicBezTo>
                <a:close/>
                <a:moveTo>
                  <a:pt x="162093" y="132733"/>
                </a:moveTo>
                <a:cubicBezTo>
                  <a:pt x="154102" y="132733"/>
                  <a:pt x="148397" y="130735"/>
                  <a:pt x="144979" y="126739"/>
                </a:cubicBezTo>
                <a:cubicBezTo>
                  <a:pt x="141562" y="122743"/>
                  <a:pt x="139854" y="117792"/>
                  <a:pt x="139854" y="111885"/>
                </a:cubicBezTo>
                <a:cubicBezTo>
                  <a:pt x="139854" y="110148"/>
                  <a:pt x="139970" y="108469"/>
                  <a:pt x="140201" y="106849"/>
                </a:cubicBezTo>
                <a:cubicBezTo>
                  <a:pt x="140435" y="105226"/>
                  <a:pt x="140667" y="103546"/>
                  <a:pt x="140899" y="101809"/>
                </a:cubicBezTo>
                <a:lnTo>
                  <a:pt x="149583" y="60111"/>
                </a:lnTo>
                <a:lnTo>
                  <a:pt x="137596" y="60111"/>
                </a:lnTo>
                <a:lnTo>
                  <a:pt x="140376" y="46215"/>
                </a:lnTo>
                <a:lnTo>
                  <a:pt x="153406" y="45345"/>
                </a:lnTo>
                <a:lnTo>
                  <a:pt x="160182" y="22412"/>
                </a:lnTo>
                <a:lnTo>
                  <a:pt x="175818" y="22412"/>
                </a:lnTo>
                <a:lnTo>
                  <a:pt x="171300" y="45345"/>
                </a:lnTo>
                <a:lnTo>
                  <a:pt x="191803" y="45345"/>
                </a:lnTo>
                <a:lnTo>
                  <a:pt x="188850" y="60111"/>
                </a:lnTo>
                <a:lnTo>
                  <a:pt x="168000" y="60111"/>
                </a:lnTo>
                <a:lnTo>
                  <a:pt x="159313" y="102504"/>
                </a:lnTo>
                <a:cubicBezTo>
                  <a:pt x="158966" y="104589"/>
                  <a:pt x="158793" y="106616"/>
                  <a:pt x="158793" y="108585"/>
                </a:cubicBezTo>
                <a:cubicBezTo>
                  <a:pt x="158793" y="111711"/>
                  <a:pt x="159546" y="114057"/>
                  <a:pt x="161052" y="115621"/>
                </a:cubicBezTo>
                <a:cubicBezTo>
                  <a:pt x="162557" y="117185"/>
                  <a:pt x="165105" y="117967"/>
                  <a:pt x="168694" y="117967"/>
                </a:cubicBezTo>
                <a:cubicBezTo>
                  <a:pt x="170200" y="117967"/>
                  <a:pt x="171590" y="117735"/>
                  <a:pt x="172864" y="117272"/>
                </a:cubicBezTo>
                <a:cubicBezTo>
                  <a:pt x="174139" y="116809"/>
                  <a:pt x="175413" y="116288"/>
                  <a:pt x="176687" y="115708"/>
                </a:cubicBezTo>
                <a:lnTo>
                  <a:pt x="180163" y="128913"/>
                </a:lnTo>
                <a:cubicBezTo>
                  <a:pt x="178077" y="129839"/>
                  <a:pt x="175529" y="130707"/>
                  <a:pt x="172517" y="131516"/>
                </a:cubicBezTo>
                <a:cubicBezTo>
                  <a:pt x="169506" y="132327"/>
                  <a:pt x="166031" y="132733"/>
                  <a:pt x="162093" y="132733"/>
                </a:cubicBezTo>
                <a:close/>
                <a:moveTo>
                  <a:pt x="193888" y="96597"/>
                </a:moveTo>
                <a:cubicBezTo>
                  <a:pt x="193888" y="88605"/>
                  <a:pt x="195249" y="81337"/>
                  <a:pt x="197970" y="74793"/>
                </a:cubicBezTo>
                <a:cubicBezTo>
                  <a:pt x="200692" y="68248"/>
                  <a:pt x="204282" y="62631"/>
                  <a:pt x="208741" y="57940"/>
                </a:cubicBezTo>
                <a:cubicBezTo>
                  <a:pt x="213200" y="53250"/>
                  <a:pt x="218210" y="49630"/>
                  <a:pt x="223770" y="47082"/>
                </a:cubicBezTo>
                <a:cubicBezTo>
                  <a:pt x="229330" y="44533"/>
                  <a:pt x="234889" y="43259"/>
                  <a:pt x="240447" y="43259"/>
                </a:cubicBezTo>
                <a:cubicBezTo>
                  <a:pt x="245428" y="43259"/>
                  <a:pt x="249626" y="44070"/>
                  <a:pt x="253042" y="45693"/>
                </a:cubicBezTo>
                <a:cubicBezTo>
                  <a:pt x="256460" y="47313"/>
                  <a:pt x="259240" y="49543"/>
                  <a:pt x="261382" y="52381"/>
                </a:cubicBezTo>
                <a:cubicBezTo>
                  <a:pt x="263526" y="55219"/>
                  <a:pt x="265090" y="58550"/>
                  <a:pt x="266075" y="62373"/>
                </a:cubicBezTo>
                <a:cubicBezTo>
                  <a:pt x="267059" y="66194"/>
                  <a:pt x="267551" y="70305"/>
                  <a:pt x="267551" y="74705"/>
                </a:cubicBezTo>
                <a:cubicBezTo>
                  <a:pt x="267551" y="78413"/>
                  <a:pt x="267087" y="82004"/>
                  <a:pt x="266160" y="85479"/>
                </a:cubicBezTo>
                <a:cubicBezTo>
                  <a:pt x="265233" y="88953"/>
                  <a:pt x="264481" y="91385"/>
                  <a:pt x="263904" y="92774"/>
                </a:cubicBezTo>
                <a:lnTo>
                  <a:pt x="211954" y="92774"/>
                </a:lnTo>
                <a:cubicBezTo>
                  <a:pt x="211491" y="97292"/>
                  <a:pt x="211723" y="101172"/>
                  <a:pt x="212649" y="104415"/>
                </a:cubicBezTo>
                <a:cubicBezTo>
                  <a:pt x="213577" y="107658"/>
                  <a:pt x="214996" y="110322"/>
                  <a:pt x="216907" y="112408"/>
                </a:cubicBezTo>
                <a:cubicBezTo>
                  <a:pt x="218819" y="114491"/>
                  <a:pt x="221164" y="116025"/>
                  <a:pt x="223942" y="117010"/>
                </a:cubicBezTo>
                <a:cubicBezTo>
                  <a:pt x="226722" y="117994"/>
                  <a:pt x="229734" y="118486"/>
                  <a:pt x="232977" y="118486"/>
                </a:cubicBezTo>
                <a:cubicBezTo>
                  <a:pt x="235988" y="118486"/>
                  <a:pt x="239057" y="117792"/>
                  <a:pt x="242184" y="116403"/>
                </a:cubicBezTo>
                <a:cubicBezTo>
                  <a:pt x="245312" y="115014"/>
                  <a:pt x="248035" y="113450"/>
                  <a:pt x="250352" y="111713"/>
                </a:cubicBezTo>
                <a:lnTo>
                  <a:pt x="257300" y="123701"/>
                </a:lnTo>
                <a:cubicBezTo>
                  <a:pt x="253825" y="126133"/>
                  <a:pt x="249627" y="128247"/>
                  <a:pt x="244705" y="130042"/>
                </a:cubicBezTo>
                <a:cubicBezTo>
                  <a:pt x="239783" y="131836"/>
                  <a:pt x="234252" y="132733"/>
                  <a:pt x="228112" y="132733"/>
                </a:cubicBezTo>
                <a:cubicBezTo>
                  <a:pt x="223017" y="132733"/>
                  <a:pt x="218384" y="131923"/>
                  <a:pt x="214213" y="130302"/>
                </a:cubicBezTo>
                <a:cubicBezTo>
                  <a:pt x="210044" y="128680"/>
                  <a:pt x="206454" y="126334"/>
                  <a:pt x="203442" y="123266"/>
                </a:cubicBezTo>
                <a:cubicBezTo>
                  <a:pt x="200431" y="120196"/>
                  <a:pt x="198085" y="116432"/>
                  <a:pt x="196406" y="111973"/>
                </a:cubicBezTo>
                <a:cubicBezTo>
                  <a:pt x="194727" y="107514"/>
                  <a:pt x="193888" y="102389"/>
                  <a:pt x="193888" y="96597"/>
                </a:cubicBezTo>
                <a:moveTo>
                  <a:pt x="213519" y="80962"/>
                </a:moveTo>
                <a:lnTo>
                  <a:pt x="251221" y="80962"/>
                </a:lnTo>
                <a:cubicBezTo>
                  <a:pt x="251453" y="79802"/>
                  <a:pt x="251655" y="78615"/>
                  <a:pt x="251828" y="77399"/>
                </a:cubicBezTo>
                <a:cubicBezTo>
                  <a:pt x="252001" y="76183"/>
                  <a:pt x="252088" y="74880"/>
                  <a:pt x="252088" y="73491"/>
                </a:cubicBezTo>
                <a:cubicBezTo>
                  <a:pt x="252088" y="69320"/>
                  <a:pt x="251074" y="65642"/>
                  <a:pt x="249047" y="62458"/>
                </a:cubicBezTo>
                <a:cubicBezTo>
                  <a:pt x="247020" y="59273"/>
                  <a:pt x="243401" y="57680"/>
                  <a:pt x="238189" y="57680"/>
                </a:cubicBezTo>
                <a:cubicBezTo>
                  <a:pt x="232977" y="57680"/>
                  <a:pt x="228083" y="59737"/>
                  <a:pt x="223508" y="63849"/>
                </a:cubicBezTo>
                <a:cubicBezTo>
                  <a:pt x="218934" y="67960"/>
                  <a:pt x="215604" y="73664"/>
                  <a:pt x="213519" y="80962"/>
                </a:cubicBezTo>
                <a:close/>
                <a:moveTo>
                  <a:pt x="276065" y="130649"/>
                </a:moveTo>
                <a:lnTo>
                  <a:pt x="293090" y="45345"/>
                </a:lnTo>
                <a:lnTo>
                  <a:pt x="308206" y="45345"/>
                </a:lnTo>
                <a:lnTo>
                  <a:pt x="306641" y="61850"/>
                </a:lnTo>
                <a:lnTo>
                  <a:pt x="307336" y="61850"/>
                </a:lnTo>
                <a:cubicBezTo>
                  <a:pt x="310696" y="56522"/>
                  <a:pt x="314634" y="52091"/>
                  <a:pt x="319151" y="48558"/>
                </a:cubicBezTo>
                <a:cubicBezTo>
                  <a:pt x="323669" y="45025"/>
                  <a:pt x="328533" y="43259"/>
                  <a:pt x="333745" y="43259"/>
                </a:cubicBezTo>
                <a:cubicBezTo>
                  <a:pt x="337103" y="43259"/>
                  <a:pt x="339941" y="43780"/>
                  <a:pt x="342258" y="44823"/>
                </a:cubicBezTo>
                <a:lnTo>
                  <a:pt x="336004" y="61156"/>
                </a:lnTo>
                <a:cubicBezTo>
                  <a:pt x="334961" y="60576"/>
                  <a:pt x="333744" y="60200"/>
                  <a:pt x="332353" y="60027"/>
                </a:cubicBezTo>
                <a:cubicBezTo>
                  <a:pt x="330964" y="59852"/>
                  <a:pt x="329517" y="59764"/>
                  <a:pt x="328011" y="59764"/>
                </a:cubicBezTo>
                <a:cubicBezTo>
                  <a:pt x="323957" y="59764"/>
                  <a:pt x="319961" y="61328"/>
                  <a:pt x="316023" y="64456"/>
                </a:cubicBezTo>
                <a:cubicBezTo>
                  <a:pt x="312086" y="67583"/>
                  <a:pt x="308380" y="72447"/>
                  <a:pt x="304905" y="79050"/>
                </a:cubicBezTo>
                <a:lnTo>
                  <a:pt x="294829" y="130649"/>
                </a:lnTo>
                <a:lnTo>
                  <a:pt x="276065" y="130649"/>
                </a:lnTo>
                <a:close/>
                <a:moveTo>
                  <a:pt x="340609" y="93644"/>
                </a:moveTo>
                <a:lnTo>
                  <a:pt x="343389" y="79917"/>
                </a:lnTo>
                <a:lnTo>
                  <a:pt x="382826" y="79917"/>
                </a:lnTo>
                <a:lnTo>
                  <a:pt x="379873" y="93644"/>
                </a:lnTo>
                <a:lnTo>
                  <a:pt x="340609" y="93644"/>
                </a:lnTo>
                <a:close/>
                <a:moveTo>
                  <a:pt x="397335" y="109627"/>
                </a:moveTo>
                <a:lnTo>
                  <a:pt x="397335" y="93816"/>
                </a:lnTo>
                <a:lnTo>
                  <a:pt x="429823" y="81656"/>
                </a:lnTo>
                <a:lnTo>
                  <a:pt x="451887" y="73491"/>
                </a:lnTo>
                <a:lnTo>
                  <a:pt x="451887" y="72796"/>
                </a:lnTo>
                <a:lnTo>
                  <a:pt x="429823" y="64456"/>
                </a:lnTo>
                <a:lnTo>
                  <a:pt x="397335" y="52294"/>
                </a:lnTo>
                <a:lnTo>
                  <a:pt x="397335" y="36833"/>
                </a:lnTo>
                <a:lnTo>
                  <a:pt x="471346" y="66540"/>
                </a:lnTo>
                <a:lnTo>
                  <a:pt x="471346" y="79917"/>
                </a:lnTo>
                <a:lnTo>
                  <a:pt x="397335" y="109627"/>
                </a:lnTo>
                <a:close/>
                <a:moveTo>
                  <a:pt x="479685" y="130649"/>
                </a:moveTo>
                <a:lnTo>
                  <a:pt x="496710" y="45345"/>
                </a:lnTo>
                <a:lnTo>
                  <a:pt x="511826" y="45345"/>
                </a:lnTo>
                <a:lnTo>
                  <a:pt x="510957" y="57333"/>
                </a:lnTo>
                <a:lnTo>
                  <a:pt x="511651" y="57333"/>
                </a:lnTo>
                <a:cubicBezTo>
                  <a:pt x="516168" y="53510"/>
                  <a:pt x="520831" y="50209"/>
                  <a:pt x="525638" y="47429"/>
                </a:cubicBezTo>
                <a:cubicBezTo>
                  <a:pt x="530445" y="44649"/>
                  <a:pt x="535570" y="43259"/>
                  <a:pt x="541014" y="43259"/>
                </a:cubicBezTo>
                <a:cubicBezTo>
                  <a:pt x="548194" y="43259"/>
                  <a:pt x="553348" y="45113"/>
                  <a:pt x="556474" y="48821"/>
                </a:cubicBezTo>
                <a:cubicBezTo>
                  <a:pt x="559602" y="52527"/>
                  <a:pt x="561167" y="57855"/>
                  <a:pt x="561167" y="64804"/>
                </a:cubicBezTo>
                <a:cubicBezTo>
                  <a:pt x="561167" y="66773"/>
                  <a:pt x="561080" y="68684"/>
                  <a:pt x="560907" y="70538"/>
                </a:cubicBezTo>
                <a:cubicBezTo>
                  <a:pt x="560734" y="72390"/>
                  <a:pt x="560357" y="74475"/>
                  <a:pt x="559777" y="76792"/>
                </a:cubicBezTo>
                <a:lnTo>
                  <a:pt x="549006" y="130649"/>
                </a:lnTo>
                <a:lnTo>
                  <a:pt x="530415" y="130649"/>
                </a:lnTo>
                <a:lnTo>
                  <a:pt x="540839" y="79222"/>
                </a:lnTo>
                <a:cubicBezTo>
                  <a:pt x="541187" y="77254"/>
                  <a:pt x="541506" y="75575"/>
                  <a:pt x="541796" y="74186"/>
                </a:cubicBezTo>
                <a:cubicBezTo>
                  <a:pt x="542086" y="72795"/>
                  <a:pt x="542230" y="71462"/>
                  <a:pt x="542230" y="70188"/>
                </a:cubicBezTo>
                <a:cubicBezTo>
                  <a:pt x="542230" y="62892"/>
                  <a:pt x="538640" y="59245"/>
                  <a:pt x="531459" y="59245"/>
                </a:cubicBezTo>
                <a:cubicBezTo>
                  <a:pt x="528448" y="59245"/>
                  <a:pt x="525233" y="60287"/>
                  <a:pt x="521815" y="62373"/>
                </a:cubicBezTo>
                <a:cubicBezTo>
                  <a:pt x="518399" y="64456"/>
                  <a:pt x="514432" y="67814"/>
                  <a:pt x="509915" y="72447"/>
                </a:cubicBezTo>
                <a:lnTo>
                  <a:pt x="498449" y="130649"/>
                </a:lnTo>
                <a:lnTo>
                  <a:pt x="479685" y="130649"/>
                </a:lnTo>
                <a:close/>
                <a:moveTo>
                  <a:pt x="573851" y="96597"/>
                </a:moveTo>
                <a:cubicBezTo>
                  <a:pt x="573851" y="88605"/>
                  <a:pt x="575212" y="81337"/>
                  <a:pt x="577933" y="74793"/>
                </a:cubicBezTo>
                <a:cubicBezTo>
                  <a:pt x="580655" y="68248"/>
                  <a:pt x="584245" y="62631"/>
                  <a:pt x="588704" y="57940"/>
                </a:cubicBezTo>
                <a:cubicBezTo>
                  <a:pt x="593163" y="53250"/>
                  <a:pt x="598173" y="49630"/>
                  <a:pt x="603733" y="47082"/>
                </a:cubicBezTo>
                <a:cubicBezTo>
                  <a:pt x="609293" y="44533"/>
                  <a:pt x="614852" y="43259"/>
                  <a:pt x="620410" y="43259"/>
                </a:cubicBezTo>
                <a:cubicBezTo>
                  <a:pt x="625391" y="43259"/>
                  <a:pt x="629589" y="44070"/>
                  <a:pt x="633005" y="45693"/>
                </a:cubicBezTo>
                <a:cubicBezTo>
                  <a:pt x="636423" y="47313"/>
                  <a:pt x="639203" y="49543"/>
                  <a:pt x="641345" y="52381"/>
                </a:cubicBezTo>
                <a:cubicBezTo>
                  <a:pt x="643489" y="55219"/>
                  <a:pt x="645053" y="58550"/>
                  <a:pt x="646038" y="62373"/>
                </a:cubicBezTo>
                <a:cubicBezTo>
                  <a:pt x="647022" y="66194"/>
                  <a:pt x="647514" y="70305"/>
                  <a:pt x="647514" y="74705"/>
                </a:cubicBezTo>
                <a:cubicBezTo>
                  <a:pt x="647514" y="78413"/>
                  <a:pt x="647050" y="82004"/>
                  <a:pt x="646122" y="85479"/>
                </a:cubicBezTo>
                <a:cubicBezTo>
                  <a:pt x="645196" y="88953"/>
                  <a:pt x="644444" y="91385"/>
                  <a:pt x="643866" y="92774"/>
                </a:cubicBezTo>
                <a:lnTo>
                  <a:pt x="591917" y="92774"/>
                </a:lnTo>
                <a:cubicBezTo>
                  <a:pt x="591454" y="97292"/>
                  <a:pt x="591686" y="101172"/>
                  <a:pt x="592612" y="104415"/>
                </a:cubicBezTo>
                <a:cubicBezTo>
                  <a:pt x="593540" y="107658"/>
                  <a:pt x="594959" y="110322"/>
                  <a:pt x="596869" y="112408"/>
                </a:cubicBezTo>
                <a:cubicBezTo>
                  <a:pt x="598782" y="114491"/>
                  <a:pt x="601127" y="116025"/>
                  <a:pt x="603905" y="117010"/>
                </a:cubicBezTo>
                <a:cubicBezTo>
                  <a:pt x="606685" y="117994"/>
                  <a:pt x="609697" y="118486"/>
                  <a:pt x="612940" y="118486"/>
                </a:cubicBezTo>
                <a:cubicBezTo>
                  <a:pt x="615951" y="118486"/>
                  <a:pt x="619020" y="117792"/>
                  <a:pt x="622147" y="116403"/>
                </a:cubicBezTo>
                <a:cubicBezTo>
                  <a:pt x="625275" y="115014"/>
                  <a:pt x="627998" y="113450"/>
                  <a:pt x="630315" y="111713"/>
                </a:cubicBezTo>
                <a:lnTo>
                  <a:pt x="637263" y="123701"/>
                </a:lnTo>
                <a:cubicBezTo>
                  <a:pt x="633788" y="126133"/>
                  <a:pt x="629590" y="128247"/>
                  <a:pt x="624668" y="130042"/>
                </a:cubicBezTo>
                <a:cubicBezTo>
                  <a:pt x="619746" y="131836"/>
                  <a:pt x="614215" y="132733"/>
                  <a:pt x="608075" y="132733"/>
                </a:cubicBezTo>
                <a:cubicBezTo>
                  <a:pt x="602980" y="132733"/>
                  <a:pt x="598347" y="131923"/>
                  <a:pt x="594176" y="130302"/>
                </a:cubicBezTo>
                <a:cubicBezTo>
                  <a:pt x="590007" y="128680"/>
                  <a:pt x="586417" y="126334"/>
                  <a:pt x="583405" y="123266"/>
                </a:cubicBezTo>
                <a:cubicBezTo>
                  <a:pt x="580394" y="120196"/>
                  <a:pt x="578048" y="116432"/>
                  <a:pt x="576369" y="111973"/>
                </a:cubicBezTo>
                <a:cubicBezTo>
                  <a:pt x="574690" y="107514"/>
                  <a:pt x="573851" y="102389"/>
                  <a:pt x="573851" y="96597"/>
                </a:cubicBezTo>
                <a:moveTo>
                  <a:pt x="593482" y="80962"/>
                </a:moveTo>
                <a:lnTo>
                  <a:pt x="631184" y="80962"/>
                </a:lnTo>
                <a:cubicBezTo>
                  <a:pt x="631416" y="79802"/>
                  <a:pt x="631618" y="78615"/>
                  <a:pt x="631791" y="77399"/>
                </a:cubicBezTo>
                <a:cubicBezTo>
                  <a:pt x="631964" y="76183"/>
                  <a:pt x="632051" y="74880"/>
                  <a:pt x="632051" y="73491"/>
                </a:cubicBezTo>
                <a:cubicBezTo>
                  <a:pt x="632051" y="69320"/>
                  <a:pt x="631037" y="65642"/>
                  <a:pt x="629010" y="62458"/>
                </a:cubicBezTo>
                <a:cubicBezTo>
                  <a:pt x="626983" y="59273"/>
                  <a:pt x="623364" y="57680"/>
                  <a:pt x="618152" y="57680"/>
                </a:cubicBezTo>
                <a:cubicBezTo>
                  <a:pt x="612940" y="57680"/>
                  <a:pt x="608046" y="59737"/>
                  <a:pt x="603470" y="63849"/>
                </a:cubicBezTo>
                <a:cubicBezTo>
                  <a:pt x="598897" y="67960"/>
                  <a:pt x="595567" y="73664"/>
                  <a:pt x="593482" y="80962"/>
                </a:cubicBezTo>
                <a:close/>
                <a:moveTo>
                  <a:pt x="644907" y="130649"/>
                </a:moveTo>
                <a:lnTo>
                  <a:pt x="682087" y="85132"/>
                </a:lnTo>
                <a:lnTo>
                  <a:pt x="666624" y="45345"/>
                </a:lnTo>
                <a:lnTo>
                  <a:pt x="685562" y="45345"/>
                </a:lnTo>
                <a:lnTo>
                  <a:pt x="691816" y="62023"/>
                </a:lnTo>
                <a:cubicBezTo>
                  <a:pt x="692627" y="64571"/>
                  <a:pt x="693380" y="67004"/>
                  <a:pt x="694075" y="69321"/>
                </a:cubicBezTo>
                <a:cubicBezTo>
                  <a:pt x="694769" y="71638"/>
                  <a:pt x="695522" y="74012"/>
                  <a:pt x="696334" y="76444"/>
                </a:cubicBezTo>
                <a:lnTo>
                  <a:pt x="697028" y="76444"/>
                </a:lnTo>
                <a:cubicBezTo>
                  <a:pt x="698650" y="74127"/>
                  <a:pt x="700301" y="71753"/>
                  <a:pt x="701980" y="69321"/>
                </a:cubicBezTo>
                <a:cubicBezTo>
                  <a:pt x="703659" y="66889"/>
                  <a:pt x="705310" y="64456"/>
                  <a:pt x="706932" y="62023"/>
                </a:cubicBezTo>
                <a:lnTo>
                  <a:pt x="718745" y="45345"/>
                </a:lnTo>
                <a:lnTo>
                  <a:pt x="738726" y="45345"/>
                </a:lnTo>
                <a:lnTo>
                  <a:pt x="704499" y="89299"/>
                </a:lnTo>
                <a:lnTo>
                  <a:pt x="721004" y="130649"/>
                </a:lnTo>
                <a:lnTo>
                  <a:pt x="701893" y="130649"/>
                </a:lnTo>
                <a:lnTo>
                  <a:pt x="695464" y="113275"/>
                </a:lnTo>
                <a:cubicBezTo>
                  <a:pt x="694538" y="110728"/>
                  <a:pt x="693612" y="108151"/>
                  <a:pt x="692686" y="105544"/>
                </a:cubicBezTo>
                <a:cubicBezTo>
                  <a:pt x="691760" y="102937"/>
                  <a:pt x="690833" y="100418"/>
                  <a:pt x="689905" y="97986"/>
                </a:cubicBezTo>
                <a:lnTo>
                  <a:pt x="689210" y="97986"/>
                </a:lnTo>
                <a:cubicBezTo>
                  <a:pt x="687590" y="100418"/>
                  <a:pt x="685881" y="102880"/>
                  <a:pt x="684086" y="105372"/>
                </a:cubicBezTo>
                <a:cubicBezTo>
                  <a:pt x="682290" y="107862"/>
                  <a:pt x="680408" y="110439"/>
                  <a:pt x="678439" y="113102"/>
                </a:cubicBezTo>
                <a:lnTo>
                  <a:pt x="665062" y="130649"/>
                </a:lnTo>
                <a:lnTo>
                  <a:pt x="644907" y="130649"/>
                </a:lnTo>
                <a:close/>
                <a:moveTo>
                  <a:pt x="764612" y="132733"/>
                </a:moveTo>
                <a:cubicBezTo>
                  <a:pt x="756620" y="132733"/>
                  <a:pt x="750915" y="130735"/>
                  <a:pt x="747497" y="126739"/>
                </a:cubicBezTo>
                <a:cubicBezTo>
                  <a:pt x="744081" y="122743"/>
                  <a:pt x="742373" y="117792"/>
                  <a:pt x="742373" y="111885"/>
                </a:cubicBezTo>
                <a:cubicBezTo>
                  <a:pt x="742373" y="110148"/>
                  <a:pt x="742489" y="108469"/>
                  <a:pt x="742720" y="106849"/>
                </a:cubicBezTo>
                <a:cubicBezTo>
                  <a:pt x="742954" y="105226"/>
                  <a:pt x="743186" y="103546"/>
                  <a:pt x="743417" y="101809"/>
                </a:cubicBezTo>
                <a:lnTo>
                  <a:pt x="752102" y="60111"/>
                </a:lnTo>
                <a:lnTo>
                  <a:pt x="740114" y="60111"/>
                </a:lnTo>
                <a:lnTo>
                  <a:pt x="742895" y="46215"/>
                </a:lnTo>
                <a:lnTo>
                  <a:pt x="755925" y="45345"/>
                </a:lnTo>
                <a:lnTo>
                  <a:pt x="762701" y="22412"/>
                </a:lnTo>
                <a:lnTo>
                  <a:pt x="778336" y="22412"/>
                </a:lnTo>
                <a:lnTo>
                  <a:pt x="773819" y="45345"/>
                </a:lnTo>
                <a:lnTo>
                  <a:pt x="794322" y="45345"/>
                </a:lnTo>
                <a:lnTo>
                  <a:pt x="791369" y="60111"/>
                </a:lnTo>
                <a:lnTo>
                  <a:pt x="770519" y="60111"/>
                </a:lnTo>
                <a:lnTo>
                  <a:pt x="761831" y="102504"/>
                </a:lnTo>
                <a:cubicBezTo>
                  <a:pt x="761485" y="104589"/>
                  <a:pt x="761312" y="106616"/>
                  <a:pt x="761312" y="108585"/>
                </a:cubicBezTo>
                <a:cubicBezTo>
                  <a:pt x="761312" y="111711"/>
                  <a:pt x="762065" y="114057"/>
                  <a:pt x="763570" y="115621"/>
                </a:cubicBezTo>
                <a:cubicBezTo>
                  <a:pt x="765076" y="117185"/>
                  <a:pt x="767624" y="117967"/>
                  <a:pt x="771213" y="117967"/>
                </a:cubicBezTo>
                <a:cubicBezTo>
                  <a:pt x="772719" y="117967"/>
                  <a:pt x="774109" y="117735"/>
                  <a:pt x="775383" y="117272"/>
                </a:cubicBezTo>
                <a:cubicBezTo>
                  <a:pt x="776657" y="116809"/>
                  <a:pt x="777932" y="116288"/>
                  <a:pt x="779206" y="115708"/>
                </a:cubicBezTo>
                <a:lnTo>
                  <a:pt x="782681" y="128913"/>
                </a:lnTo>
                <a:cubicBezTo>
                  <a:pt x="780596" y="129839"/>
                  <a:pt x="778047" y="130707"/>
                  <a:pt x="775036" y="131516"/>
                </a:cubicBezTo>
                <a:cubicBezTo>
                  <a:pt x="772024" y="132327"/>
                  <a:pt x="768550" y="132733"/>
                  <a:pt x="764612" y="132733"/>
                </a:cubicBezTo>
                <a:close/>
                <a:moveTo>
                  <a:pt x="811173" y="161573"/>
                </a:moveTo>
                <a:cubicBezTo>
                  <a:pt x="808509" y="154161"/>
                  <a:pt x="806164" y="145706"/>
                  <a:pt x="804137" y="136208"/>
                </a:cubicBezTo>
                <a:cubicBezTo>
                  <a:pt x="802110" y="126711"/>
                  <a:pt x="801096" y="117213"/>
                  <a:pt x="801096" y="107715"/>
                </a:cubicBezTo>
                <a:cubicBezTo>
                  <a:pt x="801096" y="97640"/>
                  <a:pt x="801994" y="88085"/>
                  <a:pt x="803790" y="79050"/>
                </a:cubicBezTo>
                <a:cubicBezTo>
                  <a:pt x="805585" y="70016"/>
                  <a:pt x="808220" y="61271"/>
                  <a:pt x="811695" y="52816"/>
                </a:cubicBezTo>
                <a:cubicBezTo>
                  <a:pt x="815170" y="44361"/>
                  <a:pt x="819426" y="36080"/>
                  <a:pt x="824465" y="27973"/>
                </a:cubicBezTo>
                <a:cubicBezTo>
                  <a:pt x="829504" y="19865"/>
                  <a:pt x="835266" y="11699"/>
                  <a:pt x="841752" y="3475"/>
                </a:cubicBezTo>
                <a:lnTo>
                  <a:pt x="852695" y="9207"/>
                </a:lnTo>
                <a:cubicBezTo>
                  <a:pt x="840419" y="25191"/>
                  <a:pt x="831298" y="41464"/>
                  <a:pt x="825332" y="58028"/>
                </a:cubicBezTo>
                <a:cubicBezTo>
                  <a:pt x="819367" y="74591"/>
                  <a:pt x="816385" y="91675"/>
                  <a:pt x="816385" y="109280"/>
                </a:cubicBezTo>
                <a:cubicBezTo>
                  <a:pt x="816385" y="113102"/>
                  <a:pt x="816530" y="117127"/>
                  <a:pt x="816819" y="121355"/>
                </a:cubicBezTo>
                <a:cubicBezTo>
                  <a:pt x="817109" y="125582"/>
                  <a:pt x="817515" y="129781"/>
                  <a:pt x="818036" y="133950"/>
                </a:cubicBezTo>
                <a:cubicBezTo>
                  <a:pt x="818558" y="138119"/>
                  <a:pt x="819252" y="142143"/>
                  <a:pt x="820120" y="146022"/>
                </a:cubicBezTo>
                <a:cubicBezTo>
                  <a:pt x="820989" y="149903"/>
                  <a:pt x="822061" y="153466"/>
                  <a:pt x="823336" y="156709"/>
                </a:cubicBezTo>
                <a:lnTo>
                  <a:pt x="811173" y="16157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Text );">
            <a:extLst xmlns:a="http://schemas.openxmlformats.org/drawingml/2006/main">
              <a:ext uri="{FF2B5EF4-FFF2-40B4-BE49-F238E27FC236}">
                <a16:creationId xmlns:a16="http://schemas.microsoft.com/office/drawing/2014/main" id="{BF6FDB08-06AF-4F00-8497-52272E3D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662" y="2022662"/>
            <a:ext cx="99723" cy="158098"/>
          </a:xfrm>
          <a:custGeom xmlns:a="http://schemas.openxmlformats.org/drawingml/2006/main">
            <a:pathLst>
              <a:path w="99723" h="158098">
                <a:moveTo>
                  <a:pt x="10771" y="158098"/>
                </a:moveTo>
                <a:lnTo>
                  <a:pt x="0" y="152191"/>
                </a:lnTo>
                <a:cubicBezTo>
                  <a:pt x="12276" y="136324"/>
                  <a:pt x="21367" y="120081"/>
                  <a:pt x="27273" y="103461"/>
                </a:cubicBezTo>
                <a:cubicBezTo>
                  <a:pt x="33182" y="86839"/>
                  <a:pt x="36136" y="69725"/>
                  <a:pt x="36136" y="52119"/>
                </a:cubicBezTo>
                <a:cubicBezTo>
                  <a:pt x="36136" y="48298"/>
                  <a:pt x="35991" y="44273"/>
                  <a:pt x="35701" y="40046"/>
                </a:cubicBezTo>
                <a:cubicBezTo>
                  <a:pt x="35411" y="35819"/>
                  <a:pt x="35006" y="31620"/>
                  <a:pt x="34484" y="27451"/>
                </a:cubicBezTo>
                <a:cubicBezTo>
                  <a:pt x="33965" y="23280"/>
                  <a:pt x="33270" y="19255"/>
                  <a:pt x="32401" y="15376"/>
                </a:cubicBezTo>
                <a:cubicBezTo>
                  <a:pt x="31533" y="11495"/>
                  <a:pt x="30519" y="7933"/>
                  <a:pt x="29360" y="4690"/>
                </a:cubicBezTo>
                <a:lnTo>
                  <a:pt x="41348" y="0"/>
                </a:lnTo>
                <a:cubicBezTo>
                  <a:pt x="42739" y="3706"/>
                  <a:pt x="44042" y="7673"/>
                  <a:pt x="45258" y="11900"/>
                </a:cubicBezTo>
                <a:cubicBezTo>
                  <a:pt x="46474" y="16128"/>
                  <a:pt x="47545" y="20559"/>
                  <a:pt x="48471" y="25192"/>
                </a:cubicBezTo>
                <a:cubicBezTo>
                  <a:pt x="49397" y="29825"/>
                  <a:pt x="50121" y="34544"/>
                  <a:pt x="50642" y="39351"/>
                </a:cubicBezTo>
                <a:cubicBezTo>
                  <a:pt x="51163" y="44157"/>
                  <a:pt x="51424" y="48934"/>
                  <a:pt x="51424" y="53683"/>
                </a:cubicBezTo>
                <a:cubicBezTo>
                  <a:pt x="51424" y="63760"/>
                  <a:pt x="50526" y="73345"/>
                  <a:pt x="48731" y="82438"/>
                </a:cubicBezTo>
                <a:cubicBezTo>
                  <a:pt x="46937" y="91529"/>
                  <a:pt x="44303" y="100302"/>
                  <a:pt x="40828" y="108757"/>
                </a:cubicBezTo>
                <a:cubicBezTo>
                  <a:pt x="37353" y="117212"/>
                  <a:pt x="33097" y="125493"/>
                  <a:pt x="28058" y="133600"/>
                </a:cubicBezTo>
                <a:cubicBezTo>
                  <a:pt x="23020" y="141708"/>
                  <a:pt x="17257" y="149874"/>
                  <a:pt x="10771" y="158098"/>
                </a:cubicBezTo>
                <a:close/>
                <a:moveTo>
                  <a:pt x="85477" y="68277"/>
                </a:moveTo>
                <a:cubicBezTo>
                  <a:pt x="82349" y="68277"/>
                  <a:pt x="79858" y="67264"/>
                  <a:pt x="78004" y="65238"/>
                </a:cubicBezTo>
                <a:cubicBezTo>
                  <a:pt x="76151" y="63211"/>
                  <a:pt x="75225" y="60634"/>
                  <a:pt x="75225" y="57505"/>
                </a:cubicBezTo>
                <a:cubicBezTo>
                  <a:pt x="75225" y="55653"/>
                  <a:pt x="75573" y="53829"/>
                  <a:pt x="76267" y="52034"/>
                </a:cubicBezTo>
                <a:cubicBezTo>
                  <a:pt x="76964" y="50238"/>
                  <a:pt x="77977" y="48646"/>
                  <a:pt x="79308" y="47257"/>
                </a:cubicBezTo>
                <a:cubicBezTo>
                  <a:pt x="80641" y="45866"/>
                  <a:pt x="82175" y="44737"/>
                  <a:pt x="83913" y="43869"/>
                </a:cubicBezTo>
                <a:cubicBezTo>
                  <a:pt x="85650" y="42999"/>
                  <a:pt x="87561" y="42564"/>
                  <a:pt x="89647" y="42564"/>
                </a:cubicBezTo>
                <a:cubicBezTo>
                  <a:pt x="92773" y="42564"/>
                  <a:pt x="95234" y="43607"/>
                  <a:pt x="97030" y="45693"/>
                </a:cubicBezTo>
                <a:cubicBezTo>
                  <a:pt x="98826" y="47776"/>
                  <a:pt x="99723" y="50382"/>
                  <a:pt x="99723" y="53510"/>
                </a:cubicBezTo>
                <a:cubicBezTo>
                  <a:pt x="99723" y="55363"/>
                  <a:pt x="99375" y="57186"/>
                  <a:pt x="98679" y="58982"/>
                </a:cubicBezTo>
                <a:cubicBezTo>
                  <a:pt x="97984" y="60778"/>
                  <a:pt x="97029" y="62371"/>
                  <a:pt x="95813" y="63762"/>
                </a:cubicBezTo>
                <a:cubicBezTo>
                  <a:pt x="94597" y="65151"/>
                  <a:pt x="93091" y="66251"/>
                  <a:pt x="91296" y="67062"/>
                </a:cubicBezTo>
                <a:cubicBezTo>
                  <a:pt x="89502" y="67872"/>
                  <a:pt x="87562" y="68277"/>
                  <a:pt x="85477" y="68277"/>
                </a:cubicBezTo>
                <a:moveTo>
                  <a:pt x="58026" y="157750"/>
                </a:moveTo>
                <a:lnTo>
                  <a:pt x="55767" y="147154"/>
                </a:lnTo>
                <a:cubicBezTo>
                  <a:pt x="61907" y="145186"/>
                  <a:pt x="66714" y="142435"/>
                  <a:pt x="70189" y="138902"/>
                </a:cubicBezTo>
                <a:cubicBezTo>
                  <a:pt x="73663" y="135369"/>
                  <a:pt x="75863" y="131575"/>
                  <a:pt x="76790" y="127521"/>
                </a:cubicBezTo>
                <a:cubicBezTo>
                  <a:pt x="73432" y="127521"/>
                  <a:pt x="70681" y="126595"/>
                  <a:pt x="68537" y="124743"/>
                </a:cubicBezTo>
                <a:cubicBezTo>
                  <a:pt x="66395" y="122889"/>
                  <a:pt x="65324" y="120340"/>
                  <a:pt x="65324" y="117097"/>
                </a:cubicBezTo>
                <a:cubicBezTo>
                  <a:pt x="65324" y="113623"/>
                  <a:pt x="66540" y="110495"/>
                  <a:pt x="68972" y="107715"/>
                </a:cubicBezTo>
                <a:cubicBezTo>
                  <a:pt x="71404" y="104935"/>
                  <a:pt x="74705" y="103545"/>
                  <a:pt x="78876" y="103545"/>
                </a:cubicBezTo>
                <a:cubicBezTo>
                  <a:pt x="82813" y="103545"/>
                  <a:pt x="85824" y="104820"/>
                  <a:pt x="87908" y="107368"/>
                </a:cubicBezTo>
                <a:cubicBezTo>
                  <a:pt x="89993" y="109917"/>
                  <a:pt x="91036" y="113391"/>
                  <a:pt x="91036" y="117792"/>
                </a:cubicBezTo>
                <a:cubicBezTo>
                  <a:pt x="91036" y="122657"/>
                  <a:pt x="90254" y="127261"/>
                  <a:pt x="88690" y="131604"/>
                </a:cubicBezTo>
                <a:cubicBezTo>
                  <a:pt x="87128" y="135948"/>
                  <a:pt x="84898" y="139857"/>
                  <a:pt x="82001" y="143332"/>
                </a:cubicBezTo>
                <a:cubicBezTo>
                  <a:pt x="79106" y="146806"/>
                  <a:pt x="75632" y="149789"/>
                  <a:pt x="71578" y="152279"/>
                </a:cubicBezTo>
                <a:cubicBezTo>
                  <a:pt x="67523" y="154769"/>
                  <a:pt x="63006" y="156593"/>
                  <a:pt x="58026" y="157750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Text BugReports">
            <a:extLst xmlns:a="http://schemas.openxmlformats.org/drawingml/2006/main">
              <a:ext uri="{FF2B5EF4-FFF2-40B4-BE49-F238E27FC236}">
                <a16:creationId xmlns:a16="http://schemas.microsoft.com/office/drawing/2014/main" id="{F5F082D3-021D-49E5-897A-8F39CC88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1521" y="5175317"/>
            <a:ext cx="1006779" cy="170240"/>
          </a:xfrm>
          <a:custGeom xmlns:a="http://schemas.openxmlformats.org/drawingml/2006/main">
            <a:pathLst>
              <a:path w="1006779" h="170240">
                <a:moveTo>
                  <a:pt x="0" y="127828"/>
                </a:moveTo>
                <a:lnTo>
                  <a:pt x="0" y="0"/>
                </a:lnTo>
                <a:lnTo>
                  <a:pt x="40853" y="0"/>
                </a:lnTo>
                <a:cubicBezTo>
                  <a:pt x="47497" y="0"/>
                  <a:pt x="53588" y="555"/>
                  <a:pt x="59126" y="1664"/>
                </a:cubicBezTo>
                <a:cubicBezTo>
                  <a:pt x="64663" y="2772"/>
                  <a:pt x="69483" y="4530"/>
                  <a:pt x="73587" y="6940"/>
                </a:cubicBezTo>
                <a:cubicBezTo>
                  <a:pt x="77693" y="9350"/>
                  <a:pt x="80886" y="12575"/>
                  <a:pt x="83167" y="16615"/>
                </a:cubicBezTo>
                <a:cubicBezTo>
                  <a:pt x="85447" y="20655"/>
                  <a:pt x="86587" y="25607"/>
                  <a:pt x="86587" y="31470"/>
                </a:cubicBezTo>
                <a:cubicBezTo>
                  <a:pt x="86587" y="37594"/>
                  <a:pt x="85024" y="43262"/>
                  <a:pt x="81896" y="48476"/>
                </a:cubicBezTo>
                <a:cubicBezTo>
                  <a:pt x="78769" y="53687"/>
                  <a:pt x="74403" y="57270"/>
                  <a:pt x="68800" y="59224"/>
                </a:cubicBezTo>
                <a:lnTo>
                  <a:pt x="68800" y="60005"/>
                </a:lnTo>
                <a:cubicBezTo>
                  <a:pt x="75837" y="61568"/>
                  <a:pt x="81667" y="64859"/>
                  <a:pt x="86292" y="69877"/>
                </a:cubicBezTo>
                <a:cubicBezTo>
                  <a:pt x="90919" y="74893"/>
                  <a:pt x="93232" y="81701"/>
                  <a:pt x="93232" y="90300"/>
                </a:cubicBezTo>
                <a:cubicBezTo>
                  <a:pt x="93232" y="96685"/>
                  <a:pt x="91994" y="102223"/>
                  <a:pt x="89519" y="106915"/>
                </a:cubicBezTo>
                <a:cubicBezTo>
                  <a:pt x="87044" y="111605"/>
                  <a:pt x="83623" y="115514"/>
                  <a:pt x="79257" y="118642"/>
                </a:cubicBezTo>
                <a:cubicBezTo>
                  <a:pt x="74892" y="121769"/>
                  <a:pt x="69713" y="124083"/>
                  <a:pt x="63718" y="125582"/>
                </a:cubicBezTo>
                <a:cubicBezTo>
                  <a:pt x="57726" y="127079"/>
                  <a:pt x="51211" y="127828"/>
                  <a:pt x="44175" y="127828"/>
                </a:cubicBezTo>
                <a:lnTo>
                  <a:pt x="0" y="127828"/>
                </a:lnTo>
                <a:moveTo>
                  <a:pt x="22675" y="52773"/>
                </a:moveTo>
                <a:lnTo>
                  <a:pt x="38896" y="52773"/>
                </a:lnTo>
                <a:cubicBezTo>
                  <a:pt x="47887" y="52773"/>
                  <a:pt x="54370" y="51145"/>
                  <a:pt x="58344" y="47888"/>
                </a:cubicBezTo>
                <a:cubicBezTo>
                  <a:pt x="62319" y="44629"/>
                  <a:pt x="64306" y="40264"/>
                  <a:pt x="64306" y="34792"/>
                </a:cubicBezTo>
                <a:cubicBezTo>
                  <a:pt x="64306" y="28537"/>
                  <a:pt x="62221" y="24108"/>
                  <a:pt x="58052" y="21503"/>
                </a:cubicBezTo>
                <a:cubicBezTo>
                  <a:pt x="53883" y="18896"/>
                  <a:pt x="47628" y="17593"/>
                  <a:pt x="39287" y="17593"/>
                </a:cubicBezTo>
                <a:lnTo>
                  <a:pt x="22675" y="17593"/>
                </a:lnTo>
                <a:lnTo>
                  <a:pt x="22675" y="52773"/>
                </a:lnTo>
                <a:moveTo>
                  <a:pt x="22675" y="110238"/>
                </a:moveTo>
                <a:lnTo>
                  <a:pt x="41828" y="110238"/>
                </a:lnTo>
                <a:cubicBezTo>
                  <a:pt x="51210" y="110238"/>
                  <a:pt x="58443" y="108511"/>
                  <a:pt x="63525" y="105057"/>
                </a:cubicBezTo>
                <a:cubicBezTo>
                  <a:pt x="68607" y="101604"/>
                  <a:pt x="71148" y="96294"/>
                  <a:pt x="71148" y="89128"/>
                </a:cubicBezTo>
                <a:cubicBezTo>
                  <a:pt x="71148" y="82352"/>
                  <a:pt x="68671" y="77433"/>
                  <a:pt x="63718" y="74372"/>
                </a:cubicBezTo>
                <a:cubicBezTo>
                  <a:pt x="58768" y="71310"/>
                  <a:pt x="51471" y="69779"/>
                  <a:pt x="41828" y="69779"/>
                </a:cubicBezTo>
                <a:lnTo>
                  <a:pt x="22675" y="69779"/>
                </a:lnTo>
                <a:lnTo>
                  <a:pt x="22675" y="110238"/>
                </a:lnTo>
                <a:close/>
                <a:moveTo>
                  <a:pt x="143306" y="130172"/>
                </a:moveTo>
                <a:cubicBezTo>
                  <a:pt x="133013" y="130172"/>
                  <a:pt x="125520" y="126882"/>
                  <a:pt x="120828" y="120303"/>
                </a:cubicBezTo>
                <a:cubicBezTo>
                  <a:pt x="116138" y="113722"/>
                  <a:pt x="113793" y="104308"/>
                  <a:pt x="113793" y="92060"/>
                </a:cubicBezTo>
                <a:lnTo>
                  <a:pt x="113793" y="31861"/>
                </a:lnTo>
                <a:lnTo>
                  <a:pt x="136271" y="31861"/>
                </a:lnTo>
                <a:lnTo>
                  <a:pt x="136271" y="89128"/>
                </a:lnTo>
                <a:cubicBezTo>
                  <a:pt x="136271" y="97077"/>
                  <a:pt x="137443" y="102680"/>
                  <a:pt x="139787" y="105937"/>
                </a:cubicBezTo>
                <a:cubicBezTo>
                  <a:pt x="142133" y="109194"/>
                  <a:pt x="145913" y="110822"/>
                  <a:pt x="151126" y="110822"/>
                </a:cubicBezTo>
                <a:cubicBezTo>
                  <a:pt x="155295" y="110822"/>
                  <a:pt x="158976" y="109780"/>
                  <a:pt x="162167" y="107697"/>
                </a:cubicBezTo>
                <a:cubicBezTo>
                  <a:pt x="165360" y="105611"/>
                  <a:pt x="168781" y="102223"/>
                  <a:pt x="172429" y="97533"/>
                </a:cubicBezTo>
                <a:lnTo>
                  <a:pt x="172429" y="31861"/>
                </a:lnTo>
                <a:lnTo>
                  <a:pt x="194907" y="31861"/>
                </a:lnTo>
                <a:lnTo>
                  <a:pt x="194907" y="127828"/>
                </a:lnTo>
                <a:lnTo>
                  <a:pt x="176536" y="127828"/>
                </a:lnTo>
                <a:lnTo>
                  <a:pt x="174776" y="113754"/>
                </a:lnTo>
                <a:lnTo>
                  <a:pt x="174189" y="113754"/>
                </a:lnTo>
                <a:cubicBezTo>
                  <a:pt x="170019" y="118707"/>
                  <a:pt x="165491" y="122681"/>
                  <a:pt x="160604" y="125677"/>
                </a:cubicBezTo>
                <a:cubicBezTo>
                  <a:pt x="155719" y="128674"/>
                  <a:pt x="149953" y="130172"/>
                  <a:pt x="143306" y="130172"/>
                </a:cubicBezTo>
                <a:close/>
                <a:moveTo>
                  <a:pt x="256710" y="170240"/>
                </a:moveTo>
                <a:cubicBezTo>
                  <a:pt x="250975" y="170240"/>
                  <a:pt x="245665" y="169719"/>
                  <a:pt x="240778" y="168677"/>
                </a:cubicBezTo>
                <a:cubicBezTo>
                  <a:pt x="235893" y="167635"/>
                  <a:pt x="231690" y="166072"/>
                  <a:pt x="228171" y="163986"/>
                </a:cubicBezTo>
                <a:cubicBezTo>
                  <a:pt x="224654" y="161902"/>
                  <a:pt x="221885" y="159297"/>
                  <a:pt x="219865" y="156169"/>
                </a:cubicBezTo>
                <a:cubicBezTo>
                  <a:pt x="217845" y="153042"/>
                  <a:pt x="216835" y="149393"/>
                  <a:pt x="216835" y="145224"/>
                </a:cubicBezTo>
                <a:cubicBezTo>
                  <a:pt x="216835" y="141184"/>
                  <a:pt x="218008" y="137437"/>
                  <a:pt x="220354" y="133983"/>
                </a:cubicBezTo>
                <a:cubicBezTo>
                  <a:pt x="222701" y="130532"/>
                  <a:pt x="226089" y="127437"/>
                  <a:pt x="230518" y="124699"/>
                </a:cubicBezTo>
                <a:lnTo>
                  <a:pt x="230518" y="123918"/>
                </a:lnTo>
                <a:cubicBezTo>
                  <a:pt x="228043" y="122355"/>
                  <a:pt x="225990" y="120270"/>
                  <a:pt x="224360" y="117664"/>
                </a:cubicBezTo>
                <a:cubicBezTo>
                  <a:pt x="222731" y="115057"/>
                  <a:pt x="221917" y="111799"/>
                  <a:pt x="221917" y="107890"/>
                </a:cubicBezTo>
                <a:cubicBezTo>
                  <a:pt x="221917" y="104113"/>
                  <a:pt x="222992" y="100693"/>
                  <a:pt x="225141" y="97631"/>
                </a:cubicBezTo>
                <a:cubicBezTo>
                  <a:pt x="227292" y="94569"/>
                  <a:pt x="229736" y="92061"/>
                  <a:pt x="232472" y="90107"/>
                </a:cubicBezTo>
                <a:lnTo>
                  <a:pt x="232472" y="89322"/>
                </a:lnTo>
                <a:cubicBezTo>
                  <a:pt x="229215" y="86847"/>
                  <a:pt x="226316" y="83427"/>
                  <a:pt x="223775" y="79063"/>
                </a:cubicBezTo>
                <a:cubicBezTo>
                  <a:pt x="221234" y="74697"/>
                  <a:pt x="219964" y="69647"/>
                  <a:pt x="219964" y="63915"/>
                </a:cubicBezTo>
                <a:cubicBezTo>
                  <a:pt x="219964" y="58442"/>
                  <a:pt x="221006" y="53556"/>
                  <a:pt x="223089" y="49257"/>
                </a:cubicBezTo>
                <a:cubicBezTo>
                  <a:pt x="225175" y="44956"/>
                  <a:pt x="227945" y="41341"/>
                  <a:pt x="231398" y="38410"/>
                </a:cubicBezTo>
                <a:cubicBezTo>
                  <a:pt x="234852" y="35477"/>
                  <a:pt x="238858" y="33261"/>
                  <a:pt x="243417" y="31762"/>
                </a:cubicBezTo>
                <a:cubicBezTo>
                  <a:pt x="247978" y="30263"/>
                  <a:pt x="252800" y="29514"/>
                  <a:pt x="257882" y="29514"/>
                </a:cubicBezTo>
                <a:cubicBezTo>
                  <a:pt x="260488" y="29514"/>
                  <a:pt x="262996" y="29742"/>
                  <a:pt x="265406" y="30200"/>
                </a:cubicBezTo>
                <a:cubicBezTo>
                  <a:pt x="267818" y="30655"/>
                  <a:pt x="270001" y="31209"/>
                  <a:pt x="271956" y="31861"/>
                </a:cubicBezTo>
                <a:lnTo>
                  <a:pt x="306354" y="31861"/>
                </a:lnTo>
                <a:lnTo>
                  <a:pt x="306354" y="48473"/>
                </a:lnTo>
                <a:lnTo>
                  <a:pt x="288764" y="48473"/>
                </a:lnTo>
                <a:cubicBezTo>
                  <a:pt x="290327" y="50298"/>
                  <a:pt x="291629" y="52611"/>
                  <a:pt x="292671" y="55413"/>
                </a:cubicBezTo>
                <a:cubicBezTo>
                  <a:pt x="293715" y="58214"/>
                  <a:pt x="294237" y="61309"/>
                  <a:pt x="294237" y="64697"/>
                </a:cubicBezTo>
                <a:cubicBezTo>
                  <a:pt x="294237" y="70039"/>
                  <a:pt x="293291" y="74730"/>
                  <a:pt x="291401" y="78771"/>
                </a:cubicBezTo>
                <a:cubicBezTo>
                  <a:pt x="289512" y="82809"/>
                  <a:pt x="286938" y="86197"/>
                  <a:pt x="283679" y="88934"/>
                </a:cubicBezTo>
                <a:cubicBezTo>
                  <a:pt x="280422" y="91670"/>
                  <a:pt x="276579" y="93755"/>
                  <a:pt x="272149" y="95189"/>
                </a:cubicBezTo>
                <a:cubicBezTo>
                  <a:pt x="267720" y="96620"/>
                  <a:pt x="262964" y="97336"/>
                  <a:pt x="257882" y="97336"/>
                </a:cubicBezTo>
                <a:cubicBezTo>
                  <a:pt x="255796" y="97336"/>
                  <a:pt x="253646" y="97141"/>
                  <a:pt x="251431" y="96751"/>
                </a:cubicBezTo>
                <a:cubicBezTo>
                  <a:pt x="249216" y="96360"/>
                  <a:pt x="247001" y="95707"/>
                  <a:pt x="244786" y="94795"/>
                </a:cubicBezTo>
                <a:cubicBezTo>
                  <a:pt x="243353" y="96099"/>
                  <a:pt x="242212" y="97402"/>
                  <a:pt x="241365" y="98705"/>
                </a:cubicBezTo>
                <a:cubicBezTo>
                  <a:pt x="240518" y="100007"/>
                  <a:pt x="240095" y="101767"/>
                  <a:pt x="240095" y="103984"/>
                </a:cubicBezTo>
                <a:cubicBezTo>
                  <a:pt x="240095" y="106719"/>
                  <a:pt x="241235" y="108870"/>
                  <a:pt x="243516" y="110434"/>
                </a:cubicBezTo>
                <a:cubicBezTo>
                  <a:pt x="245796" y="111997"/>
                  <a:pt x="249868" y="112779"/>
                  <a:pt x="255731" y="112779"/>
                </a:cubicBezTo>
                <a:lnTo>
                  <a:pt x="272737" y="112779"/>
                </a:lnTo>
                <a:cubicBezTo>
                  <a:pt x="284332" y="112779"/>
                  <a:pt x="293095" y="114636"/>
                  <a:pt x="299024" y="118350"/>
                </a:cubicBezTo>
                <a:cubicBezTo>
                  <a:pt x="304953" y="122062"/>
                  <a:pt x="307917" y="128088"/>
                  <a:pt x="307917" y="136429"/>
                </a:cubicBezTo>
                <a:cubicBezTo>
                  <a:pt x="307917" y="141119"/>
                  <a:pt x="306711" y="145549"/>
                  <a:pt x="304299" y="149718"/>
                </a:cubicBezTo>
                <a:cubicBezTo>
                  <a:pt x="301890" y="153888"/>
                  <a:pt x="298470" y="157470"/>
                  <a:pt x="294040" y="160467"/>
                </a:cubicBezTo>
                <a:cubicBezTo>
                  <a:pt x="289610" y="163465"/>
                  <a:pt x="284235" y="165843"/>
                  <a:pt x="277914" y="167601"/>
                </a:cubicBezTo>
                <a:cubicBezTo>
                  <a:pt x="271596" y="169360"/>
                  <a:pt x="264527" y="170240"/>
                  <a:pt x="256710" y="170240"/>
                </a:cubicBezTo>
                <a:moveTo>
                  <a:pt x="257882" y="83265"/>
                </a:moveTo>
                <a:cubicBezTo>
                  <a:pt x="262443" y="83265"/>
                  <a:pt x="266352" y="81604"/>
                  <a:pt x="269608" y="78281"/>
                </a:cubicBezTo>
                <a:cubicBezTo>
                  <a:pt x="272867" y="74957"/>
                  <a:pt x="274497" y="70168"/>
                  <a:pt x="274497" y="63915"/>
                </a:cubicBezTo>
                <a:cubicBezTo>
                  <a:pt x="274497" y="57921"/>
                  <a:pt x="272900" y="53262"/>
                  <a:pt x="269707" y="49940"/>
                </a:cubicBezTo>
                <a:cubicBezTo>
                  <a:pt x="266514" y="46618"/>
                  <a:pt x="262572" y="44956"/>
                  <a:pt x="257882" y="44956"/>
                </a:cubicBezTo>
                <a:cubicBezTo>
                  <a:pt x="253191" y="44956"/>
                  <a:pt x="249217" y="46586"/>
                  <a:pt x="245958" y="49844"/>
                </a:cubicBezTo>
                <a:cubicBezTo>
                  <a:pt x="242701" y="53101"/>
                  <a:pt x="241073" y="57791"/>
                  <a:pt x="241073" y="63915"/>
                </a:cubicBezTo>
                <a:cubicBezTo>
                  <a:pt x="241073" y="70168"/>
                  <a:pt x="242701" y="74957"/>
                  <a:pt x="245958" y="78281"/>
                </a:cubicBezTo>
                <a:cubicBezTo>
                  <a:pt x="249217" y="81604"/>
                  <a:pt x="253191" y="83265"/>
                  <a:pt x="257882" y="83265"/>
                </a:cubicBezTo>
                <a:moveTo>
                  <a:pt x="260226" y="155582"/>
                </a:moveTo>
                <a:cubicBezTo>
                  <a:pt x="268046" y="155582"/>
                  <a:pt x="274333" y="154051"/>
                  <a:pt x="279089" y="150989"/>
                </a:cubicBezTo>
                <a:cubicBezTo>
                  <a:pt x="283845" y="147927"/>
                  <a:pt x="286223" y="144311"/>
                  <a:pt x="286223" y="140142"/>
                </a:cubicBezTo>
                <a:cubicBezTo>
                  <a:pt x="286223" y="136362"/>
                  <a:pt x="284757" y="133821"/>
                  <a:pt x="281824" y="132519"/>
                </a:cubicBezTo>
                <a:cubicBezTo>
                  <a:pt x="278894" y="131217"/>
                  <a:pt x="274691" y="130565"/>
                  <a:pt x="269218" y="130565"/>
                </a:cubicBezTo>
                <a:lnTo>
                  <a:pt x="256122" y="130565"/>
                </a:lnTo>
                <a:cubicBezTo>
                  <a:pt x="250911" y="130565"/>
                  <a:pt x="246546" y="130109"/>
                  <a:pt x="243026" y="129197"/>
                </a:cubicBezTo>
                <a:cubicBezTo>
                  <a:pt x="238076" y="132974"/>
                  <a:pt x="235600" y="137209"/>
                  <a:pt x="235600" y="141901"/>
                </a:cubicBezTo>
                <a:cubicBezTo>
                  <a:pt x="235600" y="146200"/>
                  <a:pt x="237782" y="149554"/>
                  <a:pt x="242147" y="151964"/>
                </a:cubicBezTo>
                <a:cubicBezTo>
                  <a:pt x="246513" y="154376"/>
                  <a:pt x="252539" y="155582"/>
                  <a:pt x="260226" y="155582"/>
                </a:cubicBezTo>
                <a:close/>
                <a:moveTo>
                  <a:pt x="363699" y="127828"/>
                </a:moveTo>
                <a:lnTo>
                  <a:pt x="363699" y="0"/>
                </a:lnTo>
                <a:lnTo>
                  <a:pt x="406896" y="0"/>
                </a:lnTo>
                <a:cubicBezTo>
                  <a:pt x="413540" y="0"/>
                  <a:pt x="419729" y="652"/>
                  <a:pt x="425461" y="1956"/>
                </a:cubicBezTo>
                <a:cubicBezTo>
                  <a:pt x="431195" y="3259"/>
                  <a:pt x="436147" y="5376"/>
                  <a:pt x="440316" y="8309"/>
                </a:cubicBezTo>
                <a:cubicBezTo>
                  <a:pt x="444487" y="11240"/>
                  <a:pt x="447778" y="15116"/>
                  <a:pt x="450188" y="19937"/>
                </a:cubicBezTo>
                <a:cubicBezTo>
                  <a:pt x="452600" y="24759"/>
                  <a:pt x="453805" y="30752"/>
                  <a:pt x="453805" y="37918"/>
                </a:cubicBezTo>
                <a:cubicBezTo>
                  <a:pt x="453805" y="47692"/>
                  <a:pt x="451492" y="55577"/>
                  <a:pt x="446865" y="61571"/>
                </a:cubicBezTo>
                <a:cubicBezTo>
                  <a:pt x="442241" y="67564"/>
                  <a:pt x="436084" y="71863"/>
                  <a:pt x="428396" y="74470"/>
                </a:cubicBezTo>
                <a:lnTo>
                  <a:pt x="458887" y="127828"/>
                </a:lnTo>
                <a:lnTo>
                  <a:pt x="433478" y="127828"/>
                </a:lnTo>
                <a:lnTo>
                  <a:pt x="405917" y="77792"/>
                </a:lnTo>
                <a:lnTo>
                  <a:pt x="386374" y="77792"/>
                </a:lnTo>
                <a:lnTo>
                  <a:pt x="386374" y="127828"/>
                </a:lnTo>
                <a:lnTo>
                  <a:pt x="363699" y="127828"/>
                </a:lnTo>
                <a:moveTo>
                  <a:pt x="386374" y="59809"/>
                </a:moveTo>
                <a:lnTo>
                  <a:pt x="404551" y="59809"/>
                </a:lnTo>
                <a:cubicBezTo>
                  <a:pt x="413280" y="59809"/>
                  <a:pt x="419956" y="57984"/>
                  <a:pt x="424581" y="54336"/>
                </a:cubicBezTo>
                <a:cubicBezTo>
                  <a:pt x="429208" y="50687"/>
                  <a:pt x="431521" y="45215"/>
                  <a:pt x="431521" y="37918"/>
                </a:cubicBezTo>
                <a:cubicBezTo>
                  <a:pt x="431521" y="30492"/>
                  <a:pt x="429208" y="25345"/>
                  <a:pt x="424581" y="22478"/>
                </a:cubicBezTo>
                <a:cubicBezTo>
                  <a:pt x="419956" y="19611"/>
                  <a:pt x="413280" y="18178"/>
                  <a:pt x="404551" y="18178"/>
                </a:cubicBezTo>
                <a:lnTo>
                  <a:pt x="386374" y="18178"/>
                </a:lnTo>
                <a:lnTo>
                  <a:pt x="386374" y="59809"/>
                </a:lnTo>
                <a:close/>
                <a:moveTo>
                  <a:pt x="519516" y="130172"/>
                </a:moveTo>
                <a:cubicBezTo>
                  <a:pt x="512869" y="130172"/>
                  <a:pt x="506679" y="129033"/>
                  <a:pt x="500945" y="126754"/>
                </a:cubicBezTo>
                <a:cubicBezTo>
                  <a:pt x="495213" y="124473"/>
                  <a:pt x="490196" y="121183"/>
                  <a:pt x="485896" y="116882"/>
                </a:cubicBezTo>
                <a:cubicBezTo>
                  <a:pt x="481597" y="112582"/>
                  <a:pt x="478242" y="107337"/>
                  <a:pt x="475830" y="101147"/>
                </a:cubicBezTo>
                <a:cubicBezTo>
                  <a:pt x="473420" y="94958"/>
                  <a:pt x="472215" y="87890"/>
                  <a:pt x="472215" y="79943"/>
                </a:cubicBezTo>
                <a:cubicBezTo>
                  <a:pt x="472215" y="72125"/>
                  <a:pt x="473453" y="65088"/>
                  <a:pt x="475928" y="58833"/>
                </a:cubicBezTo>
                <a:cubicBezTo>
                  <a:pt x="478404" y="52578"/>
                  <a:pt x="481693" y="47301"/>
                  <a:pt x="485797" y="43003"/>
                </a:cubicBezTo>
                <a:cubicBezTo>
                  <a:pt x="489903" y="38702"/>
                  <a:pt x="494627" y="35379"/>
                  <a:pt x="499969" y="33033"/>
                </a:cubicBezTo>
                <a:cubicBezTo>
                  <a:pt x="505312" y="30687"/>
                  <a:pt x="510784" y="29514"/>
                  <a:pt x="516387" y="29514"/>
                </a:cubicBezTo>
                <a:cubicBezTo>
                  <a:pt x="522903" y="29514"/>
                  <a:pt x="528636" y="30622"/>
                  <a:pt x="533587" y="32839"/>
                </a:cubicBezTo>
                <a:cubicBezTo>
                  <a:pt x="538539" y="35054"/>
                  <a:pt x="542677" y="38181"/>
                  <a:pt x="545999" y="42222"/>
                </a:cubicBezTo>
                <a:cubicBezTo>
                  <a:pt x="549322" y="46260"/>
                  <a:pt x="551830" y="51080"/>
                  <a:pt x="553524" y="56683"/>
                </a:cubicBezTo>
                <a:cubicBezTo>
                  <a:pt x="555218" y="62286"/>
                  <a:pt x="556065" y="68410"/>
                  <a:pt x="556065" y="75054"/>
                </a:cubicBezTo>
                <a:cubicBezTo>
                  <a:pt x="556065" y="77269"/>
                  <a:pt x="555966" y="79354"/>
                  <a:pt x="555770" y="81309"/>
                </a:cubicBezTo>
                <a:cubicBezTo>
                  <a:pt x="555575" y="83263"/>
                  <a:pt x="555347" y="84827"/>
                  <a:pt x="555087" y="86000"/>
                </a:cubicBezTo>
                <a:lnTo>
                  <a:pt x="494106" y="86000"/>
                </a:lnTo>
                <a:cubicBezTo>
                  <a:pt x="495148" y="94601"/>
                  <a:pt x="498177" y="101215"/>
                  <a:pt x="503193" y="105842"/>
                </a:cubicBezTo>
                <a:cubicBezTo>
                  <a:pt x="508212" y="110466"/>
                  <a:pt x="514630" y="112779"/>
                  <a:pt x="522448" y="112779"/>
                </a:cubicBezTo>
                <a:cubicBezTo>
                  <a:pt x="526617" y="112779"/>
                  <a:pt x="530493" y="112160"/>
                  <a:pt x="534076" y="110924"/>
                </a:cubicBezTo>
                <a:cubicBezTo>
                  <a:pt x="537659" y="109685"/>
                  <a:pt x="541210" y="107957"/>
                  <a:pt x="544729" y="105740"/>
                </a:cubicBezTo>
                <a:lnTo>
                  <a:pt x="552352" y="119814"/>
                </a:lnTo>
                <a:cubicBezTo>
                  <a:pt x="547791" y="122810"/>
                  <a:pt x="542709" y="125286"/>
                  <a:pt x="537106" y="127240"/>
                </a:cubicBezTo>
                <a:cubicBezTo>
                  <a:pt x="531503" y="129195"/>
                  <a:pt x="525640" y="130172"/>
                  <a:pt x="519516" y="130172"/>
                </a:cubicBezTo>
                <a:moveTo>
                  <a:pt x="493909" y="70754"/>
                </a:moveTo>
                <a:lnTo>
                  <a:pt x="536518" y="70754"/>
                </a:lnTo>
                <a:cubicBezTo>
                  <a:pt x="536518" y="63328"/>
                  <a:pt x="534922" y="57497"/>
                  <a:pt x="531729" y="53262"/>
                </a:cubicBezTo>
                <a:cubicBezTo>
                  <a:pt x="528538" y="49027"/>
                  <a:pt x="523620" y="46910"/>
                  <a:pt x="516975" y="46910"/>
                </a:cubicBezTo>
                <a:cubicBezTo>
                  <a:pt x="511241" y="46910"/>
                  <a:pt x="506223" y="48930"/>
                  <a:pt x="501923" y="52970"/>
                </a:cubicBezTo>
                <a:cubicBezTo>
                  <a:pt x="497624" y="57008"/>
                  <a:pt x="494953" y="62936"/>
                  <a:pt x="493909" y="70754"/>
                </a:cubicBezTo>
                <a:close/>
                <a:moveTo>
                  <a:pt x="578971" y="165746"/>
                </a:moveTo>
                <a:lnTo>
                  <a:pt x="578971" y="31861"/>
                </a:lnTo>
                <a:lnTo>
                  <a:pt x="597540" y="31861"/>
                </a:lnTo>
                <a:lnTo>
                  <a:pt x="599102" y="42025"/>
                </a:lnTo>
                <a:lnTo>
                  <a:pt x="599884" y="42025"/>
                </a:lnTo>
                <a:cubicBezTo>
                  <a:pt x="603924" y="38637"/>
                  <a:pt x="608419" y="35705"/>
                  <a:pt x="613370" y="33230"/>
                </a:cubicBezTo>
                <a:cubicBezTo>
                  <a:pt x="618323" y="30752"/>
                  <a:pt x="623470" y="29514"/>
                  <a:pt x="628813" y="29514"/>
                </a:cubicBezTo>
                <a:cubicBezTo>
                  <a:pt x="634805" y="29514"/>
                  <a:pt x="640115" y="30654"/>
                  <a:pt x="644742" y="32934"/>
                </a:cubicBezTo>
                <a:cubicBezTo>
                  <a:pt x="649368" y="35215"/>
                  <a:pt x="653310" y="38505"/>
                  <a:pt x="656567" y="42806"/>
                </a:cubicBezTo>
                <a:cubicBezTo>
                  <a:pt x="659824" y="47107"/>
                  <a:pt x="662299" y="52254"/>
                  <a:pt x="663993" y="58249"/>
                </a:cubicBezTo>
                <a:cubicBezTo>
                  <a:pt x="665687" y="64241"/>
                  <a:pt x="666534" y="70951"/>
                  <a:pt x="666534" y="78377"/>
                </a:cubicBezTo>
                <a:cubicBezTo>
                  <a:pt x="666534" y="86586"/>
                  <a:pt x="665394" y="93916"/>
                  <a:pt x="663113" y="100366"/>
                </a:cubicBezTo>
                <a:cubicBezTo>
                  <a:pt x="660833" y="106816"/>
                  <a:pt x="657803" y="112224"/>
                  <a:pt x="654023" y="116590"/>
                </a:cubicBezTo>
                <a:cubicBezTo>
                  <a:pt x="650245" y="120954"/>
                  <a:pt x="645881" y="124309"/>
                  <a:pt x="640930" y="126656"/>
                </a:cubicBezTo>
                <a:cubicBezTo>
                  <a:pt x="635980" y="129000"/>
                  <a:pt x="630833" y="130172"/>
                  <a:pt x="625491" y="130172"/>
                </a:cubicBezTo>
                <a:cubicBezTo>
                  <a:pt x="621321" y="130172"/>
                  <a:pt x="617151" y="129260"/>
                  <a:pt x="612979" y="127437"/>
                </a:cubicBezTo>
                <a:cubicBezTo>
                  <a:pt x="608810" y="125612"/>
                  <a:pt x="604771" y="123005"/>
                  <a:pt x="600862" y="119617"/>
                </a:cubicBezTo>
                <a:lnTo>
                  <a:pt x="601450" y="135644"/>
                </a:lnTo>
                <a:lnTo>
                  <a:pt x="601450" y="165746"/>
                </a:lnTo>
                <a:lnTo>
                  <a:pt x="578971" y="165746"/>
                </a:lnTo>
                <a:moveTo>
                  <a:pt x="620799" y="111606"/>
                </a:moveTo>
                <a:cubicBezTo>
                  <a:pt x="627184" y="111606"/>
                  <a:pt x="632525" y="108838"/>
                  <a:pt x="636824" y="103301"/>
                </a:cubicBezTo>
                <a:cubicBezTo>
                  <a:pt x="641124" y="97761"/>
                  <a:pt x="643274" y="89519"/>
                  <a:pt x="643274" y="78574"/>
                </a:cubicBezTo>
                <a:cubicBezTo>
                  <a:pt x="643274" y="68931"/>
                  <a:pt x="641646" y="61438"/>
                  <a:pt x="638389" y="56096"/>
                </a:cubicBezTo>
                <a:cubicBezTo>
                  <a:pt x="635133" y="50753"/>
                  <a:pt x="629856" y="48082"/>
                  <a:pt x="622559" y="48082"/>
                </a:cubicBezTo>
                <a:cubicBezTo>
                  <a:pt x="615783" y="48082"/>
                  <a:pt x="608746" y="51666"/>
                  <a:pt x="601450" y="58833"/>
                </a:cubicBezTo>
                <a:lnTo>
                  <a:pt x="601450" y="103593"/>
                </a:lnTo>
                <a:cubicBezTo>
                  <a:pt x="604967" y="106589"/>
                  <a:pt x="608354" y="108674"/>
                  <a:pt x="611611" y="109847"/>
                </a:cubicBezTo>
                <a:cubicBezTo>
                  <a:pt x="614869" y="111020"/>
                  <a:pt x="617932" y="111606"/>
                  <a:pt x="620799" y="111606"/>
                </a:cubicBezTo>
                <a:close/>
                <a:moveTo>
                  <a:pt x="729511" y="130172"/>
                </a:moveTo>
                <a:cubicBezTo>
                  <a:pt x="723516" y="130172"/>
                  <a:pt x="717782" y="129064"/>
                  <a:pt x="712308" y="126849"/>
                </a:cubicBezTo>
                <a:cubicBezTo>
                  <a:pt x="706837" y="124634"/>
                  <a:pt x="701983" y="121378"/>
                  <a:pt x="697748" y="117079"/>
                </a:cubicBezTo>
                <a:cubicBezTo>
                  <a:pt x="693513" y="112779"/>
                  <a:pt x="690158" y="107501"/>
                  <a:pt x="687683" y="101246"/>
                </a:cubicBezTo>
                <a:cubicBezTo>
                  <a:pt x="685208" y="94991"/>
                  <a:pt x="683970" y="87890"/>
                  <a:pt x="683970" y="79943"/>
                </a:cubicBezTo>
                <a:cubicBezTo>
                  <a:pt x="683970" y="71994"/>
                  <a:pt x="685208" y="64893"/>
                  <a:pt x="687683" y="58639"/>
                </a:cubicBezTo>
                <a:cubicBezTo>
                  <a:pt x="690158" y="52384"/>
                  <a:pt x="693513" y="47107"/>
                  <a:pt x="697748" y="42806"/>
                </a:cubicBezTo>
                <a:cubicBezTo>
                  <a:pt x="701983" y="38505"/>
                  <a:pt x="706837" y="35215"/>
                  <a:pt x="712308" y="32934"/>
                </a:cubicBezTo>
                <a:cubicBezTo>
                  <a:pt x="717782" y="30654"/>
                  <a:pt x="723516" y="29514"/>
                  <a:pt x="729511" y="29514"/>
                </a:cubicBezTo>
                <a:cubicBezTo>
                  <a:pt x="735505" y="29514"/>
                  <a:pt x="741271" y="30654"/>
                  <a:pt x="746809" y="32934"/>
                </a:cubicBezTo>
                <a:cubicBezTo>
                  <a:pt x="752346" y="35215"/>
                  <a:pt x="757199" y="38505"/>
                  <a:pt x="761368" y="42806"/>
                </a:cubicBezTo>
                <a:cubicBezTo>
                  <a:pt x="765538" y="47107"/>
                  <a:pt x="768893" y="52384"/>
                  <a:pt x="771434" y="58639"/>
                </a:cubicBezTo>
                <a:cubicBezTo>
                  <a:pt x="773975" y="64893"/>
                  <a:pt x="775245" y="71994"/>
                  <a:pt x="775245" y="79943"/>
                </a:cubicBezTo>
                <a:cubicBezTo>
                  <a:pt x="775245" y="87890"/>
                  <a:pt x="773975" y="94991"/>
                  <a:pt x="771434" y="101246"/>
                </a:cubicBezTo>
                <a:cubicBezTo>
                  <a:pt x="768893" y="107501"/>
                  <a:pt x="765538" y="112779"/>
                  <a:pt x="761368" y="117079"/>
                </a:cubicBezTo>
                <a:cubicBezTo>
                  <a:pt x="757199" y="121378"/>
                  <a:pt x="752346" y="124634"/>
                  <a:pt x="746809" y="126849"/>
                </a:cubicBezTo>
                <a:cubicBezTo>
                  <a:pt x="741271" y="129064"/>
                  <a:pt x="735505" y="130172"/>
                  <a:pt x="729511" y="130172"/>
                </a:cubicBezTo>
                <a:moveTo>
                  <a:pt x="729511" y="111800"/>
                </a:moveTo>
                <a:cubicBezTo>
                  <a:pt x="736547" y="111800"/>
                  <a:pt x="742084" y="108901"/>
                  <a:pt x="746123" y="103104"/>
                </a:cubicBezTo>
                <a:cubicBezTo>
                  <a:pt x="750163" y="97304"/>
                  <a:pt x="752183" y="89584"/>
                  <a:pt x="752183" y="79943"/>
                </a:cubicBezTo>
                <a:cubicBezTo>
                  <a:pt x="752183" y="70168"/>
                  <a:pt x="750163" y="62382"/>
                  <a:pt x="746123" y="56585"/>
                </a:cubicBezTo>
                <a:cubicBezTo>
                  <a:pt x="742084" y="50787"/>
                  <a:pt x="736547" y="47888"/>
                  <a:pt x="729511" y="47888"/>
                </a:cubicBezTo>
                <a:cubicBezTo>
                  <a:pt x="722474" y="47888"/>
                  <a:pt x="716969" y="50787"/>
                  <a:pt x="712994" y="56585"/>
                </a:cubicBezTo>
                <a:cubicBezTo>
                  <a:pt x="709020" y="62382"/>
                  <a:pt x="707033" y="70168"/>
                  <a:pt x="707033" y="79943"/>
                </a:cubicBezTo>
                <a:cubicBezTo>
                  <a:pt x="707033" y="89584"/>
                  <a:pt x="709020" y="97304"/>
                  <a:pt x="712994" y="103104"/>
                </a:cubicBezTo>
                <a:cubicBezTo>
                  <a:pt x="716969" y="108901"/>
                  <a:pt x="722474" y="111800"/>
                  <a:pt x="729511" y="111800"/>
                </a:cubicBezTo>
                <a:close/>
                <a:moveTo>
                  <a:pt x="798739" y="127828"/>
                </a:moveTo>
                <a:lnTo>
                  <a:pt x="798739" y="31861"/>
                </a:lnTo>
                <a:lnTo>
                  <a:pt x="817308" y="31861"/>
                </a:lnTo>
                <a:lnTo>
                  <a:pt x="818871" y="48863"/>
                </a:lnTo>
                <a:lnTo>
                  <a:pt x="819652" y="48863"/>
                </a:lnTo>
                <a:cubicBezTo>
                  <a:pt x="823040" y="42610"/>
                  <a:pt x="827145" y="37822"/>
                  <a:pt x="831966" y="34500"/>
                </a:cubicBezTo>
                <a:cubicBezTo>
                  <a:pt x="836788" y="31176"/>
                  <a:pt x="841739" y="29514"/>
                  <a:pt x="846821" y="29514"/>
                </a:cubicBezTo>
                <a:cubicBezTo>
                  <a:pt x="851382" y="29514"/>
                  <a:pt x="855031" y="30166"/>
                  <a:pt x="857767" y="31470"/>
                </a:cubicBezTo>
                <a:lnTo>
                  <a:pt x="853857" y="51014"/>
                </a:lnTo>
                <a:cubicBezTo>
                  <a:pt x="852163" y="50493"/>
                  <a:pt x="850599" y="50102"/>
                  <a:pt x="849165" y="49841"/>
                </a:cubicBezTo>
                <a:cubicBezTo>
                  <a:pt x="847734" y="49581"/>
                  <a:pt x="845975" y="49451"/>
                  <a:pt x="843890" y="49451"/>
                </a:cubicBezTo>
                <a:cubicBezTo>
                  <a:pt x="840110" y="49451"/>
                  <a:pt x="836135" y="50917"/>
                  <a:pt x="831966" y="53850"/>
                </a:cubicBezTo>
                <a:cubicBezTo>
                  <a:pt x="827797" y="56780"/>
                  <a:pt x="824214" y="61894"/>
                  <a:pt x="821218" y="69191"/>
                </a:cubicBezTo>
                <a:lnTo>
                  <a:pt x="821218" y="127828"/>
                </a:lnTo>
                <a:lnTo>
                  <a:pt x="798739" y="127828"/>
                </a:lnTo>
                <a:close/>
                <a:moveTo>
                  <a:pt x="905887" y="130172"/>
                </a:moveTo>
                <a:cubicBezTo>
                  <a:pt x="900284" y="130172"/>
                  <a:pt x="895560" y="129325"/>
                  <a:pt x="891715" y="127631"/>
                </a:cubicBezTo>
                <a:cubicBezTo>
                  <a:pt x="887872" y="125937"/>
                  <a:pt x="884744" y="123559"/>
                  <a:pt x="882332" y="120497"/>
                </a:cubicBezTo>
                <a:cubicBezTo>
                  <a:pt x="879923" y="117435"/>
                  <a:pt x="878164" y="113787"/>
                  <a:pt x="877056" y="109552"/>
                </a:cubicBezTo>
                <a:cubicBezTo>
                  <a:pt x="875949" y="105317"/>
                  <a:pt x="875395" y="100594"/>
                  <a:pt x="875395" y="95382"/>
                </a:cubicBezTo>
                <a:lnTo>
                  <a:pt x="875395" y="49648"/>
                </a:lnTo>
                <a:lnTo>
                  <a:pt x="861715" y="49648"/>
                </a:lnTo>
                <a:lnTo>
                  <a:pt x="861715" y="32839"/>
                </a:lnTo>
                <a:lnTo>
                  <a:pt x="876567" y="31861"/>
                </a:lnTo>
                <a:lnTo>
                  <a:pt x="879305" y="5670"/>
                </a:lnTo>
                <a:lnTo>
                  <a:pt x="898067" y="5670"/>
                </a:lnTo>
                <a:lnTo>
                  <a:pt x="898067" y="31861"/>
                </a:lnTo>
                <a:lnTo>
                  <a:pt x="922499" y="31861"/>
                </a:lnTo>
                <a:lnTo>
                  <a:pt x="922499" y="49648"/>
                </a:lnTo>
                <a:lnTo>
                  <a:pt x="898067" y="49648"/>
                </a:lnTo>
                <a:lnTo>
                  <a:pt x="898067" y="95382"/>
                </a:lnTo>
                <a:cubicBezTo>
                  <a:pt x="898067" y="106588"/>
                  <a:pt x="902563" y="112191"/>
                  <a:pt x="911554" y="112191"/>
                </a:cubicBezTo>
                <a:cubicBezTo>
                  <a:pt x="913248" y="112191"/>
                  <a:pt x="914974" y="111996"/>
                  <a:pt x="916734" y="111606"/>
                </a:cubicBezTo>
                <a:cubicBezTo>
                  <a:pt x="918494" y="111215"/>
                  <a:pt x="920090" y="110693"/>
                  <a:pt x="921524" y="110041"/>
                </a:cubicBezTo>
                <a:lnTo>
                  <a:pt x="925431" y="126656"/>
                </a:lnTo>
                <a:cubicBezTo>
                  <a:pt x="922826" y="127568"/>
                  <a:pt x="919862" y="128382"/>
                  <a:pt x="916537" y="129098"/>
                </a:cubicBezTo>
                <a:cubicBezTo>
                  <a:pt x="913215" y="129814"/>
                  <a:pt x="909665" y="130172"/>
                  <a:pt x="905887" y="130172"/>
                </a:cubicBezTo>
                <a:close/>
                <a:moveTo>
                  <a:pt x="969449" y="130172"/>
                </a:moveTo>
                <a:cubicBezTo>
                  <a:pt x="962802" y="130172"/>
                  <a:pt x="956254" y="128902"/>
                  <a:pt x="949804" y="126363"/>
                </a:cubicBezTo>
                <a:cubicBezTo>
                  <a:pt x="943354" y="123822"/>
                  <a:pt x="937784" y="120662"/>
                  <a:pt x="933094" y="116882"/>
                </a:cubicBezTo>
                <a:lnTo>
                  <a:pt x="943649" y="102418"/>
                </a:lnTo>
                <a:cubicBezTo>
                  <a:pt x="947947" y="105806"/>
                  <a:pt x="952214" y="108445"/>
                  <a:pt x="956449" y="110336"/>
                </a:cubicBezTo>
                <a:cubicBezTo>
                  <a:pt x="960684" y="112225"/>
                  <a:pt x="965278" y="113169"/>
                  <a:pt x="970230" y="113169"/>
                </a:cubicBezTo>
                <a:cubicBezTo>
                  <a:pt x="975442" y="113169"/>
                  <a:pt x="979285" y="112095"/>
                  <a:pt x="981760" y="109945"/>
                </a:cubicBezTo>
                <a:cubicBezTo>
                  <a:pt x="984238" y="107794"/>
                  <a:pt x="985476" y="105024"/>
                  <a:pt x="985476" y="101636"/>
                </a:cubicBezTo>
                <a:cubicBezTo>
                  <a:pt x="985476" y="99682"/>
                  <a:pt x="984890" y="97956"/>
                  <a:pt x="983717" y="96459"/>
                </a:cubicBezTo>
                <a:cubicBezTo>
                  <a:pt x="982544" y="94960"/>
                  <a:pt x="980980" y="93624"/>
                  <a:pt x="979025" y="92451"/>
                </a:cubicBezTo>
                <a:cubicBezTo>
                  <a:pt x="977071" y="91278"/>
                  <a:pt x="974855" y="90203"/>
                  <a:pt x="972378" y="89227"/>
                </a:cubicBezTo>
                <a:cubicBezTo>
                  <a:pt x="969902" y="88249"/>
                  <a:pt x="967427" y="87238"/>
                  <a:pt x="964952" y="86197"/>
                </a:cubicBezTo>
                <a:cubicBezTo>
                  <a:pt x="961824" y="85024"/>
                  <a:pt x="958632" y="83656"/>
                  <a:pt x="955375" y="82093"/>
                </a:cubicBezTo>
                <a:cubicBezTo>
                  <a:pt x="952118" y="80528"/>
                  <a:pt x="949220" y="78638"/>
                  <a:pt x="946679" y="76423"/>
                </a:cubicBezTo>
                <a:cubicBezTo>
                  <a:pt x="944138" y="74208"/>
                  <a:pt x="942052" y="71636"/>
                  <a:pt x="940422" y="68705"/>
                </a:cubicBezTo>
                <a:cubicBezTo>
                  <a:pt x="938793" y="65772"/>
                  <a:pt x="937979" y="62286"/>
                  <a:pt x="937979" y="58246"/>
                </a:cubicBezTo>
                <a:cubicBezTo>
                  <a:pt x="937979" y="49776"/>
                  <a:pt x="941107" y="42870"/>
                  <a:pt x="947362" y="37527"/>
                </a:cubicBezTo>
                <a:cubicBezTo>
                  <a:pt x="953617" y="32185"/>
                  <a:pt x="962151" y="29514"/>
                  <a:pt x="972965" y="29514"/>
                </a:cubicBezTo>
                <a:cubicBezTo>
                  <a:pt x="979612" y="29514"/>
                  <a:pt x="985606" y="30687"/>
                  <a:pt x="990946" y="33033"/>
                </a:cubicBezTo>
                <a:cubicBezTo>
                  <a:pt x="996288" y="35379"/>
                  <a:pt x="1000915" y="38050"/>
                  <a:pt x="1004826" y="41046"/>
                </a:cubicBezTo>
                <a:lnTo>
                  <a:pt x="994465" y="54730"/>
                </a:lnTo>
                <a:cubicBezTo>
                  <a:pt x="991077" y="52252"/>
                  <a:pt x="987656" y="50265"/>
                  <a:pt x="984203" y="48768"/>
                </a:cubicBezTo>
                <a:cubicBezTo>
                  <a:pt x="980751" y="47269"/>
                  <a:pt x="977136" y="46519"/>
                  <a:pt x="973356" y="46519"/>
                </a:cubicBezTo>
                <a:cubicBezTo>
                  <a:pt x="968534" y="46519"/>
                  <a:pt x="964983" y="47529"/>
                  <a:pt x="962703" y="49549"/>
                </a:cubicBezTo>
                <a:cubicBezTo>
                  <a:pt x="960424" y="51569"/>
                  <a:pt x="959285" y="54077"/>
                  <a:pt x="959285" y="57074"/>
                </a:cubicBezTo>
                <a:cubicBezTo>
                  <a:pt x="959285" y="59028"/>
                  <a:pt x="959839" y="60689"/>
                  <a:pt x="960946" y="62057"/>
                </a:cubicBezTo>
                <a:cubicBezTo>
                  <a:pt x="962054" y="63425"/>
                  <a:pt x="963519" y="64631"/>
                  <a:pt x="965342" y="65675"/>
                </a:cubicBezTo>
                <a:cubicBezTo>
                  <a:pt x="967168" y="66717"/>
                  <a:pt x="969285" y="67694"/>
                  <a:pt x="971695" y="68607"/>
                </a:cubicBezTo>
                <a:cubicBezTo>
                  <a:pt x="974107" y="69517"/>
                  <a:pt x="976615" y="70429"/>
                  <a:pt x="979219" y="71341"/>
                </a:cubicBezTo>
                <a:cubicBezTo>
                  <a:pt x="982478" y="72514"/>
                  <a:pt x="985736" y="73851"/>
                  <a:pt x="988993" y="75350"/>
                </a:cubicBezTo>
                <a:cubicBezTo>
                  <a:pt x="992251" y="76847"/>
                  <a:pt x="995216" y="78703"/>
                  <a:pt x="997886" y="80918"/>
                </a:cubicBezTo>
                <a:cubicBezTo>
                  <a:pt x="1000558" y="83133"/>
                  <a:pt x="1002709" y="85837"/>
                  <a:pt x="1004337" y="89030"/>
                </a:cubicBezTo>
                <a:cubicBezTo>
                  <a:pt x="1005965" y="92223"/>
                  <a:pt x="1006779" y="96035"/>
                  <a:pt x="1006779" y="100464"/>
                </a:cubicBezTo>
                <a:cubicBezTo>
                  <a:pt x="1006779" y="104634"/>
                  <a:pt x="1005965" y="108511"/>
                  <a:pt x="1004337" y="112096"/>
                </a:cubicBezTo>
                <a:cubicBezTo>
                  <a:pt x="1002709" y="115678"/>
                  <a:pt x="1000331" y="118806"/>
                  <a:pt x="997203" y="121478"/>
                </a:cubicBezTo>
                <a:cubicBezTo>
                  <a:pt x="994076" y="124148"/>
                  <a:pt x="990166" y="126265"/>
                  <a:pt x="985473" y="127828"/>
                </a:cubicBezTo>
                <a:cubicBezTo>
                  <a:pt x="980783" y="129390"/>
                  <a:pt x="975442" y="130172"/>
                  <a:pt x="969449" y="130172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B9340-D54E-4323-BE75-F99B1133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0178" y="3774447"/>
            <a:ext cx="1684553" cy="285453"/>
          </a:xfrm>
          <a:custGeom xmlns:a="http://schemas.openxmlformats.org/drawingml/2006/main">
            <a:pathLst>
              <a:path w="1684553" h="285453">
                <a:moveTo>
                  <a:pt x="0" y="0"/>
                </a:moveTo>
                <a:lnTo>
                  <a:pt x="1684553" y="0"/>
                </a:lnTo>
                <a:lnTo>
                  <a:pt x="1684553" y="285453"/>
                </a:lnTo>
                <a:lnTo>
                  <a:pt x="0" y="285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4F4F9-470B-4DD5-91A7-D1CF48F2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0178" y="3774447"/>
            <a:ext cx="1684553" cy="285454"/>
          </a:xfrm>
          <a:custGeom xmlns:a="http://schemas.openxmlformats.org/drawingml/2006/main">
            <a:pathLst>
              <a:path w="1684553" h="285454" fill="none">
                <a:moveTo>
                  <a:pt x="0" y="0"/>
                </a:moveTo>
                <a:lnTo>
                  <a:pt x="1684553" y="0"/>
                </a:lnTo>
                <a:lnTo>
                  <a:pt x="1684553" y="285454"/>
                </a:lnTo>
                <a:lnTo>
                  <a:pt x="0" y="28545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000000"/>
            </a:solidFill>
            <a:miter/>
          </a:ln>
        </p:spPr>
      </p:sp>
      <p:sp>
        <p:nvSpPr>
          <p:cNvPr id="326" name="Text InsertedStatements">
            <a:extLst xmlns:a="http://schemas.openxmlformats.org/drawingml/2006/main">
              <a:ext uri="{FF2B5EF4-FFF2-40B4-BE49-F238E27FC236}">
                <a16:creationId xmlns:a16="http://schemas.microsoft.com/office/drawing/2014/main" id="{B9677EE7-F75B-4DDD-96DA-EF1A0510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0056" y="3871038"/>
            <a:ext cx="1274557" cy="110062"/>
          </a:xfrm>
          <a:custGeom xmlns:a="http://schemas.openxmlformats.org/drawingml/2006/main">
            <a:pathLst>
              <a:path w="1274557" h="110062">
                <a:moveTo>
                  <a:pt x="0" y="108238"/>
                </a:moveTo>
                <a:lnTo>
                  <a:pt x="0" y="8513"/>
                </a:lnTo>
                <a:lnTo>
                  <a:pt x="12619" y="8513"/>
                </a:lnTo>
                <a:lnTo>
                  <a:pt x="12619" y="108238"/>
                </a:lnTo>
                <a:lnTo>
                  <a:pt x="0" y="108238"/>
                </a:lnTo>
                <a:close/>
                <a:moveTo>
                  <a:pt x="39510" y="108238"/>
                </a:moveTo>
                <a:lnTo>
                  <a:pt x="39510" y="34358"/>
                </a:lnTo>
                <a:lnTo>
                  <a:pt x="49846" y="34358"/>
                </a:lnTo>
                <a:lnTo>
                  <a:pt x="50911" y="44998"/>
                </a:lnTo>
                <a:lnTo>
                  <a:pt x="51368" y="44998"/>
                </a:lnTo>
                <a:cubicBezTo>
                  <a:pt x="54915" y="41451"/>
                  <a:pt x="58640" y="38486"/>
                  <a:pt x="62541" y="36105"/>
                </a:cubicBezTo>
                <a:cubicBezTo>
                  <a:pt x="66443" y="33723"/>
                  <a:pt x="70978" y="32533"/>
                  <a:pt x="76146" y="32533"/>
                </a:cubicBezTo>
                <a:cubicBezTo>
                  <a:pt x="83949" y="32533"/>
                  <a:pt x="89649" y="34965"/>
                  <a:pt x="93246" y="39830"/>
                </a:cubicBezTo>
                <a:cubicBezTo>
                  <a:pt x="96845" y="44695"/>
                  <a:pt x="98644" y="51891"/>
                  <a:pt x="98644" y="61417"/>
                </a:cubicBezTo>
                <a:lnTo>
                  <a:pt x="98644" y="108238"/>
                </a:lnTo>
                <a:lnTo>
                  <a:pt x="86181" y="108238"/>
                </a:lnTo>
                <a:lnTo>
                  <a:pt x="86181" y="63089"/>
                </a:lnTo>
                <a:cubicBezTo>
                  <a:pt x="86181" y="56096"/>
                  <a:pt x="85066" y="51054"/>
                  <a:pt x="82836" y="47963"/>
                </a:cubicBezTo>
                <a:cubicBezTo>
                  <a:pt x="80606" y="44872"/>
                  <a:pt x="77058" y="43326"/>
                  <a:pt x="72193" y="43326"/>
                </a:cubicBezTo>
                <a:cubicBezTo>
                  <a:pt x="68343" y="43326"/>
                  <a:pt x="64948" y="44289"/>
                  <a:pt x="62008" y="46214"/>
                </a:cubicBezTo>
                <a:cubicBezTo>
                  <a:pt x="59070" y="48139"/>
                  <a:pt x="55726" y="50977"/>
                  <a:pt x="51976" y="54727"/>
                </a:cubicBezTo>
                <a:lnTo>
                  <a:pt x="51976" y="108238"/>
                </a:lnTo>
                <a:lnTo>
                  <a:pt x="39510" y="108238"/>
                </a:lnTo>
                <a:close/>
                <a:moveTo>
                  <a:pt x="143020" y="110062"/>
                </a:moveTo>
                <a:cubicBezTo>
                  <a:pt x="137750" y="110062"/>
                  <a:pt x="132733" y="109099"/>
                  <a:pt x="127970" y="107174"/>
                </a:cubicBezTo>
                <a:cubicBezTo>
                  <a:pt x="123207" y="105248"/>
                  <a:pt x="119052" y="102817"/>
                  <a:pt x="115505" y="99878"/>
                </a:cubicBezTo>
                <a:lnTo>
                  <a:pt x="121738" y="91516"/>
                </a:lnTo>
                <a:cubicBezTo>
                  <a:pt x="124980" y="94151"/>
                  <a:pt x="128299" y="96280"/>
                  <a:pt x="131693" y="97902"/>
                </a:cubicBezTo>
                <a:cubicBezTo>
                  <a:pt x="135089" y="99523"/>
                  <a:pt x="139017" y="100333"/>
                  <a:pt x="143477" y="100333"/>
                </a:cubicBezTo>
                <a:cubicBezTo>
                  <a:pt x="148341" y="100333"/>
                  <a:pt x="151989" y="99219"/>
                  <a:pt x="154421" y="96991"/>
                </a:cubicBezTo>
                <a:cubicBezTo>
                  <a:pt x="156854" y="94761"/>
                  <a:pt x="158070" y="92023"/>
                  <a:pt x="158070" y="88779"/>
                </a:cubicBezTo>
                <a:cubicBezTo>
                  <a:pt x="158070" y="86854"/>
                  <a:pt x="157563" y="85182"/>
                  <a:pt x="156548" y="83764"/>
                </a:cubicBezTo>
                <a:cubicBezTo>
                  <a:pt x="155535" y="82344"/>
                  <a:pt x="154243" y="81103"/>
                  <a:pt x="152672" y="80039"/>
                </a:cubicBezTo>
                <a:cubicBezTo>
                  <a:pt x="151102" y="78975"/>
                  <a:pt x="149304" y="78038"/>
                  <a:pt x="147277" y="77227"/>
                </a:cubicBezTo>
                <a:cubicBezTo>
                  <a:pt x="145249" y="76415"/>
                  <a:pt x="143223" y="75604"/>
                  <a:pt x="141197" y="74794"/>
                </a:cubicBezTo>
                <a:cubicBezTo>
                  <a:pt x="138562" y="73882"/>
                  <a:pt x="135927" y="72843"/>
                  <a:pt x="133292" y="71679"/>
                </a:cubicBezTo>
                <a:cubicBezTo>
                  <a:pt x="130656" y="70513"/>
                  <a:pt x="128300" y="69094"/>
                  <a:pt x="126221" y="67422"/>
                </a:cubicBezTo>
                <a:cubicBezTo>
                  <a:pt x="124145" y="65749"/>
                  <a:pt x="122447" y="63798"/>
                  <a:pt x="121130" y="61570"/>
                </a:cubicBezTo>
                <a:cubicBezTo>
                  <a:pt x="119812" y="59340"/>
                  <a:pt x="119153" y="56654"/>
                  <a:pt x="119153" y="53511"/>
                </a:cubicBezTo>
                <a:cubicBezTo>
                  <a:pt x="119153" y="50572"/>
                  <a:pt x="119736" y="47810"/>
                  <a:pt x="120900" y="45226"/>
                </a:cubicBezTo>
                <a:cubicBezTo>
                  <a:pt x="122066" y="42642"/>
                  <a:pt x="123739" y="40413"/>
                  <a:pt x="125917" y="38538"/>
                </a:cubicBezTo>
                <a:cubicBezTo>
                  <a:pt x="128096" y="36662"/>
                  <a:pt x="130756" y="35193"/>
                  <a:pt x="133897" y="34129"/>
                </a:cubicBezTo>
                <a:cubicBezTo>
                  <a:pt x="137039" y="33065"/>
                  <a:pt x="140587" y="32533"/>
                  <a:pt x="144539" y="32533"/>
                </a:cubicBezTo>
                <a:cubicBezTo>
                  <a:pt x="149202" y="32533"/>
                  <a:pt x="153484" y="33344"/>
                  <a:pt x="157386" y="34966"/>
                </a:cubicBezTo>
                <a:cubicBezTo>
                  <a:pt x="161287" y="36587"/>
                  <a:pt x="164657" y="38563"/>
                  <a:pt x="167494" y="40895"/>
                </a:cubicBezTo>
                <a:lnTo>
                  <a:pt x="161566" y="48798"/>
                </a:lnTo>
                <a:cubicBezTo>
                  <a:pt x="159032" y="46873"/>
                  <a:pt x="156397" y="45302"/>
                  <a:pt x="153660" y="44087"/>
                </a:cubicBezTo>
                <a:cubicBezTo>
                  <a:pt x="150925" y="42870"/>
                  <a:pt x="147935" y="42261"/>
                  <a:pt x="144693" y="42261"/>
                </a:cubicBezTo>
                <a:cubicBezTo>
                  <a:pt x="140030" y="42261"/>
                  <a:pt x="136609" y="43326"/>
                  <a:pt x="134431" y="45455"/>
                </a:cubicBezTo>
                <a:cubicBezTo>
                  <a:pt x="132252" y="47583"/>
                  <a:pt x="131162" y="50066"/>
                  <a:pt x="131162" y="52904"/>
                </a:cubicBezTo>
                <a:cubicBezTo>
                  <a:pt x="131162" y="54626"/>
                  <a:pt x="131618" y="56121"/>
                  <a:pt x="132531" y="57388"/>
                </a:cubicBezTo>
                <a:cubicBezTo>
                  <a:pt x="133443" y="58654"/>
                  <a:pt x="134659" y="59769"/>
                  <a:pt x="136180" y="60732"/>
                </a:cubicBezTo>
                <a:cubicBezTo>
                  <a:pt x="137700" y="61696"/>
                  <a:pt x="139448" y="62558"/>
                  <a:pt x="141424" y="63319"/>
                </a:cubicBezTo>
                <a:cubicBezTo>
                  <a:pt x="143401" y="64078"/>
                  <a:pt x="145453" y="64863"/>
                  <a:pt x="147580" y="65673"/>
                </a:cubicBezTo>
                <a:cubicBezTo>
                  <a:pt x="150216" y="66686"/>
                  <a:pt x="152875" y="67750"/>
                  <a:pt x="155560" y="68865"/>
                </a:cubicBezTo>
                <a:cubicBezTo>
                  <a:pt x="158246" y="69980"/>
                  <a:pt x="160653" y="71374"/>
                  <a:pt x="162781" y="73047"/>
                </a:cubicBezTo>
                <a:cubicBezTo>
                  <a:pt x="164910" y="74719"/>
                  <a:pt x="166659" y="76771"/>
                  <a:pt x="168026" y="79204"/>
                </a:cubicBezTo>
                <a:cubicBezTo>
                  <a:pt x="169394" y="81635"/>
                  <a:pt x="170079" y="84574"/>
                  <a:pt x="170079" y="88021"/>
                </a:cubicBezTo>
                <a:cubicBezTo>
                  <a:pt x="170079" y="91061"/>
                  <a:pt x="169496" y="93898"/>
                  <a:pt x="168330" y="96534"/>
                </a:cubicBezTo>
                <a:cubicBezTo>
                  <a:pt x="167165" y="99169"/>
                  <a:pt x="165442" y="101500"/>
                  <a:pt x="163161" y="103527"/>
                </a:cubicBezTo>
                <a:cubicBezTo>
                  <a:pt x="160882" y="105553"/>
                  <a:pt x="158044" y="107148"/>
                  <a:pt x="154648" y="108313"/>
                </a:cubicBezTo>
                <a:cubicBezTo>
                  <a:pt x="151254" y="109479"/>
                  <a:pt x="147378" y="110062"/>
                  <a:pt x="143020" y="110062"/>
                </a:cubicBezTo>
                <a:close/>
                <a:moveTo>
                  <a:pt x="216127" y="110062"/>
                </a:moveTo>
                <a:cubicBezTo>
                  <a:pt x="211160" y="110062"/>
                  <a:pt x="206523" y="109176"/>
                  <a:pt x="202216" y="107403"/>
                </a:cubicBezTo>
                <a:cubicBezTo>
                  <a:pt x="197909" y="105630"/>
                  <a:pt x="194159" y="103096"/>
                  <a:pt x="190966" y="99802"/>
                </a:cubicBezTo>
                <a:cubicBezTo>
                  <a:pt x="187774" y="96508"/>
                  <a:pt x="185266" y="92480"/>
                  <a:pt x="183441" y="87717"/>
                </a:cubicBezTo>
                <a:cubicBezTo>
                  <a:pt x="181618" y="82952"/>
                  <a:pt x="180706" y="77530"/>
                  <a:pt x="180706" y="71449"/>
                </a:cubicBezTo>
                <a:cubicBezTo>
                  <a:pt x="180706" y="65369"/>
                  <a:pt x="181643" y="59921"/>
                  <a:pt x="183518" y="55107"/>
                </a:cubicBezTo>
                <a:cubicBezTo>
                  <a:pt x="185392" y="50293"/>
                  <a:pt x="187875" y="46215"/>
                  <a:pt x="190966" y="42871"/>
                </a:cubicBezTo>
                <a:cubicBezTo>
                  <a:pt x="194057" y="39526"/>
                  <a:pt x="197579" y="36967"/>
                  <a:pt x="201532" y="35193"/>
                </a:cubicBezTo>
                <a:cubicBezTo>
                  <a:pt x="205484" y="33420"/>
                  <a:pt x="209589" y="32533"/>
                  <a:pt x="213847" y="32533"/>
                </a:cubicBezTo>
                <a:cubicBezTo>
                  <a:pt x="218508" y="32533"/>
                  <a:pt x="222688" y="33344"/>
                  <a:pt x="226387" y="34966"/>
                </a:cubicBezTo>
                <a:cubicBezTo>
                  <a:pt x="230086" y="36587"/>
                  <a:pt x="233177" y="38917"/>
                  <a:pt x="235660" y="41957"/>
                </a:cubicBezTo>
                <a:cubicBezTo>
                  <a:pt x="238144" y="44998"/>
                  <a:pt x="240044" y="48646"/>
                  <a:pt x="241360" y="52904"/>
                </a:cubicBezTo>
                <a:cubicBezTo>
                  <a:pt x="242677" y="57159"/>
                  <a:pt x="243336" y="61922"/>
                  <a:pt x="243336" y="67193"/>
                </a:cubicBezTo>
                <a:cubicBezTo>
                  <a:pt x="243336" y="68510"/>
                  <a:pt x="243311" y="69803"/>
                  <a:pt x="243260" y="71071"/>
                </a:cubicBezTo>
                <a:cubicBezTo>
                  <a:pt x="243210" y="72338"/>
                  <a:pt x="243084" y="73426"/>
                  <a:pt x="242881" y="74337"/>
                </a:cubicBezTo>
                <a:lnTo>
                  <a:pt x="193019" y="74337"/>
                </a:lnTo>
                <a:cubicBezTo>
                  <a:pt x="193526" y="82242"/>
                  <a:pt x="195983" y="88501"/>
                  <a:pt x="200391" y="93112"/>
                </a:cubicBezTo>
                <a:cubicBezTo>
                  <a:pt x="204799" y="97724"/>
                  <a:pt x="210551" y="100029"/>
                  <a:pt x="217646" y="100029"/>
                </a:cubicBezTo>
                <a:cubicBezTo>
                  <a:pt x="221194" y="100029"/>
                  <a:pt x="224462" y="99497"/>
                  <a:pt x="227451" y="98433"/>
                </a:cubicBezTo>
                <a:cubicBezTo>
                  <a:pt x="230441" y="97369"/>
                  <a:pt x="233304" y="95976"/>
                  <a:pt x="236041" y="94253"/>
                </a:cubicBezTo>
                <a:lnTo>
                  <a:pt x="240448" y="102463"/>
                </a:lnTo>
                <a:cubicBezTo>
                  <a:pt x="237205" y="104488"/>
                  <a:pt x="233608" y="106261"/>
                  <a:pt x="229655" y="107781"/>
                </a:cubicBezTo>
                <a:cubicBezTo>
                  <a:pt x="225702" y="109302"/>
                  <a:pt x="221193" y="110062"/>
                  <a:pt x="216127" y="110062"/>
                </a:cubicBezTo>
                <a:moveTo>
                  <a:pt x="192868" y="65369"/>
                </a:moveTo>
                <a:lnTo>
                  <a:pt x="232392" y="65369"/>
                </a:lnTo>
                <a:cubicBezTo>
                  <a:pt x="232392" y="57869"/>
                  <a:pt x="230795" y="52168"/>
                  <a:pt x="227602" y="48267"/>
                </a:cubicBezTo>
                <a:cubicBezTo>
                  <a:pt x="224410" y="44365"/>
                  <a:pt x="219926" y="42414"/>
                  <a:pt x="214151" y="42414"/>
                </a:cubicBezTo>
                <a:cubicBezTo>
                  <a:pt x="211515" y="42414"/>
                  <a:pt x="209006" y="42922"/>
                  <a:pt x="206623" y="43936"/>
                </a:cubicBezTo>
                <a:cubicBezTo>
                  <a:pt x="204242" y="44949"/>
                  <a:pt x="202089" y="46444"/>
                  <a:pt x="200163" y="48420"/>
                </a:cubicBezTo>
                <a:cubicBezTo>
                  <a:pt x="198238" y="50396"/>
                  <a:pt x="196642" y="52803"/>
                  <a:pt x="195376" y="55641"/>
                </a:cubicBezTo>
                <a:cubicBezTo>
                  <a:pt x="194109" y="58479"/>
                  <a:pt x="193273" y="61721"/>
                  <a:pt x="192868" y="65369"/>
                </a:cubicBezTo>
                <a:close/>
                <a:moveTo>
                  <a:pt x="262173" y="108238"/>
                </a:moveTo>
                <a:lnTo>
                  <a:pt x="262173" y="34358"/>
                </a:lnTo>
                <a:lnTo>
                  <a:pt x="272509" y="34358"/>
                </a:lnTo>
                <a:lnTo>
                  <a:pt x="273574" y="47736"/>
                </a:lnTo>
                <a:lnTo>
                  <a:pt x="274031" y="47736"/>
                </a:lnTo>
                <a:cubicBezTo>
                  <a:pt x="276564" y="43073"/>
                  <a:pt x="279629" y="39374"/>
                  <a:pt x="283226" y="36638"/>
                </a:cubicBezTo>
                <a:cubicBezTo>
                  <a:pt x="286824" y="33901"/>
                  <a:pt x="290752" y="32533"/>
                  <a:pt x="295009" y="32533"/>
                </a:cubicBezTo>
                <a:cubicBezTo>
                  <a:pt x="297948" y="32533"/>
                  <a:pt x="300583" y="33039"/>
                  <a:pt x="302915" y="34052"/>
                </a:cubicBezTo>
                <a:lnTo>
                  <a:pt x="300481" y="44998"/>
                </a:lnTo>
                <a:cubicBezTo>
                  <a:pt x="299266" y="44593"/>
                  <a:pt x="298151" y="44289"/>
                  <a:pt x="297137" y="44087"/>
                </a:cubicBezTo>
                <a:cubicBezTo>
                  <a:pt x="296124" y="43884"/>
                  <a:pt x="294857" y="43783"/>
                  <a:pt x="293337" y="43783"/>
                </a:cubicBezTo>
                <a:cubicBezTo>
                  <a:pt x="290195" y="43783"/>
                  <a:pt x="286926" y="45050"/>
                  <a:pt x="283530" y="47585"/>
                </a:cubicBezTo>
                <a:cubicBezTo>
                  <a:pt x="280135" y="50118"/>
                  <a:pt x="277172" y="54526"/>
                  <a:pt x="274639" y="60809"/>
                </a:cubicBezTo>
                <a:lnTo>
                  <a:pt x="274639" y="108238"/>
                </a:lnTo>
                <a:lnTo>
                  <a:pt x="262173" y="108238"/>
                </a:lnTo>
                <a:close/>
                <a:moveTo>
                  <a:pt x="336951" y="110062"/>
                </a:moveTo>
                <a:cubicBezTo>
                  <a:pt x="332998" y="110062"/>
                  <a:pt x="329679" y="109454"/>
                  <a:pt x="326993" y="108238"/>
                </a:cubicBezTo>
                <a:cubicBezTo>
                  <a:pt x="324308" y="107023"/>
                  <a:pt x="322129" y="105351"/>
                  <a:pt x="320456" y="103223"/>
                </a:cubicBezTo>
                <a:cubicBezTo>
                  <a:pt x="318785" y="101094"/>
                  <a:pt x="317594" y="98509"/>
                  <a:pt x="316884" y="95469"/>
                </a:cubicBezTo>
                <a:cubicBezTo>
                  <a:pt x="316174" y="92429"/>
                  <a:pt x="315819" y="89084"/>
                  <a:pt x="315819" y="85436"/>
                </a:cubicBezTo>
                <a:lnTo>
                  <a:pt x="315819" y="44541"/>
                </a:lnTo>
                <a:lnTo>
                  <a:pt x="304875" y="44541"/>
                </a:lnTo>
                <a:lnTo>
                  <a:pt x="304875" y="35117"/>
                </a:lnTo>
                <a:lnTo>
                  <a:pt x="316429" y="34358"/>
                </a:lnTo>
                <a:lnTo>
                  <a:pt x="317949" y="13683"/>
                </a:lnTo>
                <a:lnTo>
                  <a:pt x="328438" y="13683"/>
                </a:lnTo>
                <a:lnTo>
                  <a:pt x="328438" y="34358"/>
                </a:lnTo>
                <a:lnTo>
                  <a:pt x="348352" y="34358"/>
                </a:lnTo>
                <a:lnTo>
                  <a:pt x="348352" y="44541"/>
                </a:lnTo>
                <a:lnTo>
                  <a:pt x="328438" y="44541"/>
                </a:lnTo>
                <a:lnTo>
                  <a:pt x="328438" y="85587"/>
                </a:lnTo>
                <a:cubicBezTo>
                  <a:pt x="328438" y="90148"/>
                  <a:pt x="329274" y="93670"/>
                  <a:pt x="330946" y="96153"/>
                </a:cubicBezTo>
                <a:cubicBezTo>
                  <a:pt x="332619" y="98637"/>
                  <a:pt x="335583" y="99878"/>
                  <a:pt x="339839" y="99878"/>
                </a:cubicBezTo>
                <a:cubicBezTo>
                  <a:pt x="341157" y="99878"/>
                  <a:pt x="342575" y="99676"/>
                  <a:pt x="344095" y="99271"/>
                </a:cubicBezTo>
                <a:cubicBezTo>
                  <a:pt x="345616" y="98864"/>
                  <a:pt x="346984" y="98408"/>
                  <a:pt x="348201" y="97902"/>
                </a:cubicBezTo>
                <a:lnTo>
                  <a:pt x="350632" y="107327"/>
                </a:lnTo>
                <a:cubicBezTo>
                  <a:pt x="348605" y="108037"/>
                  <a:pt x="346400" y="108670"/>
                  <a:pt x="344019" y="109227"/>
                </a:cubicBezTo>
                <a:cubicBezTo>
                  <a:pt x="341637" y="109783"/>
                  <a:pt x="339281" y="110062"/>
                  <a:pt x="336951" y="110062"/>
                </a:cubicBezTo>
                <a:close/>
                <a:moveTo>
                  <a:pt x="395160" y="110062"/>
                </a:moveTo>
                <a:cubicBezTo>
                  <a:pt x="390193" y="110062"/>
                  <a:pt x="385556" y="109176"/>
                  <a:pt x="381249" y="107403"/>
                </a:cubicBezTo>
                <a:cubicBezTo>
                  <a:pt x="376943" y="105630"/>
                  <a:pt x="373193" y="103096"/>
                  <a:pt x="369999" y="99802"/>
                </a:cubicBezTo>
                <a:cubicBezTo>
                  <a:pt x="366807" y="96508"/>
                  <a:pt x="364299" y="92480"/>
                  <a:pt x="362474" y="87717"/>
                </a:cubicBezTo>
                <a:cubicBezTo>
                  <a:pt x="360651" y="82952"/>
                  <a:pt x="359739" y="77530"/>
                  <a:pt x="359739" y="71449"/>
                </a:cubicBezTo>
                <a:cubicBezTo>
                  <a:pt x="359739" y="65369"/>
                  <a:pt x="360677" y="59921"/>
                  <a:pt x="362551" y="55107"/>
                </a:cubicBezTo>
                <a:cubicBezTo>
                  <a:pt x="364425" y="50293"/>
                  <a:pt x="366908" y="46215"/>
                  <a:pt x="369999" y="42871"/>
                </a:cubicBezTo>
                <a:cubicBezTo>
                  <a:pt x="373090" y="39526"/>
                  <a:pt x="376612" y="36967"/>
                  <a:pt x="380565" y="35193"/>
                </a:cubicBezTo>
                <a:cubicBezTo>
                  <a:pt x="384518" y="33420"/>
                  <a:pt x="388623" y="32533"/>
                  <a:pt x="392880" y="32533"/>
                </a:cubicBezTo>
                <a:cubicBezTo>
                  <a:pt x="397541" y="32533"/>
                  <a:pt x="401721" y="33344"/>
                  <a:pt x="405420" y="34966"/>
                </a:cubicBezTo>
                <a:cubicBezTo>
                  <a:pt x="409119" y="36587"/>
                  <a:pt x="412210" y="38917"/>
                  <a:pt x="414694" y="41957"/>
                </a:cubicBezTo>
                <a:cubicBezTo>
                  <a:pt x="417177" y="44998"/>
                  <a:pt x="419077" y="48646"/>
                  <a:pt x="420393" y="52904"/>
                </a:cubicBezTo>
                <a:cubicBezTo>
                  <a:pt x="421711" y="57159"/>
                  <a:pt x="422369" y="61922"/>
                  <a:pt x="422369" y="67193"/>
                </a:cubicBezTo>
                <a:cubicBezTo>
                  <a:pt x="422369" y="68510"/>
                  <a:pt x="422344" y="69803"/>
                  <a:pt x="422293" y="71071"/>
                </a:cubicBezTo>
                <a:cubicBezTo>
                  <a:pt x="422243" y="72338"/>
                  <a:pt x="422117" y="73426"/>
                  <a:pt x="421915" y="74337"/>
                </a:cubicBezTo>
                <a:lnTo>
                  <a:pt x="372052" y="74337"/>
                </a:lnTo>
                <a:cubicBezTo>
                  <a:pt x="372559" y="82242"/>
                  <a:pt x="375017" y="88501"/>
                  <a:pt x="379424" y="93112"/>
                </a:cubicBezTo>
                <a:cubicBezTo>
                  <a:pt x="383833" y="97724"/>
                  <a:pt x="389585" y="100029"/>
                  <a:pt x="396680" y="100029"/>
                </a:cubicBezTo>
                <a:cubicBezTo>
                  <a:pt x="400227" y="100029"/>
                  <a:pt x="403495" y="99497"/>
                  <a:pt x="406485" y="98433"/>
                </a:cubicBezTo>
                <a:cubicBezTo>
                  <a:pt x="409474" y="97369"/>
                  <a:pt x="412337" y="95976"/>
                  <a:pt x="415074" y="94253"/>
                </a:cubicBezTo>
                <a:lnTo>
                  <a:pt x="419481" y="102463"/>
                </a:lnTo>
                <a:cubicBezTo>
                  <a:pt x="416239" y="104488"/>
                  <a:pt x="412641" y="106261"/>
                  <a:pt x="408688" y="107781"/>
                </a:cubicBezTo>
                <a:cubicBezTo>
                  <a:pt x="404736" y="109302"/>
                  <a:pt x="400226" y="110062"/>
                  <a:pt x="395160" y="110062"/>
                </a:cubicBezTo>
                <a:moveTo>
                  <a:pt x="371901" y="65369"/>
                </a:moveTo>
                <a:lnTo>
                  <a:pt x="411425" y="65369"/>
                </a:lnTo>
                <a:cubicBezTo>
                  <a:pt x="411425" y="57869"/>
                  <a:pt x="409829" y="52168"/>
                  <a:pt x="406635" y="48267"/>
                </a:cubicBezTo>
                <a:cubicBezTo>
                  <a:pt x="403444" y="44365"/>
                  <a:pt x="398960" y="42414"/>
                  <a:pt x="393184" y="42414"/>
                </a:cubicBezTo>
                <a:cubicBezTo>
                  <a:pt x="390549" y="42414"/>
                  <a:pt x="388040" y="42922"/>
                  <a:pt x="385657" y="43936"/>
                </a:cubicBezTo>
                <a:cubicBezTo>
                  <a:pt x="383275" y="44949"/>
                  <a:pt x="381122" y="46444"/>
                  <a:pt x="379196" y="48420"/>
                </a:cubicBezTo>
                <a:cubicBezTo>
                  <a:pt x="377271" y="50396"/>
                  <a:pt x="375675" y="52803"/>
                  <a:pt x="374409" y="55641"/>
                </a:cubicBezTo>
                <a:cubicBezTo>
                  <a:pt x="373142" y="58479"/>
                  <a:pt x="372306" y="61721"/>
                  <a:pt x="371901" y="65369"/>
                </a:cubicBezTo>
                <a:close/>
                <a:moveTo>
                  <a:pt x="466440" y="110062"/>
                </a:moveTo>
                <a:cubicBezTo>
                  <a:pt x="457117" y="110062"/>
                  <a:pt x="449694" y="106717"/>
                  <a:pt x="444170" y="100029"/>
                </a:cubicBezTo>
                <a:cubicBezTo>
                  <a:pt x="438646" y="93341"/>
                  <a:pt x="435884" y="83814"/>
                  <a:pt x="435884" y="71449"/>
                </a:cubicBezTo>
                <a:cubicBezTo>
                  <a:pt x="435884" y="65471"/>
                  <a:pt x="436771" y="60074"/>
                  <a:pt x="438545" y="55260"/>
                </a:cubicBezTo>
                <a:cubicBezTo>
                  <a:pt x="440318" y="50446"/>
                  <a:pt x="442674" y="46367"/>
                  <a:pt x="445613" y="43022"/>
                </a:cubicBezTo>
                <a:cubicBezTo>
                  <a:pt x="448552" y="39677"/>
                  <a:pt x="451947" y="37093"/>
                  <a:pt x="455798" y="35270"/>
                </a:cubicBezTo>
                <a:cubicBezTo>
                  <a:pt x="459650" y="33445"/>
                  <a:pt x="463704" y="32533"/>
                  <a:pt x="467960" y="32533"/>
                </a:cubicBezTo>
                <a:cubicBezTo>
                  <a:pt x="472217" y="32533"/>
                  <a:pt x="475916" y="33293"/>
                  <a:pt x="479057" y="34813"/>
                </a:cubicBezTo>
                <a:cubicBezTo>
                  <a:pt x="482199" y="36333"/>
                  <a:pt x="485392" y="38411"/>
                  <a:pt x="488635" y="41046"/>
                </a:cubicBezTo>
                <a:lnTo>
                  <a:pt x="488027" y="28429"/>
                </a:lnTo>
                <a:lnTo>
                  <a:pt x="488027" y="0"/>
                </a:lnTo>
                <a:lnTo>
                  <a:pt x="500646" y="0"/>
                </a:lnTo>
                <a:lnTo>
                  <a:pt x="500646" y="108238"/>
                </a:lnTo>
                <a:lnTo>
                  <a:pt x="490307" y="108238"/>
                </a:lnTo>
                <a:lnTo>
                  <a:pt x="489242" y="99572"/>
                </a:lnTo>
                <a:lnTo>
                  <a:pt x="488788" y="99572"/>
                </a:lnTo>
                <a:cubicBezTo>
                  <a:pt x="485848" y="102410"/>
                  <a:pt x="482478" y="104868"/>
                  <a:pt x="478676" y="106946"/>
                </a:cubicBezTo>
                <a:cubicBezTo>
                  <a:pt x="474877" y="109023"/>
                  <a:pt x="470798" y="110062"/>
                  <a:pt x="466440" y="110062"/>
                </a:cubicBezTo>
                <a:moveTo>
                  <a:pt x="469178" y="99572"/>
                </a:moveTo>
                <a:cubicBezTo>
                  <a:pt x="472623" y="99572"/>
                  <a:pt x="475866" y="98736"/>
                  <a:pt x="478906" y="97065"/>
                </a:cubicBezTo>
                <a:cubicBezTo>
                  <a:pt x="481946" y="95393"/>
                  <a:pt x="484987" y="92835"/>
                  <a:pt x="488027" y="89389"/>
                </a:cubicBezTo>
                <a:lnTo>
                  <a:pt x="488027" y="50774"/>
                </a:lnTo>
                <a:cubicBezTo>
                  <a:pt x="484885" y="47937"/>
                  <a:pt x="481869" y="45936"/>
                  <a:pt x="478980" y="44771"/>
                </a:cubicBezTo>
                <a:cubicBezTo>
                  <a:pt x="476093" y="43605"/>
                  <a:pt x="473129" y="43022"/>
                  <a:pt x="470089" y="43022"/>
                </a:cubicBezTo>
                <a:cubicBezTo>
                  <a:pt x="467149" y="43022"/>
                  <a:pt x="464388" y="43706"/>
                  <a:pt x="461804" y="45075"/>
                </a:cubicBezTo>
                <a:cubicBezTo>
                  <a:pt x="459219" y="46444"/>
                  <a:pt x="456965" y="48370"/>
                  <a:pt x="455039" y="50853"/>
                </a:cubicBezTo>
                <a:cubicBezTo>
                  <a:pt x="453114" y="53335"/>
                  <a:pt x="451594" y="56299"/>
                  <a:pt x="450479" y="59744"/>
                </a:cubicBezTo>
                <a:cubicBezTo>
                  <a:pt x="449364" y="63190"/>
                  <a:pt x="448807" y="67041"/>
                  <a:pt x="448807" y="71298"/>
                </a:cubicBezTo>
                <a:cubicBezTo>
                  <a:pt x="448807" y="80217"/>
                  <a:pt x="450580" y="87158"/>
                  <a:pt x="454126" y="92124"/>
                </a:cubicBezTo>
                <a:cubicBezTo>
                  <a:pt x="457673" y="97089"/>
                  <a:pt x="462690" y="99572"/>
                  <a:pt x="469178" y="99572"/>
                </a:cubicBezTo>
                <a:close/>
                <a:moveTo>
                  <a:pt x="584073" y="110062"/>
                </a:moveTo>
                <a:cubicBezTo>
                  <a:pt x="577081" y="110062"/>
                  <a:pt x="570594" y="108745"/>
                  <a:pt x="564614" y="106111"/>
                </a:cubicBezTo>
                <a:cubicBezTo>
                  <a:pt x="558636" y="103476"/>
                  <a:pt x="553468" y="99878"/>
                  <a:pt x="549110" y="95316"/>
                </a:cubicBezTo>
                <a:lnTo>
                  <a:pt x="556709" y="86499"/>
                </a:lnTo>
                <a:cubicBezTo>
                  <a:pt x="560256" y="90249"/>
                  <a:pt x="564437" y="93264"/>
                  <a:pt x="569251" y="95545"/>
                </a:cubicBezTo>
                <a:cubicBezTo>
                  <a:pt x="574065" y="97825"/>
                  <a:pt x="579056" y="98965"/>
                  <a:pt x="584224" y="98965"/>
                </a:cubicBezTo>
                <a:cubicBezTo>
                  <a:pt x="590812" y="98965"/>
                  <a:pt x="595930" y="97470"/>
                  <a:pt x="599578" y="94481"/>
                </a:cubicBezTo>
                <a:cubicBezTo>
                  <a:pt x="603227" y="91491"/>
                  <a:pt x="605052" y="87564"/>
                  <a:pt x="605052" y="82699"/>
                </a:cubicBezTo>
                <a:cubicBezTo>
                  <a:pt x="605052" y="80166"/>
                  <a:pt x="604621" y="78013"/>
                  <a:pt x="603760" y="76239"/>
                </a:cubicBezTo>
                <a:cubicBezTo>
                  <a:pt x="602899" y="74465"/>
                  <a:pt x="601733" y="72945"/>
                  <a:pt x="600262" y="71679"/>
                </a:cubicBezTo>
                <a:cubicBezTo>
                  <a:pt x="598793" y="70411"/>
                  <a:pt x="597045" y="69270"/>
                  <a:pt x="595017" y="68257"/>
                </a:cubicBezTo>
                <a:cubicBezTo>
                  <a:pt x="592992" y="67244"/>
                  <a:pt x="590813" y="66180"/>
                  <a:pt x="588481" y="65066"/>
                </a:cubicBezTo>
                <a:lnTo>
                  <a:pt x="574192" y="58833"/>
                </a:lnTo>
                <a:cubicBezTo>
                  <a:pt x="571861" y="57818"/>
                  <a:pt x="569480" y="56602"/>
                  <a:pt x="567047" y="55184"/>
                </a:cubicBezTo>
                <a:cubicBezTo>
                  <a:pt x="564615" y="53764"/>
                  <a:pt x="562436" y="52042"/>
                  <a:pt x="560511" y="50016"/>
                </a:cubicBezTo>
                <a:cubicBezTo>
                  <a:pt x="558585" y="47988"/>
                  <a:pt x="557014" y="45581"/>
                  <a:pt x="555797" y="42795"/>
                </a:cubicBezTo>
                <a:cubicBezTo>
                  <a:pt x="554582" y="40008"/>
                  <a:pt x="553974" y="36790"/>
                  <a:pt x="553974" y="33140"/>
                </a:cubicBezTo>
                <a:cubicBezTo>
                  <a:pt x="553974" y="29390"/>
                  <a:pt x="554759" y="25894"/>
                  <a:pt x="556328" y="22651"/>
                </a:cubicBezTo>
                <a:cubicBezTo>
                  <a:pt x="557900" y="19408"/>
                  <a:pt x="560078" y="16596"/>
                  <a:pt x="562865" y="14215"/>
                </a:cubicBezTo>
                <a:cubicBezTo>
                  <a:pt x="565653" y="11833"/>
                  <a:pt x="568947" y="9984"/>
                  <a:pt x="572747" y="8666"/>
                </a:cubicBezTo>
                <a:cubicBezTo>
                  <a:pt x="576548" y="7349"/>
                  <a:pt x="580729" y="6690"/>
                  <a:pt x="585289" y="6690"/>
                </a:cubicBezTo>
                <a:cubicBezTo>
                  <a:pt x="591269" y="6690"/>
                  <a:pt x="596792" y="7830"/>
                  <a:pt x="601858" y="10111"/>
                </a:cubicBezTo>
                <a:cubicBezTo>
                  <a:pt x="606926" y="12391"/>
                  <a:pt x="611233" y="15354"/>
                  <a:pt x="614781" y="19002"/>
                </a:cubicBezTo>
                <a:lnTo>
                  <a:pt x="607940" y="27212"/>
                </a:lnTo>
                <a:cubicBezTo>
                  <a:pt x="604900" y="24273"/>
                  <a:pt x="601530" y="21968"/>
                  <a:pt x="597831" y="20297"/>
                </a:cubicBezTo>
                <a:cubicBezTo>
                  <a:pt x="594132" y="18623"/>
                  <a:pt x="589951" y="17787"/>
                  <a:pt x="585289" y="17787"/>
                </a:cubicBezTo>
                <a:cubicBezTo>
                  <a:pt x="579716" y="17787"/>
                  <a:pt x="575231" y="19079"/>
                  <a:pt x="571835" y="21663"/>
                </a:cubicBezTo>
                <a:cubicBezTo>
                  <a:pt x="568441" y="24247"/>
                  <a:pt x="566744" y="27820"/>
                  <a:pt x="566744" y="32382"/>
                </a:cubicBezTo>
                <a:cubicBezTo>
                  <a:pt x="566744" y="34813"/>
                  <a:pt x="567224" y="36865"/>
                  <a:pt x="568186" y="38538"/>
                </a:cubicBezTo>
                <a:cubicBezTo>
                  <a:pt x="569150" y="40210"/>
                  <a:pt x="570442" y="41679"/>
                  <a:pt x="572062" y="42946"/>
                </a:cubicBezTo>
                <a:cubicBezTo>
                  <a:pt x="573685" y="44212"/>
                  <a:pt x="575458" y="45327"/>
                  <a:pt x="577384" y="46290"/>
                </a:cubicBezTo>
                <a:cubicBezTo>
                  <a:pt x="579309" y="47254"/>
                  <a:pt x="581285" y="48141"/>
                  <a:pt x="583313" y="48951"/>
                </a:cubicBezTo>
                <a:lnTo>
                  <a:pt x="597451" y="55031"/>
                </a:lnTo>
                <a:cubicBezTo>
                  <a:pt x="600288" y="56248"/>
                  <a:pt x="602974" y="57642"/>
                  <a:pt x="605507" y="59213"/>
                </a:cubicBezTo>
                <a:cubicBezTo>
                  <a:pt x="608041" y="60783"/>
                  <a:pt x="610220" y="62607"/>
                  <a:pt x="612044" y="64685"/>
                </a:cubicBezTo>
                <a:cubicBezTo>
                  <a:pt x="613868" y="66762"/>
                  <a:pt x="615313" y="69194"/>
                  <a:pt x="616377" y="71983"/>
                </a:cubicBezTo>
                <a:cubicBezTo>
                  <a:pt x="617441" y="74769"/>
                  <a:pt x="617972" y="77987"/>
                  <a:pt x="617972" y="81635"/>
                </a:cubicBezTo>
                <a:cubicBezTo>
                  <a:pt x="617972" y="85587"/>
                  <a:pt x="617187" y="89287"/>
                  <a:pt x="615616" y="92734"/>
                </a:cubicBezTo>
                <a:cubicBezTo>
                  <a:pt x="614046" y="96179"/>
                  <a:pt x="611791" y="99194"/>
                  <a:pt x="608852" y="101778"/>
                </a:cubicBezTo>
                <a:cubicBezTo>
                  <a:pt x="605914" y="104362"/>
                  <a:pt x="602367" y="106389"/>
                  <a:pt x="598212" y="107858"/>
                </a:cubicBezTo>
                <a:cubicBezTo>
                  <a:pt x="594056" y="109327"/>
                  <a:pt x="589344" y="110062"/>
                  <a:pt x="584073" y="110062"/>
                </a:cubicBezTo>
                <a:close/>
                <a:moveTo>
                  <a:pt x="659915" y="110062"/>
                </a:moveTo>
                <a:cubicBezTo>
                  <a:pt x="655962" y="110062"/>
                  <a:pt x="652643" y="109454"/>
                  <a:pt x="649957" y="108238"/>
                </a:cubicBezTo>
                <a:cubicBezTo>
                  <a:pt x="647272" y="107023"/>
                  <a:pt x="645093" y="105351"/>
                  <a:pt x="643420" y="103223"/>
                </a:cubicBezTo>
                <a:cubicBezTo>
                  <a:pt x="641748" y="101094"/>
                  <a:pt x="640558" y="98509"/>
                  <a:pt x="639848" y="95469"/>
                </a:cubicBezTo>
                <a:cubicBezTo>
                  <a:pt x="639138" y="92429"/>
                  <a:pt x="638783" y="89084"/>
                  <a:pt x="638783" y="85436"/>
                </a:cubicBezTo>
                <a:lnTo>
                  <a:pt x="638783" y="44541"/>
                </a:lnTo>
                <a:lnTo>
                  <a:pt x="627839" y="44541"/>
                </a:lnTo>
                <a:lnTo>
                  <a:pt x="627839" y="35117"/>
                </a:lnTo>
                <a:lnTo>
                  <a:pt x="639393" y="34358"/>
                </a:lnTo>
                <a:lnTo>
                  <a:pt x="640912" y="13683"/>
                </a:lnTo>
                <a:lnTo>
                  <a:pt x="651402" y="13683"/>
                </a:lnTo>
                <a:lnTo>
                  <a:pt x="651402" y="34358"/>
                </a:lnTo>
                <a:lnTo>
                  <a:pt x="671316" y="34358"/>
                </a:lnTo>
                <a:lnTo>
                  <a:pt x="671316" y="44541"/>
                </a:lnTo>
                <a:lnTo>
                  <a:pt x="651402" y="44541"/>
                </a:lnTo>
                <a:lnTo>
                  <a:pt x="651402" y="85587"/>
                </a:lnTo>
                <a:cubicBezTo>
                  <a:pt x="651402" y="90148"/>
                  <a:pt x="652238" y="93670"/>
                  <a:pt x="653909" y="96153"/>
                </a:cubicBezTo>
                <a:cubicBezTo>
                  <a:pt x="655583" y="98637"/>
                  <a:pt x="658547" y="99878"/>
                  <a:pt x="662803" y="99878"/>
                </a:cubicBezTo>
                <a:cubicBezTo>
                  <a:pt x="664120" y="99878"/>
                  <a:pt x="665539" y="99676"/>
                  <a:pt x="667059" y="99271"/>
                </a:cubicBezTo>
                <a:cubicBezTo>
                  <a:pt x="668579" y="98864"/>
                  <a:pt x="669948" y="98408"/>
                  <a:pt x="671165" y="97902"/>
                </a:cubicBezTo>
                <a:lnTo>
                  <a:pt x="673596" y="107327"/>
                </a:lnTo>
                <a:cubicBezTo>
                  <a:pt x="671569" y="108037"/>
                  <a:pt x="669364" y="108670"/>
                  <a:pt x="666983" y="109227"/>
                </a:cubicBezTo>
                <a:cubicBezTo>
                  <a:pt x="664601" y="109783"/>
                  <a:pt x="662245" y="110062"/>
                  <a:pt x="659915" y="110062"/>
                </a:cubicBezTo>
                <a:close/>
                <a:moveTo>
                  <a:pt x="705202" y="110062"/>
                </a:moveTo>
                <a:cubicBezTo>
                  <a:pt x="699019" y="110062"/>
                  <a:pt x="693876" y="108238"/>
                  <a:pt x="689771" y="104590"/>
                </a:cubicBezTo>
                <a:cubicBezTo>
                  <a:pt x="685667" y="100942"/>
                  <a:pt x="683615" y="95773"/>
                  <a:pt x="683615" y="89083"/>
                </a:cubicBezTo>
                <a:cubicBezTo>
                  <a:pt x="683615" y="80977"/>
                  <a:pt x="687213" y="74770"/>
                  <a:pt x="694408" y="70463"/>
                </a:cubicBezTo>
                <a:cubicBezTo>
                  <a:pt x="701604" y="66155"/>
                  <a:pt x="713107" y="63139"/>
                  <a:pt x="728917" y="61417"/>
                </a:cubicBezTo>
                <a:cubicBezTo>
                  <a:pt x="728917" y="59086"/>
                  <a:pt x="728689" y="56806"/>
                  <a:pt x="728233" y="54576"/>
                </a:cubicBezTo>
                <a:cubicBezTo>
                  <a:pt x="727777" y="52346"/>
                  <a:pt x="726991" y="50370"/>
                  <a:pt x="725876" y="48647"/>
                </a:cubicBezTo>
                <a:cubicBezTo>
                  <a:pt x="724761" y="46924"/>
                  <a:pt x="723216" y="45531"/>
                  <a:pt x="721239" y="44467"/>
                </a:cubicBezTo>
                <a:cubicBezTo>
                  <a:pt x="719263" y="43403"/>
                  <a:pt x="716755" y="42871"/>
                  <a:pt x="713715" y="42871"/>
                </a:cubicBezTo>
                <a:cubicBezTo>
                  <a:pt x="709457" y="42871"/>
                  <a:pt x="705454" y="43682"/>
                  <a:pt x="701704" y="45305"/>
                </a:cubicBezTo>
                <a:cubicBezTo>
                  <a:pt x="697955" y="46925"/>
                  <a:pt x="694611" y="48748"/>
                  <a:pt x="691671" y="50774"/>
                </a:cubicBezTo>
                <a:lnTo>
                  <a:pt x="686807" y="42110"/>
                </a:lnTo>
                <a:cubicBezTo>
                  <a:pt x="690252" y="39881"/>
                  <a:pt x="694458" y="37727"/>
                  <a:pt x="699423" y="35650"/>
                </a:cubicBezTo>
                <a:cubicBezTo>
                  <a:pt x="704390" y="33572"/>
                  <a:pt x="709864" y="32533"/>
                  <a:pt x="715844" y="32533"/>
                </a:cubicBezTo>
                <a:cubicBezTo>
                  <a:pt x="724863" y="32533"/>
                  <a:pt x="731399" y="35295"/>
                  <a:pt x="735452" y="40818"/>
                </a:cubicBezTo>
                <a:cubicBezTo>
                  <a:pt x="739507" y="46341"/>
                  <a:pt x="741534" y="53713"/>
                  <a:pt x="741534" y="62936"/>
                </a:cubicBezTo>
                <a:lnTo>
                  <a:pt x="741534" y="108238"/>
                </a:lnTo>
                <a:lnTo>
                  <a:pt x="731198" y="108238"/>
                </a:lnTo>
                <a:lnTo>
                  <a:pt x="730133" y="99421"/>
                </a:lnTo>
                <a:lnTo>
                  <a:pt x="729676" y="99421"/>
                </a:lnTo>
                <a:cubicBezTo>
                  <a:pt x="726130" y="102360"/>
                  <a:pt x="722330" y="104868"/>
                  <a:pt x="718275" y="106946"/>
                </a:cubicBezTo>
                <a:cubicBezTo>
                  <a:pt x="714222" y="109023"/>
                  <a:pt x="709864" y="110062"/>
                  <a:pt x="705202" y="110062"/>
                </a:cubicBezTo>
                <a:moveTo>
                  <a:pt x="708850" y="100029"/>
                </a:moveTo>
                <a:cubicBezTo>
                  <a:pt x="712398" y="100029"/>
                  <a:pt x="715742" y="99193"/>
                  <a:pt x="718883" y="97522"/>
                </a:cubicBezTo>
                <a:cubicBezTo>
                  <a:pt x="722025" y="95848"/>
                  <a:pt x="725370" y="93390"/>
                  <a:pt x="728917" y="90148"/>
                </a:cubicBezTo>
                <a:lnTo>
                  <a:pt x="728917" y="69626"/>
                </a:lnTo>
                <a:cubicBezTo>
                  <a:pt x="722735" y="70436"/>
                  <a:pt x="717540" y="71399"/>
                  <a:pt x="713334" y="72514"/>
                </a:cubicBezTo>
                <a:cubicBezTo>
                  <a:pt x="709128" y="73629"/>
                  <a:pt x="705733" y="74946"/>
                  <a:pt x="703149" y="76466"/>
                </a:cubicBezTo>
                <a:cubicBezTo>
                  <a:pt x="700565" y="77987"/>
                  <a:pt x="698690" y="79735"/>
                  <a:pt x="697524" y="81711"/>
                </a:cubicBezTo>
                <a:cubicBezTo>
                  <a:pt x="696359" y="83687"/>
                  <a:pt x="695777" y="85841"/>
                  <a:pt x="695777" y="88171"/>
                </a:cubicBezTo>
                <a:cubicBezTo>
                  <a:pt x="695777" y="92429"/>
                  <a:pt x="697043" y="95470"/>
                  <a:pt x="699576" y="97294"/>
                </a:cubicBezTo>
                <a:cubicBezTo>
                  <a:pt x="702111" y="99118"/>
                  <a:pt x="705202" y="100029"/>
                  <a:pt x="708850" y="100029"/>
                </a:cubicBezTo>
                <a:close/>
                <a:moveTo>
                  <a:pt x="787428" y="110062"/>
                </a:moveTo>
                <a:cubicBezTo>
                  <a:pt x="783475" y="110062"/>
                  <a:pt x="780156" y="109454"/>
                  <a:pt x="777470" y="108238"/>
                </a:cubicBezTo>
                <a:cubicBezTo>
                  <a:pt x="774785" y="107023"/>
                  <a:pt x="772606" y="105351"/>
                  <a:pt x="770933" y="103223"/>
                </a:cubicBezTo>
                <a:cubicBezTo>
                  <a:pt x="769261" y="101094"/>
                  <a:pt x="768071" y="98509"/>
                  <a:pt x="767361" y="95469"/>
                </a:cubicBezTo>
                <a:cubicBezTo>
                  <a:pt x="766651" y="92429"/>
                  <a:pt x="766296" y="89084"/>
                  <a:pt x="766296" y="85436"/>
                </a:cubicBezTo>
                <a:lnTo>
                  <a:pt x="766296" y="44541"/>
                </a:lnTo>
                <a:lnTo>
                  <a:pt x="755352" y="44541"/>
                </a:lnTo>
                <a:lnTo>
                  <a:pt x="755352" y="35117"/>
                </a:lnTo>
                <a:lnTo>
                  <a:pt x="766906" y="34358"/>
                </a:lnTo>
                <a:lnTo>
                  <a:pt x="768426" y="13683"/>
                </a:lnTo>
                <a:lnTo>
                  <a:pt x="778915" y="13683"/>
                </a:lnTo>
                <a:lnTo>
                  <a:pt x="778915" y="34358"/>
                </a:lnTo>
                <a:lnTo>
                  <a:pt x="798829" y="34358"/>
                </a:lnTo>
                <a:lnTo>
                  <a:pt x="798829" y="44541"/>
                </a:lnTo>
                <a:lnTo>
                  <a:pt x="778915" y="44541"/>
                </a:lnTo>
                <a:lnTo>
                  <a:pt x="778915" y="85587"/>
                </a:lnTo>
                <a:cubicBezTo>
                  <a:pt x="778915" y="90148"/>
                  <a:pt x="779751" y="93670"/>
                  <a:pt x="781422" y="96153"/>
                </a:cubicBezTo>
                <a:cubicBezTo>
                  <a:pt x="783096" y="98637"/>
                  <a:pt x="786060" y="99878"/>
                  <a:pt x="790316" y="99878"/>
                </a:cubicBezTo>
                <a:cubicBezTo>
                  <a:pt x="791633" y="99878"/>
                  <a:pt x="793052" y="99676"/>
                  <a:pt x="794572" y="99271"/>
                </a:cubicBezTo>
                <a:cubicBezTo>
                  <a:pt x="796093" y="98864"/>
                  <a:pt x="797461" y="98408"/>
                  <a:pt x="798678" y="97902"/>
                </a:cubicBezTo>
                <a:lnTo>
                  <a:pt x="801109" y="107327"/>
                </a:lnTo>
                <a:cubicBezTo>
                  <a:pt x="799082" y="108037"/>
                  <a:pt x="796877" y="108670"/>
                  <a:pt x="794496" y="109227"/>
                </a:cubicBezTo>
                <a:cubicBezTo>
                  <a:pt x="792114" y="109783"/>
                  <a:pt x="789758" y="110062"/>
                  <a:pt x="787428" y="110062"/>
                </a:cubicBezTo>
                <a:close/>
                <a:moveTo>
                  <a:pt x="845638" y="110062"/>
                </a:moveTo>
                <a:cubicBezTo>
                  <a:pt x="840670" y="110062"/>
                  <a:pt x="836034" y="109176"/>
                  <a:pt x="831727" y="107403"/>
                </a:cubicBezTo>
                <a:cubicBezTo>
                  <a:pt x="827420" y="105630"/>
                  <a:pt x="823670" y="103096"/>
                  <a:pt x="820477" y="99802"/>
                </a:cubicBezTo>
                <a:cubicBezTo>
                  <a:pt x="817285" y="96508"/>
                  <a:pt x="814777" y="92480"/>
                  <a:pt x="812952" y="87717"/>
                </a:cubicBezTo>
                <a:cubicBezTo>
                  <a:pt x="811129" y="82952"/>
                  <a:pt x="810217" y="77530"/>
                  <a:pt x="810217" y="71449"/>
                </a:cubicBezTo>
                <a:cubicBezTo>
                  <a:pt x="810217" y="65369"/>
                  <a:pt x="811154" y="59921"/>
                  <a:pt x="813028" y="55107"/>
                </a:cubicBezTo>
                <a:cubicBezTo>
                  <a:pt x="814903" y="50293"/>
                  <a:pt x="817385" y="46215"/>
                  <a:pt x="820477" y="42871"/>
                </a:cubicBezTo>
                <a:cubicBezTo>
                  <a:pt x="823568" y="39526"/>
                  <a:pt x="827090" y="36967"/>
                  <a:pt x="831043" y="35193"/>
                </a:cubicBezTo>
                <a:cubicBezTo>
                  <a:pt x="834995" y="33420"/>
                  <a:pt x="839100" y="32533"/>
                  <a:pt x="843357" y="32533"/>
                </a:cubicBezTo>
                <a:cubicBezTo>
                  <a:pt x="848018" y="32533"/>
                  <a:pt x="852198" y="33344"/>
                  <a:pt x="855897" y="34966"/>
                </a:cubicBezTo>
                <a:cubicBezTo>
                  <a:pt x="859596" y="36587"/>
                  <a:pt x="862688" y="38917"/>
                  <a:pt x="865171" y="41957"/>
                </a:cubicBezTo>
                <a:cubicBezTo>
                  <a:pt x="867655" y="44998"/>
                  <a:pt x="869554" y="48646"/>
                  <a:pt x="870870" y="52904"/>
                </a:cubicBezTo>
                <a:cubicBezTo>
                  <a:pt x="872188" y="57159"/>
                  <a:pt x="872847" y="61922"/>
                  <a:pt x="872847" y="67193"/>
                </a:cubicBezTo>
                <a:cubicBezTo>
                  <a:pt x="872847" y="68510"/>
                  <a:pt x="872821" y="69803"/>
                  <a:pt x="872770" y="71071"/>
                </a:cubicBezTo>
                <a:cubicBezTo>
                  <a:pt x="872721" y="72338"/>
                  <a:pt x="872595" y="73426"/>
                  <a:pt x="872392" y="74337"/>
                </a:cubicBezTo>
                <a:lnTo>
                  <a:pt x="822529" y="74337"/>
                </a:lnTo>
                <a:cubicBezTo>
                  <a:pt x="823037" y="82242"/>
                  <a:pt x="825494" y="88501"/>
                  <a:pt x="829901" y="93112"/>
                </a:cubicBezTo>
                <a:cubicBezTo>
                  <a:pt x="834310" y="97724"/>
                  <a:pt x="840062" y="100029"/>
                  <a:pt x="847157" y="100029"/>
                </a:cubicBezTo>
                <a:cubicBezTo>
                  <a:pt x="850704" y="100029"/>
                  <a:pt x="853973" y="99497"/>
                  <a:pt x="856962" y="98433"/>
                </a:cubicBezTo>
                <a:cubicBezTo>
                  <a:pt x="859951" y="97369"/>
                  <a:pt x="862814" y="95976"/>
                  <a:pt x="865552" y="94253"/>
                </a:cubicBezTo>
                <a:lnTo>
                  <a:pt x="869959" y="102463"/>
                </a:lnTo>
                <a:cubicBezTo>
                  <a:pt x="866716" y="104488"/>
                  <a:pt x="863118" y="106261"/>
                  <a:pt x="859166" y="107781"/>
                </a:cubicBezTo>
                <a:cubicBezTo>
                  <a:pt x="855213" y="109302"/>
                  <a:pt x="850704" y="110062"/>
                  <a:pt x="845638" y="110062"/>
                </a:cubicBezTo>
                <a:moveTo>
                  <a:pt x="822379" y="65369"/>
                </a:moveTo>
                <a:lnTo>
                  <a:pt x="861903" y="65369"/>
                </a:lnTo>
                <a:cubicBezTo>
                  <a:pt x="861903" y="57869"/>
                  <a:pt x="860306" y="52168"/>
                  <a:pt x="857113" y="48267"/>
                </a:cubicBezTo>
                <a:cubicBezTo>
                  <a:pt x="853921" y="44365"/>
                  <a:pt x="849437" y="42414"/>
                  <a:pt x="843661" y="42414"/>
                </a:cubicBezTo>
                <a:cubicBezTo>
                  <a:pt x="841026" y="42414"/>
                  <a:pt x="838517" y="42922"/>
                  <a:pt x="836134" y="43936"/>
                </a:cubicBezTo>
                <a:cubicBezTo>
                  <a:pt x="833753" y="44949"/>
                  <a:pt x="831599" y="46444"/>
                  <a:pt x="829674" y="48420"/>
                </a:cubicBezTo>
                <a:cubicBezTo>
                  <a:pt x="827749" y="50396"/>
                  <a:pt x="826153" y="52803"/>
                  <a:pt x="824886" y="55641"/>
                </a:cubicBezTo>
                <a:cubicBezTo>
                  <a:pt x="823620" y="58479"/>
                  <a:pt x="822784" y="61721"/>
                  <a:pt x="822379" y="65369"/>
                </a:cubicBezTo>
                <a:close/>
                <a:moveTo>
                  <a:pt x="891684" y="108238"/>
                </a:moveTo>
                <a:lnTo>
                  <a:pt x="891684" y="34358"/>
                </a:lnTo>
                <a:lnTo>
                  <a:pt x="902020" y="34358"/>
                </a:lnTo>
                <a:lnTo>
                  <a:pt x="903085" y="44998"/>
                </a:lnTo>
                <a:lnTo>
                  <a:pt x="903541" y="44998"/>
                </a:lnTo>
                <a:cubicBezTo>
                  <a:pt x="906784" y="41451"/>
                  <a:pt x="910305" y="38486"/>
                  <a:pt x="914105" y="36105"/>
                </a:cubicBezTo>
                <a:cubicBezTo>
                  <a:pt x="917906" y="33723"/>
                  <a:pt x="922037" y="32533"/>
                  <a:pt x="926496" y="32533"/>
                </a:cubicBezTo>
                <a:cubicBezTo>
                  <a:pt x="932172" y="32533"/>
                  <a:pt x="936605" y="33775"/>
                  <a:pt x="939797" y="36258"/>
                </a:cubicBezTo>
                <a:cubicBezTo>
                  <a:pt x="942989" y="38740"/>
                  <a:pt x="945346" y="42211"/>
                  <a:pt x="946867" y="46671"/>
                </a:cubicBezTo>
                <a:cubicBezTo>
                  <a:pt x="950718" y="42414"/>
                  <a:pt x="954594" y="38993"/>
                  <a:pt x="958496" y="36409"/>
                </a:cubicBezTo>
                <a:cubicBezTo>
                  <a:pt x="962397" y="33825"/>
                  <a:pt x="966628" y="32533"/>
                  <a:pt x="971189" y="32533"/>
                </a:cubicBezTo>
                <a:cubicBezTo>
                  <a:pt x="978789" y="32533"/>
                  <a:pt x="984439" y="34965"/>
                  <a:pt x="988138" y="39830"/>
                </a:cubicBezTo>
                <a:cubicBezTo>
                  <a:pt x="991839" y="44695"/>
                  <a:pt x="993689" y="51891"/>
                  <a:pt x="993689" y="61417"/>
                </a:cubicBezTo>
                <a:lnTo>
                  <a:pt x="993689" y="108238"/>
                </a:lnTo>
                <a:lnTo>
                  <a:pt x="981223" y="108238"/>
                </a:lnTo>
                <a:lnTo>
                  <a:pt x="981223" y="63089"/>
                </a:lnTo>
                <a:cubicBezTo>
                  <a:pt x="981223" y="56096"/>
                  <a:pt x="980108" y="51054"/>
                  <a:pt x="977879" y="47963"/>
                </a:cubicBezTo>
                <a:cubicBezTo>
                  <a:pt x="975649" y="44872"/>
                  <a:pt x="972202" y="43326"/>
                  <a:pt x="967540" y="43326"/>
                </a:cubicBezTo>
                <a:cubicBezTo>
                  <a:pt x="961967" y="43326"/>
                  <a:pt x="955785" y="47126"/>
                  <a:pt x="948995" y="54727"/>
                </a:cubicBezTo>
                <a:lnTo>
                  <a:pt x="948995" y="108238"/>
                </a:lnTo>
                <a:lnTo>
                  <a:pt x="936529" y="108238"/>
                </a:lnTo>
                <a:lnTo>
                  <a:pt x="936529" y="63089"/>
                </a:lnTo>
                <a:cubicBezTo>
                  <a:pt x="936529" y="56096"/>
                  <a:pt x="935414" y="51054"/>
                  <a:pt x="933184" y="47963"/>
                </a:cubicBezTo>
                <a:cubicBezTo>
                  <a:pt x="930954" y="44872"/>
                  <a:pt x="927458" y="43326"/>
                  <a:pt x="922695" y="43326"/>
                </a:cubicBezTo>
                <a:cubicBezTo>
                  <a:pt x="917121" y="43326"/>
                  <a:pt x="910940" y="47126"/>
                  <a:pt x="904149" y="54727"/>
                </a:cubicBezTo>
                <a:lnTo>
                  <a:pt x="904149" y="108238"/>
                </a:lnTo>
                <a:lnTo>
                  <a:pt x="891684" y="108238"/>
                </a:lnTo>
                <a:close/>
                <a:moveTo>
                  <a:pt x="1046425" y="110062"/>
                </a:moveTo>
                <a:cubicBezTo>
                  <a:pt x="1041458" y="110062"/>
                  <a:pt x="1036821" y="109176"/>
                  <a:pt x="1032514" y="107403"/>
                </a:cubicBezTo>
                <a:cubicBezTo>
                  <a:pt x="1028207" y="105630"/>
                  <a:pt x="1024457" y="103096"/>
                  <a:pt x="1021264" y="99802"/>
                </a:cubicBezTo>
                <a:cubicBezTo>
                  <a:pt x="1018072" y="96508"/>
                  <a:pt x="1015564" y="92480"/>
                  <a:pt x="1013739" y="87717"/>
                </a:cubicBezTo>
                <a:cubicBezTo>
                  <a:pt x="1011916" y="82952"/>
                  <a:pt x="1011004" y="77530"/>
                  <a:pt x="1011004" y="71449"/>
                </a:cubicBezTo>
                <a:cubicBezTo>
                  <a:pt x="1011004" y="65369"/>
                  <a:pt x="1011941" y="59921"/>
                  <a:pt x="1013815" y="55107"/>
                </a:cubicBezTo>
                <a:cubicBezTo>
                  <a:pt x="1015690" y="50293"/>
                  <a:pt x="1018172" y="46215"/>
                  <a:pt x="1021264" y="42871"/>
                </a:cubicBezTo>
                <a:cubicBezTo>
                  <a:pt x="1024355" y="39526"/>
                  <a:pt x="1027877" y="36967"/>
                  <a:pt x="1031830" y="35193"/>
                </a:cubicBezTo>
                <a:cubicBezTo>
                  <a:pt x="1035782" y="33420"/>
                  <a:pt x="1039887" y="32533"/>
                  <a:pt x="1044144" y="32533"/>
                </a:cubicBezTo>
                <a:cubicBezTo>
                  <a:pt x="1048805" y="32533"/>
                  <a:pt x="1052985" y="33344"/>
                  <a:pt x="1056684" y="34966"/>
                </a:cubicBezTo>
                <a:cubicBezTo>
                  <a:pt x="1060383" y="36587"/>
                  <a:pt x="1063475" y="38917"/>
                  <a:pt x="1065958" y="41957"/>
                </a:cubicBezTo>
                <a:cubicBezTo>
                  <a:pt x="1068442" y="44998"/>
                  <a:pt x="1070342" y="48646"/>
                  <a:pt x="1071658" y="52904"/>
                </a:cubicBezTo>
                <a:cubicBezTo>
                  <a:pt x="1072975" y="57159"/>
                  <a:pt x="1073634" y="61922"/>
                  <a:pt x="1073634" y="67193"/>
                </a:cubicBezTo>
                <a:cubicBezTo>
                  <a:pt x="1073634" y="68510"/>
                  <a:pt x="1073608" y="69803"/>
                  <a:pt x="1073557" y="71071"/>
                </a:cubicBezTo>
                <a:cubicBezTo>
                  <a:pt x="1073508" y="72338"/>
                  <a:pt x="1073382" y="73426"/>
                  <a:pt x="1073179" y="74337"/>
                </a:cubicBezTo>
                <a:lnTo>
                  <a:pt x="1023317" y="74337"/>
                </a:lnTo>
                <a:cubicBezTo>
                  <a:pt x="1023824" y="82242"/>
                  <a:pt x="1026281" y="88501"/>
                  <a:pt x="1030688" y="93112"/>
                </a:cubicBezTo>
                <a:cubicBezTo>
                  <a:pt x="1035097" y="97724"/>
                  <a:pt x="1040849" y="100029"/>
                  <a:pt x="1047944" y="100029"/>
                </a:cubicBezTo>
                <a:cubicBezTo>
                  <a:pt x="1051492" y="100029"/>
                  <a:pt x="1054760" y="99497"/>
                  <a:pt x="1057749" y="98433"/>
                </a:cubicBezTo>
                <a:cubicBezTo>
                  <a:pt x="1060738" y="97369"/>
                  <a:pt x="1063602" y="95976"/>
                  <a:pt x="1066339" y="94253"/>
                </a:cubicBezTo>
                <a:lnTo>
                  <a:pt x="1070746" y="102463"/>
                </a:lnTo>
                <a:cubicBezTo>
                  <a:pt x="1067503" y="104488"/>
                  <a:pt x="1063905" y="106261"/>
                  <a:pt x="1059953" y="107781"/>
                </a:cubicBezTo>
                <a:cubicBezTo>
                  <a:pt x="1056000" y="109302"/>
                  <a:pt x="1051491" y="110062"/>
                  <a:pt x="1046425" y="110062"/>
                </a:cubicBezTo>
                <a:moveTo>
                  <a:pt x="1023166" y="65369"/>
                </a:moveTo>
                <a:lnTo>
                  <a:pt x="1062690" y="65369"/>
                </a:lnTo>
                <a:cubicBezTo>
                  <a:pt x="1062690" y="57869"/>
                  <a:pt x="1061093" y="52168"/>
                  <a:pt x="1057900" y="48267"/>
                </a:cubicBezTo>
                <a:cubicBezTo>
                  <a:pt x="1054708" y="44365"/>
                  <a:pt x="1050224" y="42414"/>
                  <a:pt x="1044448" y="42414"/>
                </a:cubicBezTo>
                <a:cubicBezTo>
                  <a:pt x="1041813" y="42414"/>
                  <a:pt x="1039304" y="42922"/>
                  <a:pt x="1036921" y="43936"/>
                </a:cubicBezTo>
                <a:cubicBezTo>
                  <a:pt x="1034540" y="44949"/>
                  <a:pt x="1032386" y="46444"/>
                  <a:pt x="1030461" y="48420"/>
                </a:cubicBezTo>
                <a:cubicBezTo>
                  <a:pt x="1028536" y="50396"/>
                  <a:pt x="1026940" y="52803"/>
                  <a:pt x="1025673" y="55641"/>
                </a:cubicBezTo>
                <a:cubicBezTo>
                  <a:pt x="1024407" y="58479"/>
                  <a:pt x="1023571" y="61721"/>
                  <a:pt x="1023166" y="65369"/>
                </a:cubicBezTo>
                <a:close/>
                <a:moveTo>
                  <a:pt x="1092470" y="108238"/>
                </a:moveTo>
                <a:lnTo>
                  <a:pt x="1092470" y="34358"/>
                </a:lnTo>
                <a:lnTo>
                  <a:pt x="1102806" y="34358"/>
                </a:lnTo>
                <a:lnTo>
                  <a:pt x="1103871" y="44998"/>
                </a:lnTo>
                <a:lnTo>
                  <a:pt x="1104328" y="44998"/>
                </a:lnTo>
                <a:cubicBezTo>
                  <a:pt x="1107875" y="41451"/>
                  <a:pt x="1111600" y="38486"/>
                  <a:pt x="1115501" y="36105"/>
                </a:cubicBezTo>
                <a:cubicBezTo>
                  <a:pt x="1119403" y="33723"/>
                  <a:pt x="1123938" y="32533"/>
                  <a:pt x="1129106" y="32533"/>
                </a:cubicBezTo>
                <a:cubicBezTo>
                  <a:pt x="1136909" y="32533"/>
                  <a:pt x="1142609" y="34965"/>
                  <a:pt x="1146206" y="39830"/>
                </a:cubicBezTo>
                <a:cubicBezTo>
                  <a:pt x="1149805" y="44695"/>
                  <a:pt x="1151604" y="51891"/>
                  <a:pt x="1151604" y="61417"/>
                </a:cubicBezTo>
                <a:lnTo>
                  <a:pt x="1151604" y="108238"/>
                </a:lnTo>
                <a:lnTo>
                  <a:pt x="1139141" y="108238"/>
                </a:lnTo>
                <a:lnTo>
                  <a:pt x="1139141" y="63089"/>
                </a:lnTo>
                <a:cubicBezTo>
                  <a:pt x="1139141" y="56096"/>
                  <a:pt x="1138026" y="51054"/>
                  <a:pt x="1135796" y="47963"/>
                </a:cubicBezTo>
                <a:cubicBezTo>
                  <a:pt x="1133566" y="44872"/>
                  <a:pt x="1130018" y="43326"/>
                  <a:pt x="1125153" y="43326"/>
                </a:cubicBezTo>
                <a:cubicBezTo>
                  <a:pt x="1121303" y="43326"/>
                  <a:pt x="1117908" y="44289"/>
                  <a:pt x="1114968" y="46214"/>
                </a:cubicBezTo>
                <a:cubicBezTo>
                  <a:pt x="1112030" y="48139"/>
                  <a:pt x="1108686" y="50977"/>
                  <a:pt x="1104935" y="54727"/>
                </a:cubicBezTo>
                <a:lnTo>
                  <a:pt x="1104935" y="108238"/>
                </a:lnTo>
                <a:lnTo>
                  <a:pt x="1092470" y="108238"/>
                </a:lnTo>
                <a:close/>
                <a:moveTo>
                  <a:pt x="1199933" y="110062"/>
                </a:moveTo>
                <a:cubicBezTo>
                  <a:pt x="1195980" y="110062"/>
                  <a:pt x="1192661" y="109454"/>
                  <a:pt x="1189975" y="108238"/>
                </a:cubicBezTo>
                <a:cubicBezTo>
                  <a:pt x="1187290" y="107023"/>
                  <a:pt x="1185111" y="105351"/>
                  <a:pt x="1183438" y="103223"/>
                </a:cubicBezTo>
                <a:cubicBezTo>
                  <a:pt x="1181766" y="101094"/>
                  <a:pt x="1180576" y="98509"/>
                  <a:pt x="1179866" y="95469"/>
                </a:cubicBezTo>
                <a:cubicBezTo>
                  <a:pt x="1179156" y="92429"/>
                  <a:pt x="1178801" y="89084"/>
                  <a:pt x="1178801" y="85436"/>
                </a:cubicBezTo>
                <a:lnTo>
                  <a:pt x="1178801" y="44541"/>
                </a:lnTo>
                <a:lnTo>
                  <a:pt x="1167857" y="44541"/>
                </a:lnTo>
                <a:lnTo>
                  <a:pt x="1167857" y="35117"/>
                </a:lnTo>
                <a:lnTo>
                  <a:pt x="1179411" y="34358"/>
                </a:lnTo>
                <a:lnTo>
                  <a:pt x="1180931" y="13683"/>
                </a:lnTo>
                <a:lnTo>
                  <a:pt x="1191420" y="13683"/>
                </a:lnTo>
                <a:lnTo>
                  <a:pt x="1191420" y="34358"/>
                </a:lnTo>
                <a:lnTo>
                  <a:pt x="1211334" y="34358"/>
                </a:lnTo>
                <a:lnTo>
                  <a:pt x="1211334" y="44541"/>
                </a:lnTo>
                <a:lnTo>
                  <a:pt x="1191420" y="44541"/>
                </a:lnTo>
                <a:lnTo>
                  <a:pt x="1191420" y="85587"/>
                </a:lnTo>
                <a:cubicBezTo>
                  <a:pt x="1191420" y="90148"/>
                  <a:pt x="1192256" y="93670"/>
                  <a:pt x="1193927" y="96153"/>
                </a:cubicBezTo>
                <a:cubicBezTo>
                  <a:pt x="1195601" y="98637"/>
                  <a:pt x="1198565" y="99878"/>
                  <a:pt x="1202821" y="99878"/>
                </a:cubicBezTo>
                <a:cubicBezTo>
                  <a:pt x="1204138" y="99878"/>
                  <a:pt x="1205557" y="99676"/>
                  <a:pt x="1207077" y="99271"/>
                </a:cubicBezTo>
                <a:cubicBezTo>
                  <a:pt x="1208597" y="98864"/>
                  <a:pt x="1209966" y="98408"/>
                  <a:pt x="1211183" y="97902"/>
                </a:cubicBezTo>
                <a:lnTo>
                  <a:pt x="1213614" y="107327"/>
                </a:lnTo>
                <a:cubicBezTo>
                  <a:pt x="1211587" y="108037"/>
                  <a:pt x="1209382" y="108670"/>
                  <a:pt x="1207001" y="109227"/>
                </a:cubicBezTo>
                <a:cubicBezTo>
                  <a:pt x="1204619" y="109783"/>
                  <a:pt x="1202263" y="110062"/>
                  <a:pt x="1199933" y="110062"/>
                </a:cubicBezTo>
                <a:close/>
                <a:moveTo>
                  <a:pt x="1247499" y="110062"/>
                </a:moveTo>
                <a:cubicBezTo>
                  <a:pt x="1242229" y="110062"/>
                  <a:pt x="1237212" y="109099"/>
                  <a:pt x="1232449" y="107174"/>
                </a:cubicBezTo>
                <a:cubicBezTo>
                  <a:pt x="1227686" y="105248"/>
                  <a:pt x="1223531" y="102817"/>
                  <a:pt x="1219983" y="99878"/>
                </a:cubicBezTo>
                <a:lnTo>
                  <a:pt x="1226216" y="91516"/>
                </a:lnTo>
                <a:cubicBezTo>
                  <a:pt x="1229459" y="94151"/>
                  <a:pt x="1232778" y="96280"/>
                  <a:pt x="1236172" y="97902"/>
                </a:cubicBezTo>
                <a:cubicBezTo>
                  <a:pt x="1239568" y="99523"/>
                  <a:pt x="1243496" y="100333"/>
                  <a:pt x="1247956" y="100333"/>
                </a:cubicBezTo>
                <a:cubicBezTo>
                  <a:pt x="1252819" y="100333"/>
                  <a:pt x="1256467" y="99219"/>
                  <a:pt x="1258900" y="96991"/>
                </a:cubicBezTo>
                <a:cubicBezTo>
                  <a:pt x="1261332" y="94761"/>
                  <a:pt x="1262548" y="92023"/>
                  <a:pt x="1262548" y="88779"/>
                </a:cubicBezTo>
                <a:cubicBezTo>
                  <a:pt x="1262548" y="86854"/>
                  <a:pt x="1262041" y="85182"/>
                  <a:pt x="1261027" y="83764"/>
                </a:cubicBezTo>
                <a:cubicBezTo>
                  <a:pt x="1260014" y="82344"/>
                  <a:pt x="1258722" y="81103"/>
                  <a:pt x="1257151" y="80039"/>
                </a:cubicBezTo>
                <a:cubicBezTo>
                  <a:pt x="1255581" y="78975"/>
                  <a:pt x="1253783" y="78038"/>
                  <a:pt x="1251755" y="77227"/>
                </a:cubicBezTo>
                <a:cubicBezTo>
                  <a:pt x="1249728" y="76415"/>
                  <a:pt x="1247701" y="75604"/>
                  <a:pt x="1245675" y="74794"/>
                </a:cubicBezTo>
                <a:cubicBezTo>
                  <a:pt x="1243040" y="73882"/>
                  <a:pt x="1240405" y="72843"/>
                  <a:pt x="1237770" y="71679"/>
                </a:cubicBezTo>
                <a:cubicBezTo>
                  <a:pt x="1235135" y="70513"/>
                  <a:pt x="1232778" y="69094"/>
                  <a:pt x="1230700" y="67422"/>
                </a:cubicBezTo>
                <a:cubicBezTo>
                  <a:pt x="1228623" y="65749"/>
                  <a:pt x="1226926" y="63798"/>
                  <a:pt x="1225608" y="61570"/>
                </a:cubicBezTo>
                <a:cubicBezTo>
                  <a:pt x="1224291" y="59340"/>
                  <a:pt x="1223632" y="56654"/>
                  <a:pt x="1223632" y="53511"/>
                </a:cubicBezTo>
                <a:cubicBezTo>
                  <a:pt x="1223632" y="50572"/>
                  <a:pt x="1224214" y="47810"/>
                  <a:pt x="1225379" y="45226"/>
                </a:cubicBezTo>
                <a:cubicBezTo>
                  <a:pt x="1226545" y="42642"/>
                  <a:pt x="1228217" y="40413"/>
                  <a:pt x="1230396" y="38538"/>
                </a:cubicBezTo>
                <a:cubicBezTo>
                  <a:pt x="1232575" y="36662"/>
                  <a:pt x="1235235" y="35193"/>
                  <a:pt x="1238376" y="34129"/>
                </a:cubicBezTo>
                <a:cubicBezTo>
                  <a:pt x="1241518" y="33065"/>
                  <a:pt x="1245065" y="32533"/>
                  <a:pt x="1249018" y="32533"/>
                </a:cubicBezTo>
                <a:cubicBezTo>
                  <a:pt x="1253681" y="32533"/>
                  <a:pt x="1257963" y="33344"/>
                  <a:pt x="1261864" y="34966"/>
                </a:cubicBezTo>
                <a:cubicBezTo>
                  <a:pt x="1265766" y="36587"/>
                  <a:pt x="1269135" y="38563"/>
                  <a:pt x="1271973" y="40895"/>
                </a:cubicBezTo>
                <a:lnTo>
                  <a:pt x="1266044" y="48798"/>
                </a:lnTo>
                <a:cubicBezTo>
                  <a:pt x="1263511" y="46873"/>
                  <a:pt x="1260876" y="45302"/>
                  <a:pt x="1258139" y="44087"/>
                </a:cubicBezTo>
                <a:cubicBezTo>
                  <a:pt x="1255403" y="42870"/>
                  <a:pt x="1252414" y="42261"/>
                  <a:pt x="1249171" y="42261"/>
                </a:cubicBezTo>
                <a:cubicBezTo>
                  <a:pt x="1244509" y="42261"/>
                  <a:pt x="1241088" y="43326"/>
                  <a:pt x="1238909" y="45455"/>
                </a:cubicBezTo>
                <a:cubicBezTo>
                  <a:pt x="1236730" y="47583"/>
                  <a:pt x="1235641" y="50066"/>
                  <a:pt x="1235641" y="52904"/>
                </a:cubicBezTo>
                <a:cubicBezTo>
                  <a:pt x="1235641" y="54626"/>
                  <a:pt x="1236097" y="56121"/>
                  <a:pt x="1237009" y="57388"/>
                </a:cubicBezTo>
                <a:cubicBezTo>
                  <a:pt x="1237922" y="58654"/>
                  <a:pt x="1239138" y="59769"/>
                  <a:pt x="1240658" y="60732"/>
                </a:cubicBezTo>
                <a:cubicBezTo>
                  <a:pt x="1242178" y="61696"/>
                  <a:pt x="1243926" y="62558"/>
                  <a:pt x="1245903" y="63319"/>
                </a:cubicBezTo>
                <a:cubicBezTo>
                  <a:pt x="1247879" y="64078"/>
                  <a:pt x="1249931" y="64863"/>
                  <a:pt x="1252059" y="65673"/>
                </a:cubicBezTo>
                <a:cubicBezTo>
                  <a:pt x="1254694" y="66686"/>
                  <a:pt x="1257354" y="67750"/>
                  <a:pt x="1260039" y="68865"/>
                </a:cubicBezTo>
                <a:cubicBezTo>
                  <a:pt x="1262725" y="69980"/>
                  <a:pt x="1265132" y="71374"/>
                  <a:pt x="1267260" y="73047"/>
                </a:cubicBezTo>
                <a:cubicBezTo>
                  <a:pt x="1269389" y="74719"/>
                  <a:pt x="1271137" y="76771"/>
                  <a:pt x="1272504" y="79204"/>
                </a:cubicBezTo>
                <a:cubicBezTo>
                  <a:pt x="1273873" y="81635"/>
                  <a:pt x="1274557" y="84574"/>
                  <a:pt x="1274557" y="88021"/>
                </a:cubicBezTo>
                <a:cubicBezTo>
                  <a:pt x="1274557" y="91061"/>
                  <a:pt x="1273974" y="93898"/>
                  <a:pt x="1272808" y="96534"/>
                </a:cubicBezTo>
                <a:cubicBezTo>
                  <a:pt x="1271644" y="99169"/>
                  <a:pt x="1269921" y="101500"/>
                  <a:pt x="1267640" y="103527"/>
                </a:cubicBezTo>
                <a:cubicBezTo>
                  <a:pt x="1265361" y="105553"/>
                  <a:pt x="1262523" y="107148"/>
                  <a:pt x="1259127" y="108313"/>
                </a:cubicBezTo>
                <a:cubicBezTo>
                  <a:pt x="1255733" y="109479"/>
                  <a:pt x="1251857" y="110062"/>
                  <a:pt x="1247499" y="1100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cc2b12eda4aca"/>
          <a:stretch xmlns:a="http://schemas.openxmlformats.org/drawingml/2006/main"/>
        </p:blipFill>
        <p:spPr>
          <a:xfrm xmlns:a="http://schemas.openxmlformats.org/drawingml/2006/main">
            <a:off x="2527550" y="445486"/>
            <a:ext cx="250180" cy="250180"/>
          </a:xfrm>
          <a:prstGeom xmlns:a="http://schemas.openxmlformats.org/drawingml/2006/main" prst="rect">
            <a:avLst/>
          </a:prstGeom>
        </p:spPr>
      </p:pic>
      <p:pic>
        <p:nvPicPr>
          <p:cNvPr id="7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a87eccb6c4679"/>
          <a:stretch xmlns:a="http://schemas.openxmlformats.org/drawingml/2006/main"/>
        </p:blipFill>
        <p:spPr>
          <a:xfrm xmlns:a="http://schemas.openxmlformats.org/drawingml/2006/main">
            <a:off x="2548399" y="2149836"/>
            <a:ext cx="255392" cy="250180"/>
          </a:xfrm>
          <a:prstGeom xmlns:a="http://schemas.openxmlformats.org/drawingml/2006/main" prst="rect">
            <a:avLst/>
          </a:prstGeom>
        </p:spPr>
      </p:pic>
      <p:pic>
        <p:nvPicPr>
          <p:cNvPr id="7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cf92c4b244255"/>
          <a:stretch xmlns:a="http://schemas.openxmlformats.org/drawingml/2006/main"/>
        </p:blipFill>
        <p:spPr>
          <a:xfrm xmlns:a="http://schemas.openxmlformats.org/drawingml/2006/main">
            <a:off x="9553434" y="440273"/>
            <a:ext cx="250180" cy="250180"/>
          </a:xfrm>
          <a:prstGeom xmlns:a="http://schemas.openxmlformats.org/drawingml/2006/main" prst="rect">
            <a:avLst/>
          </a:prstGeom>
        </p:spPr>
      </p:pic>
      <p:pic>
        <p:nvPicPr>
          <p:cNvPr id="7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c5435e8274b3e"/>
          <a:stretch xmlns:a="http://schemas.openxmlformats.org/drawingml/2006/main"/>
        </p:blipFill>
        <p:spPr>
          <a:xfrm xmlns:a="http://schemas.openxmlformats.org/drawingml/2006/main">
            <a:off x="7817811" y="2952495"/>
            <a:ext cx="250180" cy="250180"/>
          </a:xfrm>
          <a:prstGeom xmlns:a="http://schemas.openxmlformats.org/drawingml/2006/main" prst="rect">
            <a:avLst/>
          </a:prstGeom>
        </p:spPr>
      </p:pic>
      <p:pic>
        <p:nvPicPr>
          <p:cNvPr id="7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c2603ac484427"/>
          <a:stretch xmlns:a="http://schemas.openxmlformats.org/drawingml/2006/main"/>
        </p:blipFill>
        <p:spPr>
          <a:xfrm xmlns:a="http://schemas.openxmlformats.org/drawingml/2006/main">
            <a:off x="14067095" y="4813208"/>
            <a:ext cx="250180" cy="250180"/>
          </a:xfrm>
          <a:prstGeom xmlns:a="http://schemas.openxmlformats.org/drawingml/2006/main" prst="rect">
            <a:avLst/>
          </a:prstGeom>
        </p:spPr>
      </p:pic>
      <p:pic>
        <p:nvPicPr>
          <p:cNvPr id="7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02743e47f4a2f"/>
          <a:stretch xmlns:a="http://schemas.openxmlformats.org/drawingml/2006/main"/>
        </p:blipFill>
        <p:spPr>
          <a:xfrm xmlns:a="http://schemas.openxmlformats.org/drawingml/2006/main">
            <a:off x="9621192" y="2952495"/>
            <a:ext cx="255392" cy="250180"/>
          </a:xfrm>
          <a:prstGeom xmlns:a="http://schemas.openxmlformats.org/drawingml/2006/main" prst="rect">
            <a:avLst/>
          </a:prstGeom>
        </p:spPr>
      </p:pic>
      <p:pic>
        <p:nvPicPr>
          <p:cNvPr id="7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81d5a90d34d43"/>
          <a:stretch xmlns:a="http://schemas.openxmlformats.org/drawingml/2006/main"/>
        </p:blipFill>
        <p:spPr>
          <a:xfrm xmlns:a="http://schemas.openxmlformats.org/drawingml/2006/main">
            <a:off x="14077521" y="450697"/>
            <a:ext cx="250180" cy="250180"/>
          </a:xfrm>
          <a:prstGeom xmlns:a="http://schemas.openxmlformats.org/drawingml/2006/main" prst="rect">
            <a:avLst/>
          </a:prstGeom>
        </p:spPr>
      </p:pic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98F3F-AC5E-4C1E-AA7D-8FFFBCCC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" y="429966"/>
            <a:ext cx="2793882" cy="10"/>
          </a:xfrm>
          <a:custGeom xmlns:a="http://schemas.openxmlformats.org/drawingml/2006/main">
            <a:pathLst>
              <a:path w="2793882" h="2" fill="none">
                <a:moveTo>
                  <a:pt x="0" y="0"/>
                </a:moveTo>
                <a:lnTo>
                  <a:pt x="2793882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000000"/>
            </a:solidFill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F33E27-8A08-4DED-A079-5AA6F23D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" y="2125206"/>
            <a:ext cx="2793882" cy="10"/>
          </a:xfrm>
          <a:custGeom xmlns:a="http://schemas.openxmlformats.org/drawingml/2006/main">
            <a:pathLst>
              <a:path w="2793882" h="2" fill="none">
                <a:moveTo>
                  <a:pt x="0" y="0"/>
                </a:moveTo>
                <a:lnTo>
                  <a:pt x="2793882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000000"/>
            </a:solidFill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3EE84B-75C1-463F-A16B-E723FCA6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355" y="435990"/>
            <a:ext cx="3503169" cy="10"/>
          </a:xfrm>
          <a:custGeom xmlns:a="http://schemas.openxmlformats.org/drawingml/2006/main">
            <a:pathLst>
              <a:path w="3503169" h="2" fill="none">
                <a:moveTo>
                  <a:pt x="0" y="0"/>
                </a:moveTo>
                <a:lnTo>
                  <a:pt x="3503169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000000"/>
            </a:solidFill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7DF84-CBCF-43C5-8005-40E9A604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354" y="2982910"/>
            <a:ext cx="1722495" cy="10"/>
          </a:xfrm>
          <a:custGeom xmlns:a="http://schemas.openxmlformats.org/drawingml/2006/main">
            <a:pathLst>
              <a:path w="1722495" h="2" fill="none">
                <a:moveTo>
                  <a:pt x="1722495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000000"/>
            </a:solidFill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BC1A29-85EA-4D03-AE91-86F48A1F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011" y="2975134"/>
            <a:ext cx="1722495" cy="10"/>
          </a:xfrm>
          <a:custGeom xmlns:a="http://schemas.openxmlformats.org/drawingml/2006/main">
            <a:pathLst>
              <a:path w="1722495" h="2" fill="none">
                <a:moveTo>
                  <a:pt x="1722495" y="0"/>
                </a:moveTo>
                <a:lnTo>
                  <a:pt x="0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000000"/>
            </a:solidFill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4C2D5-A130-4DA6-8D39-7F4437F6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809" y="432918"/>
            <a:ext cx="4181579" cy="10"/>
          </a:xfrm>
          <a:custGeom xmlns:a="http://schemas.openxmlformats.org/drawingml/2006/main">
            <a:pathLst>
              <a:path w="4181579" h="2" fill="none">
                <a:moveTo>
                  <a:pt x="0" y="0"/>
                </a:moveTo>
                <a:lnTo>
                  <a:pt x="4181579" y="2"/>
                </a:lnTo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000000"/>
            </a:solidFill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9F11A-D522-44CD-953B-BA140CF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689" y="4813308"/>
            <a:ext cx="10" cy="702795"/>
          </a:xfrm>
          <a:custGeom xmlns:a="http://schemas.openxmlformats.org/drawingml/2006/main">
            <a:pathLst>
              <a:path w="2" h="702795" fill="none">
                <a:moveTo>
                  <a:pt x="0" y="0"/>
                </a:moveTo>
                <a:lnTo>
                  <a:pt x="2" y="702795"/>
                </a:lnTo>
              </a:path>
            </a:pathLst>
          </a:custGeom>
          <a:noFill xmlns:a="http://schemas.openxmlformats.org/drawingml/2006/main"/>
          <a:ln xmlns:a="http://schemas.openxmlformats.org/drawingml/2006/main" w="32576" cap="flat">
            <a:solidFill>
              <a:srgbClr val="000000"/>
            </a:solidFill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B6D70-92BC-43CC-B904-16A3377A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95" y="2806047"/>
            <a:ext cx="1054643" cy="245602"/>
          </a:xfrm>
          <a:custGeom xmlns:a="http://schemas.openxmlformats.org/drawingml/2006/main">
            <a:pathLst>
              <a:path w="1054643" h="245602">
                <a:moveTo>
                  <a:pt x="0" y="40934"/>
                </a:moveTo>
                <a:cubicBezTo>
                  <a:pt x="0" y="18327"/>
                  <a:pt x="18327" y="0"/>
                  <a:pt x="40934" y="0"/>
                </a:cubicBezTo>
                <a:lnTo>
                  <a:pt x="1013708" y="0"/>
                </a:lnTo>
                <a:cubicBezTo>
                  <a:pt x="1036316" y="0"/>
                  <a:pt x="1054643" y="18327"/>
                  <a:pt x="1054643" y="40934"/>
                </a:cubicBezTo>
                <a:lnTo>
                  <a:pt x="1054643" y="204668"/>
                </a:lnTo>
                <a:cubicBezTo>
                  <a:pt x="1054643" y="227275"/>
                  <a:pt x="1036316" y="245602"/>
                  <a:pt x="1013708" y="245602"/>
                </a:cubicBezTo>
                <a:lnTo>
                  <a:pt x="40934" y="245602"/>
                </a:lnTo>
                <a:cubicBezTo>
                  <a:pt x="18327" y="245602"/>
                  <a:pt x="0" y="227275"/>
                  <a:pt x="0" y="204668"/>
                </a:cubicBezTo>
                <a:lnTo>
                  <a:pt x="0" y="409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DF7E7-A88C-4945-A8C4-CB061166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395" y="2806047"/>
            <a:ext cx="1054644" cy="245604"/>
          </a:xfrm>
          <a:custGeom xmlns:a="http://schemas.openxmlformats.org/drawingml/2006/main">
            <a:pathLst>
              <a:path w="1054644" h="245604" fill="none">
                <a:moveTo>
                  <a:pt x="0" y="40934"/>
                </a:moveTo>
                <a:cubicBezTo>
                  <a:pt x="0" y="18327"/>
                  <a:pt x="18327" y="0"/>
                  <a:pt x="40934" y="0"/>
                </a:cubicBezTo>
                <a:lnTo>
                  <a:pt x="1013710" y="0"/>
                </a:lnTo>
                <a:cubicBezTo>
                  <a:pt x="1036317" y="0"/>
                  <a:pt x="1054644" y="18327"/>
                  <a:pt x="1054644" y="40934"/>
                </a:cubicBezTo>
                <a:lnTo>
                  <a:pt x="1054644" y="204670"/>
                </a:lnTo>
                <a:cubicBezTo>
                  <a:pt x="1054644" y="227277"/>
                  <a:pt x="1036317" y="245604"/>
                  <a:pt x="1013710" y="245604"/>
                </a:cubicBezTo>
                <a:lnTo>
                  <a:pt x="40934" y="245604"/>
                </a:lnTo>
                <a:cubicBezTo>
                  <a:pt x="18327" y="245604"/>
                  <a:pt x="0" y="227277"/>
                  <a:pt x="0" y="204670"/>
                </a:cubicBezTo>
                <a:lnTo>
                  <a:pt x="0" y="409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343" name="Text TestB">
            <a:extLst xmlns:a="http://schemas.openxmlformats.org/drawingml/2006/main">
              <a:ext uri="{FF2B5EF4-FFF2-40B4-BE49-F238E27FC236}">
                <a16:creationId xmlns:a16="http://schemas.microsoft.com/office/drawing/2014/main" id="{9468A90D-25CE-4A53-BD6D-666A4CAA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833" y="2851727"/>
            <a:ext cx="547269" cy="145069"/>
          </a:xfrm>
          <a:custGeom xmlns:a="http://schemas.openxmlformats.org/drawingml/2006/main">
            <a:pathLst>
              <a:path w="547269" h="145069">
                <a:moveTo>
                  <a:pt x="42999" y="142465"/>
                </a:moveTo>
                <a:lnTo>
                  <a:pt x="42999" y="15203"/>
                </a:lnTo>
                <a:lnTo>
                  <a:pt x="0" y="15203"/>
                </a:lnTo>
                <a:lnTo>
                  <a:pt x="0" y="0"/>
                </a:lnTo>
                <a:lnTo>
                  <a:pt x="104241" y="0"/>
                </a:lnTo>
                <a:lnTo>
                  <a:pt x="104241" y="15203"/>
                </a:lnTo>
                <a:lnTo>
                  <a:pt x="61241" y="15203"/>
                </a:lnTo>
                <a:lnTo>
                  <a:pt x="61241" y="142465"/>
                </a:lnTo>
                <a:lnTo>
                  <a:pt x="42999" y="142465"/>
                </a:lnTo>
                <a:close/>
                <a:moveTo>
                  <a:pt x="171240" y="145069"/>
                </a:moveTo>
                <a:cubicBezTo>
                  <a:pt x="164144" y="145069"/>
                  <a:pt x="157520" y="143804"/>
                  <a:pt x="151367" y="141272"/>
                </a:cubicBezTo>
                <a:cubicBezTo>
                  <a:pt x="145215" y="138738"/>
                  <a:pt x="139857" y="135118"/>
                  <a:pt x="135296" y="130413"/>
                </a:cubicBezTo>
                <a:cubicBezTo>
                  <a:pt x="130736" y="125707"/>
                  <a:pt x="127153" y="119952"/>
                  <a:pt x="124546" y="113148"/>
                </a:cubicBezTo>
                <a:cubicBezTo>
                  <a:pt x="121941" y="106342"/>
                  <a:pt x="120639" y="98595"/>
                  <a:pt x="120639" y="89909"/>
                </a:cubicBezTo>
                <a:cubicBezTo>
                  <a:pt x="120639" y="81222"/>
                  <a:pt x="121978" y="73440"/>
                  <a:pt x="124655" y="66563"/>
                </a:cubicBezTo>
                <a:cubicBezTo>
                  <a:pt x="127333" y="59686"/>
                  <a:pt x="130879" y="53859"/>
                  <a:pt x="135296" y="49083"/>
                </a:cubicBezTo>
                <a:cubicBezTo>
                  <a:pt x="139712" y="44305"/>
                  <a:pt x="144743" y="40649"/>
                  <a:pt x="150390" y="38115"/>
                </a:cubicBezTo>
                <a:cubicBezTo>
                  <a:pt x="156036" y="35581"/>
                  <a:pt x="161901" y="34314"/>
                  <a:pt x="167982" y="34314"/>
                </a:cubicBezTo>
                <a:cubicBezTo>
                  <a:pt x="174641" y="34314"/>
                  <a:pt x="180612" y="35473"/>
                  <a:pt x="185897" y="37790"/>
                </a:cubicBezTo>
                <a:cubicBezTo>
                  <a:pt x="191181" y="40105"/>
                  <a:pt x="195597" y="43434"/>
                  <a:pt x="199145" y="47778"/>
                </a:cubicBezTo>
                <a:cubicBezTo>
                  <a:pt x="202693" y="52121"/>
                  <a:pt x="205407" y="57333"/>
                  <a:pt x="207287" y="63415"/>
                </a:cubicBezTo>
                <a:cubicBezTo>
                  <a:pt x="209169" y="69495"/>
                  <a:pt x="210110" y="76299"/>
                  <a:pt x="210110" y="83828"/>
                </a:cubicBezTo>
                <a:cubicBezTo>
                  <a:pt x="210110" y="85710"/>
                  <a:pt x="210074" y="87557"/>
                  <a:pt x="210001" y="89369"/>
                </a:cubicBezTo>
                <a:cubicBezTo>
                  <a:pt x="209930" y="91178"/>
                  <a:pt x="209750" y="92733"/>
                  <a:pt x="209461" y="94034"/>
                </a:cubicBezTo>
                <a:lnTo>
                  <a:pt x="138228" y="94034"/>
                </a:lnTo>
                <a:cubicBezTo>
                  <a:pt x="138953" y="105328"/>
                  <a:pt x="142463" y="114268"/>
                  <a:pt x="148759" y="120856"/>
                </a:cubicBezTo>
                <a:cubicBezTo>
                  <a:pt x="155058" y="127444"/>
                  <a:pt x="163275" y="130737"/>
                  <a:pt x="173410" y="130737"/>
                </a:cubicBezTo>
                <a:cubicBezTo>
                  <a:pt x="178478" y="130737"/>
                  <a:pt x="183147" y="129977"/>
                  <a:pt x="187418" y="128458"/>
                </a:cubicBezTo>
                <a:cubicBezTo>
                  <a:pt x="191688" y="126938"/>
                  <a:pt x="195778" y="124947"/>
                  <a:pt x="199688" y="122486"/>
                </a:cubicBezTo>
                <a:lnTo>
                  <a:pt x="205984" y="134214"/>
                </a:lnTo>
                <a:cubicBezTo>
                  <a:pt x="201352" y="137108"/>
                  <a:pt x="196212" y="139640"/>
                  <a:pt x="190566" y="141812"/>
                </a:cubicBezTo>
                <a:cubicBezTo>
                  <a:pt x="184919" y="143984"/>
                  <a:pt x="178477" y="145069"/>
                  <a:pt x="171240" y="145069"/>
                </a:cubicBezTo>
                <a:moveTo>
                  <a:pt x="138013" y="81223"/>
                </a:moveTo>
                <a:lnTo>
                  <a:pt x="194476" y="81223"/>
                </a:lnTo>
                <a:cubicBezTo>
                  <a:pt x="194476" y="70509"/>
                  <a:pt x="192195" y="62365"/>
                  <a:pt x="187633" y="56791"/>
                </a:cubicBezTo>
                <a:cubicBezTo>
                  <a:pt x="183073" y="51217"/>
                  <a:pt x="176668" y="48430"/>
                  <a:pt x="168416" y="48430"/>
                </a:cubicBezTo>
                <a:cubicBezTo>
                  <a:pt x="164652" y="48430"/>
                  <a:pt x="161068" y="49155"/>
                  <a:pt x="157663" y="50604"/>
                </a:cubicBezTo>
                <a:cubicBezTo>
                  <a:pt x="154261" y="52051"/>
                  <a:pt x="151185" y="54186"/>
                  <a:pt x="148435" y="57010"/>
                </a:cubicBezTo>
                <a:cubicBezTo>
                  <a:pt x="145684" y="59833"/>
                  <a:pt x="143404" y="63272"/>
                  <a:pt x="141595" y="67325"/>
                </a:cubicBezTo>
                <a:cubicBezTo>
                  <a:pt x="139786" y="71379"/>
                  <a:pt x="138592" y="76012"/>
                  <a:pt x="138013" y="81223"/>
                </a:cubicBezTo>
                <a:close/>
                <a:moveTo>
                  <a:pt x="264622" y="145069"/>
                </a:moveTo>
                <a:cubicBezTo>
                  <a:pt x="257093" y="145069"/>
                  <a:pt x="249926" y="143694"/>
                  <a:pt x="243122" y="140944"/>
                </a:cubicBezTo>
                <a:cubicBezTo>
                  <a:pt x="236318" y="138193"/>
                  <a:pt x="230382" y="134719"/>
                  <a:pt x="225314" y="130522"/>
                </a:cubicBezTo>
                <a:lnTo>
                  <a:pt x="234218" y="118576"/>
                </a:lnTo>
                <a:cubicBezTo>
                  <a:pt x="238851" y="122340"/>
                  <a:pt x="243591" y="125381"/>
                  <a:pt x="248441" y="127699"/>
                </a:cubicBezTo>
                <a:cubicBezTo>
                  <a:pt x="253292" y="130014"/>
                  <a:pt x="258903" y="131172"/>
                  <a:pt x="265274" y="131172"/>
                </a:cubicBezTo>
                <a:cubicBezTo>
                  <a:pt x="272222" y="131172"/>
                  <a:pt x="277434" y="129580"/>
                  <a:pt x="280909" y="126396"/>
                </a:cubicBezTo>
                <a:cubicBezTo>
                  <a:pt x="284384" y="123211"/>
                  <a:pt x="286121" y="119301"/>
                  <a:pt x="286121" y="114666"/>
                </a:cubicBezTo>
                <a:cubicBezTo>
                  <a:pt x="286121" y="111915"/>
                  <a:pt x="285397" y="109527"/>
                  <a:pt x="283947" y="107501"/>
                </a:cubicBezTo>
                <a:cubicBezTo>
                  <a:pt x="282500" y="105473"/>
                  <a:pt x="280655" y="103699"/>
                  <a:pt x="278410" y="102180"/>
                </a:cubicBezTo>
                <a:cubicBezTo>
                  <a:pt x="276168" y="100660"/>
                  <a:pt x="273599" y="99321"/>
                  <a:pt x="270702" y="98163"/>
                </a:cubicBezTo>
                <a:cubicBezTo>
                  <a:pt x="267806" y="97003"/>
                  <a:pt x="264911" y="95845"/>
                  <a:pt x="262017" y="94687"/>
                </a:cubicBezTo>
                <a:cubicBezTo>
                  <a:pt x="258253" y="93384"/>
                  <a:pt x="254488" y="91900"/>
                  <a:pt x="250724" y="90237"/>
                </a:cubicBezTo>
                <a:cubicBezTo>
                  <a:pt x="246959" y="88571"/>
                  <a:pt x="243593" y="86544"/>
                  <a:pt x="240623" y="84156"/>
                </a:cubicBezTo>
                <a:cubicBezTo>
                  <a:pt x="237656" y="81766"/>
                  <a:pt x="235232" y="78979"/>
                  <a:pt x="233350" y="75795"/>
                </a:cubicBezTo>
                <a:cubicBezTo>
                  <a:pt x="231468" y="72610"/>
                  <a:pt x="230526" y="68772"/>
                  <a:pt x="230526" y="64283"/>
                </a:cubicBezTo>
                <a:cubicBezTo>
                  <a:pt x="230526" y="60084"/>
                  <a:pt x="231358" y="56138"/>
                  <a:pt x="233022" y="52447"/>
                </a:cubicBezTo>
                <a:cubicBezTo>
                  <a:pt x="234687" y="48755"/>
                  <a:pt x="237077" y="45571"/>
                  <a:pt x="240189" y="42893"/>
                </a:cubicBezTo>
                <a:cubicBezTo>
                  <a:pt x="243302" y="40213"/>
                  <a:pt x="247102" y="38114"/>
                  <a:pt x="251589" y="36594"/>
                </a:cubicBezTo>
                <a:cubicBezTo>
                  <a:pt x="256078" y="35074"/>
                  <a:pt x="261145" y="34314"/>
                  <a:pt x="266792" y="34314"/>
                </a:cubicBezTo>
                <a:cubicBezTo>
                  <a:pt x="273453" y="34314"/>
                  <a:pt x="279570" y="35473"/>
                  <a:pt x="285144" y="37790"/>
                </a:cubicBezTo>
                <a:cubicBezTo>
                  <a:pt x="290717" y="40105"/>
                  <a:pt x="295531" y="42929"/>
                  <a:pt x="299585" y="46260"/>
                </a:cubicBezTo>
                <a:lnTo>
                  <a:pt x="291115" y="57550"/>
                </a:lnTo>
                <a:cubicBezTo>
                  <a:pt x="287496" y="54799"/>
                  <a:pt x="283732" y="52556"/>
                  <a:pt x="279822" y="50820"/>
                </a:cubicBezTo>
                <a:cubicBezTo>
                  <a:pt x="275914" y="49081"/>
                  <a:pt x="271643" y="48212"/>
                  <a:pt x="267011" y="48212"/>
                </a:cubicBezTo>
                <a:cubicBezTo>
                  <a:pt x="260350" y="48212"/>
                  <a:pt x="255463" y="49733"/>
                  <a:pt x="252351" y="52775"/>
                </a:cubicBezTo>
                <a:cubicBezTo>
                  <a:pt x="249238" y="55815"/>
                  <a:pt x="247682" y="59361"/>
                  <a:pt x="247682" y="63415"/>
                </a:cubicBezTo>
                <a:cubicBezTo>
                  <a:pt x="247682" y="65876"/>
                  <a:pt x="248333" y="68011"/>
                  <a:pt x="249637" y="69821"/>
                </a:cubicBezTo>
                <a:cubicBezTo>
                  <a:pt x="250940" y="71630"/>
                  <a:pt x="252678" y="73223"/>
                  <a:pt x="254849" y="74599"/>
                </a:cubicBezTo>
                <a:cubicBezTo>
                  <a:pt x="257021" y="75975"/>
                  <a:pt x="259518" y="77207"/>
                  <a:pt x="262342" y="78294"/>
                </a:cubicBezTo>
                <a:cubicBezTo>
                  <a:pt x="265165" y="79379"/>
                  <a:pt x="268097" y="80500"/>
                  <a:pt x="271136" y="81657"/>
                </a:cubicBezTo>
                <a:cubicBezTo>
                  <a:pt x="274901" y="83104"/>
                  <a:pt x="278701" y="84624"/>
                  <a:pt x="282536" y="86217"/>
                </a:cubicBezTo>
                <a:cubicBezTo>
                  <a:pt x="286373" y="87810"/>
                  <a:pt x="289812" y="89802"/>
                  <a:pt x="292851" y="92192"/>
                </a:cubicBezTo>
                <a:cubicBezTo>
                  <a:pt x="295893" y="94580"/>
                  <a:pt x="298391" y="97512"/>
                  <a:pt x="300344" y="100987"/>
                </a:cubicBezTo>
                <a:cubicBezTo>
                  <a:pt x="302299" y="104459"/>
                  <a:pt x="303276" y="108658"/>
                  <a:pt x="303276" y="113582"/>
                </a:cubicBezTo>
                <a:cubicBezTo>
                  <a:pt x="303276" y="117925"/>
                  <a:pt x="302444" y="121979"/>
                  <a:pt x="300778" y="125744"/>
                </a:cubicBezTo>
                <a:cubicBezTo>
                  <a:pt x="299114" y="129508"/>
                  <a:pt x="296653" y="132838"/>
                  <a:pt x="293395" y="135735"/>
                </a:cubicBezTo>
                <a:cubicBezTo>
                  <a:pt x="290139" y="138629"/>
                  <a:pt x="286085" y="140907"/>
                  <a:pt x="281233" y="142571"/>
                </a:cubicBezTo>
                <a:cubicBezTo>
                  <a:pt x="276384" y="144237"/>
                  <a:pt x="270847" y="145069"/>
                  <a:pt x="264622" y="145069"/>
                </a:cubicBezTo>
                <a:close/>
                <a:moveTo>
                  <a:pt x="362565" y="145069"/>
                </a:moveTo>
                <a:cubicBezTo>
                  <a:pt x="356919" y="145069"/>
                  <a:pt x="352177" y="144201"/>
                  <a:pt x="348339" y="142465"/>
                </a:cubicBezTo>
                <a:cubicBezTo>
                  <a:pt x="344504" y="140728"/>
                  <a:pt x="341391" y="138340"/>
                  <a:pt x="339001" y="135300"/>
                </a:cubicBezTo>
                <a:cubicBezTo>
                  <a:pt x="336613" y="132258"/>
                  <a:pt x="334912" y="128566"/>
                  <a:pt x="333898" y="124223"/>
                </a:cubicBezTo>
                <a:cubicBezTo>
                  <a:pt x="332884" y="119879"/>
                  <a:pt x="332377" y="115102"/>
                  <a:pt x="332377" y="109891"/>
                </a:cubicBezTo>
                <a:lnTo>
                  <a:pt x="332377" y="51469"/>
                </a:lnTo>
                <a:lnTo>
                  <a:pt x="316743" y="51469"/>
                </a:lnTo>
                <a:lnTo>
                  <a:pt x="316743" y="38005"/>
                </a:lnTo>
                <a:lnTo>
                  <a:pt x="333248" y="36922"/>
                </a:lnTo>
                <a:lnTo>
                  <a:pt x="335419" y="7386"/>
                </a:lnTo>
                <a:lnTo>
                  <a:pt x="350404" y="7386"/>
                </a:lnTo>
                <a:lnTo>
                  <a:pt x="350404" y="36922"/>
                </a:lnTo>
                <a:lnTo>
                  <a:pt x="378852" y="36922"/>
                </a:lnTo>
                <a:lnTo>
                  <a:pt x="378852" y="51469"/>
                </a:lnTo>
                <a:lnTo>
                  <a:pt x="350404" y="51469"/>
                </a:lnTo>
                <a:lnTo>
                  <a:pt x="350404" y="110106"/>
                </a:lnTo>
                <a:cubicBezTo>
                  <a:pt x="350404" y="116621"/>
                  <a:pt x="351598" y="121652"/>
                  <a:pt x="353986" y="125200"/>
                </a:cubicBezTo>
                <a:cubicBezTo>
                  <a:pt x="356376" y="128748"/>
                  <a:pt x="360611" y="130522"/>
                  <a:pt x="366691" y="130522"/>
                </a:cubicBezTo>
                <a:cubicBezTo>
                  <a:pt x="368573" y="130522"/>
                  <a:pt x="370600" y="130233"/>
                  <a:pt x="372772" y="129654"/>
                </a:cubicBezTo>
                <a:cubicBezTo>
                  <a:pt x="374943" y="129073"/>
                  <a:pt x="376898" y="128421"/>
                  <a:pt x="378637" y="127699"/>
                </a:cubicBezTo>
                <a:lnTo>
                  <a:pt x="382110" y="141162"/>
                </a:lnTo>
                <a:cubicBezTo>
                  <a:pt x="379213" y="142176"/>
                  <a:pt x="376064" y="143081"/>
                  <a:pt x="372662" y="143876"/>
                </a:cubicBezTo>
                <a:cubicBezTo>
                  <a:pt x="369260" y="144672"/>
                  <a:pt x="365894" y="145069"/>
                  <a:pt x="362565" y="145069"/>
                </a:cubicBezTo>
                <a:close/>
                <a:moveTo>
                  <a:pt x="447804" y="142465"/>
                </a:moveTo>
                <a:lnTo>
                  <a:pt x="447804" y="0"/>
                </a:lnTo>
                <a:lnTo>
                  <a:pt x="490154" y="0"/>
                </a:lnTo>
                <a:cubicBezTo>
                  <a:pt x="497393" y="0"/>
                  <a:pt x="504016" y="652"/>
                  <a:pt x="510023" y="1955"/>
                </a:cubicBezTo>
                <a:cubicBezTo>
                  <a:pt x="516032" y="3259"/>
                  <a:pt x="521171" y="5285"/>
                  <a:pt x="525442" y="8036"/>
                </a:cubicBezTo>
                <a:cubicBezTo>
                  <a:pt x="529714" y="10786"/>
                  <a:pt x="533044" y="14370"/>
                  <a:pt x="535433" y="18786"/>
                </a:cubicBezTo>
                <a:cubicBezTo>
                  <a:pt x="537821" y="23202"/>
                  <a:pt x="539015" y="28523"/>
                  <a:pt x="539015" y="34748"/>
                </a:cubicBezTo>
                <a:cubicBezTo>
                  <a:pt x="539015" y="41842"/>
                  <a:pt x="537241" y="48248"/>
                  <a:pt x="533693" y="53968"/>
                </a:cubicBezTo>
                <a:cubicBezTo>
                  <a:pt x="530147" y="59687"/>
                  <a:pt x="524972" y="63633"/>
                  <a:pt x="518168" y="65804"/>
                </a:cubicBezTo>
                <a:lnTo>
                  <a:pt x="518168" y="66673"/>
                </a:lnTo>
                <a:cubicBezTo>
                  <a:pt x="526854" y="68265"/>
                  <a:pt x="533876" y="71885"/>
                  <a:pt x="539233" y="77532"/>
                </a:cubicBezTo>
                <a:cubicBezTo>
                  <a:pt x="544591" y="83178"/>
                  <a:pt x="547269" y="90924"/>
                  <a:pt x="547269" y="100768"/>
                </a:cubicBezTo>
                <a:cubicBezTo>
                  <a:pt x="547269" y="107718"/>
                  <a:pt x="545966" y="113799"/>
                  <a:pt x="543359" y="119010"/>
                </a:cubicBezTo>
                <a:cubicBezTo>
                  <a:pt x="540752" y="124221"/>
                  <a:pt x="537060" y="128565"/>
                  <a:pt x="532281" y="132040"/>
                </a:cubicBezTo>
                <a:cubicBezTo>
                  <a:pt x="527505" y="135515"/>
                  <a:pt x="521787" y="138122"/>
                  <a:pt x="515126" y="139860"/>
                </a:cubicBezTo>
                <a:cubicBezTo>
                  <a:pt x="508467" y="141597"/>
                  <a:pt x="501156" y="142465"/>
                  <a:pt x="493192" y="142465"/>
                </a:cubicBezTo>
                <a:lnTo>
                  <a:pt x="447804" y="142465"/>
                </a:lnTo>
                <a:moveTo>
                  <a:pt x="465831" y="60592"/>
                </a:moveTo>
                <a:lnTo>
                  <a:pt x="486896" y="60592"/>
                </a:lnTo>
                <a:cubicBezTo>
                  <a:pt x="499058" y="60592"/>
                  <a:pt x="507816" y="58493"/>
                  <a:pt x="513171" y="54296"/>
                </a:cubicBezTo>
                <a:cubicBezTo>
                  <a:pt x="518528" y="50096"/>
                  <a:pt x="521207" y="44377"/>
                  <a:pt x="521207" y="37137"/>
                </a:cubicBezTo>
                <a:cubicBezTo>
                  <a:pt x="521207" y="28884"/>
                  <a:pt x="518420" y="23021"/>
                  <a:pt x="512846" y="19548"/>
                </a:cubicBezTo>
                <a:cubicBezTo>
                  <a:pt x="507272" y="16073"/>
                  <a:pt x="498912" y="14335"/>
                  <a:pt x="487764" y="14335"/>
                </a:cubicBezTo>
                <a:lnTo>
                  <a:pt x="465831" y="14335"/>
                </a:lnTo>
                <a:lnTo>
                  <a:pt x="465831" y="60592"/>
                </a:lnTo>
                <a:moveTo>
                  <a:pt x="465831" y="128133"/>
                </a:moveTo>
                <a:lnTo>
                  <a:pt x="490588" y="128133"/>
                </a:lnTo>
                <a:cubicBezTo>
                  <a:pt x="502893" y="128133"/>
                  <a:pt x="512447" y="125853"/>
                  <a:pt x="519252" y="121293"/>
                </a:cubicBezTo>
                <a:cubicBezTo>
                  <a:pt x="526058" y="116731"/>
                  <a:pt x="529461" y="109672"/>
                  <a:pt x="529461" y="100115"/>
                </a:cubicBezTo>
                <a:cubicBezTo>
                  <a:pt x="529461" y="91285"/>
                  <a:pt x="526131" y="84807"/>
                  <a:pt x="519470" y="80680"/>
                </a:cubicBezTo>
                <a:cubicBezTo>
                  <a:pt x="512810" y="76553"/>
                  <a:pt x="503182" y="74490"/>
                  <a:pt x="490588" y="74490"/>
                </a:cubicBezTo>
                <a:lnTo>
                  <a:pt x="465831" y="74490"/>
                </a:lnTo>
                <a:lnTo>
                  <a:pt x="465831" y="12813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2C3A55-66A2-4A49-BA4D-759D86EE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959" y="3139071"/>
            <a:ext cx="654012" cy="233395"/>
          </a:xfrm>
          <a:custGeom xmlns:a="http://schemas.openxmlformats.org/drawingml/2006/main">
            <a:pathLst>
              <a:path w="654012" h="233395">
                <a:moveTo>
                  <a:pt x="0" y="0"/>
                </a:moveTo>
                <a:lnTo>
                  <a:pt x="654012" y="0"/>
                </a:lnTo>
                <a:lnTo>
                  <a:pt x="654012" y="233395"/>
                </a:lnTo>
                <a:lnTo>
                  <a:pt x="0" y="2333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DD8C6-919B-47FD-8ED2-F3EA2B6B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959" y="3139070"/>
            <a:ext cx="654012" cy="233394"/>
          </a:xfrm>
          <a:custGeom xmlns:a="http://schemas.openxmlformats.org/drawingml/2006/main">
            <a:pathLst>
              <a:path w="654012" h="233394" fill="none">
                <a:moveTo>
                  <a:pt x="0" y="0"/>
                </a:moveTo>
                <a:lnTo>
                  <a:pt x="654012" y="0"/>
                </a:lnTo>
                <a:lnTo>
                  <a:pt x="654012" y="233394"/>
                </a:lnTo>
                <a:lnTo>
                  <a:pt x="0" y="2333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595959"/>
            </a:solidFill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DC914-10F1-40C1-81B2-D2CA1300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697" y="3139071"/>
            <a:ext cx="654012" cy="233395"/>
          </a:xfrm>
          <a:custGeom xmlns:a="http://schemas.openxmlformats.org/drawingml/2006/main">
            <a:pathLst>
              <a:path w="654012" h="233395">
                <a:moveTo>
                  <a:pt x="0" y="0"/>
                </a:moveTo>
                <a:lnTo>
                  <a:pt x="654012" y="0"/>
                </a:lnTo>
                <a:lnTo>
                  <a:pt x="654012" y="233395"/>
                </a:lnTo>
                <a:lnTo>
                  <a:pt x="0" y="2333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6DBA2-864C-4102-B3B5-A1CAE5A2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697" y="3139070"/>
            <a:ext cx="654012" cy="233394"/>
          </a:xfrm>
          <a:custGeom xmlns:a="http://schemas.openxmlformats.org/drawingml/2006/main">
            <a:pathLst>
              <a:path w="654012" h="233394" fill="none">
                <a:moveTo>
                  <a:pt x="0" y="0"/>
                </a:moveTo>
                <a:lnTo>
                  <a:pt x="654012" y="0"/>
                </a:lnTo>
                <a:lnTo>
                  <a:pt x="654012" y="233394"/>
                </a:lnTo>
                <a:lnTo>
                  <a:pt x="0" y="2333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595959"/>
            </a:solidFill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44D0D-D678-42E6-82C7-21996A4D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959" y="3482282"/>
            <a:ext cx="654012" cy="233395"/>
          </a:xfrm>
          <a:custGeom xmlns:a="http://schemas.openxmlformats.org/drawingml/2006/main">
            <a:pathLst>
              <a:path w="654012" h="233395">
                <a:moveTo>
                  <a:pt x="0" y="0"/>
                </a:moveTo>
                <a:lnTo>
                  <a:pt x="654012" y="0"/>
                </a:lnTo>
                <a:lnTo>
                  <a:pt x="654012" y="233395"/>
                </a:lnTo>
                <a:lnTo>
                  <a:pt x="0" y="2333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E2B26A-2D84-4DEB-AE8F-EE6C62F9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959" y="3482282"/>
            <a:ext cx="654012" cy="233394"/>
          </a:xfrm>
          <a:custGeom xmlns:a="http://schemas.openxmlformats.org/drawingml/2006/main">
            <a:pathLst>
              <a:path w="654012" h="233394" fill="none">
                <a:moveTo>
                  <a:pt x="0" y="0"/>
                </a:moveTo>
                <a:lnTo>
                  <a:pt x="654012" y="0"/>
                </a:lnTo>
                <a:lnTo>
                  <a:pt x="654012" y="233394"/>
                </a:lnTo>
                <a:lnTo>
                  <a:pt x="0" y="2333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595959"/>
            </a:solidFill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6FDB0-B97A-4441-9568-2E318F76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697" y="3482282"/>
            <a:ext cx="654012" cy="233395"/>
          </a:xfrm>
          <a:custGeom xmlns:a="http://schemas.openxmlformats.org/drawingml/2006/main">
            <a:pathLst>
              <a:path w="654012" h="233395">
                <a:moveTo>
                  <a:pt x="0" y="0"/>
                </a:moveTo>
                <a:lnTo>
                  <a:pt x="654012" y="0"/>
                </a:lnTo>
                <a:lnTo>
                  <a:pt x="654012" y="233395"/>
                </a:lnTo>
                <a:lnTo>
                  <a:pt x="0" y="2333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7793C-9ED0-4B38-AF95-4972BD9C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697" y="3482282"/>
            <a:ext cx="654012" cy="233394"/>
          </a:xfrm>
          <a:custGeom xmlns:a="http://schemas.openxmlformats.org/drawingml/2006/main">
            <a:pathLst>
              <a:path w="654012" h="233394" fill="none">
                <a:moveTo>
                  <a:pt x="0" y="0"/>
                </a:moveTo>
                <a:lnTo>
                  <a:pt x="654012" y="0"/>
                </a:lnTo>
                <a:lnTo>
                  <a:pt x="654012" y="233394"/>
                </a:lnTo>
                <a:lnTo>
                  <a:pt x="0" y="2333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595959"/>
            </a:solidFill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856A2-0334-4AE6-A196-FD37DE92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959" y="3825495"/>
            <a:ext cx="654012" cy="233395"/>
          </a:xfrm>
          <a:custGeom xmlns:a="http://schemas.openxmlformats.org/drawingml/2006/main">
            <a:pathLst>
              <a:path w="654012" h="233395">
                <a:moveTo>
                  <a:pt x="0" y="0"/>
                </a:moveTo>
                <a:lnTo>
                  <a:pt x="654012" y="0"/>
                </a:lnTo>
                <a:lnTo>
                  <a:pt x="654012" y="233395"/>
                </a:lnTo>
                <a:lnTo>
                  <a:pt x="0" y="2333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6F04A-5B45-4BA9-B5D8-7D1D8821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959" y="3825495"/>
            <a:ext cx="654012" cy="233394"/>
          </a:xfrm>
          <a:custGeom xmlns:a="http://schemas.openxmlformats.org/drawingml/2006/main">
            <a:pathLst>
              <a:path w="654012" h="233394" fill="none">
                <a:moveTo>
                  <a:pt x="0" y="0"/>
                </a:moveTo>
                <a:lnTo>
                  <a:pt x="654012" y="0"/>
                </a:lnTo>
                <a:lnTo>
                  <a:pt x="654012" y="233394"/>
                </a:lnTo>
                <a:lnTo>
                  <a:pt x="0" y="2333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595959"/>
            </a:solidFill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95954-959C-4CB8-AEC8-ADA3C117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697" y="3825495"/>
            <a:ext cx="654012" cy="233395"/>
          </a:xfrm>
          <a:custGeom xmlns:a="http://schemas.openxmlformats.org/drawingml/2006/main">
            <a:pathLst>
              <a:path w="654012" h="233395">
                <a:moveTo>
                  <a:pt x="0" y="0"/>
                </a:moveTo>
                <a:lnTo>
                  <a:pt x="654012" y="0"/>
                </a:lnTo>
                <a:lnTo>
                  <a:pt x="654012" y="233395"/>
                </a:lnTo>
                <a:lnTo>
                  <a:pt x="0" y="2333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90ED4-88CD-44DE-AC04-88D2530F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697" y="3825495"/>
            <a:ext cx="654012" cy="233394"/>
          </a:xfrm>
          <a:custGeom xmlns:a="http://schemas.openxmlformats.org/drawingml/2006/main">
            <a:pathLst>
              <a:path w="654012" h="233394" fill="none">
                <a:moveTo>
                  <a:pt x="0" y="0"/>
                </a:moveTo>
                <a:lnTo>
                  <a:pt x="654012" y="0"/>
                </a:lnTo>
                <a:lnTo>
                  <a:pt x="654012" y="233394"/>
                </a:lnTo>
                <a:lnTo>
                  <a:pt x="0" y="2333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595959"/>
            </a:solidFill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E9FC1A-7E0C-4E1E-A23C-C924BB03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959" y="4154997"/>
            <a:ext cx="654012" cy="233395"/>
          </a:xfrm>
          <a:custGeom xmlns:a="http://schemas.openxmlformats.org/drawingml/2006/main">
            <a:pathLst>
              <a:path w="654012" h="233395">
                <a:moveTo>
                  <a:pt x="0" y="0"/>
                </a:moveTo>
                <a:lnTo>
                  <a:pt x="654012" y="0"/>
                </a:lnTo>
                <a:lnTo>
                  <a:pt x="654012" y="233395"/>
                </a:lnTo>
                <a:lnTo>
                  <a:pt x="0" y="2333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6345A-F1FF-446F-8D15-2585634B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959" y="4154997"/>
            <a:ext cx="654012" cy="233394"/>
          </a:xfrm>
          <a:custGeom xmlns:a="http://schemas.openxmlformats.org/drawingml/2006/main">
            <a:pathLst>
              <a:path w="654012" h="233394" fill="none">
                <a:moveTo>
                  <a:pt x="0" y="0"/>
                </a:moveTo>
                <a:lnTo>
                  <a:pt x="654012" y="0"/>
                </a:lnTo>
                <a:lnTo>
                  <a:pt x="654012" y="233394"/>
                </a:lnTo>
                <a:lnTo>
                  <a:pt x="0" y="2333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595959"/>
            </a:solidFill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D3E6B-9CDC-4CD0-B197-C55AE23D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697" y="4154997"/>
            <a:ext cx="654012" cy="233395"/>
          </a:xfrm>
          <a:custGeom xmlns:a="http://schemas.openxmlformats.org/drawingml/2006/main">
            <a:pathLst>
              <a:path w="654012" h="233395">
                <a:moveTo>
                  <a:pt x="0" y="0"/>
                </a:moveTo>
                <a:lnTo>
                  <a:pt x="654012" y="0"/>
                </a:lnTo>
                <a:lnTo>
                  <a:pt x="654012" y="233395"/>
                </a:lnTo>
                <a:lnTo>
                  <a:pt x="0" y="2333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E06BA-CFFD-4A93-A926-032EC09E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697" y="4154997"/>
            <a:ext cx="654012" cy="233394"/>
          </a:xfrm>
          <a:custGeom xmlns:a="http://schemas.openxmlformats.org/drawingml/2006/main">
            <a:pathLst>
              <a:path w="654012" h="233394" fill="none">
                <a:moveTo>
                  <a:pt x="0" y="0"/>
                </a:moveTo>
                <a:lnTo>
                  <a:pt x="654012" y="0"/>
                </a:lnTo>
                <a:lnTo>
                  <a:pt x="654012" y="233394"/>
                </a:lnTo>
                <a:lnTo>
                  <a:pt x="0" y="2333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288" cap="flat">
            <a:solidFill>
              <a:srgbClr val="595959"/>
            </a:solidFill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0B675E-365E-4F39-93B5-9CCDCBA7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050" y="5097632"/>
            <a:ext cx="251333" cy="130302"/>
          </a:xfrm>
          <a:custGeom xmlns:a="http://schemas.openxmlformats.org/drawingml/2006/main">
            <a:pathLst>
              <a:path w="251333" h="130302">
                <a:moveTo>
                  <a:pt x="0" y="48863"/>
                </a:moveTo>
                <a:lnTo>
                  <a:pt x="0" y="81439"/>
                </a:lnTo>
                <a:lnTo>
                  <a:pt x="121031" y="81439"/>
                </a:lnTo>
                <a:lnTo>
                  <a:pt x="121031" y="130302"/>
                </a:lnTo>
                <a:lnTo>
                  <a:pt x="251333" y="65151"/>
                </a:lnTo>
                <a:lnTo>
                  <a:pt x="121031" y="0"/>
                </a:lnTo>
                <a:lnTo>
                  <a:pt x="121031" y="48863"/>
                </a:lnTo>
                <a:lnTo>
                  <a:pt x="0" y="48863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98C1E-0B39-457F-89C9-C1D8E0E7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301" y="3424608"/>
            <a:ext cx="251335" cy="130302"/>
          </a:xfrm>
          <a:custGeom xmlns:a="http://schemas.openxmlformats.org/drawingml/2006/main">
            <a:pathLst>
              <a:path w="251335" h="130302">
                <a:moveTo>
                  <a:pt x="2" y="48863"/>
                </a:moveTo>
                <a:lnTo>
                  <a:pt x="0" y="81439"/>
                </a:lnTo>
                <a:lnTo>
                  <a:pt x="121033" y="81439"/>
                </a:lnTo>
                <a:lnTo>
                  <a:pt x="121033" y="130302"/>
                </a:lnTo>
                <a:lnTo>
                  <a:pt x="251335" y="65153"/>
                </a:lnTo>
                <a:lnTo>
                  <a:pt x="121033" y="0"/>
                </a:lnTo>
                <a:lnTo>
                  <a:pt x="121033" y="48863"/>
                </a:lnTo>
                <a:lnTo>
                  <a:pt x="2" y="4886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Text --INI--~--INI--">
            <a:extLst xmlns:a="http://schemas.openxmlformats.org/drawingml/2006/main">
              <a:ext uri="{FF2B5EF4-FFF2-40B4-BE49-F238E27FC236}">
                <a16:creationId xmlns:a16="http://schemas.microsoft.com/office/drawing/2014/main" id="{21D82539-F0BC-4775-875B-87B7BFFA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950" y="3229431"/>
            <a:ext cx="1136846" cy="113972"/>
          </a:xfrm>
          <a:custGeom xmlns:a="http://schemas.openxmlformats.org/drawingml/2006/main">
            <a:pathLst>
              <a:path w="1136846" h="113972">
                <a:moveTo>
                  <a:pt x="0" y="75402"/>
                </a:moveTo>
                <a:lnTo>
                  <a:pt x="2084" y="65151"/>
                </a:lnTo>
                <a:lnTo>
                  <a:pt x="40133" y="65151"/>
                </a:lnTo>
                <a:lnTo>
                  <a:pt x="37875" y="75402"/>
                </a:lnTo>
                <a:lnTo>
                  <a:pt x="0" y="75402"/>
                </a:lnTo>
                <a:close/>
                <a:moveTo>
                  <a:pt x="51582" y="75402"/>
                </a:moveTo>
                <a:lnTo>
                  <a:pt x="53666" y="65151"/>
                </a:lnTo>
                <a:lnTo>
                  <a:pt x="91716" y="65151"/>
                </a:lnTo>
                <a:lnTo>
                  <a:pt x="89457" y="75402"/>
                </a:lnTo>
                <a:lnTo>
                  <a:pt x="51582" y="75402"/>
                </a:lnTo>
                <a:close/>
                <a:moveTo>
                  <a:pt x="103156" y="113972"/>
                </a:moveTo>
                <a:lnTo>
                  <a:pt x="125915" y="0"/>
                </a:lnTo>
                <a:lnTo>
                  <a:pt x="139467" y="0"/>
                </a:lnTo>
                <a:lnTo>
                  <a:pt x="116708" y="113972"/>
                </a:lnTo>
                <a:lnTo>
                  <a:pt x="103156" y="113972"/>
                </a:lnTo>
                <a:close/>
                <a:moveTo>
                  <a:pt x="146589" y="113972"/>
                </a:moveTo>
                <a:lnTo>
                  <a:pt x="169348" y="0"/>
                </a:lnTo>
                <a:lnTo>
                  <a:pt x="182900" y="0"/>
                </a:lnTo>
                <a:lnTo>
                  <a:pt x="208960" y="72971"/>
                </a:lnTo>
                <a:lnTo>
                  <a:pt x="216258" y="96772"/>
                </a:lnTo>
                <a:lnTo>
                  <a:pt x="216952" y="96772"/>
                </a:lnTo>
                <a:cubicBezTo>
                  <a:pt x="217647" y="91097"/>
                  <a:pt x="218371" y="85103"/>
                  <a:pt x="219123" y="78790"/>
                </a:cubicBezTo>
                <a:cubicBezTo>
                  <a:pt x="219876" y="72477"/>
                  <a:pt x="220890" y="66368"/>
                  <a:pt x="222164" y="60461"/>
                </a:cubicBezTo>
                <a:lnTo>
                  <a:pt x="234152" y="0"/>
                </a:lnTo>
                <a:lnTo>
                  <a:pt x="247182" y="0"/>
                </a:lnTo>
                <a:lnTo>
                  <a:pt x="224423" y="113972"/>
                </a:lnTo>
                <a:lnTo>
                  <a:pt x="211046" y="113972"/>
                </a:lnTo>
                <a:lnTo>
                  <a:pt x="185331" y="41175"/>
                </a:lnTo>
                <a:lnTo>
                  <a:pt x="177861" y="16680"/>
                </a:lnTo>
                <a:lnTo>
                  <a:pt x="177166" y="16680"/>
                </a:lnTo>
                <a:cubicBezTo>
                  <a:pt x="176472" y="22587"/>
                  <a:pt x="175689" y="28610"/>
                  <a:pt x="174820" y="34749"/>
                </a:cubicBezTo>
                <a:cubicBezTo>
                  <a:pt x="173952" y="40887"/>
                  <a:pt x="172939" y="46852"/>
                  <a:pt x="171779" y="52644"/>
                </a:cubicBezTo>
                <a:lnTo>
                  <a:pt x="159619" y="113972"/>
                </a:lnTo>
                <a:lnTo>
                  <a:pt x="146589" y="113972"/>
                </a:lnTo>
                <a:close/>
                <a:moveTo>
                  <a:pt x="255175" y="113972"/>
                </a:moveTo>
                <a:lnTo>
                  <a:pt x="277934" y="0"/>
                </a:lnTo>
                <a:lnTo>
                  <a:pt x="291486" y="0"/>
                </a:lnTo>
                <a:lnTo>
                  <a:pt x="268727" y="113972"/>
                </a:lnTo>
                <a:lnTo>
                  <a:pt x="255175" y="113972"/>
                </a:lnTo>
                <a:close/>
                <a:moveTo>
                  <a:pt x="298609" y="75402"/>
                </a:moveTo>
                <a:lnTo>
                  <a:pt x="300692" y="65151"/>
                </a:lnTo>
                <a:lnTo>
                  <a:pt x="338742" y="65151"/>
                </a:lnTo>
                <a:lnTo>
                  <a:pt x="336484" y="75402"/>
                </a:lnTo>
                <a:lnTo>
                  <a:pt x="298609" y="75402"/>
                </a:lnTo>
                <a:close/>
                <a:moveTo>
                  <a:pt x="350191" y="75402"/>
                </a:moveTo>
                <a:lnTo>
                  <a:pt x="352274" y="65151"/>
                </a:lnTo>
                <a:lnTo>
                  <a:pt x="390324" y="65151"/>
                </a:lnTo>
                <a:lnTo>
                  <a:pt x="388065" y="75402"/>
                </a:lnTo>
                <a:lnTo>
                  <a:pt x="350191" y="75402"/>
                </a:lnTo>
                <a:close/>
                <a:moveTo>
                  <a:pt x="583666" y="68801"/>
                </a:moveTo>
                <a:cubicBezTo>
                  <a:pt x="580537" y="68801"/>
                  <a:pt x="577670" y="68019"/>
                  <a:pt x="575063" y="66455"/>
                </a:cubicBezTo>
                <a:cubicBezTo>
                  <a:pt x="572458" y="64891"/>
                  <a:pt x="569968" y="63183"/>
                  <a:pt x="567593" y="61331"/>
                </a:cubicBezTo>
                <a:cubicBezTo>
                  <a:pt x="565219" y="59477"/>
                  <a:pt x="562961" y="57769"/>
                  <a:pt x="560819" y="56207"/>
                </a:cubicBezTo>
                <a:cubicBezTo>
                  <a:pt x="558677" y="54642"/>
                  <a:pt x="556448" y="53860"/>
                  <a:pt x="554131" y="53860"/>
                </a:cubicBezTo>
                <a:cubicBezTo>
                  <a:pt x="551582" y="53860"/>
                  <a:pt x="549294" y="54700"/>
                  <a:pt x="547267" y="56379"/>
                </a:cubicBezTo>
                <a:cubicBezTo>
                  <a:pt x="545240" y="58058"/>
                  <a:pt x="543242" y="60750"/>
                  <a:pt x="541273" y="64456"/>
                </a:cubicBezTo>
                <a:lnTo>
                  <a:pt x="533803" y="59592"/>
                </a:lnTo>
                <a:cubicBezTo>
                  <a:pt x="536700" y="54148"/>
                  <a:pt x="539972" y="50211"/>
                  <a:pt x="543620" y="47779"/>
                </a:cubicBezTo>
                <a:cubicBezTo>
                  <a:pt x="547267" y="45347"/>
                  <a:pt x="550887" y="44131"/>
                  <a:pt x="554478" y="44131"/>
                </a:cubicBezTo>
                <a:cubicBezTo>
                  <a:pt x="557604" y="44131"/>
                  <a:pt x="560470" y="44913"/>
                  <a:pt x="563075" y="46477"/>
                </a:cubicBezTo>
                <a:cubicBezTo>
                  <a:pt x="565682" y="48040"/>
                  <a:pt x="568172" y="49748"/>
                  <a:pt x="570546" y="51602"/>
                </a:cubicBezTo>
                <a:cubicBezTo>
                  <a:pt x="572921" y="53454"/>
                  <a:pt x="575180" y="55162"/>
                  <a:pt x="577322" y="56726"/>
                </a:cubicBezTo>
                <a:cubicBezTo>
                  <a:pt x="579465" y="58290"/>
                  <a:pt x="581696" y="59072"/>
                  <a:pt x="584013" y="59072"/>
                </a:cubicBezTo>
                <a:cubicBezTo>
                  <a:pt x="586561" y="59072"/>
                  <a:pt x="588849" y="58233"/>
                  <a:pt x="590876" y="56554"/>
                </a:cubicBezTo>
                <a:cubicBezTo>
                  <a:pt x="592903" y="54873"/>
                  <a:pt x="594901" y="52180"/>
                  <a:pt x="596870" y="48474"/>
                </a:cubicBezTo>
                <a:lnTo>
                  <a:pt x="604341" y="53338"/>
                </a:lnTo>
                <a:cubicBezTo>
                  <a:pt x="601444" y="58782"/>
                  <a:pt x="598172" y="62720"/>
                  <a:pt x="594524" y="65154"/>
                </a:cubicBezTo>
                <a:cubicBezTo>
                  <a:pt x="590876" y="67585"/>
                  <a:pt x="587257" y="68801"/>
                  <a:pt x="583666" y="68801"/>
                </a:cubicBezTo>
                <a:close/>
                <a:moveTo>
                  <a:pt x="746522" y="75402"/>
                </a:moveTo>
                <a:lnTo>
                  <a:pt x="748606" y="65151"/>
                </a:lnTo>
                <a:lnTo>
                  <a:pt x="786655" y="65151"/>
                </a:lnTo>
                <a:lnTo>
                  <a:pt x="784397" y="75402"/>
                </a:lnTo>
                <a:lnTo>
                  <a:pt x="746522" y="75402"/>
                </a:lnTo>
                <a:close/>
                <a:moveTo>
                  <a:pt x="798104" y="75402"/>
                </a:moveTo>
                <a:lnTo>
                  <a:pt x="800188" y="65151"/>
                </a:lnTo>
                <a:lnTo>
                  <a:pt x="838238" y="65151"/>
                </a:lnTo>
                <a:lnTo>
                  <a:pt x="835979" y="75402"/>
                </a:lnTo>
                <a:lnTo>
                  <a:pt x="798104" y="75402"/>
                </a:lnTo>
                <a:close/>
                <a:moveTo>
                  <a:pt x="849678" y="113972"/>
                </a:moveTo>
                <a:lnTo>
                  <a:pt x="872436" y="0"/>
                </a:lnTo>
                <a:lnTo>
                  <a:pt x="885988" y="0"/>
                </a:lnTo>
                <a:lnTo>
                  <a:pt x="863230" y="113972"/>
                </a:lnTo>
                <a:lnTo>
                  <a:pt x="849678" y="113972"/>
                </a:lnTo>
                <a:close/>
                <a:moveTo>
                  <a:pt x="893111" y="113972"/>
                </a:moveTo>
                <a:lnTo>
                  <a:pt x="915870" y="0"/>
                </a:lnTo>
                <a:lnTo>
                  <a:pt x="929422" y="0"/>
                </a:lnTo>
                <a:lnTo>
                  <a:pt x="955481" y="72971"/>
                </a:lnTo>
                <a:lnTo>
                  <a:pt x="962780" y="96772"/>
                </a:lnTo>
                <a:lnTo>
                  <a:pt x="963474" y="96772"/>
                </a:lnTo>
                <a:cubicBezTo>
                  <a:pt x="964169" y="91097"/>
                  <a:pt x="964892" y="85103"/>
                  <a:pt x="965645" y="78790"/>
                </a:cubicBezTo>
                <a:cubicBezTo>
                  <a:pt x="966398" y="72477"/>
                  <a:pt x="967412" y="66368"/>
                  <a:pt x="968686" y="60461"/>
                </a:cubicBezTo>
                <a:lnTo>
                  <a:pt x="980674" y="0"/>
                </a:lnTo>
                <a:lnTo>
                  <a:pt x="993704" y="0"/>
                </a:lnTo>
                <a:lnTo>
                  <a:pt x="970945" y="113972"/>
                </a:lnTo>
                <a:lnTo>
                  <a:pt x="957568" y="113972"/>
                </a:lnTo>
                <a:lnTo>
                  <a:pt x="931853" y="41175"/>
                </a:lnTo>
                <a:lnTo>
                  <a:pt x="924383" y="16680"/>
                </a:lnTo>
                <a:lnTo>
                  <a:pt x="923688" y="16680"/>
                </a:lnTo>
                <a:cubicBezTo>
                  <a:pt x="922993" y="22587"/>
                  <a:pt x="922211" y="28610"/>
                  <a:pt x="921342" y="34749"/>
                </a:cubicBezTo>
                <a:cubicBezTo>
                  <a:pt x="920474" y="40887"/>
                  <a:pt x="919461" y="46852"/>
                  <a:pt x="918301" y="52644"/>
                </a:cubicBezTo>
                <a:lnTo>
                  <a:pt x="906141" y="113972"/>
                </a:lnTo>
                <a:lnTo>
                  <a:pt x="893111" y="113972"/>
                </a:lnTo>
                <a:close/>
                <a:moveTo>
                  <a:pt x="1001697" y="113972"/>
                </a:moveTo>
                <a:lnTo>
                  <a:pt x="1024455" y="0"/>
                </a:lnTo>
                <a:lnTo>
                  <a:pt x="1038007" y="0"/>
                </a:lnTo>
                <a:lnTo>
                  <a:pt x="1015249" y="113972"/>
                </a:lnTo>
                <a:lnTo>
                  <a:pt x="1001697" y="113972"/>
                </a:lnTo>
                <a:close/>
                <a:moveTo>
                  <a:pt x="1045131" y="75402"/>
                </a:moveTo>
                <a:lnTo>
                  <a:pt x="1047214" y="65151"/>
                </a:lnTo>
                <a:lnTo>
                  <a:pt x="1085264" y="65151"/>
                </a:lnTo>
                <a:lnTo>
                  <a:pt x="1083005" y="75402"/>
                </a:lnTo>
                <a:lnTo>
                  <a:pt x="1045131" y="75402"/>
                </a:lnTo>
                <a:close/>
                <a:moveTo>
                  <a:pt x="1096713" y="75402"/>
                </a:moveTo>
                <a:lnTo>
                  <a:pt x="1098796" y="65151"/>
                </a:lnTo>
                <a:lnTo>
                  <a:pt x="1136846" y="65151"/>
                </a:lnTo>
                <a:lnTo>
                  <a:pt x="1134587" y="75402"/>
                </a:lnTo>
                <a:lnTo>
                  <a:pt x="1096713" y="754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Text --E">
            <a:extLst xmlns:a="http://schemas.openxmlformats.org/drawingml/2006/main">
              <a:ext uri="{FF2B5EF4-FFF2-40B4-BE49-F238E27FC236}">
                <a16:creationId xmlns:a16="http://schemas.microsoft.com/office/drawing/2014/main" id="{82A1AF26-5F2B-46B4-97F0-52E976A3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197" y="3583852"/>
            <a:ext cx="188806" cy="113972"/>
          </a:xfrm>
          <a:custGeom xmlns:a="http://schemas.openxmlformats.org/drawingml/2006/main">
            <a:pathLst>
              <a:path w="188806" h="113972">
                <a:moveTo>
                  <a:pt x="0" y="75402"/>
                </a:moveTo>
                <a:lnTo>
                  <a:pt x="2084" y="65151"/>
                </a:lnTo>
                <a:lnTo>
                  <a:pt x="40133" y="65151"/>
                </a:lnTo>
                <a:lnTo>
                  <a:pt x="37875" y="75402"/>
                </a:lnTo>
                <a:lnTo>
                  <a:pt x="0" y="75402"/>
                </a:lnTo>
                <a:close/>
                <a:moveTo>
                  <a:pt x="51582" y="75402"/>
                </a:moveTo>
                <a:lnTo>
                  <a:pt x="53666" y="65151"/>
                </a:lnTo>
                <a:lnTo>
                  <a:pt x="91715" y="65151"/>
                </a:lnTo>
                <a:lnTo>
                  <a:pt x="89457" y="75402"/>
                </a:lnTo>
                <a:lnTo>
                  <a:pt x="51582" y="75402"/>
                </a:lnTo>
                <a:close/>
                <a:moveTo>
                  <a:pt x="103155" y="113972"/>
                </a:moveTo>
                <a:lnTo>
                  <a:pt x="125914" y="0"/>
                </a:lnTo>
                <a:lnTo>
                  <a:pt x="188806" y="0"/>
                </a:lnTo>
                <a:lnTo>
                  <a:pt x="186547" y="11293"/>
                </a:lnTo>
                <a:lnTo>
                  <a:pt x="137032" y="11293"/>
                </a:lnTo>
                <a:lnTo>
                  <a:pt x="129736" y="48299"/>
                </a:lnTo>
                <a:lnTo>
                  <a:pt x="171606" y="48299"/>
                </a:lnTo>
                <a:lnTo>
                  <a:pt x="169173" y="59767"/>
                </a:lnTo>
                <a:lnTo>
                  <a:pt x="127650" y="59767"/>
                </a:lnTo>
                <a:lnTo>
                  <a:pt x="118790" y="102506"/>
                </a:lnTo>
                <a:lnTo>
                  <a:pt x="169870" y="102506"/>
                </a:lnTo>
                <a:lnTo>
                  <a:pt x="167436" y="113972"/>
                </a:lnTo>
                <a:lnTo>
                  <a:pt x="103155" y="11397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Text XT--~--E">
            <a:extLst xmlns:a="http://schemas.openxmlformats.org/drawingml/2006/main">
              <a:ext uri="{FF2B5EF4-FFF2-40B4-BE49-F238E27FC236}">
                <a16:creationId xmlns:a16="http://schemas.microsoft.com/office/drawing/2014/main" id="{158D2060-56B6-4540-A7F7-57273D79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2885" y="3583852"/>
            <a:ext cx="760355" cy="113972"/>
          </a:xfrm>
          <a:custGeom xmlns:a="http://schemas.openxmlformats.org/drawingml/2006/main">
            <a:pathLst>
              <a:path w="760355" h="113972">
                <a:moveTo>
                  <a:pt x="0" y="113972"/>
                </a:moveTo>
                <a:lnTo>
                  <a:pt x="43781" y="54902"/>
                </a:lnTo>
                <a:lnTo>
                  <a:pt x="25017" y="0"/>
                </a:lnTo>
                <a:lnTo>
                  <a:pt x="39611" y="0"/>
                </a:lnTo>
                <a:lnTo>
                  <a:pt x="49340" y="30232"/>
                </a:lnTo>
                <a:cubicBezTo>
                  <a:pt x="50152" y="32895"/>
                  <a:pt x="50905" y="35472"/>
                  <a:pt x="51599" y="37962"/>
                </a:cubicBezTo>
                <a:cubicBezTo>
                  <a:pt x="52294" y="40453"/>
                  <a:pt x="53104" y="43203"/>
                  <a:pt x="54030" y="46215"/>
                </a:cubicBezTo>
                <a:lnTo>
                  <a:pt x="54552" y="46215"/>
                </a:lnTo>
                <a:cubicBezTo>
                  <a:pt x="56521" y="43435"/>
                  <a:pt x="58490" y="40655"/>
                  <a:pt x="60459" y="37875"/>
                </a:cubicBezTo>
                <a:cubicBezTo>
                  <a:pt x="62428" y="35095"/>
                  <a:pt x="64281" y="32373"/>
                  <a:pt x="66018" y="29710"/>
                </a:cubicBezTo>
                <a:lnTo>
                  <a:pt x="86868" y="0"/>
                </a:lnTo>
                <a:lnTo>
                  <a:pt x="101114" y="0"/>
                </a:lnTo>
                <a:lnTo>
                  <a:pt x="59939" y="55944"/>
                </a:lnTo>
                <a:lnTo>
                  <a:pt x="80264" y="113972"/>
                </a:lnTo>
                <a:lnTo>
                  <a:pt x="65671" y="113972"/>
                </a:lnTo>
                <a:lnTo>
                  <a:pt x="55247" y="82003"/>
                </a:lnTo>
                <a:cubicBezTo>
                  <a:pt x="54321" y="79109"/>
                  <a:pt x="53423" y="76184"/>
                  <a:pt x="52553" y="73231"/>
                </a:cubicBezTo>
                <a:cubicBezTo>
                  <a:pt x="51686" y="70278"/>
                  <a:pt x="50789" y="67296"/>
                  <a:pt x="49863" y="64284"/>
                </a:cubicBezTo>
                <a:lnTo>
                  <a:pt x="49340" y="64284"/>
                </a:lnTo>
                <a:cubicBezTo>
                  <a:pt x="47023" y="67296"/>
                  <a:pt x="44822" y="70394"/>
                  <a:pt x="42737" y="73579"/>
                </a:cubicBezTo>
                <a:cubicBezTo>
                  <a:pt x="40653" y="76763"/>
                  <a:pt x="38627" y="79804"/>
                  <a:pt x="36658" y="82701"/>
                </a:cubicBezTo>
                <a:lnTo>
                  <a:pt x="14419" y="113972"/>
                </a:lnTo>
                <a:lnTo>
                  <a:pt x="0" y="113972"/>
                </a:lnTo>
                <a:close/>
                <a:moveTo>
                  <a:pt x="121962" y="113972"/>
                </a:moveTo>
                <a:lnTo>
                  <a:pt x="142290" y="11641"/>
                </a:lnTo>
                <a:lnTo>
                  <a:pt x="109280" y="11641"/>
                </a:lnTo>
                <a:lnTo>
                  <a:pt x="111538" y="0"/>
                </a:lnTo>
                <a:lnTo>
                  <a:pt x="191283" y="0"/>
                </a:lnTo>
                <a:lnTo>
                  <a:pt x="189024" y="11641"/>
                </a:lnTo>
                <a:lnTo>
                  <a:pt x="155839" y="11641"/>
                </a:lnTo>
                <a:lnTo>
                  <a:pt x="135514" y="113972"/>
                </a:lnTo>
                <a:lnTo>
                  <a:pt x="121962" y="113972"/>
                </a:lnTo>
                <a:close/>
                <a:moveTo>
                  <a:pt x="188786" y="75402"/>
                </a:moveTo>
                <a:lnTo>
                  <a:pt x="190869" y="65151"/>
                </a:lnTo>
                <a:lnTo>
                  <a:pt x="228919" y="65151"/>
                </a:lnTo>
                <a:lnTo>
                  <a:pt x="226661" y="75402"/>
                </a:lnTo>
                <a:lnTo>
                  <a:pt x="188786" y="75402"/>
                </a:lnTo>
                <a:close/>
                <a:moveTo>
                  <a:pt x="240368" y="75402"/>
                </a:moveTo>
                <a:lnTo>
                  <a:pt x="242452" y="65151"/>
                </a:lnTo>
                <a:lnTo>
                  <a:pt x="280501" y="65151"/>
                </a:lnTo>
                <a:lnTo>
                  <a:pt x="278243" y="75402"/>
                </a:lnTo>
                <a:lnTo>
                  <a:pt x="240368" y="75402"/>
                </a:lnTo>
                <a:close/>
                <a:moveTo>
                  <a:pt x="441268" y="68801"/>
                </a:moveTo>
                <a:cubicBezTo>
                  <a:pt x="438140" y="68801"/>
                  <a:pt x="435273" y="68019"/>
                  <a:pt x="432666" y="66455"/>
                </a:cubicBezTo>
                <a:cubicBezTo>
                  <a:pt x="430061" y="64891"/>
                  <a:pt x="427570" y="63183"/>
                  <a:pt x="425195" y="61331"/>
                </a:cubicBezTo>
                <a:cubicBezTo>
                  <a:pt x="422822" y="59477"/>
                  <a:pt x="420564" y="57769"/>
                  <a:pt x="418422" y="56207"/>
                </a:cubicBezTo>
                <a:cubicBezTo>
                  <a:pt x="416280" y="54642"/>
                  <a:pt x="414050" y="53860"/>
                  <a:pt x="411733" y="53860"/>
                </a:cubicBezTo>
                <a:cubicBezTo>
                  <a:pt x="409185" y="53860"/>
                  <a:pt x="406897" y="54700"/>
                  <a:pt x="404870" y="56379"/>
                </a:cubicBezTo>
                <a:cubicBezTo>
                  <a:pt x="402843" y="58058"/>
                  <a:pt x="400845" y="60750"/>
                  <a:pt x="398876" y="64456"/>
                </a:cubicBezTo>
                <a:lnTo>
                  <a:pt x="391406" y="59592"/>
                </a:lnTo>
                <a:cubicBezTo>
                  <a:pt x="394302" y="54148"/>
                  <a:pt x="397574" y="50211"/>
                  <a:pt x="401222" y="47779"/>
                </a:cubicBezTo>
                <a:cubicBezTo>
                  <a:pt x="404870" y="45347"/>
                  <a:pt x="408489" y="44131"/>
                  <a:pt x="412081" y="44131"/>
                </a:cubicBezTo>
                <a:cubicBezTo>
                  <a:pt x="415207" y="44131"/>
                  <a:pt x="418073" y="44913"/>
                  <a:pt x="420678" y="46477"/>
                </a:cubicBezTo>
                <a:cubicBezTo>
                  <a:pt x="423285" y="48040"/>
                  <a:pt x="425775" y="49748"/>
                  <a:pt x="428148" y="51602"/>
                </a:cubicBezTo>
                <a:cubicBezTo>
                  <a:pt x="430524" y="53454"/>
                  <a:pt x="432782" y="55162"/>
                  <a:pt x="434924" y="56726"/>
                </a:cubicBezTo>
                <a:cubicBezTo>
                  <a:pt x="437068" y="58290"/>
                  <a:pt x="439299" y="59072"/>
                  <a:pt x="441615" y="59072"/>
                </a:cubicBezTo>
                <a:cubicBezTo>
                  <a:pt x="444164" y="59072"/>
                  <a:pt x="446452" y="58233"/>
                  <a:pt x="448479" y="56554"/>
                </a:cubicBezTo>
                <a:cubicBezTo>
                  <a:pt x="450506" y="54873"/>
                  <a:pt x="452504" y="52180"/>
                  <a:pt x="454473" y="48474"/>
                </a:cubicBezTo>
                <a:lnTo>
                  <a:pt x="461943" y="53338"/>
                </a:lnTo>
                <a:cubicBezTo>
                  <a:pt x="459047" y="58782"/>
                  <a:pt x="455774" y="62720"/>
                  <a:pt x="452127" y="65154"/>
                </a:cubicBezTo>
                <a:cubicBezTo>
                  <a:pt x="448479" y="67585"/>
                  <a:pt x="444859" y="68801"/>
                  <a:pt x="441268" y="68801"/>
                </a:cubicBezTo>
                <a:close/>
                <a:moveTo>
                  <a:pt x="571549" y="75402"/>
                </a:moveTo>
                <a:lnTo>
                  <a:pt x="573632" y="65151"/>
                </a:lnTo>
                <a:lnTo>
                  <a:pt x="611682" y="65151"/>
                </a:lnTo>
                <a:lnTo>
                  <a:pt x="609424" y="75402"/>
                </a:lnTo>
                <a:lnTo>
                  <a:pt x="571549" y="75402"/>
                </a:lnTo>
                <a:close/>
                <a:moveTo>
                  <a:pt x="623131" y="75402"/>
                </a:moveTo>
                <a:lnTo>
                  <a:pt x="625214" y="65151"/>
                </a:lnTo>
                <a:lnTo>
                  <a:pt x="663264" y="65151"/>
                </a:lnTo>
                <a:lnTo>
                  <a:pt x="661005" y="75402"/>
                </a:lnTo>
                <a:lnTo>
                  <a:pt x="623131" y="75402"/>
                </a:lnTo>
                <a:close/>
                <a:moveTo>
                  <a:pt x="674704" y="113972"/>
                </a:moveTo>
                <a:lnTo>
                  <a:pt x="697462" y="0"/>
                </a:lnTo>
                <a:lnTo>
                  <a:pt x="760355" y="0"/>
                </a:lnTo>
                <a:lnTo>
                  <a:pt x="758096" y="11293"/>
                </a:lnTo>
                <a:lnTo>
                  <a:pt x="708581" y="11293"/>
                </a:lnTo>
                <a:lnTo>
                  <a:pt x="701285" y="48299"/>
                </a:lnTo>
                <a:lnTo>
                  <a:pt x="743155" y="48299"/>
                </a:lnTo>
                <a:lnTo>
                  <a:pt x="740721" y="59767"/>
                </a:lnTo>
                <a:lnTo>
                  <a:pt x="699199" y="59767"/>
                </a:lnTo>
                <a:lnTo>
                  <a:pt x="690339" y="102506"/>
                </a:lnTo>
                <a:lnTo>
                  <a:pt x="741419" y="102506"/>
                </a:lnTo>
                <a:lnTo>
                  <a:pt x="738985" y="113972"/>
                </a:lnTo>
                <a:lnTo>
                  <a:pt x="674704" y="11397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Text XT--">
            <a:extLst xmlns:a="http://schemas.openxmlformats.org/drawingml/2006/main">
              <a:ext uri="{FF2B5EF4-FFF2-40B4-BE49-F238E27FC236}">
                <a16:creationId xmlns:a16="http://schemas.microsoft.com/office/drawing/2014/main" id="{8125CBF4-40A0-4E3E-AEE8-1D56BECE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21" y="3583852"/>
            <a:ext cx="280501" cy="113972"/>
          </a:xfrm>
          <a:custGeom xmlns:a="http://schemas.openxmlformats.org/drawingml/2006/main">
            <a:pathLst>
              <a:path w="280501" h="113972">
                <a:moveTo>
                  <a:pt x="0" y="113972"/>
                </a:moveTo>
                <a:lnTo>
                  <a:pt x="43781" y="54902"/>
                </a:lnTo>
                <a:lnTo>
                  <a:pt x="25017" y="0"/>
                </a:lnTo>
                <a:lnTo>
                  <a:pt x="39611" y="0"/>
                </a:lnTo>
                <a:lnTo>
                  <a:pt x="49340" y="30232"/>
                </a:lnTo>
                <a:cubicBezTo>
                  <a:pt x="50152" y="32895"/>
                  <a:pt x="50905" y="35472"/>
                  <a:pt x="51599" y="37962"/>
                </a:cubicBezTo>
                <a:cubicBezTo>
                  <a:pt x="52294" y="40453"/>
                  <a:pt x="53104" y="43203"/>
                  <a:pt x="54030" y="46215"/>
                </a:cubicBezTo>
                <a:lnTo>
                  <a:pt x="54552" y="46215"/>
                </a:lnTo>
                <a:cubicBezTo>
                  <a:pt x="56521" y="43435"/>
                  <a:pt x="58490" y="40655"/>
                  <a:pt x="60459" y="37875"/>
                </a:cubicBezTo>
                <a:cubicBezTo>
                  <a:pt x="62428" y="35095"/>
                  <a:pt x="64281" y="32373"/>
                  <a:pt x="66018" y="29710"/>
                </a:cubicBezTo>
                <a:lnTo>
                  <a:pt x="86868" y="0"/>
                </a:lnTo>
                <a:lnTo>
                  <a:pt x="101114" y="0"/>
                </a:lnTo>
                <a:lnTo>
                  <a:pt x="59939" y="55944"/>
                </a:lnTo>
                <a:lnTo>
                  <a:pt x="80264" y="113972"/>
                </a:lnTo>
                <a:lnTo>
                  <a:pt x="65671" y="113972"/>
                </a:lnTo>
                <a:lnTo>
                  <a:pt x="55247" y="82003"/>
                </a:lnTo>
                <a:cubicBezTo>
                  <a:pt x="54321" y="79109"/>
                  <a:pt x="53423" y="76184"/>
                  <a:pt x="52553" y="73231"/>
                </a:cubicBezTo>
                <a:cubicBezTo>
                  <a:pt x="51686" y="70278"/>
                  <a:pt x="50789" y="67296"/>
                  <a:pt x="49863" y="64284"/>
                </a:cubicBezTo>
                <a:lnTo>
                  <a:pt x="49340" y="64284"/>
                </a:lnTo>
                <a:cubicBezTo>
                  <a:pt x="47023" y="67296"/>
                  <a:pt x="44822" y="70394"/>
                  <a:pt x="42737" y="73579"/>
                </a:cubicBezTo>
                <a:cubicBezTo>
                  <a:pt x="40653" y="76763"/>
                  <a:pt x="38627" y="79804"/>
                  <a:pt x="36658" y="82701"/>
                </a:cubicBezTo>
                <a:lnTo>
                  <a:pt x="14419" y="113972"/>
                </a:lnTo>
                <a:lnTo>
                  <a:pt x="0" y="113972"/>
                </a:lnTo>
                <a:close/>
                <a:moveTo>
                  <a:pt x="121962" y="113972"/>
                </a:moveTo>
                <a:lnTo>
                  <a:pt x="142290" y="11641"/>
                </a:lnTo>
                <a:lnTo>
                  <a:pt x="109280" y="11641"/>
                </a:lnTo>
                <a:lnTo>
                  <a:pt x="111538" y="0"/>
                </a:lnTo>
                <a:lnTo>
                  <a:pt x="191283" y="0"/>
                </a:lnTo>
                <a:lnTo>
                  <a:pt x="189024" y="11641"/>
                </a:lnTo>
                <a:lnTo>
                  <a:pt x="155839" y="11641"/>
                </a:lnTo>
                <a:lnTo>
                  <a:pt x="135514" y="113972"/>
                </a:lnTo>
                <a:lnTo>
                  <a:pt x="121962" y="113972"/>
                </a:lnTo>
                <a:close/>
                <a:moveTo>
                  <a:pt x="188786" y="75402"/>
                </a:moveTo>
                <a:lnTo>
                  <a:pt x="190869" y="65151"/>
                </a:lnTo>
                <a:lnTo>
                  <a:pt x="228919" y="65151"/>
                </a:lnTo>
                <a:lnTo>
                  <a:pt x="226661" y="75402"/>
                </a:lnTo>
                <a:lnTo>
                  <a:pt x="188786" y="75402"/>
                </a:lnTo>
                <a:close/>
                <a:moveTo>
                  <a:pt x="240368" y="75402"/>
                </a:moveTo>
                <a:lnTo>
                  <a:pt x="242452" y="65151"/>
                </a:lnTo>
                <a:lnTo>
                  <a:pt x="280501" y="65151"/>
                </a:lnTo>
                <a:lnTo>
                  <a:pt x="278243" y="75402"/>
                </a:lnTo>
                <a:lnTo>
                  <a:pt x="240368" y="7540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Text --DBG--~--DBG--">
            <a:extLst xmlns:a="http://schemas.openxmlformats.org/drawingml/2006/main">
              <a:ext uri="{FF2B5EF4-FFF2-40B4-BE49-F238E27FC236}">
                <a16:creationId xmlns:a16="http://schemas.microsoft.com/office/drawing/2014/main" id="{79077809-5C8E-45F0-BF08-AA5E4933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457" y="3915341"/>
            <a:ext cx="1261718" cy="118139"/>
          </a:xfrm>
          <a:custGeom xmlns:a="http://schemas.openxmlformats.org/drawingml/2006/main">
            <a:pathLst>
              <a:path w="1261718" h="118139">
                <a:moveTo>
                  <a:pt x="0" y="77486"/>
                </a:moveTo>
                <a:lnTo>
                  <a:pt x="2084" y="67235"/>
                </a:lnTo>
                <a:lnTo>
                  <a:pt x="40133" y="67235"/>
                </a:lnTo>
                <a:lnTo>
                  <a:pt x="37875" y="77486"/>
                </a:lnTo>
                <a:lnTo>
                  <a:pt x="0" y="77486"/>
                </a:lnTo>
                <a:close/>
                <a:moveTo>
                  <a:pt x="51581" y="77486"/>
                </a:moveTo>
                <a:lnTo>
                  <a:pt x="53665" y="67235"/>
                </a:lnTo>
                <a:lnTo>
                  <a:pt x="91715" y="67235"/>
                </a:lnTo>
                <a:lnTo>
                  <a:pt x="89456" y="77486"/>
                </a:lnTo>
                <a:lnTo>
                  <a:pt x="51581" y="77486"/>
                </a:lnTo>
                <a:close/>
                <a:moveTo>
                  <a:pt x="103155" y="116055"/>
                </a:moveTo>
                <a:lnTo>
                  <a:pt x="125914" y="2084"/>
                </a:lnTo>
                <a:lnTo>
                  <a:pt x="147109" y="2084"/>
                </a:lnTo>
                <a:cubicBezTo>
                  <a:pt x="162978" y="2084"/>
                  <a:pt x="174995" y="5993"/>
                  <a:pt x="183160" y="13812"/>
                </a:cubicBezTo>
                <a:cubicBezTo>
                  <a:pt x="191325" y="21630"/>
                  <a:pt x="195407" y="32547"/>
                  <a:pt x="195407" y="46562"/>
                </a:cubicBezTo>
                <a:cubicBezTo>
                  <a:pt x="195407" y="56869"/>
                  <a:pt x="193988" y="66309"/>
                  <a:pt x="191150" y="74880"/>
                </a:cubicBezTo>
                <a:cubicBezTo>
                  <a:pt x="188313" y="83452"/>
                  <a:pt x="184260" y="90778"/>
                  <a:pt x="178990" y="96860"/>
                </a:cubicBezTo>
                <a:cubicBezTo>
                  <a:pt x="173720" y="102939"/>
                  <a:pt x="167263" y="107659"/>
                  <a:pt x="159619" y="111019"/>
                </a:cubicBezTo>
                <a:cubicBezTo>
                  <a:pt x="151975" y="114377"/>
                  <a:pt x="143346" y="116055"/>
                  <a:pt x="133732" y="116055"/>
                </a:cubicBezTo>
                <a:lnTo>
                  <a:pt x="103155" y="116055"/>
                </a:lnTo>
                <a:moveTo>
                  <a:pt x="118791" y="104937"/>
                </a:moveTo>
                <a:lnTo>
                  <a:pt x="133732" y="104937"/>
                </a:lnTo>
                <a:cubicBezTo>
                  <a:pt x="141144" y="104937"/>
                  <a:pt x="147803" y="103518"/>
                  <a:pt x="153710" y="100680"/>
                </a:cubicBezTo>
                <a:cubicBezTo>
                  <a:pt x="159618" y="97841"/>
                  <a:pt x="164657" y="93904"/>
                  <a:pt x="168826" y="88867"/>
                </a:cubicBezTo>
                <a:cubicBezTo>
                  <a:pt x="172997" y="83828"/>
                  <a:pt x="176182" y="77776"/>
                  <a:pt x="178383" y="70710"/>
                </a:cubicBezTo>
                <a:cubicBezTo>
                  <a:pt x="180583" y="63644"/>
                  <a:pt x="181683" y="55884"/>
                  <a:pt x="181683" y="47429"/>
                </a:cubicBezTo>
                <a:cubicBezTo>
                  <a:pt x="181683" y="36542"/>
                  <a:pt x="178729" y="28087"/>
                  <a:pt x="172821" y="22064"/>
                </a:cubicBezTo>
                <a:cubicBezTo>
                  <a:pt x="166914" y="16041"/>
                  <a:pt x="158171" y="13030"/>
                  <a:pt x="146589" y="13030"/>
                </a:cubicBezTo>
                <a:lnTo>
                  <a:pt x="137207" y="13030"/>
                </a:lnTo>
                <a:lnTo>
                  <a:pt x="118791" y="104937"/>
                </a:lnTo>
                <a:close/>
                <a:moveTo>
                  <a:pt x="206319" y="116055"/>
                </a:moveTo>
                <a:lnTo>
                  <a:pt x="229078" y="2084"/>
                </a:lnTo>
                <a:lnTo>
                  <a:pt x="259482" y="2084"/>
                </a:lnTo>
                <a:cubicBezTo>
                  <a:pt x="270486" y="2084"/>
                  <a:pt x="279115" y="4198"/>
                  <a:pt x="285369" y="8428"/>
                </a:cubicBezTo>
                <a:cubicBezTo>
                  <a:pt x="291624" y="12655"/>
                  <a:pt x="294751" y="18938"/>
                  <a:pt x="294751" y="27276"/>
                </a:cubicBezTo>
                <a:cubicBezTo>
                  <a:pt x="294751" y="31099"/>
                  <a:pt x="294027" y="34603"/>
                  <a:pt x="292577" y="37787"/>
                </a:cubicBezTo>
                <a:cubicBezTo>
                  <a:pt x="291130" y="40972"/>
                  <a:pt x="289190" y="43781"/>
                  <a:pt x="286759" y="46215"/>
                </a:cubicBezTo>
                <a:cubicBezTo>
                  <a:pt x="284327" y="48647"/>
                  <a:pt x="281605" y="50674"/>
                  <a:pt x="278593" y="52296"/>
                </a:cubicBezTo>
                <a:cubicBezTo>
                  <a:pt x="275582" y="53917"/>
                  <a:pt x="272512" y="55075"/>
                  <a:pt x="269384" y="55769"/>
                </a:cubicBezTo>
                <a:lnTo>
                  <a:pt x="269212" y="56464"/>
                </a:lnTo>
                <a:cubicBezTo>
                  <a:pt x="275118" y="57855"/>
                  <a:pt x="280098" y="60432"/>
                  <a:pt x="284153" y="64197"/>
                </a:cubicBezTo>
                <a:cubicBezTo>
                  <a:pt x="288207" y="67959"/>
                  <a:pt x="290234" y="73084"/>
                  <a:pt x="290234" y="79570"/>
                </a:cubicBezTo>
                <a:cubicBezTo>
                  <a:pt x="290234" y="85941"/>
                  <a:pt x="289046" y="91414"/>
                  <a:pt x="286671" y="95990"/>
                </a:cubicBezTo>
                <a:cubicBezTo>
                  <a:pt x="284298" y="100564"/>
                  <a:pt x="280968" y="104328"/>
                  <a:pt x="276682" y="107283"/>
                </a:cubicBezTo>
                <a:cubicBezTo>
                  <a:pt x="272396" y="110237"/>
                  <a:pt x="267358" y="112437"/>
                  <a:pt x="261566" y="113884"/>
                </a:cubicBezTo>
                <a:cubicBezTo>
                  <a:pt x="255775" y="115332"/>
                  <a:pt x="249520" y="116055"/>
                  <a:pt x="242802" y="116055"/>
                </a:cubicBezTo>
                <a:lnTo>
                  <a:pt x="206319" y="116055"/>
                </a:lnTo>
                <a:moveTo>
                  <a:pt x="232726" y="51079"/>
                </a:moveTo>
                <a:lnTo>
                  <a:pt x="249059" y="51079"/>
                </a:lnTo>
                <a:cubicBezTo>
                  <a:pt x="259945" y="51079"/>
                  <a:pt x="267995" y="49052"/>
                  <a:pt x="273207" y="44998"/>
                </a:cubicBezTo>
                <a:cubicBezTo>
                  <a:pt x="278418" y="40944"/>
                  <a:pt x="281024" y="35674"/>
                  <a:pt x="281024" y="29188"/>
                </a:cubicBezTo>
                <a:cubicBezTo>
                  <a:pt x="281024" y="23976"/>
                  <a:pt x="279056" y="19922"/>
                  <a:pt x="275118" y="17027"/>
                </a:cubicBezTo>
                <a:cubicBezTo>
                  <a:pt x="271180" y="14131"/>
                  <a:pt x="264868" y="12682"/>
                  <a:pt x="256182" y="12682"/>
                </a:cubicBezTo>
                <a:lnTo>
                  <a:pt x="240371" y="12682"/>
                </a:lnTo>
                <a:lnTo>
                  <a:pt x="232726" y="51079"/>
                </a:lnTo>
                <a:moveTo>
                  <a:pt x="221780" y="105457"/>
                </a:moveTo>
                <a:lnTo>
                  <a:pt x="241588" y="105457"/>
                </a:lnTo>
                <a:cubicBezTo>
                  <a:pt x="252475" y="105457"/>
                  <a:pt x="261103" y="103488"/>
                  <a:pt x="267472" y="99550"/>
                </a:cubicBezTo>
                <a:cubicBezTo>
                  <a:pt x="273844" y="95613"/>
                  <a:pt x="277029" y="89185"/>
                  <a:pt x="277029" y="80267"/>
                </a:cubicBezTo>
                <a:cubicBezTo>
                  <a:pt x="277029" y="74475"/>
                  <a:pt x="274800" y="69813"/>
                  <a:pt x="270341" y="66280"/>
                </a:cubicBezTo>
                <a:cubicBezTo>
                  <a:pt x="265882" y="62747"/>
                  <a:pt x="259425" y="60981"/>
                  <a:pt x="250970" y="60981"/>
                </a:cubicBezTo>
                <a:lnTo>
                  <a:pt x="230814" y="60981"/>
                </a:lnTo>
                <a:lnTo>
                  <a:pt x="221780" y="105457"/>
                </a:lnTo>
                <a:close/>
                <a:moveTo>
                  <a:pt x="352744" y="118139"/>
                </a:moveTo>
                <a:cubicBezTo>
                  <a:pt x="345910" y="118139"/>
                  <a:pt x="339857" y="117039"/>
                  <a:pt x="334587" y="114839"/>
                </a:cubicBezTo>
                <a:cubicBezTo>
                  <a:pt x="329317" y="112638"/>
                  <a:pt x="324886" y="109540"/>
                  <a:pt x="321295" y="105544"/>
                </a:cubicBezTo>
                <a:cubicBezTo>
                  <a:pt x="317706" y="101548"/>
                  <a:pt x="315013" y="96713"/>
                  <a:pt x="313218" y="91038"/>
                </a:cubicBezTo>
                <a:cubicBezTo>
                  <a:pt x="311424" y="85363"/>
                  <a:pt x="310527" y="79050"/>
                  <a:pt x="310527" y="72099"/>
                </a:cubicBezTo>
                <a:cubicBezTo>
                  <a:pt x="310527" y="63066"/>
                  <a:pt x="311945" y="54236"/>
                  <a:pt x="314782" y="45608"/>
                </a:cubicBezTo>
                <a:cubicBezTo>
                  <a:pt x="317620" y="36978"/>
                  <a:pt x="321645" y="29275"/>
                  <a:pt x="326857" y="22499"/>
                </a:cubicBezTo>
                <a:cubicBezTo>
                  <a:pt x="332069" y="15723"/>
                  <a:pt x="338410" y="10280"/>
                  <a:pt x="345881" y="6169"/>
                </a:cubicBezTo>
                <a:cubicBezTo>
                  <a:pt x="353351" y="2056"/>
                  <a:pt x="361778" y="0"/>
                  <a:pt x="371160" y="0"/>
                </a:cubicBezTo>
                <a:cubicBezTo>
                  <a:pt x="377993" y="0"/>
                  <a:pt x="383754" y="1592"/>
                  <a:pt x="388445" y="4777"/>
                </a:cubicBezTo>
                <a:cubicBezTo>
                  <a:pt x="393137" y="7962"/>
                  <a:pt x="396931" y="11987"/>
                  <a:pt x="399826" y="16852"/>
                </a:cubicBezTo>
                <a:lnTo>
                  <a:pt x="390272" y="23976"/>
                </a:lnTo>
                <a:cubicBezTo>
                  <a:pt x="388069" y="20270"/>
                  <a:pt x="385376" y="17287"/>
                  <a:pt x="382191" y="15029"/>
                </a:cubicBezTo>
                <a:cubicBezTo>
                  <a:pt x="379007" y="12770"/>
                  <a:pt x="375097" y="11641"/>
                  <a:pt x="370463" y="11641"/>
                </a:cubicBezTo>
                <a:cubicBezTo>
                  <a:pt x="363283" y="11641"/>
                  <a:pt x="356855" y="13436"/>
                  <a:pt x="351180" y="17027"/>
                </a:cubicBezTo>
                <a:cubicBezTo>
                  <a:pt x="345505" y="20617"/>
                  <a:pt x="340670" y="25250"/>
                  <a:pt x="336674" y="30927"/>
                </a:cubicBezTo>
                <a:cubicBezTo>
                  <a:pt x="332678" y="36601"/>
                  <a:pt x="329637" y="42943"/>
                  <a:pt x="327552" y="49950"/>
                </a:cubicBezTo>
                <a:cubicBezTo>
                  <a:pt x="325466" y="56956"/>
                  <a:pt x="324423" y="63934"/>
                  <a:pt x="324423" y="70885"/>
                </a:cubicBezTo>
                <a:cubicBezTo>
                  <a:pt x="324423" y="75980"/>
                  <a:pt x="324974" y="80700"/>
                  <a:pt x="326075" y="85044"/>
                </a:cubicBezTo>
                <a:cubicBezTo>
                  <a:pt x="327176" y="89386"/>
                  <a:pt x="328942" y="93179"/>
                  <a:pt x="331374" y="96422"/>
                </a:cubicBezTo>
                <a:cubicBezTo>
                  <a:pt x="333806" y="99665"/>
                  <a:pt x="336933" y="102185"/>
                  <a:pt x="340756" y="103980"/>
                </a:cubicBezTo>
                <a:cubicBezTo>
                  <a:pt x="344579" y="105776"/>
                  <a:pt x="349212" y="106674"/>
                  <a:pt x="354655" y="106674"/>
                </a:cubicBezTo>
                <a:cubicBezTo>
                  <a:pt x="358824" y="106674"/>
                  <a:pt x="362531" y="106008"/>
                  <a:pt x="365774" y="104677"/>
                </a:cubicBezTo>
                <a:cubicBezTo>
                  <a:pt x="369017" y="103345"/>
                  <a:pt x="371797" y="101694"/>
                  <a:pt x="374114" y="99725"/>
                </a:cubicBezTo>
                <a:lnTo>
                  <a:pt x="380542" y="68279"/>
                </a:lnTo>
                <a:lnTo>
                  <a:pt x="356914" y="68279"/>
                </a:lnTo>
                <a:lnTo>
                  <a:pt x="359173" y="57158"/>
                </a:lnTo>
                <a:lnTo>
                  <a:pt x="394961" y="57158"/>
                </a:lnTo>
                <a:lnTo>
                  <a:pt x="385057" y="106501"/>
                </a:lnTo>
                <a:cubicBezTo>
                  <a:pt x="380888" y="109976"/>
                  <a:pt x="376110" y="112784"/>
                  <a:pt x="370723" y="114926"/>
                </a:cubicBezTo>
                <a:cubicBezTo>
                  <a:pt x="365338" y="117068"/>
                  <a:pt x="359345" y="118139"/>
                  <a:pt x="352744" y="118139"/>
                </a:cubicBezTo>
                <a:close/>
                <a:moveTo>
                  <a:pt x="409908" y="77486"/>
                </a:moveTo>
                <a:lnTo>
                  <a:pt x="411992" y="67235"/>
                </a:lnTo>
                <a:lnTo>
                  <a:pt x="450042" y="67235"/>
                </a:lnTo>
                <a:lnTo>
                  <a:pt x="447783" y="77486"/>
                </a:lnTo>
                <a:lnTo>
                  <a:pt x="409908" y="77486"/>
                </a:lnTo>
                <a:close/>
                <a:moveTo>
                  <a:pt x="461490" y="77486"/>
                </a:moveTo>
                <a:lnTo>
                  <a:pt x="463573" y="67235"/>
                </a:lnTo>
                <a:lnTo>
                  <a:pt x="501623" y="67235"/>
                </a:lnTo>
                <a:lnTo>
                  <a:pt x="499365" y="77486"/>
                </a:lnTo>
                <a:lnTo>
                  <a:pt x="461490" y="77486"/>
                </a:lnTo>
                <a:close/>
                <a:moveTo>
                  <a:pt x="662390" y="70885"/>
                </a:moveTo>
                <a:cubicBezTo>
                  <a:pt x="659262" y="70885"/>
                  <a:pt x="656394" y="70103"/>
                  <a:pt x="653787" y="68539"/>
                </a:cubicBezTo>
                <a:cubicBezTo>
                  <a:pt x="651182" y="66975"/>
                  <a:pt x="648692" y="65267"/>
                  <a:pt x="646317" y="63415"/>
                </a:cubicBezTo>
                <a:cubicBezTo>
                  <a:pt x="643943" y="61561"/>
                  <a:pt x="641685" y="59853"/>
                  <a:pt x="639543" y="58290"/>
                </a:cubicBezTo>
                <a:cubicBezTo>
                  <a:pt x="637401" y="56726"/>
                  <a:pt x="635172" y="55944"/>
                  <a:pt x="632855" y="55944"/>
                </a:cubicBezTo>
                <a:cubicBezTo>
                  <a:pt x="630306" y="55944"/>
                  <a:pt x="628019" y="56784"/>
                  <a:pt x="625991" y="58463"/>
                </a:cubicBezTo>
                <a:cubicBezTo>
                  <a:pt x="623964" y="60141"/>
                  <a:pt x="621966" y="62834"/>
                  <a:pt x="619998" y="66540"/>
                </a:cubicBezTo>
                <a:lnTo>
                  <a:pt x="612527" y="61676"/>
                </a:lnTo>
                <a:cubicBezTo>
                  <a:pt x="615424" y="56232"/>
                  <a:pt x="618696" y="52295"/>
                  <a:pt x="622344" y="49863"/>
                </a:cubicBezTo>
                <a:cubicBezTo>
                  <a:pt x="625991" y="47431"/>
                  <a:pt x="629611" y="46215"/>
                  <a:pt x="633202" y="46215"/>
                </a:cubicBezTo>
                <a:cubicBezTo>
                  <a:pt x="636329" y="46215"/>
                  <a:pt x="639194" y="46997"/>
                  <a:pt x="641799" y="48561"/>
                </a:cubicBezTo>
                <a:cubicBezTo>
                  <a:pt x="644406" y="50123"/>
                  <a:pt x="646896" y="51831"/>
                  <a:pt x="649270" y="53685"/>
                </a:cubicBezTo>
                <a:cubicBezTo>
                  <a:pt x="651645" y="55538"/>
                  <a:pt x="653904" y="57246"/>
                  <a:pt x="656046" y="58810"/>
                </a:cubicBezTo>
                <a:cubicBezTo>
                  <a:pt x="658190" y="60374"/>
                  <a:pt x="660420" y="61156"/>
                  <a:pt x="662737" y="61156"/>
                </a:cubicBezTo>
                <a:cubicBezTo>
                  <a:pt x="665285" y="61156"/>
                  <a:pt x="667573" y="60316"/>
                  <a:pt x="669600" y="58637"/>
                </a:cubicBezTo>
                <a:cubicBezTo>
                  <a:pt x="671628" y="56957"/>
                  <a:pt x="673626" y="54263"/>
                  <a:pt x="675594" y="50557"/>
                </a:cubicBezTo>
                <a:lnTo>
                  <a:pt x="683065" y="55422"/>
                </a:lnTo>
                <a:cubicBezTo>
                  <a:pt x="680168" y="60865"/>
                  <a:pt x="676896" y="64804"/>
                  <a:pt x="673248" y="67237"/>
                </a:cubicBezTo>
                <a:cubicBezTo>
                  <a:pt x="669600" y="69669"/>
                  <a:pt x="665981" y="70885"/>
                  <a:pt x="662390" y="70885"/>
                </a:cubicBezTo>
                <a:close/>
                <a:moveTo>
                  <a:pt x="760095" y="77486"/>
                </a:moveTo>
                <a:lnTo>
                  <a:pt x="762179" y="67235"/>
                </a:lnTo>
                <a:lnTo>
                  <a:pt x="800228" y="67235"/>
                </a:lnTo>
                <a:lnTo>
                  <a:pt x="797970" y="77486"/>
                </a:lnTo>
                <a:lnTo>
                  <a:pt x="760095" y="77486"/>
                </a:lnTo>
                <a:close/>
                <a:moveTo>
                  <a:pt x="811677" y="77486"/>
                </a:moveTo>
                <a:lnTo>
                  <a:pt x="813761" y="67235"/>
                </a:lnTo>
                <a:lnTo>
                  <a:pt x="851811" y="67235"/>
                </a:lnTo>
                <a:lnTo>
                  <a:pt x="849552" y="77486"/>
                </a:lnTo>
                <a:lnTo>
                  <a:pt x="811677" y="77486"/>
                </a:lnTo>
                <a:close/>
                <a:moveTo>
                  <a:pt x="863250" y="116055"/>
                </a:moveTo>
                <a:lnTo>
                  <a:pt x="886009" y="2084"/>
                </a:lnTo>
                <a:lnTo>
                  <a:pt x="907204" y="2084"/>
                </a:lnTo>
                <a:cubicBezTo>
                  <a:pt x="923073" y="2084"/>
                  <a:pt x="935090" y="5993"/>
                  <a:pt x="943255" y="13812"/>
                </a:cubicBezTo>
                <a:cubicBezTo>
                  <a:pt x="951420" y="21630"/>
                  <a:pt x="955503" y="32547"/>
                  <a:pt x="955503" y="46562"/>
                </a:cubicBezTo>
                <a:cubicBezTo>
                  <a:pt x="955503" y="56869"/>
                  <a:pt x="954083" y="66309"/>
                  <a:pt x="951245" y="74880"/>
                </a:cubicBezTo>
                <a:cubicBezTo>
                  <a:pt x="948409" y="83452"/>
                  <a:pt x="944355" y="90778"/>
                  <a:pt x="939085" y="96860"/>
                </a:cubicBezTo>
                <a:cubicBezTo>
                  <a:pt x="933815" y="102939"/>
                  <a:pt x="927358" y="107659"/>
                  <a:pt x="919714" y="111019"/>
                </a:cubicBezTo>
                <a:cubicBezTo>
                  <a:pt x="912070" y="114377"/>
                  <a:pt x="903441" y="116055"/>
                  <a:pt x="893827" y="116055"/>
                </a:cubicBezTo>
                <a:lnTo>
                  <a:pt x="863250" y="116055"/>
                </a:lnTo>
                <a:moveTo>
                  <a:pt x="878886" y="104937"/>
                </a:moveTo>
                <a:lnTo>
                  <a:pt x="893827" y="104937"/>
                </a:lnTo>
                <a:cubicBezTo>
                  <a:pt x="901239" y="104937"/>
                  <a:pt x="907899" y="103518"/>
                  <a:pt x="913805" y="100680"/>
                </a:cubicBezTo>
                <a:cubicBezTo>
                  <a:pt x="919713" y="97841"/>
                  <a:pt x="924752" y="93904"/>
                  <a:pt x="928921" y="88867"/>
                </a:cubicBezTo>
                <a:cubicBezTo>
                  <a:pt x="933092" y="83828"/>
                  <a:pt x="936278" y="77776"/>
                  <a:pt x="938478" y="70710"/>
                </a:cubicBezTo>
                <a:cubicBezTo>
                  <a:pt x="940678" y="63644"/>
                  <a:pt x="941778" y="55884"/>
                  <a:pt x="941778" y="47429"/>
                </a:cubicBezTo>
                <a:cubicBezTo>
                  <a:pt x="941778" y="36542"/>
                  <a:pt x="938824" y="28087"/>
                  <a:pt x="932916" y="22064"/>
                </a:cubicBezTo>
                <a:cubicBezTo>
                  <a:pt x="927010" y="16041"/>
                  <a:pt x="918266" y="13030"/>
                  <a:pt x="906684" y="13030"/>
                </a:cubicBezTo>
                <a:lnTo>
                  <a:pt x="897303" y="13030"/>
                </a:lnTo>
                <a:lnTo>
                  <a:pt x="878886" y="104937"/>
                </a:lnTo>
                <a:close/>
                <a:moveTo>
                  <a:pt x="966415" y="116055"/>
                </a:moveTo>
                <a:lnTo>
                  <a:pt x="989173" y="2084"/>
                </a:lnTo>
                <a:lnTo>
                  <a:pt x="1019578" y="2084"/>
                </a:lnTo>
                <a:cubicBezTo>
                  <a:pt x="1030581" y="2084"/>
                  <a:pt x="1039210" y="4198"/>
                  <a:pt x="1045465" y="8428"/>
                </a:cubicBezTo>
                <a:cubicBezTo>
                  <a:pt x="1051719" y="12655"/>
                  <a:pt x="1054847" y="18938"/>
                  <a:pt x="1054847" y="27276"/>
                </a:cubicBezTo>
                <a:cubicBezTo>
                  <a:pt x="1054847" y="31099"/>
                  <a:pt x="1054122" y="34603"/>
                  <a:pt x="1052673" y="37787"/>
                </a:cubicBezTo>
                <a:cubicBezTo>
                  <a:pt x="1051225" y="40972"/>
                  <a:pt x="1049286" y="43781"/>
                  <a:pt x="1046854" y="46215"/>
                </a:cubicBezTo>
                <a:cubicBezTo>
                  <a:pt x="1044422" y="48647"/>
                  <a:pt x="1041700" y="50674"/>
                  <a:pt x="1038689" y="52296"/>
                </a:cubicBezTo>
                <a:cubicBezTo>
                  <a:pt x="1035677" y="53917"/>
                  <a:pt x="1032607" y="55075"/>
                  <a:pt x="1029479" y="55769"/>
                </a:cubicBezTo>
                <a:lnTo>
                  <a:pt x="1029307" y="56464"/>
                </a:lnTo>
                <a:cubicBezTo>
                  <a:pt x="1035213" y="57855"/>
                  <a:pt x="1040194" y="60432"/>
                  <a:pt x="1044248" y="64197"/>
                </a:cubicBezTo>
                <a:cubicBezTo>
                  <a:pt x="1048302" y="67959"/>
                  <a:pt x="1050329" y="73084"/>
                  <a:pt x="1050329" y="79570"/>
                </a:cubicBezTo>
                <a:cubicBezTo>
                  <a:pt x="1050329" y="85941"/>
                  <a:pt x="1049142" y="91414"/>
                  <a:pt x="1046766" y="95990"/>
                </a:cubicBezTo>
                <a:cubicBezTo>
                  <a:pt x="1044393" y="100564"/>
                  <a:pt x="1041063" y="104328"/>
                  <a:pt x="1036777" y="107283"/>
                </a:cubicBezTo>
                <a:cubicBezTo>
                  <a:pt x="1032492" y="110237"/>
                  <a:pt x="1027453" y="112437"/>
                  <a:pt x="1021661" y="113884"/>
                </a:cubicBezTo>
                <a:cubicBezTo>
                  <a:pt x="1015870" y="115332"/>
                  <a:pt x="1009615" y="116055"/>
                  <a:pt x="1002898" y="116055"/>
                </a:cubicBezTo>
                <a:lnTo>
                  <a:pt x="966415" y="116055"/>
                </a:lnTo>
                <a:moveTo>
                  <a:pt x="992821" y="51079"/>
                </a:moveTo>
                <a:lnTo>
                  <a:pt x="1009154" y="51079"/>
                </a:lnTo>
                <a:cubicBezTo>
                  <a:pt x="1020041" y="51079"/>
                  <a:pt x="1028090" y="49052"/>
                  <a:pt x="1033302" y="44998"/>
                </a:cubicBezTo>
                <a:cubicBezTo>
                  <a:pt x="1038514" y="40944"/>
                  <a:pt x="1041120" y="35674"/>
                  <a:pt x="1041120" y="29188"/>
                </a:cubicBezTo>
                <a:cubicBezTo>
                  <a:pt x="1041120" y="23976"/>
                  <a:pt x="1039151" y="19922"/>
                  <a:pt x="1035213" y="17027"/>
                </a:cubicBezTo>
                <a:cubicBezTo>
                  <a:pt x="1031276" y="14131"/>
                  <a:pt x="1024964" y="12682"/>
                  <a:pt x="1016277" y="12682"/>
                </a:cubicBezTo>
                <a:lnTo>
                  <a:pt x="1000467" y="12682"/>
                </a:lnTo>
                <a:lnTo>
                  <a:pt x="992821" y="51079"/>
                </a:lnTo>
                <a:moveTo>
                  <a:pt x="981875" y="105457"/>
                </a:moveTo>
                <a:lnTo>
                  <a:pt x="1001683" y="105457"/>
                </a:lnTo>
                <a:cubicBezTo>
                  <a:pt x="1012570" y="105457"/>
                  <a:pt x="1021198" y="103488"/>
                  <a:pt x="1027568" y="99550"/>
                </a:cubicBezTo>
                <a:cubicBezTo>
                  <a:pt x="1033939" y="95613"/>
                  <a:pt x="1037125" y="89185"/>
                  <a:pt x="1037125" y="80267"/>
                </a:cubicBezTo>
                <a:cubicBezTo>
                  <a:pt x="1037125" y="74475"/>
                  <a:pt x="1034895" y="69813"/>
                  <a:pt x="1030436" y="66280"/>
                </a:cubicBezTo>
                <a:cubicBezTo>
                  <a:pt x="1025977" y="62747"/>
                  <a:pt x="1019520" y="60981"/>
                  <a:pt x="1011065" y="60981"/>
                </a:cubicBezTo>
                <a:lnTo>
                  <a:pt x="990910" y="60981"/>
                </a:lnTo>
                <a:lnTo>
                  <a:pt x="981875" y="105457"/>
                </a:lnTo>
                <a:close/>
                <a:moveTo>
                  <a:pt x="1112839" y="118139"/>
                </a:moveTo>
                <a:cubicBezTo>
                  <a:pt x="1106005" y="118139"/>
                  <a:pt x="1099953" y="117039"/>
                  <a:pt x="1094683" y="114839"/>
                </a:cubicBezTo>
                <a:cubicBezTo>
                  <a:pt x="1089412" y="112638"/>
                  <a:pt x="1084982" y="109540"/>
                  <a:pt x="1081390" y="105544"/>
                </a:cubicBezTo>
                <a:cubicBezTo>
                  <a:pt x="1077801" y="101548"/>
                  <a:pt x="1075108" y="96713"/>
                  <a:pt x="1073313" y="91038"/>
                </a:cubicBezTo>
                <a:cubicBezTo>
                  <a:pt x="1071519" y="85363"/>
                  <a:pt x="1070622" y="79050"/>
                  <a:pt x="1070622" y="72099"/>
                </a:cubicBezTo>
                <a:cubicBezTo>
                  <a:pt x="1070622" y="63066"/>
                  <a:pt x="1072040" y="54236"/>
                  <a:pt x="1074877" y="45608"/>
                </a:cubicBezTo>
                <a:cubicBezTo>
                  <a:pt x="1077715" y="36978"/>
                  <a:pt x="1081740" y="29275"/>
                  <a:pt x="1086952" y="22499"/>
                </a:cubicBezTo>
                <a:cubicBezTo>
                  <a:pt x="1092164" y="15723"/>
                  <a:pt x="1098505" y="10280"/>
                  <a:pt x="1105976" y="6169"/>
                </a:cubicBezTo>
                <a:cubicBezTo>
                  <a:pt x="1113446" y="2056"/>
                  <a:pt x="1121873" y="0"/>
                  <a:pt x="1131256" y="0"/>
                </a:cubicBezTo>
                <a:cubicBezTo>
                  <a:pt x="1138088" y="0"/>
                  <a:pt x="1143850" y="1592"/>
                  <a:pt x="1148540" y="4777"/>
                </a:cubicBezTo>
                <a:cubicBezTo>
                  <a:pt x="1153233" y="7962"/>
                  <a:pt x="1157026" y="11987"/>
                  <a:pt x="1159921" y="16852"/>
                </a:cubicBezTo>
                <a:lnTo>
                  <a:pt x="1150367" y="23976"/>
                </a:lnTo>
                <a:cubicBezTo>
                  <a:pt x="1148165" y="20270"/>
                  <a:pt x="1145471" y="17287"/>
                  <a:pt x="1142287" y="15029"/>
                </a:cubicBezTo>
                <a:cubicBezTo>
                  <a:pt x="1139102" y="12770"/>
                  <a:pt x="1135192" y="11641"/>
                  <a:pt x="1130559" y="11641"/>
                </a:cubicBezTo>
                <a:cubicBezTo>
                  <a:pt x="1123378" y="11641"/>
                  <a:pt x="1116950" y="13436"/>
                  <a:pt x="1111275" y="17027"/>
                </a:cubicBezTo>
                <a:cubicBezTo>
                  <a:pt x="1105600" y="20617"/>
                  <a:pt x="1100765" y="25250"/>
                  <a:pt x="1096769" y="30927"/>
                </a:cubicBezTo>
                <a:cubicBezTo>
                  <a:pt x="1092773" y="36601"/>
                  <a:pt x="1089732" y="42943"/>
                  <a:pt x="1087647" y="49950"/>
                </a:cubicBezTo>
                <a:cubicBezTo>
                  <a:pt x="1085561" y="56956"/>
                  <a:pt x="1084519" y="63934"/>
                  <a:pt x="1084519" y="70885"/>
                </a:cubicBezTo>
                <a:cubicBezTo>
                  <a:pt x="1084519" y="75980"/>
                  <a:pt x="1085069" y="80700"/>
                  <a:pt x="1086170" y="85044"/>
                </a:cubicBezTo>
                <a:cubicBezTo>
                  <a:pt x="1087271" y="89386"/>
                  <a:pt x="1089038" y="93179"/>
                  <a:pt x="1091470" y="96422"/>
                </a:cubicBezTo>
                <a:cubicBezTo>
                  <a:pt x="1093901" y="99665"/>
                  <a:pt x="1097029" y="102185"/>
                  <a:pt x="1100851" y="103980"/>
                </a:cubicBezTo>
                <a:cubicBezTo>
                  <a:pt x="1104674" y="105776"/>
                  <a:pt x="1109307" y="106674"/>
                  <a:pt x="1114751" y="106674"/>
                </a:cubicBezTo>
                <a:cubicBezTo>
                  <a:pt x="1118920" y="106674"/>
                  <a:pt x="1122626" y="106008"/>
                  <a:pt x="1125869" y="104677"/>
                </a:cubicBezTo>
                <a:cubicBezTo>
                  <a:pt x="1129112" y="103345"/>
                  <a:pt x="1131892" y="101694"/>
                  <a:pt x="1134209" y="99725"/>
                </a:cubicBezTo>
                <a:lnTo>
                  <a:pt x="1140638" y="68279"/>
                </a:lnTo>
                <a:lnTo>
                  <a:pt x="1117009" y="68279"/>
                </a:lnTo>
                <a:lnTo>
                  <a:pt x="1119268" y="57158"/>
                </a:lnTo>
                <a:lnTo>
                  <a:pt x="1155056" y="57158"/>
                </a:lnTo>
                <a:lnTo>
                  <a:pt x="1145152" y="106501"/>
                </a:lnTo>
                <a:cubicBezTo>
                  <a:pt x="1140983" y="109976"/>
                  <a:pt x="1136205" y="112784"/>
                  <a:pt x="1130818" y="114926"/>
                </a:cubicBezTo>
                <a:cubicBezTo>
                  <a:pt x="1125433" y="117068"/>
                  <a:pt x="1119440" y="118139"/>
                  <a:pt x="1112839" y="118139"/>
                </a:cubicBezTo>
                <a:close/>
                <a:moveTo>
                  <a:pt x="1170003" y="77486"/>
                </a:moveTo>
                <a:lnTo>
                  <a:pt x="1172086" y="67235"/>
                </a:lnTo>
                <a:lnTo>
                  <a:pt x="1210136" y="67235"/>
                </a:lnTo>
                <a:lnTo>
                  <a:pt x="1207877" y="77486"/>
                </a:lnTo>
                <a:lnTo>
                  <a:pt x="1170003" y="77486"/>
                </a:lnTo>
                <a:close/>
                <a:moveTo>
                  <a:pt x="1221585" y="77486"/>
                </a:moveTo>
                <a:lnTo>
                  <a:pt x="1223668" y="67235"/>
                </a:lnTo>
                <a:lnTo>
                  <a:pt x="1261718" y="67235"/>
                </a:lnTo>
                <a:lnTo>
                  <a:pt x="1259460" y="77486"/>
                </a:lnTo>
                <a:lnTo>
                  <a:pt x="1221585" y="77486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Text --ENV">
            <a:extLst xmlns:a="http://schemas.openxmlformats.org/drawingml/2006/main">
              <a:ext uri="{FF2B5EF4-FFF2-40B4-BE49-F238E27FC236}">
                <a16:creationId xmlns:a16="http://schemas.microsoft.com/office/drawing/2014/main" id="{9B3F87D8-3F9E-4063-8F9B-F57D5E0B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715" y="4250997"/>
            <a:ext cx="392773" cy="113972"/>
          </a:xfrm>
          <a:custGeom xmlns:a="http://schemas.openxmlformats.org/drawingml/2006/main">
            <a:pathLst>
              <a:path w="392773" h="113972">
                <a:moveTo>
                  <a:pt x="0" y="75402"/>
                </a:moveTo>
                <a:lnTo>
                  <a:pt x="2084" y="65151"/>
                </a:lnTo>
                <a:lnTo>
                  <a:pt x="40133" y="65151"/>
                </a:lnTo>
                <a:lnTo>
                  <a:pt x="37875" y="75402"/>
                </a:lnTo>
                <a:lnTo>
                  <a:pt x="0" y="75402"/>
                </a:lnTo>
                <a:close/>
                <a:moveTo>
                  <a:pt x="51582" y="75402"/>
                </a:moveTo>
                <a:lnTo>
                  <a:pt x="53666" y="65151"/>
                </a:lnTo>
                <a:lnTo>
                  <a:pt x="91716" y="65151"/>
                </a:lnTo>
                <a:lnTo>
                  <a:pt x="89457" y="75402"/>
                </a:lnTo>
                <a:lnTo>
                  <a:pt x="51582" y="75402"/>
                </a:lnTo>
                <a:close/>
                <a:moveTo>
                  <a:pt x="103156" y="113972"/>
                </a:moveTo>
                <a:lnTo>
                  <a:pt x="125915" y="0"/>
                </a:lnTo>
                <a:lnTo>
                  <a:pt x="188807" y="0"/>
                </a:lnTo>
                <a:lnTo>
                  <a:pt x="186549" y="11293"/>
                </a:lnTo>
                <a:lnTo>
                  <a:pt x="137033" y="11293"/>
                </a:lnTo>
                <a:lnTo>
                  <a:pt x="129738" y="48299"/>
                </a:lnTo>
                <a:lnTo>
                  <a:pt x="171608" y="48299"/>
                </a:lnTo>
                <a:lnTo>
                  <a:pt x="169174" y="59767"/>
                </a:lnTo>
                <a:lnTo>
                  <a:pt x="127652" y="59767"/>
                </a:lnTo>
                <a:lnTo>
                  <a:pt x="118792" y="102506"/>
                </a:lnTo>
                <a:lnTo>
                  <a:pt x="169871" y="102506"/>
                </a:lnTo>
                <a:lnTo>
                  <a:pt x="167438" y="113972"/>
                </a:lnTo>
                <a:lnTo>
                  <a:pt x="103156" y="113972"/>
                </a:lnTo>
                <a:close/>
                <a:moveTo>
                  <a:pt x="190025" y="113972"/>
                </a:moveTo>
                <a:lnTo>
                  <a:pt x="212783" y="0"/>
                </a:lnTo>
                <a:lnTo>
                  <a:pt x="226335" y="0"/>
                </a:lnTo>
                <a:lnTo>
                  <a:pt x="252395" y="72971"/>
                </a:lnTo>
                <a:lnTo>
                  <a:pt x="259693" y="96772"/>
                </a:lnTo>
                <a:lnTo>
                  <a:pt x="260387" y="96772"/>
                </a:lnTo>
                <a:cubicBezTo>
                  <a:pt x="261082" y="91097"/>
                  <a:pt x="261806" y="85103"/>
                  <a:pt x="262559" y="78790"/>
                </a:cubicBezTo>
                <a:cubicBezTo>
                  <a:pt x="263312" y="72477"/>
                  <a:pt x="264325" y="66368"/>
                  <a:pt x="265599" y="60461"/>
                </a:cubicBezTo>
                <a:lnTo>
                  <a:pt x="277587" y="0"/>
                </a:lnTo>
                <a:lnTo>
                  <a:pt x="290617" y="0"/>
                </a:lnTo>
                <a:lnTo>
                  <a:pt x="267858" y="113972"/>
                </a:lnTo>
                <a:lnTo>
                  <a:pt x="254481" y="113972"/>
                </a:lnTo>
                <a:lnTo>
                  <a:pt x="228766" y="41175"/>
                </a:lnTo>
                <a:lnTo>
                  <a:pt x="221296" y="16680"/>
                </a:lnTo>
                <a:lnTo>
                  <a:pt x="220601" y="16680"/>
                </a:lnTo>
                <a:cubicBezTo>
                  <a:pt x="219907" y="22587"/>
                  <a:pt x="219125" y="28610"/>
                  <a:pt x="218255" y="34749"/>
                </a:cubicBezTo>
                <a:cubicBezTo>
                  <a:pt x="217387" y="40887"/>
                  <a:pt x="216374" y="46852"/>
                  <a:pt x="215214" y="52644"/>
                </a:cubicBezTo>
                <a:lnTo>
                  <a:pt x="203054" y="113972"/>
                </a:lnTo>
                <a:lnTo>
                  <a:pt x="190025" y="113972"/>
                </a:lnTo>
                <a:close/>
                <a:moveTo>
                  <a:pt x="317026" y="113972"/>
                </a:moveTo>
                <a:lnTo>
                  <a:pt x="306774" y="0"/>
                </a:lnTo>
                <a:lnTo>
                  <a:pt x="320499" y="0"/>
                </a:lnTo>
                <a:lnTo>
                  <a:pt x="325191" y="63240"/>
                </a:lnTo>
                <a:cubicBezTo>
                  <a:pt x="325769" y="69494"/>
                  <a:pt x="326289" y="75749"/>
                  <a:pt x="326752" y="82003"/>
                </a:cubicBezTo>
                <a:cubicBezTo>
                  <a:pt x="327217" y="88258"/>
                  <a:pt x="327623" y="94513"/>
                  <a:pt x="327969" y="100767"/>
                </a:cubicBezTo>
                <a:lnTo>
                  <a:pt x="328664" y="100767"/>
                </a:lnTo>
                <a:cubicBezTo>
                  <a:pt x="331560" y="94629"/>
                  <a:pt x="334543" y="88376"/>
                  <a:pt x="337611" y="82006"/>
                </a:cubicBezTo>
                <a:cubicBezTo>
                  <a:pt x="340681" y="75635"/>
                  <a:pt x="343721" y="69379"/>
                  <a:pt x="346733" y="63240"/>
                </a:cubicBezTo>
                <a:lnTo>
                  <a:pt x="378179" y="0"/>
                </a:lnTo>
                <a:lnTo>
                  <a:pt x="392773" y="0"/>
                </a:lnTo>
                <a:lnTo>
                  <a:pt x="333181" y="113972"/>
                </a:lnTo>
                <a:lnTo>
                  <a:pt x="317026" y="11397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Text --~--ENV">
            <a:extLst xmlns:a="http://schemas.openxmlformats.org/drawingml/2006/main">
              <a:ext uri="{FF2B5EF4-FFF2-40B4-BE49-F238E27FC236}">
                <a16:creationId xmlns:a16="http://schemas.microsoft.com/office/drawing/2014/main" id="{C7E2F8B1-6E22-48DA-B02F-5BA353B0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192" y="4250997"/>
            <a:ext cx="775534" cy="113972"/>
          </a:xfrm>
          <a:custGeom xmlns:a="http://schemas.openxmlformats.org/drawingml/2006/main">
            <a:pathLst>
              <a:path w="775534" h="113972">
                <a:moveTo>
                  <a:pt x="0" y="75402"/>
                </a:moveTo>
                <a:lnTo>
                  <a:pt x="2084" y="65151"/>
                </a:lnTo>
                <a:lnTo>
                  <a:pt x="40133" y="65151"/>
                </a:lnTo>
                <a:lnTo>
                  <a:pt x="37875" y="75402"/>
                </a:lnTo>
                <a:lnTo>
                  <a:pt x="0" y="75402"/>
                </a:lnTo>
                <a:close/>
                <a:moveTo>
                  <a:pt x="51582" y="75402"/>
                </a:moveTo>
                <a:lnTo>
                  <a:pt x="53666" y="65151"/>
                </a:lnTo>
                <a:lnTo>
                  <a:pt x="91715" y="65151"/>
                </a:lnTo>
                <a:lnTo>
                  <a:pt x="89457" y="75402"/>
                </a:lnTo>
                <a:lnTo>
                  <a:pt x="51582" y="75402"/>
                </a:lnTo>
                <a:close/>
                <a:moveTo>
                  <a:pt x="252481" y="68801"/>
                </a:moveTo>
                <a:cubicBezTo>
                  <a:pt x="249353" y="68801"/>
                  <a:pt x="246486" y="68019"/>
                  <a:pt x="243879" y="66455"/>
                </a:cubicBezTo>
                <a:cubicBezTo>
                  <a:pt x="241274" y="64891"/>
                  <a:pt x="238784" y="63183"/>
                  <a:pt x="236408" y="61331"/>
                </a:cubicBezTo>
                <a:cubicBezTo>
                  <a:pt x="234035" y="59477"/>
                  <a:pt x="231777" y="57769"/>
                  <a:pt x="229635" y="56207"/>
                </a:cubicBezTo>
                <a:cubicBezTo>
                  <a:pt x="227493" y="54642"/>
                  <a:pt x="225264" y="53860"/>
                  <a:pt x="222947" y="53860"/>
                </a:cubicBezTo>
                <a:cubicBezTo>
                  <a:pt x="220398" y="53860"/>
                  <a:pt x="218110" y="54700"/>
                  <a:pt x="216083" y="56379"/>
                </a:cubicBezTo>
                <a:cubicBezTo>
                  <a:pt x="214056" y="58058"/>
                  <a:pt x="212058" y="60750"/>
                  <a:pt x="210089" y="64456"/>
                </a:cubicBezTo>
                <a:lnTo>
                  <a:pt x="202619" y="59592"/>
                </a:lnTo>
                <a:cubicBezTo>
                  <a:pt x="205515" y="54148"/>
                  <a:pt x="208788" y="50211"/>
                  <a:pt x="212435" y="47779"/>
                </a:cubicBezTo>
                <a:cubicBezTo>
                  <a:pt x="216083" y="45347"/>
                  <a:pt x="219703" y="44131"/>
                  <a:pt x="223294" y="44131"/>
                </a:cubicBezTo>
                <a:cubicBezTo>
                  <a:pt x="226420" y="44131"/>
                  <a:pt x="229286" y="44913"/>
                  <a:pt x="231891" y="46477"/>
                </a:cubicBezTo>
                <a:cubicBezTo>
                  <a:pt x="234498" y="48040"/>
                  <a:pt x="236988" y="49748"/>
                  <a:pt x="239362" y="51602"/>
                </a:cubicBezTo>
                <a:cubicBezTo>
                  <a:pt x="241737" y="53454"/>
                  <a:pt x="243995" y="55162"/>
                  <a:pt x="246137" y="56726"/>
                </a:cubicBezTo>
                <a:cubicBezTo>
                  <a:pt x="248281" y="58290"/>
                  <a:pt x="250512" y="59072"/>
                  <a:pt x="252829" y="59072"/>
                </a:cubicBezTo>
                <a:cubicBezTo>
                  <a:pt x="255377" y="59072"/>
                  <a:pt x="257665" y="58233"/>
                  <a:pt x="259692" y="56554"/>
                </a:cubicBezTo>
                <a:cubicBezTo>
                  <a:pt x="261719" y="54873"/>
                  <a:pt x="263717" y="52180"/>
                  <a:pt x="265686" y="48474"/>
                </a:cubicBezTo>
                <a:lnTo>
                  <a:pt x="273156" y="53338"/>
                </a:lnTo>
                <a:cubicBezTo>
                  <a:pt x="270260" y="58782"/>
                  <a:pt x="266988" y="62720"/>
                  <a:pt x="263340" y="65154"/>
                </a:cubicBezTo>
                <a:cubicBezTo>
                  <a:pt x="259692" y="67585"/>
                  <a:pt x="256073" y="68801"/>
                  <a:pt x="252481" y="68801"/>
                </a:cubicBezTo>
                <a:close/>
                <a:moveTo>
                  <a:pt x="382762" y="75402"/>
                </a:moveTo>
                <a:lnTo>
                  <a:pt x="384846" y="65151"/>
                </a:lnTo>
                <a:lnTo>
                  <a:pt x="422895" y="65151"/>
                </a:lnTo>
                <a:lnTo>
                  <a:pt x="420637" y="75402"/>
                </a:lnTo>
                <a:lnTo>
                  <a:pt x="382762" y="75402"/>
                </a:lnTo>
                <a:close/>
                <a:moveTo>
                  <a:pt x="434344" y="75402"/>
                </a:moveTo>
                <a:lnTo>
                  <a:pt x="436428" y="65151"/>
                </a:lnTo>
                <a:lnTo>
                  <a:pt x="474477" y="65151"/>
                </a:lnTo>
                <a:lnTo>
                  <a:pt x="472219" y="75402"/>
                </a:lnTo>
                <a:lnTo>
                  <a:pt x="434344" y="75402"/>
                </a:lnTo>
                <a:close/>
                <a:moveTo>
                  <a:pt x="485917" y="113972"/>
                </a:moveTo>
                <a:lnTo>
                  <a:pt x="508676" y="0"/>
                </a:lnTo>
                <a:lnTo>
                  <a:pt x="571568" y="0"/>
                </a:lnTo>
                <a:lnTo>
                  <a:pt x="569310" y="11293"/>
                </a:lnTo>
                <a:lnTo>
                  <a:pt x="519794" y="11293"/>
                </a:lnTo>
                <a:lnTo>
                  <a:pt x="512499" y="48299"/>
                </a:lnTo>
                <a:lnTo>
                  <a:pt x="554369" y="48299"/>
                </a:lnTo>
                <a:lnTo>
                  <a:pt x="551935" y="59767"/>
                </a:lnTo>
                <a:lnTo>
                  <a:pt x="510413" y="59767"/>
                </a:lnTo>
                <a:lnTo>
                  <a:pt x="501553" y="102506"/>
                </a:lnTo>
                <a:lnTo>
                  <a:pt x="552632" y="102506"/>
                </a:lnTo>
                <a:lnTo>
                  <a:pt x="550199" y="113972"/>
                </a:lnTo>
                <a:lnTo>
                  <a:pt x="485917" y="113972"/>
                </a:lnTo>
                <a:close/>
                <a:moveTo>
                  <a:pt x="572786" y="113972"/>
                </a:moveTo>
                <a:lnTo>
                  <a:pt x="595544" y="0"/>
                </a:lnTo>
                <a:lnTo>
                  <a:pt x="609096" y="0"/>
                </a:lnTo>
                <a:lnTo>
                  <a:pt x="635156" y="72971"/>
                </a:lnTo>
                <a:lnTo>
                  <a:pt x="642454" y="96772"/>
                </a:lnTo>
                <a:lnTo>
                  <a:pt x="643148" y="96772"/>
                </a:lnTo>
                <a:cubicBezTo>
                  <a:pt x="643843" y="91097"/>
                  <a:pt x="644567" y="85103"/>
                  <a:pt x="645320" y="78790"/>
                </a:cubicBezTo>
                <a:cubicBezTo>
                  <a:pt x="646072" y="72477"/>
                  <a:pt x="647086" y="66368"/>
                  <a:pt x="648360" y="60461"/>
                </a:cubicBezTo>
                <a:lnTo>
                  <a:pt x="660348" y="0"/>
                </a:lnTo>
                <a:lnTo>
                  <a:pt x="673378" y="0"/>
                </a:lnTo>
                <a:lnTo>
                  <a:pt x="650619" y="113972"/>
                </a:lnTo>
                <a:lnTo>
                  <a:pt x="637242" y="113972"/>
                </a:lnTo>
                <a:lnTo>
                  <a:pt x="611527" y="41175"/>
                </a:lnTo>
                <a:lnTo>
                  <a:pt x="604057" y="16680"/>
                </a:lnTo>
                <a:lnTo>
                  <a:pt x="603362" y="16680"/>
                </a:lnTo>
                <a:cubicBezTo>
                  <a:pt x="602668" y="22587"/>
                  <a:pt x="601886" y="28610"/>
                  <a:pt x="601016" y="34749"/>
                </a:cubicBezTo>
                <a:cubicBezTo>
                  <a:pt x="600148" y="40887"/>
                  <a:pt x="599135" y="46852"/>
                  <a:pt x="597975" y="52644"/>
                </a:cubicBezTo>
                <a:lnTo>
                  <a:pt x="585815" y="113972"/>
                </a:lnTo>
                <a:lnTo>
                  <a:pt x="572786" y="113972"/>
                </a:lnTo>
                <a:close/>
                <a:moveTo>
                  <a:pt x="699787" y="113972"/>
                </a:moveTo>
                <a:lnTo>
                  <a:pt x="689535" y="0"/>
                </a:lnTo>
                <a:lnTo>
                  <a:pt x="703260" y="0"/>
                </a:lnTo>
                <a:lnTo>
                  <a:pt x="707952" y="63240"/>
                </a:lnTo>
                <a:cubicBezTo>
                  <a:pt x="708530" y="69494"/>
                  <a:pt x="709050" y="75749"/>
                  <a:pt x="709513" y="82003"/>
                </a:cubicBezTo>
                <a:cubicBezTo>
                  <a:pt x="709978" y="88258"/>
                  <a:pt x="710384" y="94513"/>
                  <a:pt x="710730" y="100767"/>
                </a:cubicBezTo>
                <a:lnTo>
                  <a:pt x="711425" y="100767"/>
                </a:lnTo>
                <a:cubicBezTo>
                  <a:pt x="714321" y="94629"/>
                  <a:pt x="717304" y="88376"/>
                  <a:pt x="720372" y="82006"/>
                </a:cubicBezTo>
                <a:cubicBezTo>
                  <a:pt x="723442" y="75635"/>
                  <a:pt x="726482" y="69379"/>
                  <a:pt x="729494" y="63240"/>
                </a:cubicBezTo>
                <a:lnTo>
                  <a:pt x="760940" y="0"/>
                </a:lnTo>
                <a:lnTo>
                  <a:pt x="775534" y="0"/>
                </a:lnTo>
                <a:lnTo>
                  <a:pt x="715942" y="113972"/>
                </a:lnTo>
                <a:lnTo>
                  <a:pt x="699787" y="11397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Text --">
            <a:extLst xmlns:a="http://schemas.openxmlformats.org/drawingml/2006/main">
              <a:ext uri="{FF2B5EF4-FFF2-40B4-BE49-F238E27FC236}">
                <a16:creationId xmlns:a16="http://schemas.microsoft.com/office/drawing/2014/main" id="{15E74D00-6EEA-4F0E-B5BD-0347A877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431" y="4316148"/>
            <a:ext cx="91716" cy="10251"/>
          </a:xfrm>
          <a:custGeom xmlns:a="http://schemas.openxmlformats.org/drawingml/2006/main">
            <a:pathLst>
              <a:path w="91716" h="10251">
                <a:moveTo>
                  <a:pt x="0" y="10251"/>
                </a:moveTo>
                <a:lnTo>
                  <a:pt x="2084" y="0"/>
                </a:lnTo>
                <a:lnTo>
                  <a:pt x="40133" y="0"/>
                </a:lnTo>
                <a:lnTo>
                  <a:pt x="37875" y="10251"/>
                </a:lnTo>
                <a:lnTo>
                  <a:pt x="0" y="10251"/>
                </a:lnTo>
                <a:close/>
                <a:moveTo>
                  <a:pt x="51582" y="10251"/>
                </a:moveTo>
                <a:lnTo>
                  <a:pt x="53666" y="0"/>
                </a:lnTo>
                <a:lnTo>
                  <a:pt x="91716" y="0"/>
                </a:lnTo>
                <a:lnTo>
                  <a:pt x="89457" y="10251"/>
                </a:lnTo>
                <a:lnTo>
                  <a:pt x="51582" y="10251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617b583f244b3"/>
          <a:stretch xmlns:a="http://schemas.openxmlformats.org/drawingml/2006/main"/>
        </p:blipFill>
        <p:spPr>
          <a:xfrm xmlns:a="http://schemas.openxmlformats.org/drawingml/2006/main">
            <a:off x="11372451" y="4948722"/>
            <a:ext cx="390906" cy="390906"/>
          </a:xfrm>
          <a:prstGeom xmlns:a="http://schemas.openxmlformats.org/drawingml/2006/main" prst="rect">
            <a:avLst/>
          </a:prstGeom>
        </p:spPr>
      </p:pic>
      <p:pic>
        <p:nvPicPr>
          <p:cNvPr id="7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1af5170234fe6"/>
          <a:stretch xmlns:a="http://schemas.openxmlformats.org/drawingml/2006/main"/>
        </p:blipFill>
        <p:spPr>
          <a:xfrm xmlns:a="http://schemas.openxmlformats.org/drawingml/2006/main">
            <a:off x="8312959" y="4896601"/>
            <a:ext cx="547268" cy="542056"/>
          </a:xfrm>
          <a:prstGeom xmlns:a="http://schemas.openxmlformats.org/drawingml/2006/main" prst="rect">
            <a:avLst/>
          </a:prstGeom>
        </p:spPr>
      </p:pic>
      <p:sp>
        <p:nvSpPr>
          <p:cNvPr id="372" name="Text CorpusInitialization">
            <a:extLst xmlns:a="http://schemas.openxmlformats.org/drawingml/2006/main">
              <a:ext uri="{FF2B5EF4-FFF2-40B4-BE49-F238E27FC236}">
                <a16:creationId xmlns:a16="http://schemas.microsoft.com/office/drawing/2014/main" id="{1C0042CA-85D0-4C04-9CDA-5F99BA4D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06" y="147920"/>
            <a:ext cx="2114624" cy="216433"/>
          </a:xfrm>
          <a:custGeom xmlns:a="http://schemas.openxmlformats.org/drawingml/2006/main">
            <a:pathLst>
              <a:path w="2114624" h="216433">
                <a:moveTo>
                  <a:pt x="72381" y="175341"/>
                </a:moveTo>
                <a:cubicBezTo>
                  <a:pt x="62508" y="175341"/>
                  <a:pt x="53191" y="173629"/>
                  <a:pt x="44430" y="170206"/>
                </a:cubicBezTo>
                <a:cubicBezTo>
                  <a:pt x="35672" y="166782"/>
                  <a:pt x="27988" y="161726"/>
                  <a:pt x="21379" y="155038"/>
                </a:cubicBezTo>
                <a:cubicBezTo>
                  <a:pt x="14769" y="148348"/>
                  <a:pt x="9553" y="140026"/>
                  <a:pt x="5730" y="130073"/>
                </a:cubicBezTo>
                <a:cubicBezTo>
                  <a:pt x="1910" y="120119"/>
                  <a:pt x="0" y="108613"/>
                  <a:pt x="0" y="95553"/>
                </a:cubicBezTo>
                <a:cubicBezTo>
                  <a:pt x="0" y="82654"/>
                  <a:pt x="1990" y="71149"/>
                  <a:pt x="5971" y="61038"/>
                </a:cubicBezTo>
                <a:cubicBezTo>
                  <a:pt x="9951" y="50924"/>
                  <a:pt x="15285" y="42364"/>
                  <a:pt x="21973" y="35358"/>
                </a:cubicBezTo>
                <a:cubicBezTo>
                  <a:pt x="28663" y="28349"/>
                  <a:pt x="36467" y="23014"/>
                  <a:pt x="45385" y="19352"/>
                </a:cubicBezTo>
                <a:cubicBezTo>
                  <a:pt x="54306" y="15687"/>
                  <a:pt x="63703" y="13855"/>
                  <a:pt x="73577" y="13855"/>
                </a:cubicBezTo>
                <a:cubicBezTo>
                  <a:pt x="83611" y="13855"/>
                  <a:pt x="92608" y="15885"/>
                  <a:pt x="100569" y="19946"/>
                </a:cubicBezTo>
                <a:cubicBezTo>
                  <a:pt x="108532" y="24007"/>
                  <a:pt x="115142" y="28745"/>
                  <a:pt x="120399" y="34162"/>
                </a:cubicBezTo>
                <a:lnTo>
                  <a:pt x="101765" y="56616"/>
                </a:lnTo>
                <a:cubicBezTo>
                  <a:pt x="97784" y="52954"/>
                  <a:pt x="93603" y="49969"/>
                  <a:pt x="89222" y="47660"/>
                </a:cubicBezTo>
                <a:cubicBezTo>
                  <a:pt x="84843" y="45349"/>
                  <a:pt x="79866" y="44193"/>
                  <a:pt x="74291" y="44193"/>
                </a:cubicBezTo>
                <a:cubicBezTo>
                  <a:pt x="69037" y="44193"/>
                  <a:pt x="64061" y="45349"/>
                  <a:pt x="59361" y="47660"/>
                </a:cubicBezTo>
                <a:cubicBezTo>
                  <a:pt x="54664" y="49969"/>
                  <a:pt x="50603" y="53274"/>
                  <a:pt x="47179" y="57575"/>
                </a:cubicBezTo>
                <a:cubicBezTo>
                  <a:pt x="43755" y="61874"/>
                  <a:pt x="41048" y="67129"/>
                  <a:pt x="39058" y="73340"/>
                </a:cubicBezTo>
                <a:cubicBezTo>
                  <a:pt x="37067" y="79549"/>
                  <a:pt x="36072" y="86556"/>
                  <a:pt x="36072" y="94361"/>
                </a:cubicBezTo>
                <a:cubicBezTo>
                  <a:pt x="36072" y="110446"/>
                  <a:pt x="39496" y="122908"/>
                  <a:pt x="46344" y="131746"/>
                </a:cubicBezTo>
                <a:cubicBezTo>
                  <a:pt x="53192" y="140584"/>
                  <a:pt x="62349" y="145003"/>
                  <a:pt x="73814" y="145003"/>
                </a:cubicBezTo>
                <a:cubicBezTo>
                  <a:pt x="80185" y="145003"/>
                  <a:pt x="85879" y="143611"/>
                  <a:pt x="90895" y="140826"/>
                </a:cubicBezTo>
                <a:cubicBezTo>
                  <a:pt x="95911" y="138038"/>
                  <a:pt x="100330" y="134574"/>
                  <a:pt x="104152" y="130434"/>
                </a:cubicBezTo>
                <a:lnTo>
                  <a:pt x="122786" y="152410"/>
                </a:lnTo>
                <a:cubicBezTo>
                  <a:pt x="109727" y="167698"/>
                  <a:pt x="92925" y="175341"/>
                  <a:pt x="72381" y="175341"/>
                </a:cubicBezTo>
                <a:close/>
                <a:moveTo>
                  <a:pt x="193856" y="175341"/>
                </a:moveTo>
                <a:cubicBezTo>
                  <a:pt x="186371" y="175341"/>
                  <a:pt x="179124" y="173949"/>
                  <a:pt x="172116" y="171164"/>
                </a:cubicBezTo>
                <a:cubicBezTo>
                  <a:pt x="165110" y="168377"/>
                  <a:pt x="158939" y="164355"/>
                  <a:pt x="153602" y="159099"/>
                </a:cubicBezTo>
                <a:cubicBezTo>
                  <a:pt x="148268" y="153843"/>
                  <a:pt x="144008" y="147353"/>
                  <a:pt x="140823" y="139630"/>
                </a:cubicBezTo>
                <a:cubicBezTo>
                  <a:pt x="137637" y="131905"/>
                  <a:pt x="136044" y="123106"/>
                  <a:pt x="136044" y="113232"/>
                </a:cubicBezTo>
                <a:cubicBezTo>
                  <a:pt x="136044" y="103359"/>
                  <a:pt x="137637" y="94561"/>
                  <a:pt x="140823" y="86838"/>
                </a:cubicBezTo>
                <a:cubicBezTo>
                  <a:pt x="144008" y="79113"/>
                  <a:pt x="148268" y="72622"/>
                  <a:pt x="153602" y="67366"/>
                </a:cubicBezTo>
                <a:cubicBezTo>
                  <a:pt x="158939" y="62109"/>
                  <a:pt x="165110" y="58089"/>
                  <a:pt x="172116" y="55304"/>
                </a:cubicBezTo>
                <a:cubicBezTo>
                  <a:pt x="179124" y="52517"/>
                  <a:pt x="186371" y="51123"/>
                  <a:pt x="193856" y="51123"/>
                </a:cubicBezTo>
                <a:cubicBezTo>
                  <a:pt x="201340" y="51123"/>
                  <a:pt x="208547" y="52517"/>
                  <a:pt x="215475" y="55304"/>
                </a:cubicBezTo>
                <a:cubicBezTo>
                  <a:pt x="222403" y="58089"/>
                  <a:pt x="228534" y="62109"/>
                  <a:pt x="233868" y="67366"/>
                </a:cubicBezTo>
                <a:cubicBezTo>
                  <a:pt x="239205" y="72622"/>
                  <a:pt x="243464" y="79113"/>
                  <a:pt x="246648" y="86838"/>
                </a:cubicBezTo>
                <a:cubicBezTo>
                  <a:pt x="249834" y="94561"/>
                  <a:pt x="251427" y="103359"/>
                  <a:pt x="251427" y="113232"/>
                </a:cubicBezTo>
                <a:cubicBezTo>
                  <a:pt x="251427" y="123106"/>
                  <a:pt x="249834" y="131905"/>
                  <a:pt x="246648" y="139630"/>
                </a:cubicBezTo>
                <a:cubicBezTo>
                  <a:pt x="243464" y="147353"/>
                  <a:pt x="239205" y="153843"/>
                  <a:pt x="233868" y="159099"/>
                </a:cubicBezTo>
                <a:cubicBezTo>
                  <a:pt x="228534" y="164355"/>
                  <a:pt x="222403" y="168377"/>
                  <a:pt x="215475" y="171164"/>
                </a:cubicBezTo>
                <a:cubicBezTo>
                  <a:pt x="208547" y="173949"/>
                  <a:pt x="201340" y="175341"/>
                  <a:pt x="193856" y="175341"/>
                </a:cubicBezTo>
                <a:moveTo>
                  <a:pt x="193856" y="146917"/>
                </a:moveTo>
                <a:cubicBezTo>
                  <a:pt x="201022" y="146917"/>
                  <a:pt x="206436" y="143891"/>
                  <a:pt x="210098" y="137840"/>
                </a:cubicBezTo>
                <a:cubicBezTo>
                  <a:pt x="213763" y="131787"/>
                  <a:pt x="215595" y="123584"/>
                  <a:pt x="215595" y="113232"/>
                </a:cubicBezTo>
                <a:cubicBezTo>
                  <a:pt x="215595" y="102880"/>
                  <a:pt x="213763" y="94678"/>
                  <a:pt x="210098" y="88628"/>
                </a:cubicBezTo>
                <a:cubicBezTo>
                  <a:pt x="206436" y="82574"/>
                  <a:pt x="201022" y="79548"/>
                  <a:pt x="193856" y="79548"/>
                </a:cubicBezTo>
                <a:cubicBezTo>
                  <a:pt x="186529" y="79548"/>
                  <a:pt x="181073" y="82574"/>
                  <a:pt x="177489" y="88628"/>
                </a:cubicBezTo>
                <a:cubicBezTo>
                  <a:pt x="173907" y="94678"/>
                  <a:pt x="172116" y="102880"/>
                  <a:pt x="172116" y="113232"/>
                </a:cubicBezTo>
                <a:cubicBezTo>
                  <a:pt x="172116" y="123584"/>
                  <a:pt x="173907" y="131787"/>
                  <a:pt x="177489" y="137840"/>
                </a:cubicBezTo>
                <a:cubicBezTo>
                  <a:pt x="181073" y="143891"/>
                  <a:pt x="186529" y="146917"/>
                  <a:pt x="193856" y="146917"/>
                </a:cubicBezTo>
                <a:close/>
                <a:moveTo>
                  <a:pt x="275914" y="172476"/>
                </a:moveTo>
                <a:lnTo>
                  <a:pt x="275914" y="53988"/>
                </a:lnTo>
                <a:lnTo>
                  <a:pt x="304579" y="53988"/>
                </a:lnTo>
                <a:lnTo>
                  <a:pt x="306970" y="74772"/>
                </a:lnTo>
                <a:lnTo>
                  <a:pt x="307925" y="74772"/>
                </a:lnTo>
                <a:cubicBezTo>
                  <a:pt x="312224" y="66649"/>
                  <a:pt x="317399" y="60677"/>
                  <a:pt x="323450" y="56857"/>
                </a:cubicBezTo>
                <a:cubicBezTo>
                  <a:pt x="329503" y="53034"/>
                  <a:pt x="335555" y="51123"/>
                  <a:pt x="341606" y="51123"/>
                </a:cubicBezTo>
                <a:cubicBezTo>
                  <a:pt x="344950" y="51123"/>
                  <a:pt x="347697" y="51322"/>
                  <a:pt x="349848" y="51721"/>
                </a:cubicBezTo>
                <a:cubicBezTo>
                  <a:pt x="351999" y="52117"/>
                  <a:pt x="353950" y="52713"/>
                  <a:pt x="355702" y="53510"/>
                </a:cubicBezTo>
                <a:lnTo>
                  <a:pt x="349968" y="83849"/>
                </a:lnTo>
                <a:cubicBezTo>
                  <a:pt x="347737" y="83212"/>
                  <a:pt x="345667" y="82735"/>
                  <a:pt x="343757" y="82416"/>
                </a:cubicBezTo>
                <a:cubicBezTo>
                  <a:pt x="341847" y="82098"/>
                  <a:pt x="339617" y="81939"/>
                  <a:pt x="337068" y="81939"/>
                </a:cubicBezTo>
                <a:cubicBezTo>
                  <a:pt x="332609" y="81939"/>
                  <a:pt x="327950" y="83532"/>
                  <a:pt x="323093" y="86718"/>
                </a:cubicBezTo>
                <a:cubicBezTo>
                  <a:pt x="318235" y="89901"/>
                  <a:pt x="314214" y="95555"/>
                  <a:pt x="311031" y="103678"/>
                </a:cubicBezTo>
                <a:lnTo>
                  <a:pt x="311031" y="172476"/>
                </a:lnTo>
                <a:lnTo>
                  <a:pt x="275914" y="172476"/>
                </a:lnTo>
                <a:close/>
                <a:moveTo>
                  <a:pt x="370871" y="216433"/>
                </a:moveTo>
                <a:lnTo>
                  <a:pt x="370871" y="53988"/>
                </a:lnTo>
                <a:lnTo>
                  <a:pt x="399537" y="53988"/>
                </a:lnTo>
                <a:lnTo>
                  <a:pt x="401928" y="65692"/>
                </a:lnTo>
                <a:lnTo>
                  <a:pt x="402883" y="65692"/>
                </a:lnTo>
                <a:cubicBezTo>
                  <a:pt x="407500" y="61552"/>
                  <a:pt x="412715" y="58089"/>
                  <a:pt x="418528" y="55304"/>
                </a:cubicBezTo>
                <a:cubicBezTo>
                  <a:pt x="424341" y="52517"/>
                  <a:pt x="430353" y="51123"/>
                  <a:pt x="436564" y="51123"/>
                </a:cubicBezTo>
                <a:cubicBezTo>
                  <a:pt x="443730" y="51123"/>
                  <a:pt x="450180" y="52557"/>
                  <a:pt x="455912" y="55424"/>
                </a:cubicBezTo>
                <a:cubicBezTo>
                  <a:pt x="461647" y="58289"/>
                  <a:pt x="466505" y="62350"/>
                  <a:pt x="470485" y="67606"/>
                </a:cubicBezTo>
                <a:cubicBezTo>
                  <a:pt x="474468" y="72860"/>
                  <a:pt x="477534" y="79190"/>
                  <a:pt x="479682" y="86597"/>
                </a:cubicBezTo>
                <a:cubicBezTo>
                  <a:pt x="481833" y="94002"/>
                  <a:pt x="482908" y="102243"/>
                  <a:pt x="482908" y="111322"/>
                </a:cubicBezTo>
                <a:cubicBezTo>
                  <a:pt x="482908" y="121514"/>
                  <a:pt x="481514" y="130551"/>
                  <a:pt x="478727" y="138435"/>
                </a:cubicBezTo>
                <a:cubicBezTo>
                  <a:pt x="475940" y="146318"/>
                  <a:pt x="472197" y="153007"/>
                  <a:pt x="467500" y="158501"/>
                </a:cubicBezTo>
                <a:cubicBezTo>
                  <a:pt x="462803" y="163995"/>
                  <a:pt x="457467" y="168176"/>
                  <a:pt x="451494" y="171044"/>
                </a:cubicBezTo>
                <a:cubicBezTo>
                  <a:pt x="445524" y="173909"/>
                  <a:pt x="439352" y="175341"/>
                  <a:pt x="432981" y="175341"/>
                </a:cubicBezTo>
                <a:cubicBezTo>
                  <a:pt x="427885" y="175341"/>
                  <a:pt x="422948" y="174267"/>
                  <a:pt x="418171" y="172119"/>
                </a:cubicBezTo>
                <a:cubicBezTo>
                  <a:pt x="413393" y="169969"/>
                  <a:pt x="408934" y="166903"/>
                  <a:pt x="404793" y="162923"/>
                </a:cubicBezTo>
                <a:lnTo>
                  <a:pt x="405989" y="181793"/>
                </a:lnTo>
                <a:lnTo>
                  <a:pt x="405989" y="216433"/>
                </a:lnTo>
                <a:lnTo>
                  <a:pt x="370871" y="216433"/>
                </a:lnTo>
                <a:moveTo>
                  <a:pt x="424859" y="146676"/>
                </a:moveTo>
                <a:cubicBezTo>
                  <a:pt x="430910" y="146676"/>
                  <a:pt x="436085" y="143929"/>
                  <a:pt x="440384" y="138435"/>
                </a:cubicBezTo>
                <a:cubicBezTo>
                  <a:pt x="444685" y="132940"/>
                  <a:pt x="446836" y="124062"/>
                  <a:pt x="446836" y="111800"/>
                </a:cubicBezTo>
                <a:cubicBezTo>
                  <a:pt x="446836" y="90459"/>
                  <a:pt x="439988" y="79788"/>
                  <a:pt x="426292" y="79788"/>
                </a:cubicBezTo>
                <a:cubicBezTo>
                  <a:pt x="419444" y="79788"/>
                  <a:pt x="412676" y="83371"/>
                  <a:pt x="405989" y="90538"/>
                </a:cubicBezTo>
                <a:lnTo>
                  <a:pt x="405989" y="139032"/>
                </a:lnTo>
                <a:cubicBezTo>
                  <a:pt x="409172" y="141900"/>
                  <a:pt x="412357" y="143891"/>
                  <a:pt x="415542" y="145007"/>
                </a:cubicBezTo>
                <a:cubicBezTo>
                  <a:pt x="418728" y="146120"/>
                  <a:pt x="421834" y="146676"/>
                  <a:pt x="424859" y="146676"/>
                </a:cubicBezTo>
                <a:close/>
                <a:moveTo>
                  <a:pt x="542273" y="175341"/>
                </a:moveTo>
                <a:cubicBezTo>
                  <a:pt x="529372" y="175341"/>
                  <a:pt x="520015" y="171122"/>
                  <a:pt x="514202" y="162682"/>
                </a:cubicBezTo>
                <a:cubicBezTo>
                  <a:pt x="508389" y="154242"/>
                  <a:pt x="505483" y="142537"/>
                  <a:pt x="505483" y="127565"/>
                </a:cubicBezTo>
                <a:lnTo>
                  <a:pt x="505483" y="53988"/>
                </a:lnTo>
                <a:lnTo>
                  <a:pt x="540600" y="53988"/>
                </a:lnTo>
                <a:lnTo>
                  <a:pt x="540600" y="123027"/>
                </a:lnTo>
                <a:cubicBezTo>
                  <a:pt x="540600" y="131627"/>
                  <a:pt x="541795" y="137520"/>
                  <a:pt x="544183" y="140706"/>
                </a:cubicBezTo>
                <a:cubicBezTo>
                  <a:pt x="546572" y="143889"/>
                  <a:pt x="550314" y="145481"/>
                  <a:pt x="555410" y="145481"/>
                </a:cubicBezTo>
                <a:cubicBezTo>
                  <a:pt x="559870" y="145481"/>
                  <a:pt x="563612" y="144445"/>
                  <a:pt x="566637" y="142375"/>
                </a:cubicBezTo>
                <a:cubicBezTo>
                  <a:pt x="569665" y="140305"/>
                  <a:pt x="572930" y="136961"/>
                  <a:pt x="576432" y="132344"/>
                </a:cubicBezTo>
                <a:lnTo>
                  <a:pt x="576432" y="53988"/>
                </a:lnTo>
                <a:lnTo>
                  <a:pt x="611549" y="53988"/>
                </a:lnTo>
                <a:lnTo>
                  <a:pt x="611549" y="172476"/>
                </a:lnTo>
                <a:lnTo>
                  <a:pt x="582884" y="172476"/>
                </a:lnTo>
                <a:lnTo>
                  <a:pt x="580256" y="155993"/>
                </a:lnTo>
                <a:lnTo>
                  <a:pt x="579537" y="155993"/>
                </a:lnTo>
                <a:cubicBezTo>
                  <a:pt x="574442" y="162044"/>
                  <a:pt x="568987" y="166782"/>
                  <a:pt x="563174" y="170206"/>
                </a:cubicBezTo>
                <a:cubicBezTo>
                  <a:pt x="557362" y="173629"/>
                  <a:pt x="550395" y="175341"/>
                  <a:pt x="542273" y="175341"/>
                </a:cubicBezTo>
                <a:close/>
                <a:moveTo>
                  <a:pt x="677362" y="175341"/>
                </a:moveTo>
                <a:cubicBezTo>
                  <a:pt x="669559" y="175341"/>
                  <a:pt x="661557" y="173829"/>
                  <a:pt x="653356" y="170803"/>
                </a:cubicBezTo>
                <a:cubicBezTo>
                  <a:pt x="645154" y="167778"/>
                  <a:pt x="638027" y="163796"/>
                  <a:pt x="631973" y="158858"/>
                </a:cubicBezTo>
                <a:lnTo>
                  <a:pt x="647742" y="136882"/>
                </a:lnTo>
                <a:cubicBezTo>
                  <a:pt x="653156" y="141023"/>
                  <a:pt x="658331" y="144128"/>
                  <a:pt x="663267" y="146199"/>
                </a:cubicBezTo>
                <a:cubicBezTo>
                  <a:pt x="668205" y="148269"/>
                  <a:pt x="673222" y="149304"/>
                  <a:pt x="678318" y="149304"/>
                </a:cubicBezTo>
                <a:cubicBezTo>
                  <a:pt x="683574" y="149304"/>
                  <a:pt x="687396" y="148428"/>
                  <a:pt x="689785" y="146676"/>
                </a:cubicBezTo>
                <a:cubicBezTo>
                  <a:pt x="692174" y="144924"/>
                  <a:pt x="693368" y="142455"/>
                  <a:pt x="693368" y="139269"/>
                </a:cubicBezTo>
                <a:cubicBezTo>
                  <a:pt x="693368" y="137359"/>
                  <a:pt x="692691" y="135648"/>
                  <a:pt x="691338" y="134137"/>
                </a:cubicBezTo>
                <a:cubicBezTo>
                  <a:pt x="689984" y="132623"/>
                  <a:pt x="688152" y="131229"/>
                  <a:pt x="685841" y="129956"/>
                </a:cubicBezTo>
                <a:cubicBezTo>
                  <a:pt x="683532" y="128680"/>
                  <a:pt x="680944" y="127525"/>
                  <a:pt x="678077" y="126490"/>
                </a:cubicBezTo>
                <a:cubicBezTo>
                  <a:pt x="675212" y="125454"/>
                  <a:pt x="672267" y="124300"/>
                  <a:pt x="669241" y="123027"/>
                </a:cubicBezTo>
                <a:cubicBezTo>
                  <a:pt x="665579" y="121593"/>
                  <a:pt x="661916" y="119921"/>
                  <a:pt x="658251" y="118011"/>
                </a:cubicBezTo>
                <a:cubicBezTo>
                  <a:pt x="654589" y="116098"/>
                  <a:pt x="651245" y="113750"/>
                  <a:pt x="648220" y="110965"/>
                </a:cubicBezTo>
                <a:cubicBezTo>
                  <a:pt x="645194" y="108178"/>
                  <a:pt x="642725" y="104913"/>
                  <a:pt x="640813" y="101170"/>
                </a:cubicBezTo>
                <a:cubicBezTo>
                  <a:pt x="638903" y="97426"/>
                  <a:pt x="637948" y="93086"/>
                  <a:pt x="637948" y="88150"/>
                </a:cubicBezTo>
                <a:cubicBezTo>
                  <a:pt x="637948" y="82736"/>
                  <a:pt x="639022" y="77719"/>
                  <a:pt x="641170" y="73099"/>
                </a:cubicBezTo>
                <a:cubicBezTo>
                  <a:pt x="643321" y="68480"/>
                  <a:pt x="646386" y="64578"/>
                  <a:pt x="650367" y="61395"/>
                </a:cubicBezTo>
                <a:cubicBezTo>
                  <a:pt x="654350" y="58209"/>
                  <a:pt x="659127" y="55701"/>
                  <a:pt x="664699" y="53871"/>
                </a:cubicBezTo>
                <a:cubicBezTo>
                  <a:pt x="670274" y="52039"/>
                  <a:pt x="676485" y="51123"/>
                  <a:pt x="683333" y="51123"/>
                </a:cubicBezTo>
                <a:cubicBezTo>
                  <a:pt x="692412" y="51123"/>
                  <a:pt x="700375" y="52676"/>
                  <a:pt x="707223" y="55781"/>
                </a:cubicBezTo>
                <a:cubicBezTo>
                  <a:pt x="714071" y="58887"/>
                  <a:pt x="720043" y="62350"/>
                  <a:pt x="725139" y="66170"/>
                </a:cubicBezTo>
                <a:lnTo>
                  <a:pt x="709374" y="87195"/>
                </a:lnTo>
                <a:cubicBezTo>
                  <a:pt x="705073" y="84009"/>
                  <a:pt x="700852" y="81540"/>
                  <a:pt x="696711" y="79788"/>
                </a:cubicBezTo>
                <a:cubicBezTo>
                  <a:pt x="692572" y="78036"/>
                  <a:pt x="688433" y="77160"/>
                  <a:pt x="684292" y="77160"/>
                </a:cubicBezTo>
                <a:cubicBezTo>
                  <a:pt x="675373" y="77160"/>
                  <a:pt x="670914" y="80266"/>
                  <a:pt x="670914" y="86477"/>
                </a:cubicBezTo>
                <a:cubicBezTo>
                  <a:pt x="670914" y="88387"/>
                  <a:pt x="671551" y="90020"/>
                  <a:pt x="672824" y="91376"/>
                </a:cubicBezTo>
                <a:cubicBezTo>
                  <a:pt x="674098" y="92730"/>
                  <a:pt x="675810" y="93964"/>
                  <a:pt x="677960" y="95079"/>
                </a:cubicBezTo>
                <a:cubicBezTo>
                  <a:pt x="680111" y="96192"/>
                  <a:pt x="682579" y="97267"/>
                  <a:pt x="685364" y="98302"/>
                </a:cubicBezTo>
                <a:cubicBezTo>
                  <a:pt x="688151" y="99337"/>
                  <a:pt x="691058" y="100412"/>
                  <a:pt x="694086" y="101528"/>
                </a:cubicBezTo>
                <a:cubicBezTo>
                  <a:pt x="697906" y="102961"/>
                  <a:pt x="701688" y="104594"/>
                  <a:pt x="705430" y="106427"/>
                </a:cubicBezTo>
                <a:cubicBezTo>
                  <a:pt x="709175" y="108257"/>
                  <a:pt x="712600" y="110525"/>
                  <a:pt x="715706" y="113232"/>
                </a:cubicBezTo>
                <a:cubicBezTo>
                  <a:pt x="718811" y="115939"/>
                  <a:pt x="721319" y="119244"/>
                  <a:pt x="723229" y="123147"/>
                </a:cubicBezTo>
                <a:cubicBezTo>
                  <a:pt x="725139" y="127047"/>
                  <a:pt x="726094" y="131706"/>
                  <a:pt x="726094" y="137122"/>
                </a:cubicBezTo>
                <a:cubicBezTo>
                  <a:pt x="726094" y="142537"/>
                  <a:pt x="725059" y="147553"/>
                  <a:pt x="722989" y="152173"/>
                </a:cubicBezTo>
                <a:cubicBezTo>
                  <a:pt x="720921" y="156790"/>
                  <a:pt x="717816" y="160811"/>
                  <a:pt x="713675" y="164235"/>
                </a:cubicBezTo>
                <a:cubicBezTo>
                  <a:pt x="709534" y="167659"/>
                  <a:pt x="704437" y="170366"/>
                  <a:pt x="698384" y="172356"/>
                </a:cubicBezTo>
                <a:cubicBezTo>
                  <a:pt x="692333" y="174346"/>
                  <a:pt x="685326" y="175341"/>
                  <a:pt x="677362" y="175341"/>
                </a:cubicBezTo>
                <a:close/>
                <a:moveTo>
                  <a:pt x="800150" y="172476"/>
                </a:moveTo>
                <a:lnTo>
                  <a:pt x="800150" y="16724"/>
                </a:lnTo>
                <a:lnTo>
                  <a:pt x="835267" y="16724"/>
                </a:lnTo>
                <a:lnTo>
                  <a:pt x="835267" y="172476"/>
                </a:lnTo>
                <a:lnTo>
                  <a:pt x="800150" y="172476"/>
                </a:lnTo>
                <a:close/>
                <a:moveTo>
                  <a:pt x="867876" y="172476"/>
                </a:moveTo>
                <a:lnTo>
                  <a:pt x="867876" y="53988"/>
                </a:lnTo>
                <a:lnTo>
                  <a:pt x="896541" y="53988"/>
                </a:lnTo>
                <a:lnTo>
                  <a:pt x="898932" y="69039"/>
                </a:lnTo>
                <a:lnTo>
                  <a:pt x="899887" y="69039"/>
                </a:lnTo>
                <a:cubicBezTo>
                  <a:pt x="904983" y="64261"/>
                  <a:pt x="910556" y="60081"/>
                  <a:pt x="916607" y="56499"/>
                </a:cubicBezTo>
                <a:cubicBezTo>
                  <a:pt x="922661" y="52915"/>
                  <a:pt x="929748" y="51123"/>
                  <a:pt x="937869" y="51123"/>
                </a:cubicBezTo>
                <a:cubicBezTo>
                  <a:pt x="950768" y="51123"/>
                  <a:pt x="960124" y="55344"/>
                  <a:pt x="965937" y="63786"/>
                </a:cubicBezTo>
                <a:cubicBezTo>
                  <a:pt x="971750" y="72226"/>
                  <a:pt x="974656" y="83930"/>
                  <a:pt x="974656" y="98900"/>
                </a:cubicBezTo>
                <a:lnTo>
                  <a:pt x="974656" y="172476"/>
                </a:lnTo>
                <a:lnTo>
                  <a:pt x="939543" y="172476"/>
                </a:lnTo>
                <a:lnTo>
                  <a:pt x="939543" y="103438"/>
                </a:lnTo>
                <a:cubicBezTo>
                  <a:pt x="939543" y="94838"/>
                  <a:pt x="938387" y="88946"/>
                  <a:pt x="936076" y="85763"/>
                </a:cubicBezTo>
                <a:cubicBezTo>
                  <a:pt x="933767" y="82577"/>
                  <a:pt x="930065" y="80984"/>
                  <a:pt x="924969" y="80984"/>
                </a:cubicBezTo>
                <a:cubicBezTo>
                  <a:pt x="920510" y="80984"/>
                  <a:pt x="916688" y="81979"/>
                  <a:pt x="913502" y="83969"/>
                </a:cubicBezTo>
                <a:cubicBezTo>
                  <a:pt x="910316" y="85959"/>
                  <a:pt x="906813" y="88786"/>
                  <a:pt x="902993" y="92448"/>
                </a:cubicBezTo>
                <a:lnTo>
                  <a:pt x="902993" y="172476"/>
                </a:lnTo>
                <a:lnTo>
                  <a:pt x="867876" y="172476"/>
                </a:lnTo>
                <a:close/>
                <a:moveTo>
                  <a:pt x="1003683" y="172476"/>
                </a:moveTo>
                <a:lnTo>
                  <a:pt x="1003683" y="53988"/>
                </a:lnTo>
                <a:lnTo>
                  <a:pt x="1038800" y="53988"/>
                </a:lnTo>
                <a:lnTo>
                  <a:pt x="1038800" y="172476"/>
                </a:lnTo>
                <a:lnTo>
                  <a:pt x="1003683" y="172476"/>
                </a:lnTo>
                <a:moveTo>
                  <a:pt x="1021121" y="36550"/>
                </a:moveTo>
                <a:cubicBezTo>
                  <a:pt x="1015228" y="36550"/>
                  <a:pt x="1010371" y="34838"/>
                  <a:pt x="1006548" y="31414"/>
                </a:cubicBezTo>
                <a:cubicBezTo>
                  <a:pt x="1002725" y="27990"/>
                  <a:pt x="1000814" y="23571"/>
                  <a:pt x="1000814" y="18156"/>
                </a:cubicBezTo>
                <a:cubicBezTo>
                  <a:pt x="1000814" y="12742"/>
                  <a:pt x="1002725" y="8363"/>
                  <a:pt x="1006548" y="5019"/>
                </a:cubicBezTo>
                <a:cubicBezTo>
                  <a:pt x="1010371" y="1673"/>
                  <a:pt x="1015228" y="0"/>
                  <a:pt x="1021121" y="0"/>
                </a:cubicBezTo>
                <a:cubicBezTo>
                  <a:pt x="1027172" y="0"/>
                  <a:pt x="1032069" y="1673"/>
                  <a:pt x="1035811" y="5019"/>
                </a:cubicBezTo>
                <a:cubicBezTo>
                  <a:pt x="1039556" y="8363"/>
                  <a:pt x="1041428" y="12742"/>
                  <a:pt x="1041428" y="18156"/>
                </a:cubicBezTo>
                <a:cubicBezTo>
                  <a:pt x="1041428" y="23571"/>
                  <a:pt x="1039556" y="27990"/>
                  <a:pt x="1035811" y="31414"/>
                </a:cubicBezTo>
                <a:cubicBezTo>
                  <a:pt x="1032069" y="34838"/>
                  <a:pt x="1027172" y="36550"/>
                  <a:pt x="1021121" y="36550"/>
                </a:cubicBezTo>
                <a:close/>
                <a:moveTo>
                  <a:pt x="1114406" y="175341"/>
                </a:moveTo>
                <a:cubicBezTo>
                  <a:pt x="1107081" y="175341"/>
                  <a:pt x="1100831" y="174227"/>
                  <a:pt x="1095655" y="171999"/>
                </a:cubicBezTo>
                <a:cubicBezTo>
                  <a:pt x="1090479" y="169768"/>
                  <a:pt x="1086258" y="166662"/>
                  <a:pt x="1082992" y="162682"/>
                </a:cubicBezTo>
                <a:cubicBezTo>
                  <a:pt x="1079728" y="158701"/>
                  <a:pt x="1077340" y="153885"/>
                  <a:pt x="1075826" y="148233"/>
                </a:cubicBezTo>
                <a:cubicBezTo>
                  <a:pt x="1074314" y="142578"/>
                  <a:pt x="1073558" y="136326"/>
                  <a:pt x="1073558" y="129479"/>
                </a:cubicBezTo>
                <a:lnTo>
                  <a:pt x="1073558" y="81461"/>
                </a:lnTo>
                <a:lnTo>
                  <a:pt x="1057312" y="81461"/>
                </a:lnTo>
                <a:lnTo>
                  <a:pt x="1057312" y="55420"/>
                </a:lnTo>
                <a:lnTo>
                  <a:pt x="1075468" y="53988"/>
                </a:lnTo>
                <a:lnTo>
                  <a:pt x="1079529" y="22454"/>
                </a:lnTo>
                <a:lnTo>
                  <a:pt x="1108672" y="22454"/>
                </a:lnTo>
                <a:lnTo>
                  <a:pt x="1108672" y="53988"/>
                </a:lnTo>
                <a:lnTo>
                  <a:pt x="1137100" y="53988"/>
                </a:lnTo>
                <a:lnTo>
                  <a:pt x="1137100" y="81461"/>
                </a:lnTo>
                <a:lnTo>
                  <a:pt x="1108672" y="81461"/>
                </a:lnTo>
                <a:lnTo>
                  <a:pt x="1108672" y="128997"/>
                </a:lnTo>
                <a:cubicBezTo>
                  <a:pt x="1108672" y="135687"/>
                  <a:pt x="1110066" y="140506"/>
                  <a:pt x="1112853" y="143454"/>
                </a:cubicBezTo>
                <a:cubicBezTo>
                  <a:pt x="1115640" y="146399"/>
                  <a:pt x="1119344" y="147872"/>
                  <a:pt x="1123963" y="147872"/>
                </a:cubicBezTo>
                <a:cubicBezTo>
                  <a:pt x="1125873" y="147872"/>
                  <a:pt x="1127823" y="147634"/>
                  <a:pt x="1129814" y="147157"/>
                </a:cubicBezTo>
                <a:cubicBezTo>
                  <a:pt x="1131804" y="146679"/>
                  <a:pt x="1133596" y="146120"/>
                  <a:pt x="1135190" y="145481"/>
                </a:cubicBezTo>
                <a:lnTo>
                  <a:pt x="1140683" y="171044"/>
                </a:lnTo>
                <a:cubicBezTo>
                  <a:pt x="1137498" y="171999"/>
                  <a:pt x="1133755" y="172954"/>
                  <a:pt x="1129456" y="173909"/>
                </a:cubicBezTo>
                <a:cubicBezTo>
                  <a:pt x="1125158" y="174864"/>
                  <a:pt x="1120141" y="175341"/>
                  <a:pt x="1114406" y="175341"/>
                </a:cubicBezTo>
                <a:close/>
                <a:moveTo>
                  <a:pt x="1161109" y="172476"/>
                </a:moveTo>
                <a:lnTo>
                  <a:pt x="1161109" y="53988"/>
                </a:lnTo>
                <a:lnTo>
                  <a:pt x="1196226" y="53988"/>
                </a:lnTo>
                <a:lnTo>
                  <a:pt x="1196226" y="172476"/>
                </a:lnTo>
                <a:lnTo>
                  <a:pt x="1161109" y="172476"/>
                </a:lnTo>
                <a:moveTo>
                  <a:pt x="1178548" y="36550"/>
                </a:moveTo>
                <a:cubicBezTo>
                  <a:pt x="1172655" y="36550"/>
                  <a:pt x="1167797" y="34838"/>
                  <a:pt x="1163974" y="31414"/>
                </a:cubicBezTo>
                <a:cubicBezTo>
                  <a:pt x="1160152" y="27990"/>
                  <a:pt x="1158241" y="23571"/>
                  <a:pt x="1158241" y="18156"/>
                </a:cubicBezTo>
                <a:cubicBezTo>
                  <a:pt x="1158241" y="12742"/>
                  <a:pt x="1160152" y="8363"/>
                  <a:pt x="1163974" y="5019"/>
                </a:cubicBezTo>
                <a:cubicBezTo>
                  <a:pt x="1167797" y="1673"/>
                  <a:pt x="1172655" y="0"/>
                  <a:pt x="1178548" y="0"/>
                </a:cubicBezTo>
                <a:cubicBezTo>
                  <a:pt x="1184599" y="0"/>
                  <a:pt x="1189495" y="1673"/>
                  <a:pt x="1193237" y="5019"/>
                </a:cubicBezTo>
                <a:cubicBezTo>
                  <a:pt x="1196982" y="8363"/>
                  <a:pt x="1198855" y="12742"/>
                  <a:pt x="1198855" y="18156"/>
                </a:cubicBezTo>
                <a:cubicBezTo>
                  <a:pt x="1198855" y="23571"/>
                  <a:pt x="1196982" y="27990"/>
                  <a:pt x="1193237" y="31414"/>
                </a:cubicBezTo>
                <a:cubicBezTo>
                  <a:pt x="1189495" y="34838"/>
                  <a:pt x="1184599" y="36550"/>
                  <a:pt x="1178548" y="36550"/>
                </a:cubicBezTo>
                <a:close/>
                <a:moveTo>
                  <a:pt x="1256067" y="175341"/>
                </a:moveTo>
                <a:cubicBezTo>
                  <a:pt x="1250653" y="175341"/>
                  <a:pt x="1245755" y="174425"/>
                  <a:pt x="1241373" y="172593"/>
                </a:cubicBezTo>
                <a:cubicBezTo>
                  <a:pt x="1236994" y="170763"/>
                  <a:pt x="1233292" y="168216"/>
                  <a:pt x="1230267" y="164953"/>
                </a:cubicBezTo>
                <a:cubicBezTo>
                  <a:pt x="1227241" y="161687"/>
                  <a:pt x="1224893" y="157904"/>
                  <a:pt x="1223221" y="153606"/>
                </a:cubicBezTo>
                <a:cubicBezTo>
                  <a:pt x="1221549" y="149304"/>
                  <a:pt x="1220713" y="144606"/>
                  <a:pt x="1220713" y="139510"/>
                </a:cubicBezTo>
                <a:cubicBezTo>
                  <a:pt x="1220713" y="127087"/>
                  <a:pt x="1225968" y="117373"/>
                  <a:pt x="1236478" y="110367"/>
                </a:cubicBezTo>
                <a:cubicBezTo>
                  <a:pt x="1246988" y="103359"/>
                  <a:pt x="1263949" y="98660"/>
                  <a:pt x="1287360" y="96271"/>
                </a:cubicBezTo>
                <a:cubicBezTo>
                  <a:pt x="1287042" y="91015"/>
                  <a:pt x="1285489" y="86834"/>
                  <a:pt x="1282702" y="83729"/>
                </a:cubicBezTo>
                <a:cubicBezTo>
                  <a:pt x="1279915" y="80623"/>
                  <a:pt x="1275256" y="79070"/>
                  <a:pt x="1268726" y="79070"/>
                </a:cubicBezTo>
                <a:cubicBezTo>
                  <a:pt x="1263631" y="79070"/>
                  <a:pt x="1258574" y="80026"/>
                  <a:pt x="1253555" y="81939"/>
                </a:cubicBezTo>
                <a:cubicBezTo>
                  <a:pt x="1248540" y="83849"/>
                  <a:pt x="1243166" y="86477"/>
                  <a:pt x="1237433" y="89823"/>
                </a:cubicBezTo>
                <a:lnTo>
                  <a:pt x="1224773" y="66651"/>
                </a:lnTo>
                <a:cubicBezTo>
                  <a:pt x="1232416" y="62032"/>
                  <a:pt x="1240418" y="58289"/>
                  <a:pt x="1248780" y="55424"/>
                </a:cubicBezTo>
                <a:cubicBezTo>
                  <a:pt x="1257142" y="52557"/>
                  <a:pt x="1266021" y="51123"/>
                  <a:pt x="1275415" y="51123"/>
                </a:cubicBezTo>
                <a:cubicBezTo>
                  <a:pt x="1290705" y="51123"/>
                  <a:pt x="1302371" y="55463"/>
                  <a:pt x="1310412" y="64143"/>
                </a:cubicBezTo>
                <a:cubicBezTo>
                  <a:pt x="1318456" y="72821"/>
                  <a:pt x="1322477" y="86318"/>
                  <a:pt x="1322477" y="104633"/>
                </a:cubicBezTo>
                <a:lnTo>
                  <a:pt x="1322477" y="172476"/>
                </a:lnTo>
                <a:lnTo>
                  <a:pt x="1293812" y="172476"/>
                </a:lnTo>
                <a:lnTo>
                  <a:pt x="1291421" y="160294"/>
                </a:lnTo>
                <a:lnTo>
                  <a:pt x="1290466" y="160294"/>
                </a:lnTo>
                <a:cubicBezTo>
                  <a:pt x="1285370" y="164754"/>
                  <a:pt x="1280035" y="168377"/>
                  <a:pt x="1274460" y="171164"/>
                </a:cubicBezTo>
                <a:cubicBezTo>
                  <a:pt x="1268886" y="173949"/>
                  <a:pt x="1262754" y="175341"/>
                  <a:pt x="1256067" y="175341"/>
                </a:cubicBezTo>
                <a:moveTo>
                  <a:pt x="1268012" y="148109"/>
                </a:moveTo>
                <a:cubicBezTo>
                  <a:pt x="1271992" y="148109"/>
                  <a:pt x="1275415" y="147234"/>
                  <a:pt x="1278280" y="145484"/>
                </a:cubicBezTo>
                <a:cubicBezTo>
                  <a:pt x="1281148" y="143732"/>
                  <a:pt x="1284174" y="141263"/>
                  <a:pt x="1287360" y="138077"/>
                </a:cubicBezTo>
                <a:lnTo>
                  <a:pt x="1287360" y="117293"/>
                </a:lnTo>
                <a:cubicBezTo>
                  <a:pt x="1274938" y="119045"/>
                  <a:pt x="1266338" y="121594"/>
                  <a:pt x="1261560" y="124940"/>
                </a:cubicBezTo>
                <a:cubicBezTo>
                  <a:pt x="1256783" y="128284"/>
                  <a:pt x="1254394" y="132265"/>
                  <a:pt x="1254394" y="136882"/>
                </a:cubicBezTo>
                <a:cubicBezTo>
                  <a:pt x="1254394" y="140704"/>
                  <a:pt x="1255628" y="143532"/>
                  <a:pt x="1258097" y="145364"/>
                </a:cubicBezTo>
                <a:cubicBezTo>
                  <a:pt x="1260566" y="147194"/>
                  <a:pt x="1263871" y="148109"/>
                  <a:pt x="1268012" y="148109"/>
                </a:cubicBezTo>
                <a:close/>
                <a:moveTo>
                  <a:pt x="1383273" y="175341"/>
                </a:moveTo>
                <a:cubicBezTo>
                  <a:pt x="1377222" y="175341"/>
                  <a:pt x="1372126" y="174386"/>
                  <a:pt x="1367985" y="172476"/>
                </a:cubicBezTo>
                <a:cubicBezTo>
                  <a:pt x="1363844" y="170566"/>
                  <a:pt x="1360539" y="167899"/>
                  <a:pt x="1358070" y="164475"/>
                </a:cubicBezTo>
                <a:cubicBezTo>
                  <a:pt x="1355602" y="161051"/>
                  <a:pt x="1353809" y="156911"/>
                  <a:pt x="1352694" y="152053"/>
                </a:cubicBezTo>
                <a:cubicBezTo>
                  <a:pt x="1351581" y="147195"/>
                  <a:pt x="1351024" y="141740"/>
                  <a:pt x="1351024" y="135686"/>
                </a:cubicBezTo>
                <a:lnTo>
                  <a:pt x="1351024" y="5016"/>
                </a:lnTo>
                <a:lnTo>
                  <a:pt x="1386142" y="5016"/>
                </a:lnTo>
                <a:lnTo>
                  <a:pt x="1386142" y="137122"/>
                </a:lnTo>
                <a:cubicBezTo>
                  <a:pt x="1386142" y="140784"/>
                  <a:pt x="1386818" y="143332"/>
                  <a:pt x="1388172" y="144766"/>
                </a:cubicBezTo>
                <a:cubicBezTo>
                  <a:pt x="1389526" y="146200"/>
                  <a:pt x="1390919" y="146917"/>
                  <a:pt x="1392353" y="146917"/>
                </a:cubicBezTo>
                <a:cubicBezTo>
                  <a:pt x="1393148" y="146917"/>
                  <a:pt x="1393823" y="146917"/>
                  <a:pt x="1394380" y="146917"/>
                </a:cubicBezTo>
                <a:cubicBezTo>
                  <a:pt x="1394939" y="146917"/>
                  <a:pt x="1395695" y="146758"/>
                  <a:pt x="1396651" y="146439"/>
                </a:cubicBezTo>
                <a:lnTo>
                  <a:pt x="1400952" y="172476"/>
                </a:lnTo>
                <a:cubicBezTo>
                  <a:pt x="1399039" y="173273"/>
                  <a:pt x="1396610" y="173950"/>
                  <a:pt x="1393665" y="174507"/>
                </a:cubicBezTo>
                <a:cubicBezTo>
                  <a:pt x="1390720" y="175063"/>
                  <a:pt x="1387256" y="175341"/>
                  <a:pt x="1383273" y="175341"/>
                </a:cubicBezTo>
                <a:close/>
                <a:moveTo>
                  <a:pt x="1418988" y="172476"/>
                </a:moveTo>
                <a:lnTo>
                  <a:pt x="1418988" y="53988"/>
                </a:lnTo>
                <a:lnTo>
                  <a:pt x="1454105" y="53988"/>
                </a:lnTo>
                <a:lnTo>
                  <a:pt x="1454105" y="172476"/>
                </a:lnTo>
                <a:lnTo>
                  <a:pt x="1418988" y="172476"/>
                </a:lnTo>
                <a:moveTo>
                  <a:pt x="1436426" y="36550"/>
                </a:moveTo>
                <a:cubicBezTo>
                  <a:pt x="1430533" y="36550"/>
                  <a:pt x="1425675" y="34838"/>
                  <a:pt x="1421853" y="31414"/>
                </a:cubicBezTo>
                <a:cubicBezTo>
                  <a:pt x="1418030" y="27990"/>
                  <a:pt x="1416119" y="23571"/>
                  <a:pt x="1416119" y="18156"/>
                </a:cubicBezTo>
                <a:cubicBezTo>
                  <a:pt x="1416119" y="12742"/>
                  <a:pt x="1418030" y="8363"/>
                  <a:pt x="1421853" y="5019"/>
                </a:cubicBezTo>
                <a:cubicBezTo>
                  <a:pt x="1425675" y="1673"/>
                  <a:pt x="1430533" y="0"/>
                  <a:pt x="1436426" y="0"/>
                </a:cubicBezTo>
                <a:cubicBezTo>
                  <a:pt x="1442477" y="0"/>
                  <a:pt x="1447374" y="1673"/>
                  <a:pt x="1451116" y="5019"/>
                </a:cubicBezTo>
                <a:cubicBezTo>
                  <a:pt x="1454861" y="8363"/>
                  <a:pt x="1456733" y="12742"/>
                  <a:pt x="1456733" y="18156"/>
                </a:cubicBezTo>
                <a:cubicBezTo>
                  <a:pt x="1456733" y="23571"/>
                  <a:pt x="1454861" y="27990"/>
                  <a:pt x="1451116" y="31414"/>
                </a:cubicBezTo>
                <a:cubicBezTo>
                  <a:pt x="1447374" y="34838"/>
                  <a:pt x="1442477" y="36550"/>
                  <a:pt x="1436426" y="36550"/>
                </a:cubicBezTo>
                <a:close/>
                <a:moveTo>
                  <a:pt x="1477633" y="172476"/>
                </a:moveTo>
                <a:lnTo>
                  <a:pt x="1477633" y="153606"/>
                </a:lnTo>
                <a:lnTo>
                  <a:pt x="1527323" y="81461"/>
                </a:lnTo>
                <a:lnTo>
                  <a:pt x="1483129" y="81461"/>
                </a:lnTo>
                <a:lnTo>
                  <a:pt x="1483129" y="53988"/>
                </a:lnTo>
                <a:lnTo>
                  <a:pt x="1571039" y="53988"/>
                </a:lnTo>
                <a:lnTo>
                  <a:pt x="1571039" y="72622"/>
                </a:lnTo>
                <a:lnTo>
                  <a:pt x="1521349" y="145003"/>
                </a:lnTo>
                <a:lnTo>
                  <a:pt x="1572712" y="145003"/>
                </a:lnTo>
                <a:lnTo>
                  <a:pt x="1572712" y="172476"/>
                </a:lnTo>
                <a:lnTo>
                  <a:pt x="1477633" y="172476"/>
                </a:lnTo>
                <a:close/>
                <a:moveTo>
                  <a:pt x="1622520" y="175341"/>
                </a:moveTo>
                <a:cubicBezTo>
                  <a:pt x="1617105" y="175341"/>
                  <a:pt x="1612208" y="174425"/>
                  <a:pt x="1607826" y="172593"/>
                </a:cubicBezTo>
                <a:cubicBezTo>
                  <a:pt x="1603447" y="170763"/>
                  <a:pt x="1599745" y="168216"/>
                  <a:pt x="1596719" y="164953"/>
                </a:cubicBezTo>
                <a:cubicBezTo>
                  <a:pt x="1593694" y="161687"/>
                  <a:pt x="1591345" y="157904"/>
                  <a:pt x="1589673" y="153606"/>
                </a:cubicBezTo>
                <a:cubicBezTo>
                  <a:pt x="1588002" y="149304"/>
                  <a:pt x="1587166" y="144606"/>
                  <a:pt x="1587166" y="139510"/>
                </a:cubicBezTo>
                <a:cubicBezTo>
                  <a:pt x="1587166" y="127087"/>
                  <a:pt x="1592421" y="117373"/>
                  <a:pt x="1602931" y="110367"/>
                </a:cubicBezTo>
                <a:cubicBezTo>
                  <a:pt x="1613441" y="103359"/>
                  <a:pt x="1630402" y="98660"/>
                  <a:pt x="1653813" y="96271"/>
                </a:cubicBezTo>
                <a:cubicBezTo>
                  <a:pt x="1653495" y="91015"/>
                  <a:pt x="1651942" y="86834"/>
                  <a:pt x="1649155" y="83729"/>
                </a:cubicBezTo>
                <a:cubicBezTo>
                  <a:pt x="1646367" y="80623"/>
                  <a:pt x="1641709" y="79070"/>
                  <a:pt x="1635179" y="79070"/>
                </a:cubicBezTo>
                <a:cubicBezTo>
                  <a:pt x="1630083" y="79070"/>
                  <a:pt x="1625026" y="80026"/>
                  <a:pt x="1620008" y="81939"/>
                </a:cubicBezTo>
                <a:cubicBezTo>
                  <a:pt x="1614992" y="83849"/>
                  <a:pt x="1609618" y="86477"/>
                  <a:pt x="1603886" y="89823"/>
                </a:cubicBezTo>
                <a:lnTo>
                  <a:pt x="1591226" y="66651"/>
                </a:lnTo>
                <a:cubicBezTo>
                  <a:pt x="1598869" y="62032"/>
                  <a:pt x="1606871" y="58289"/>
                  <a:pt x="1615233" y="55424"/>
                </a:cubicBezTo>
                <a:cubicBezTo>
                  <a:pt x="1623595" y="52557"/>
                  <a:pt x="1632473" y="51123"/>
                  <a:pt x="1641868" y="51123"/>
                </a:cubicBezTo>
                <a:cubicBezTo>
                  <a:pt x="1657158" y="51123"/>
                  <a:pt x="1668824" y="55463"/>
                  <a:pt x="1676865" y="64143"/>
                </a:cubicBezTo>
                <a:cubicBezTo>
                  <a:pt x="1684908" y="72821"/>
                  <a:pt x="1688930" y="86318"/>
                  <a:pt x="1688930" y="104633"/>
                </a:cubicBezTo>
                <a:lnTo>
                  <a:pt x="1688930" y="172476"/>
                </a:lnTo>
                <a:lnTo>
                  <a:pt x="1660265" y="172476"/>
                </a:lnTo>
                <a:lnTo>
                  <a:pt x="1657874" y="160294"/>
                </a:lnTo>
                <a:lnTo>
                  <a:pt x="1656919" y="160294"/>
                </a:lnTo>
                <a:cubicBezTo>
                  <a:pt x="1651823" y="164754"/>
                  <a:pt x="1646488" y="168377"/>
                  <a:pt x="1640913" y="171164"/>
                </a:cubicBezTo>
                <a:cubicBezTo>
                  <a:pt x="1635338" y="173949"/>
                  <a:pt x="1629207" y="175341"/>
                  <a:pt x="1622520" y="175341"/>
                </a:cubicBezTo>
                <a:moveTo>
                  <a:pt x="1634465" y="148109"/>
                </a:moveTo>
                <a:cubicBezTo>
                  <a:pt x="1638445" y="148109"/>
                  <a:pt x="1641868" y="147234"/>
                  <a:pt x="1644733" y="145484"/>
                </a:cubicBezTo>
                <a:cubicBezTo>
                  <a:pt x="1647601" y="143732"/>
                  <a:pt x="1650627" y="141263"/>
                  <a:pt x="1653813" y="138077"/>
                </a:cubicBezTo>
                <a:lnTo>
                  <a:pt x="1653813" y="117293"/>
                </a:lnTo>
                <a:cubicBezTo>
                  <a:pt x="1641390" y="119045"/>
                  <a:pt x="1632790" y="121594"/>
                  <a:pt x="1628013" y="124940"/>
                </a:cubicBezTo>
                <a:cubicBezTo>
                  <a:pt x="1623235" y="128284"/>
                  <a:pt x="1620847" y="132265"/>
                  <a:pt x="1620847" y="136882"/>
                </a:cubicBezTo>
                <a:cubicBezTo>
                  <a:pt x="1620847" y="140704"/>
                  <a:pt x="1622081" y="143532"/>
                  <a:pt x="1624550" y="145364"/>
                </a:cubicBezTo>
                <a:cubicBezTo>
                  <a:pt x="1627019" y="147194"/>
                  <a:pt x="1630324" y="148109"/>
                  <a:pt x="1634465" y="148109"/>
                </a:cubicBezTo>
                <a:close/>
                <a:moveTo>
                  <a:pt x="1763103" y="175341"/>
                </a:moveTo>
                <a:cubicBezTo>
                  <a:pt x="1755779" y="175341"/>
                  <a:pt x="1749529" y="174227"/>
                  <a:pt x="1744353" y="171999"/>
                </a:cubicBezTo>
                <a:cubicBezTo>
                  <a:pt x="1739176" y="169768"/>
                  <a:pt x="1734955" y="166662"/>
                  <a:pt x="1731689" y="162682"/>
                </a:cubicBezTo>
                <a:cubicBezTo>
                  <a:pt x="1728426" y="158701"/>
                  <a:pt x="1726037" y="153885"/>
                  <a:pt x="1724523" y="148233"/>
                </a:cubicBezTo>
                <a:cubicBezTo>
                  <a:pt x="1723012" y="142578"/>
                  <a:pt x="1722256" y="136326"/>
                  <a:pt x="1722256" y="129479"/>
                </a:cubicBezTo>
                <a:lnTo>
                  <a:pt x="1722256" y="81461"/>
                </a:lnTo>
                <a:lnTo>
                  <a:pt x="1706009" y="81461"/>
                </a:lnTo>
                <a:lnTo>
                  <a:pt x="1706009" y="55420"/>
                </a:lnTo>
                <a:lnTo>
                  <a:pt x="1724166" y="53988"/>
                </a:lnTo>
                <a:lnTo>
                  <a:pt x="1728226" y="22454"/>
                </a:lnTo>
                <a:lnTo>
                  <a:pt x="1757369" y="22454"/>
                </a:lnTo>
                <a:lnTo>
                  <a:pt x="1757369" y="53988"/>
                </a:lnTo>
                <a:lnTo>
                  <a:pt x="1785798" y="53988"/>
                </a:lnTo>
                <a:lnTo>
                  <a:pt x="1785798" y="81461"/>
                </a:lnTo>
                <a:lnTo>
                  <a:pt x="1757369" y="81461"/>
                </a:lnTo>
                <a:lnTo>
                  <a:pt x="1757369" y="128997"/>
                </a:lnTo>
                <a:cubicBezTo>
                  <a:pt x="1757369" y="135687"/>
                  <a:pt x="1758763" y="140506"/>
                  <a:pt x="1761550" y="143454"/>
                </a:cubicBezTo>
                <a:cubicBezTo>
                  <a:pt x="1764338" y="146399"/>
                  <a:pt x="1768041" y="147872"/>
                  <a:pt x="1772661" y="147872"/>
                </a:cubicBezTo>
                <a:cubicBezTo>
                  <a:pt x="1774571" y="147872"/>
                  <a:pt x="1776521" y="147634"/>
                  <a:pt x="1778511" y="147157"/>
                </a:cubicBezTo>
                <a:cubicBezTo>
                  <a:pt x="1780501" y="146679"/>
                  <a:pt x="1782293" y="146120"/>
                  <a:pt x="1783888" y="145481"/>
                </a:cubicBezTo>
                <a:lnTo>
                  <a:pt x="1789381" y="171044"/>
                </a:lnTo>
                <a:cubicBezTo>
                  <a:pt x="1786195" y="171999"/>
                  <a:pt x="1782453" y="172954"/>
                  <a:pt x="1778154" y="173909"/>
                </a:cubicBezTo>
                <a:cubicBezTo>
                  <a:pt x="1773855" y="174864"/>
                  <a:pt x="1768838" y="175341"/>
                  <a:pt x="1763103" y="175341"/>
                </a:cubicBezTo>
                <a:close/>
                <a:moveTo>
                  <a:pt x="1809807" y="172476"/>
                </a:moveTo>
                <a:lnTo>
                  <a:pt x="1809807" y="53988"/>
                </a:lnTo>
                <a:lnTo>
                  <a:pt x="1844924" y="53988"/>
                </a:lnTo>
                <a:lnTo>
                  <a:pt x="1844924" y="172476"/>
                </a:lnTo>
                <a:lnTo>
                  <a:pt x="1809807" y="172476"/>
                </a:lnTo>
                <a:moveTo>
                  <a:pt x="1827245" y="36550"/>
                </a:moveTo>
                <a:cubicBezTo>
                  <a:pt x="1821352" y="36550"/>
                  <a:pt x="1816494" y="34838"/>
                  <a:pt x="1812672" y="31414"/>
                </a:cubicBezTo>
                <a:cubicBezTo>
                  <a:pt x="1808849" y="27990"/>
                  <a:pt x="1806938" y="23571"/>
                  <a:pt x="1806938" y="18156"/>
                </a:cubicBezTo>
                <a:cubicBezTo>
                  <a:pt x="1806938" y="12742"/>
                  <a:pt x="1808849" y="8363"/>
                  <a:pt x="1812672" y="5019"/>
                </a:cubicBezTo>
                <a:cubicBezTo>
                  <a:pt x="1816494" y="1673"/>
                  <a:pt x="1821352" y="0"/>
                  <a:pt x="1827245" y="0"/>
                </a:cubicBezTo>
                <a:cubicBezTo>
                  <a:pt x="1833296" y="0"/>
                  <a:pt x="1838192" y="1673"/>
                  <a:pt x="1841935" y="5019"/>
                </a:cubicBezTo>
                <a:cubicBezTo>
                  <a:pt x="1845679" y="8363"/>
                  <a:pt x="1847552" y="12742"/>
                  <a:pt x="1847552" y="18156"/>
                </a:cubicBezTo>
                <a:cubicBezTo>
                  <a:pt x="1847552" y="23571"/>
                  <a:pt x="1845679" y="27990"/>
                  <a:pt x="1841935" y="31414"/>
                </a:cubicBezTo>
                <a:cubicBezTo>
                  <a:pt x="1838192" y="34838"/>
                  <a:pt x="1833296" y="36550"/>
                  <a:pt x="1827245" y="36550"/>
                </a:cubicBezTo>
                <a:close/>
                <a:moveTo>
                  <a:pt x="1925786" y="175341"/>
                </a:moveTo>
                <a:cubicBezTo>
                  <a:pt x="1918301" y="175341"/>
                  <a:pt x="1911055" y="173949"/>
                  <a:pt x="1904046" y="171164"/>
                </a:cubicBezTo>
                <a:cubicBezTo>
                  <a:pt x="1897040" y="168377"/>
                  <a:pt x="1890869" y="164355"/>
                  <a:pt x="1885533" y="159099"/>
                </a:cubicBezTo>
                <a:cubicBezTo>
                  <a:pt x="1880199" y="153843"/>
                  <a:pt x="1875939" y="147353"/>
                  <a:pt x="1872753" y="139630"/>
                </a:cubicBezTo>
                <a:cubicBezTo>
                  <a:pt x="1869567" y="131905"/>
                  <a:pt x="1867974" y="123106"/>
                  <a:pt x="1867974" y="113232"/>
                </a:cubicBezTo>
                <a:cubicBezTo>
                  <a:pt x="1867974" y="103359"/>
                  <a:pt x="1869567" y="94561"/>
                  <a:pt x="1872753" y="86838"/>
                </a:cubicBezTo>
                <a:cubicBezTo>
                  <a:pt x="1875939" y="79113"/>
                  <a:pt x="1880199" y="72622"/>
                  <a:pt x="1885533" y="67366"/>
                </a:cubicBezTo>
                <a:cubicBezTo>
                  <a:pt x="1890869" y="62109"/>
                  <a:pt x="1897040" y="58089"/>
                  <a:pt x="1904046" y="55304"/>
                </a:cubicBezTo>
                <a:cubicBezTo>
                  <a:pt x="1911055" y="52517"/>
                  <a:pt x="1918301" y="51123"/>
                  <a:pt x="1925786" y="51123"/>
                </a:cubicBezTo>
                <a:cubicBezTo>
                  <a:pt x="1933271" y="51123"/>
                  <a:pt x="1940477" y="52517"/>
                  <a:pt x="1947405" y="55304"/>
                </a:cubicBezTo>
                <a:cubicBezTo>
                  <a:pt x="1954333" y="58089"/>
                  <a:pt x="1960464" y="62109"/>
                  <a:pt x="1965798" y="67366"/>
                </a:cubicBezTo>
                <a:cubicBezTo>
                  <a:pt x="1971135" y="72622"/>
                  <a:pt x="1975395" y="79113"/>
                  <a:pt x="1978578" y="86838"/>
                </a:cubicBezTo>
                <a:cubicBezTo>
                  <a:pt x="1981764" y="94561"/>
                  <a:pt x="1983357" y="103359"/>
                  <a:pt x="1983357" y="113232"/>
                </a:cubicBezTo>
                <a:cubicBezTo>
                  <a:pt x="1983357" y="123106"/>
                  <a:pt x="1981764" y="131905"/>
                  <a:pt x="1978578" y="139630"/>
                </a:cubicBezTo>
                <a:cubicBezTo>
                  <a:pt x="1975395" y="147353"/>
                  <a:pt x="1971135" y="153843"/>
                  <a:pt x="1965798" y="159099"/>
                </a:cubicBezTo>
                <a:cubicBezTo>
                  <a:pt x="1960464" y="164355"/>
                  <a:pt x="1954333" y="168377"/>
                  <a:pt x="1947405" y="171164"/>
                </a:cubicBezTo>
                <a:cubicBezTo>
                  <a:pt x="1940477" y="173949"/>
                  <a:pt x="1933271" y="175341"/>
                  <a:pt x="1925786" y="175341"/>
                </a:cubicBezTo>
                <a:moveTo>
                  <a:pt x="1925786" y="146917"/>
                </a:moveTo>
                <a:cubicBezTo>
                  <a:pt x="1932952" y="146917"/>
                  <a:pt x="1938366" y="143891"/>
                  <a:pt x="1942029" y="137840"/>
                </a:cubicBezTo>
                <a:cubicBezTo>
                  <a:pt x="1945693" y="131787"/>
                  <a:pt x="1947525" y="123584"/>
                  <a:pt x="1947525" y="113232"/>
                </a:cubicBezTo>
                <a:cubicBezTo>
                  <a:pt x="1947525" y="102880"/>
                  <a:pt x="1945693" y="94678"/>
                  <a:pt x="1942029" y="88628"/>
                </a:cubicBezTo>
                <a:cubicBezTo>
                  <a:pt x="1938366" y="82574"/>
                  <a:pt x="1932952" y="79548"/>
                  <a:pt x="1925786" y="79548"/>
                </a:cubicBezTo>
                <a:cubicBezTo>
                  <a:pt x="1918459" y="79548"/>
                  <a:pt x="1913004" y="82574"/>
                  <a:pt x="1909419" y="88628"/>
                </a:cubicBezTo>
                <a:cubicBezTo>
                  <a:pt x="1905837" y="94678"/>
                  <a:pt x="1904046" y="102880"/>
                  <a:pt x="1904046" y="113232"/>
                </a:cubicBezTo>
                <a:cubicBezTo>
                  <a:pt x="1904046" y="123584"/>
                  <a:pt x="1905837" y="131787"/>
                  <a:pt x="1909419" y="137840"/>
                </a:cubicBezTo>
                <a:cubicBezTo>
                  <a:pt x="1913004" y="143891"/>
                  <a:pt x="1918459" y="146917"/>
                  <a:pt x="1925786" y="146917"/>
                </a:cubicBezTo>
                <a:close/>
                <a:moveTo>
                  <a:pt x="2007844" y="172476"/>
                </a:moveTo>
                <a:lnTo>
                  <a:pt x="2007844" y="53988"/>
                </a:lnTo>
                <a:lnTo>
                  <a:pt x="2036509" y="53988"/>
                </a:lnTo>
                <a:lnTo>
                  <a:pt x="2038901" y="69039"/>
                </a:lnTo>
                <a:lnTo>
                  <a:pt x="2039856" y="69039"/>
                </a:lnTo>
                <a:cubicBezTo>
                  <a:pt x="2044952" y="64261"/>
                  <a:pt x="2050525" y="60081"/>
                  <a:pt x="2056576" y="56499"/>
                </a:cubicBezTo>
                <a:cubicBezTo>
                  <a:pt x="2062629" y="52915"/>
                  <a:pt x="2069717" y="51123"/>
                  <a:pt x="2077838" y="51123"/>
                </a:cubicBezTo>
                <a:cubicBezTo>
                  <a:pt x="2090737" y="51123"/>
                  <a:pt x="2100093" y="55344"/>
                  <a:pt x="2105905" y="63786"/>
                </a:cubicBezTo>
                <a:cubicBezTo>
                  <a:pt x="2111718" y="72226"/>
                  <a:pt x="2114624" y="83930"/>
                  <a:pt x="2114624" y="98900"/>
                </a:cubicBezTo>
                <a:lnTo>
                  <a:pt x="2114624" y="172476"/>
                </a:lnTo>
                <a:lnTo>
                  <a:pt x="2079511" y="172476"/>
                </a:lnTo>
                <a:lnTo>
                  <a:pt x="2079511" y="103438"/>
                </a:lnTo>
                <a:cubicBezTo>
                  <a:pt x="2079511" y="94838"/>
                  <a:pt x="2078355" y="88946"/>
                  <a:pt x="2076044" y="85763"/>
                </a:cubicBezTo>
                <a:cubicBezTo>
                  <a:pt x="2073736" y="82577"/>
                  <a:pt x="2070034" y="80984"/>
                  <a:pt x="2064938" y="80984"/>
                </a:cubicBezTo>
                <a:cubicBezTo>
                  <a:pt x="2060479" y="80984"/>
                  <a:pt x="2056656" y="81979"/>
                  <a:pt x="2053470" y="83969"/>
                </a:cubicBezTo>
                <a:cubicBezTo>
                  <a:pt x="2050284" y="85959"/>
                  <a:pt x="2046781" y="88786"/>
                  <a:pt x="2042961" y="92448"/>
                </a:cubicBezTo>
                <a:lnTo>
                  <a:pt x="2042961" y="172476"/>
                </a:lnTo>
                <a:lnTo>
                  <a:pt x="2007844" y="1724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EC5A8-8223-4FFD-81B6-AEA82C57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505" y="1042864"/>
            <a:ext cx="277020" cy="130302"/>
          </a:xfrm>
          <a:custGeom xmlns:a="http://schemas.openxmlformats.org/drawingml/2006/main">
            <a:pathLst>
              <a:path w="277020" h="130302">
                <a:moveTo>
                  <a:pt x="0" y="48863"/>
                </a:moveTo>
                <a:lnTo>
                  <a:pt x="0" y="81439"/>
                </a:lnTo>
                <a:lnTo>
                  <a:pt x="146718" y="81439"/>
                </a:lnTo>
                <a:lnTo>
                  <a:pt x="146718" y="130302"/>
                </a:lnTo>
                <a:lnTo>
                  <a:pt x="277020" y="65153"/>
                </a:lnTo>
                <a:lnTo>
                  <a:pt x="146718" y="0"/>
                </a:lnTo>
                <a:lnTo>
                  <a:pt x="146718" y="48863"/>
                </a:lnTo>
                <a:lnTo>
                  <a:pt x="0" y="48863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D05605-44AB-4191-ACB2-BA175C9B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935" y="581390"/>
            <a:ext cx="1054645" cy="245602"/>
          </a:xfrm>
          <a:custGeom xmlns:a="http://schemas.openxmlformats.org/drawingml/2006/main">
            <a:pathLst>
              <a:path w="1054645" h="245602">
                <a:moveTo>
                  <a:pt x="0" y="40932"/>
                </a:moveTo>
                <a:cubicBezTo>
                  <a:pt x="0" y="18325"/>
                  <a:pt x="18327" y="0"/>
                  <a:pt x="40934" y="0"/>
                </a:cubicBezTo>
                <a:lnTo>
                  <a:pt x="1013710" y="0"/>
                </a:lnTo>
                <a:cubicBezTo>
                  <a:pt x="1036318" y="0"/>
                  <a:pt x="1054645" y="18325"/>
                  <a:pt x="1054645" y="40932"/>
                </a:cubicBezTo>
                <a:lnTo>
                  <a:pt x="1054645" y="204668"/>
                </a:lnTo>
                <a:cubicBezTo>
                  <a:pt x="1054645" y="227275"/>
                  <a:pt x="1036318" y="245602"/>
                  <a:pt x="1013710" y="245602"/>
                </a:cubicBezTo>
                <a:lnTo>
                  <a:pt x="40934" y="245602"/>
                </a:lnTo>
                <a:cubicBezTo>
                  <a:pt x="18327" y="245602"/>
                  <a:pt x="0" y="227275"/>
                  <a:pt x="0" y="204668"/>
                </a:cubicBezTo>
                <a:lnTo>
                  <a:pt x="0" y="4093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89C29A-0C15-4153-A2E5-04D316DA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5935" y="581391"/>
            <a:ext cx="1054644" cy="245604"/>
          </a:xfrm>
          <a:custGeom xmlns:a="http://schemas.openxmlformats.org/drawingml/2006/main">
            <a:pathLst>
              <a:path w="1054644" h="245604" fill="none">
                <a:moveTo>
                  <a:pt x="0" y="40934"/>
                </a:moveTo>
                <a:cubicBezTo>
                  <a:pt x="0" y="18327"/>
                  <a:pt x="18327" y="0"/>
                  <a:pt x="40934" y="0"/>
                </a:cubicBezTo>
                <a:lnTo>
                  <a:pt x="1013710" y="0"/>
                </a:lnTo>
                <a:cubicBezTo>
                  <a:pt x="1036317" y="0"/>
                  <a:pt x="1054644" y="18327"/>
                  <a:pt x="1054644" y="40934"/>
                </a:cubicBezTo>
                <a:lnTo>
                  <a:pt x="1054644" y="204670"/>
                </a:lnTo>
                <a:cubicBezTo>
                  <a:pt x="1054644" y="227277"/>
                  <a:pt x="1036317" y="245604"/>
                  <a:pt x="1013710" y="245604"/>
                </a:cubicBezTo>
                <a:lnTo>
                  <a:pt x="40934" y="245604"/>
                </a:lnTo>
                <a:cubicBezTo>
                  <a:pt x="18327" y="245604"/>
                  <a:pt x="0" y="227277"/>
                  <a:pt x="0" y="204670"/>
                </a:cubicBezTo>
                <a:lnTo>
                  <a:pt x="0" y="409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717" cap="flat">
            <a:solidFill>
              <a:srgbClr val="262626"/>
            </a:solidFill>
            <a:miter/>
          </a:ln>
        </p:spPr>
      </p:sp>
      <p:sp>
        <p:nvSpPr>
          <p:cNvPr id="376" name="Text TestA">
            <a:extLst xmlns:a="http://schemas.openxmlformats.org/drawingml/2006/main">
              <a:ext uri="{FF2B5EF4-FFF2-40B4-BE49-F238E27FC236}">
                <a16:creationId xmlns:a16="http://schemas.microsoft.com/office/drawing/2014/main" id="{4F275D8B-9962-4A43-8E5A-8BE6670A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447" y="626170"/>
            <a:ext cx="545748" cy="145069"/>
          </a:xfrm>
          <a:custGeom xmlns:a="http://schemas.openxmlformats.org/drawingml/2006/main">
            <a:pathLst>
              <a:path w="545748" h="145069">
                <a:moveTo>
                  <a:pt x="42999" y="142465"/>
                </a:moveTo>
                <a:lnTo>
                  <a:pt x="42999" y="15203"/>
                </a:lnTo>
                <a:lnTo>
                  <a:pt x="0" y="15203"/>
                </a:lnTo>
                <a:lnTo>
                  <a:pt x="0" y="0"/>
                </a:lnTo>
                <a:lnTo>
                  <a:pt x="104241" y="0"/>
                </a:lnTo>
                <a:lnTo>
                  <a:pt x="104241" y="15203"/>
                </a:lnTo>
                <a:lnTo>
                  <a:pt x="61241" y="15203"/>
                </a:lnTo>
                <a:lnTo>
                  <a:pt x="61241" y="142465"/>
                </a:lnTo>
                <a:lnTo>
                  <a:pt x="42999" y="142465"/>
                </a:lnTo>
                <a:close/>
                <a:moveTo>
                  <a:pt x="171240" y="145069"/>
                </a:moveTo>
                <a:cubicBezTo>
                  <a:pt x="164144" y="145069"/>
                  <a:pt x="157520" y="143804"/>
                  <a:pt x="151367" y="141272"/>
                </a:cubicBezTo>
                <a:cubicBezTo>
                  <a:pt x="145215" y="138738"/>
                  <a:pt x="139857" y="135118"/>
                  <a:pt x="135296" y="130413"/>
                </a:cubicBezTo>
                <a:cubicBezTo>
                  <a:pt x="130736" y="125707"/>
                  <a:pt x="127153" y="119952"/>
                  <a:pt x="124546" y="113148"/>
                </a:cubicBezTo>
                <a:cubicBezTo>
                  <a:pt x="121941" y="106342"/>
                  <a:pt x="120639" y="98595"/>
                  <a:pt x="120639" y="89909"/>
                </a:cubicBezTo>
                <a:cubicBezTo>
                  <a:pt x="120639" y="81222"/>
                  <a:pt x="121978" y="73440"/>
                  <a:pt x="124655" y="66563"/>
                </a:cubicBezTo>
                <a:cubicBezTo>
                  <a:pt x="127333" y="59686"/>
                  <a:pt x="130879" y="53859"/>
                  <a:pt x="135296" y="49083"/>
                </a:cubicBezTo>
                <a:cubicBezTo>
                  <a:pt x="139712" y="44305"/>
                  <a:pt x="144743" y="40649"/>
                  <a:pt x="150390" y="38115"/>
                </a:cubicBezTo>
                <a:cubicBezTo>
                  <a:pt x="156036" y="35581"/>
                  <a:pt x="161901" y="34314"/>
                  <a:pt x="167982" y="34314"/>
                </a:cubicBezTo>
                <a:cubicBezTo>
                  <a:pt x="174641" y="34314"/>
                  <a:pt x="180612" y="35473"/>
                  <a:pt x="185897" y="37790"/>
                </a:cubicBezTo>
                <a:cubicBezTo>
                  <a:pt x="191181" y="40105"/>
                  <a:pt x="195597" y="43434"/>
                  <a:pt x="199145" y="47778"/>
                </a:cubicBezTo>
                <a:cubicBezTo>
                  <a:pt x="202693" y="52121"/>
                  <a:pt x="205407" y="57333"/>
                  <a:pt x="207287" y="63415"/>
                </a:cubicBezTo>
                <a:cubicBezTo>
                  <a:pt x="209169" y="69495"/>
                  <a:pt x="210110" y="76299"/>
                  <a:pt x="210110" y="83828"/>
                </a:cubicBezTo>
                <a:cubicBezTo>
                  <a:pt x="210110" y="85710"/>
                  <a:pt x="210074" y="87557"/>
                  <a:pt x="210001" y="89369"/>
                </a:cubicBezTo>
                <a:cubicBezTo>
                  <a:pt x="209930" y="91178"/>
                  <a:pt x="209750" y="92733"/>
                  <a:pt x="209461" y="94034"/>
                </a:cubicBezTo>
                <a:lnTo>
                  <a:pt x="138228" y="94034"/>
                </a:lnTo>
                <a:cubicBezTo>
                  <a:pt x="138953" y="105328"/>
                  <a:pt x="142463" y="114268"/>
                  <a:pt x="148759" y="120856"/>
                </a:cubicBezTo>
                <a:cubicBezTo>
                  <a:pt x="155058" y="127444"/>
                  <a:pt x="163275" y="130737"/>
                  <a:pt x="173410" y="130737"/>
                </a:cubicBezTo>
                <a:cubicBezTo>
                  <a:pt x="178478" y="130737"/>
                  <a:pt x="183147" y="129977"/>
                  <a:pt x="187418" y="128458"/>
                </a:cubicBezTo>
                <a:cubicBezTo>
                  <a:pt x="191688" y="126938"/>
                  <a:pt x="195778" y="124947"/>
                  <a:pt x="199688" y="122486"/>
                </a:cubicBezTo>
                <a:lnTo>
                  <a:pt x="205984" y="134214"/>
                </a:lnTo>
                <a:cubicBezTo>
                  <a:pt x="201352" y="137108"/>
                  <a:pt x="196212" y="139640"/>
                  <a:pt x="190566" y="141812"/>
                </a:cubicBezTo>
                <a:cubicBezTo>
                  <a:pt x="184919" y="143984"/>
                  <a:pt x="178477" y="145069"/>
                  <a:pt x="171240" y="145069"/>
                </a:cubicBezTo>
                <a:moveTo>
                  <a:pt x="138013" y="81223"/>
                </a:moveTo>
                <a:lnTo>
                  <a:pt x="194476" y="81223"/>
                </a:lnTo>
                <a:cubicBezTo>
                  <a:pt x="194476" y="70509"/>
                  <a:pt x="192195" y="62365"/>
                  <a:pt x="187633" y="56791"/>
                </a:cubicBezTo>
                <a:cubicBezTo>
                  <a:pt x="183073" y="51217"/>
                  <a:pt x="176668" y="48430"/>
                  <a:pt x="168416" y="48430"/>
                </a:cubicBezTo>
                <a:cubicBezTo>
                  <a:pt x="164652" y="48430"/>
                  <a:pt x="161068" y="49155"/>
                  <a:pt x="157663" y="50604"/>
                </a:cubicBezTo>
                <a:cubicBezTo>
                  <a:pt x="154261" y="52051"/>
                  <a:pt x="151185" y="54186"/>
                  <a:pt x="148435" y="57010"/>
                </a:cubicBezTo>
                <a:cubicBezTo>
                  <a:pt x="145684" y="59833"/>
                  <a:pt x="143404" y="63272"/>
                  <a:pt x="141595" y="67325"/>
                </a:cubicBezTo>
                <a:cubicBezTo>
                  <a:pt x="139786" y="71379"/>
                  <a:pt x="138592" y="76012"/>
                  <a:pt x="138013" y="81223"/>
                </a:cubicBezTo>
                <a:close/>
                <a:moveTo>
                  <a:pt x="264622" y="145069"/>
                </a:moveTo>
                <a:cubicBezTo>
                  <a:pt x="257093" y="145069"/>
                  <a:pt x="249926" y="143694"/>
                  <a:pt x="243122" y="140944"/>
                </a:cubicBezTo>
                <a:cubicBezTo>
                  <a:pt x="236318" y="138193"/>
                  <a:pt x="230382" y="134719"/>
                  <a:pt x="225314" y="130522"/>
                </a:cubicBezTo>
                <a:lnTo>
                  <a:pt x="234218" y="118576"/>
                </a:lnTo>
                <a:cubicBezTo>
                  <a:pt x="238851" y="122340"/>
                  <a:pt x="243591" y="125381"/>
                  <a:pt x="248441" y="127699"/>
                </a:cubicBezTo>
                <a:cubicBezTo>
                  <a:pt x="253292" y="130014"/>
                  <a:pt x="258903" y="131172"/>
                  <a:pt x="265274" y="131172"/>
                </a:cubicBezTo>
                <a:cubicBezTo>
                  <a:pt x="272222" y="131172"/>
                  <a:pt x="277434" y="129580"/>
                  <a:pt x="280909" y="126396"/>
                </a:cubicBezTo>
                <a:cubicBezTo>
                  <a:pt x="284384" y="123211"/>
                  <a:pt x="286121" y="119301"/>
                  <a:pt x="286121" y="114666"/>
                </a:cubicBezTo>
                <a:cubicBezTo>
                  <a:pt x="286121" y="111915"/>
                  <a:pt x="285397" y="109527"/>
                  <a:pt x="283947" y="107501"/>
                </a:cubicBezTo>
                <a:cubicBezTo>
                  <a:pt x="282500" y="105473"/>
                  <a:pt x="280655" y="103699"/>
                  <a:pt x="278410" y="102180"/>
                </a:cubicBezTo>
                <a:cubicBezTo>
                  <a:pt x="276168" y="100660"/>
                  <a:pt x="273599" y="99321"/>
                  <a:pt x="270702" y="98163"/>
                </a:cubicBezTo>
                <a:cubicBezTo>
                  <a:pt x="267806" y="97003"/>
                  <a:pt x="264911" y="95845"/>
                  <a:pt x="262017" y="94687"/>
                </a:cubicBezTo>
                <a:cubicBezTo>
                  <a:pt x="258253" y="93384"/>
                  <a:pt x="254488" y="91900"/>
                  <a:pt x="250724" y="90237"/>
                </a:cubicBezTo>
                <a:cubicBezTo>
                  <a:pt x="246959" y="88571"/>
                  <a:pt x="243593" y="86544"/>
                  <a:pt x="240623" y="84156"/>
                </a:cubicBezTo>
                <a:cubicBezTo>
                  <a:pt x="237656" y="81766"/>
                  <a:pt x="235232" y="78979"/>
                  <a:pt x="233350" y="75795"/>
                </a:cubicBezTo>
                <a:cubicBezTo>
                  <a:pt x="231468" y="72610"/>
                  <a:pt x="230526" y="68772"/>
                  <a:pt x="230526" y="64283"/>
                </a:cubicBezTo>
                <a:cubicBezTo>
                  <a:pt x="230526" y="60084"/>
                  <a:pt x="231358" y="56138"/>
                  <a:pt x="233022" y="52447"/>
                </a:cubicBezTo>
                <a:cubicBezTo>
                  <a:pt x="234687" y="48755"/>
                  <a:pt x="237077" y="45571"/>
                  <a:pt x="240189" y="42893"/>
                </a:cubicBezTo>
                <a:cubicBezTo>
                  <a:pt x="243302" y="40213"/>
                  <a:pt x="247102" y="38114"/>
                  <a:pt x="251589" y="36594"/>
                </a:cubicBezTo>
                <a:cubicBezTo>
                  <a:pt x="256078" y="35074"/>
                  <a:pt x="261145" y="34314"/>
                  <a:pt x="266792" y="34314"/>
                </a:cubicBezTo>
                <a:cubicBezTo>
                  <a:pt x="273453" y="34314"/>
                  <a:pt x="279570" y="35473"/>
                  <a:pt x="285144" y="37790"/>
                </a:cubicBezTo>
                <a:cubicBezTo>
                  <a:pt x="290717" y="40105"/>
                  <a:pt x="295531" y="42929"/>
                  <a:pt x="299585" y="46260"/>
                </a:cubicBezTo>
                <a:lnTo>
                  <a:pt x="291115" y="57550"/>
                </a:lnTo>
                <a:cubicBezTo>
                  <a:pt x="287496" y="54799"/>
                  <a:pt x="283732" y="52556"/>
                  <a:pt x="279822" y="50820"/>
                </a:cubicBezTo>
                <a:cubicBezTo>
                  <a:pt x="275914" y="49081"/>
                  <a:pt x="271643" y="48212"/>
                  <a:pt x="267011" y="48212"/>
                </a:cubicBezTo>
                <a:cubicBezTo>
                  <a:pt x="260350" y="48212"/>
                  <a:pt x="255463" y="49733"/>
                  <a:pt x="252351" y="52775"/>
                </a:cubicBezTo>
                <a:cubicBezTo>
                  <a:pt x="249238" y="55815"/>
                  <a:pt x="247682" y="59361"/>
                  <a:pt x="247682" y="63415"/>
                </a:cubicBezTo>
                <a:cubicBezTo>
                  <a:pt x="247682" y="65876"/>
                  <a:pt x="248333" y="68011"/>
                  <a:pt x="249637" y="69821"/>
                </a:cubicBezTo>
                <a:cubicBezTo>
                  <a:pt x="250940" y="71630"/>
                  <a:pt x="252678" y="73223"/>
                  <a:pt x="254849" y="74599"/>
                </a:cubicBezTo>
                <a:cubicBezTo>
                  <a:pt x="257021" y="75975"/>
                  <a:pt x="259518" y="77207"/>
                  <a:pt x="262342" y="78294"/>
                </a:cubicBezTo>
                <a:cubicBezTo>
                  <a:pt x="265165" y="79379"/>
                  <a:pt x="268097" y="80500"/>
                  <a:pt x="271136" y="81657"/>
                </a:cubicBezTo>
                <a:cubicBezTo>
                  <a:pt x="274901" y="83104"/>
                  <a:pt x="278701" y="84624"/>
                  <a:pt x="282536" y="86217"/>
                </a:cubicBezTo>
                <a:cubicBezTo>
                  <a:pt x="286373" y="87810"/>
                  <a:pt x="289812" y="89802"/>
                  <a:pt x="292851" y="92192"/>
                </a:cubicBezTo>
                <a:cubicBezTo>
                  <a:pt x="295893" y="94580"/>
                  <a:pt x="298391" y="97512"/>
                  <a:pt x="300344" y="100987"/>
                </a:cubicBezTo>
                <a:cubicBezTo>
                  <a:pt x="302299" y="104459"/>
                  <a:pt x="303276" y="108658"/>
                  <a:pt x="303276" y="113582"/>
                </a:cubicBezTo>
                <a:cubicBezTo>
                  <a:pt x="303276" y="117925"/>
                  <a:pt x="302444" y="121979"/>
                  <a:pt x="300778" y="125744"/>
                </a:cubicBezTo>
                <a:cubicBezTo>
                  <a:pt x="299114" y="129508"/>
                  <a:pt x="296653" y="132838"/>
                  <a:pt x="293395" y="135735"/>
                </a:cubicBezTo>
                <a:cubicBezTo>
                  <a:pt x="290139" y="138629"/>
                  <a:pt x="286085" y="140907"/>
                  <a:pt x="281233" y="142571"/>
                </a:cubicBezTo>
                <a:cubicBezTo>
                  <a:pt x="276384" y="144237"/>
                  <a:pt x="270847" y="145069"/>
                  <a:pt x="264622" y="145069"/>
                </a:cubicBezTo>
                <a:close/>
                <a:moveTo>
                  <a:pt x="362565" y="145069"/>
                </a:moveTo>
                <a:cubicBezTo>
                  <a:pt x="356919" y="145069"/>
                  <a:pt x="352177" y="144201"/>
                  <a:pt x="348339" y="142465"/>
                </a:cubicBezTo>
                <a:cubicBezTo>
                  <a:pt x="344504" y="140728"/>
                  <a:pt x="341391" y="138340"/>
                  <a:pt x="339001" y="135300"/>
                </a:cubicBezTo>
                <a:cubicBezTo>
                  <a:pt x="336613" y="132258"/>
                  <a:pt x="334912" y="128566"/>
                  <a:pt x="333898" y="124223"/>
                </a:cubicBezTo>
                <a:cubicBezTo>
                  <a:pt x="332884" y="119879"/>
                  <a:pt x="332377" y="115102"/>
                  <a:pt x="332377" y="109891"/>
                </a:cubicBezTo>
                <a:lnTo>
                  <a:pt x="332377" y="51469"/>
                </a:lnTo>
                <a:lnTo>
                  <a:pt x="316743" y="51469"/>
                </a:lnTo>
                <a:lnTo>
                  <a:pt x="316743" y="38005"/>
                </a:lnTo>
                <a:lnTo>
                  <a:pt x="333248" y="36922"/>
                </a:lnTo>
                <a:lnTo>
                  <a:pt x="335419" y="7386"/>
                </a:lnTo>
                <a:lnTo>
                  <a:pt x="350404" y="7386"/>
                </a:lnTo>
                <a:lnTo>
                  <a:pt x="350404" y="36922"/>
                </a:lnTo>
                <a:lnTo>
                  <a:pt x="378852" y="36922"/>
                </a:lnTo>
                <a:lnTo>
                  <a:pt x="378852" y="51469"/>
                </a:lnTo>
                <a:lnTo>
                  <a:pt x="350404" y="51469"/>
                </a:lnTo>
                <a:lnTo>
                  <a:pt x="350404" y="110106"/>
                </a:lnTo>
                <a:cubicBezTo>
                  <a:pt x="350404" y="116621"/>
                  <a:pt x="351598" y="121652"/>
                  <a:pt x="353986" y="125200"/>
                </a:cubicBezTo>
                <a:cubicBezTo>
                  <a:pt x="356376" y="128748"/>
                  <a:pt x="360611" y="130522"/>
                  <a:pt x="366691" y="130522"/>
                </a:cubicBezTo>
                <a:cubicBezTo>
                  <a:pt x="368573" y="130522"/>
                  <a:pt x="370600" y="130233"/>
                  <a:pt x="372772" y="129654"/>
                </a:cubicBezTo>
                <a:cubicBezTo>
                  <a:pt x="374943" y="129073"/>
                  <a:pt x="376898" y="128421"/>
                  <a:pt x="378637" y="127699"/>
                </a:cubicBezTo>
                <a:lnTo>
                  <a:pt x="382110" y="141162"/>
                </a:lnTo>
                <a:cubicBezTo>
                  <a:pt x="379213" y="142176"/>
                  <a:pt x="376064" y="143081"/>
                  <a:pt x="372662" y="143876"/>
                </a:cubicBezTo>
                <a:cubicBezTo>
                  <a:pt x="369260" y="144672"/>
                  <a:pt x="365894" y="145069"/>
                  <a:pt x="362565" y="145069"/>
                </a:cubicBezTo>
                <a:close/>
                <a:moveTo>
                  <a:pt x="472345" y="62762"/>
                </a:moveTo>
                <a:lnTo>
                  <a:pt x="465612" y="84481"/>
                </a:lnTo>
                <a:lnTo>
                  <a:pt x="508396" y="84481"/>
                </a:lnTo>
                <a:lnTo>
                  <a:pt x="501662" y="62762"/>
                </a:lnTo>
                <a:cubicBezTo>
                  <a:pt x="499058" y="54801"/>
                  <a:pt x="496597" y="46874"/>
                  <a:pt x="494279" y="38983"/>
                </a:cubicBezTo>
                <a:cubicBezTo>
                  <a:pt x="491962" y="31092"/>
                  <a:pt x="489645" y="23021"/>
                  <a:pt x="487330" y="14769"/>
                </a:cubicBezTo>
                <a:lnTo>
                  <a:pt x="486462" y="14769"/>
                </a:lnTo>
                <a:cubicBezTo>
                  <a:pt x="484290" y="23021"/>
                  <a:pt x="482046" y="31092"/>
                  <a:pt x="479728" y="38983"/>
                </a:cubicBezTo>
                <a:cubicBezTo>
                  <a:pt x="477411" y="46874"/>
                  <a:pt x="474950" y="54801"/>
                  <a:pt x="472345" y="62762"/>
                </a:cubicBezTo>
                <a:moveTo>
                  <a:pt x="428912" y="142465"/>
                </a:moveTo>
                <a:lnTo>
                  <a:pt x="477124" y="0"/>
                </a:lnTo>
                <a:lnTo>
                  <a:pt x="497537" y="0"/>
                </a:lnTo>
                <a:lnTo>
                  <a:pt x="545748" y="142465"/>
                </a:lnTo>
                <a:lnTo>
                  <a:pt x="526419" y="142465"/>
                </a:lnTo>
                <a:lnTo>
                  <a:pt x="512955" y="99031"/>
                </a:lnTo>
                <a:lnTo>
                  <a:pt x="461052" y="99031"/>
                </a:lnTo>
                <a:lnTo>
                  <a:pt x="447370" y="142465"/>
                </a:lnTo>
                <a:lnTo>
                  <a:pt x="428912" y="14246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1311300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2026-09-05T08:54:00.9500000Z</dcterms:created>
  <dcterms:modified xsi:type="dcterms:W3CDTF">2026-09-05T08:54:00.9510000Z</dcterms:modified>
</coreProperties>
</file>