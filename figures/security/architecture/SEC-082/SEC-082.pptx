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0c2129bdc4301" /><Relationship Type="http://schemas.openxmlformats.org/officeDocument/2006/relationships/extended-properties" Target="/docProps/app.xml" Id="R01bc79822f2b4307" /><Relationship Type="http://schemas.openxmlformats.org/officeDocument/2006/relationships/officeDocument" Target="/ppt/presentation.xml" Id="R77a268dc4836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b5dbba7534738"/>
  </p:sldMasterIdLst>
  <p:notesMasterIdLst>
    <p:notesMasterId xmlns:r="http://schemas.openxmlformats.org/officeDocument/2006/relationships" r:id="R67e55c67c98a47ca"/>
  </p:notesMasterIdLst>
  <p:sldIdLst>
    <p:sldId xmlns:r="http://schemas.openxmlformats.org/officeDocument/2006/relationships" id="256" r:id="Re61020c2586a4b9b"/>
  </p:sldIdLst>
  <p:sldSz cx="7029450" cy="4200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28373280664483" /><Relationship Type="http://schemas.openxmlformats.org/officeDocument/2006/relationships/slideMaster" Target="/ppt/slideMasters/slideMaster1.xml" Id="Ra63b5dbba7534738" /><Relationship Type="http://schemas.openxmlformats.org/officeDocument/2006/relationships/notesMaster" Target="/ppt/notesMasters/notesMaster1.xml" Id="R67e55c67c98a47ca" /><Relationship Type="http://schemas.openxmlformats.org/officeDocument/2006/relationships/presProps" Target="/ppt/presProps.xml" Id="R3d35099eaad948fe" /><Relationship Type="http://schemas.openxmlformats.org/officeDocument/2006/relationships/tableStyles" Target="/ppt/tableStyles.xml" Id="R96091d365d7d463b" /><Relationship Type="http://schemas.openxmlformats.org/officeDocument/2006/relationships/slide" Target="/ppt/slides/slide1.xml" Id="Re61020c2586a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dd0268d8f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97e20ad694ccf" /><Relationship Type="http://schemas.openxmlformats.org/officeDocument/2006/relationships/notesMaster" Target="/ppt/notesMasters/notesMaster1.xml" Id="R405b329ece074d5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素材ID：SEC-082</ns1:t>
            </ns1:r>
          </ns1:p>
          <ns1:p>
            <ns1:r>
              <ns1:t>论文：The State of Passkeys: Studying the Adoption and Security of Passkeys on the Web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7，PDF第9页</ns1:t>
            </ns1:r>
          </ns1:p>
          <ns1:p>
            <ns1:r>
              <ns1:t>类型：系统架构</ns1:t>
            </ns1:r>
          </ns1:p>
          <ns1:p>
            <ns1:r>
              <ns1:t>借鉴点：分析员配置、虚拟认证器、数据库及双角色浏览器并列，彩色角色区和API控制关系清晰，适合Web协议测试架构。</ns1:t>
            </ns1:r>
          </ns1:p>
          <ns1:p>
            <ns1:r>
              <ns1:t>论文URL：https://www.usenix.org/system/files/usenixsecurity26-jannett.pdf</ns1:t>
            </ns1:r>
          </ns1:p>
          <ns1:p>
            <ns1:r>
              <ns1:t>官方获奖URL：https://www.usenix.org/conference/usenixsecurity26/presentation/jannett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4caa773c640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50fca09214cce" /><Relationship Type="http://schemas.openxmlformats.org/officeDocument/2006/relationships/slideLayout" Target="/ppt/slideLayouts/slideLayout1.xml" Id="R7889330092d541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9330092d541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a507a231d4699" /><Relationship Type="http://schemas.openxmlformats.org/officeDocument/2006/relationships/image" Target="/ppt/media/image.png" Id="R902135b384a94978" /><Relationship Type="http://schemas.openxmlformats.org/officeDocument/2006/relationships/image" Target="/ppt/media/image2.png" Id="Rae4d7ccbfa8d43cf" /><Relationship Type="http://schemas.openxmlformats.org/officeDocument/2006/relationships/image" Target="/ppt/media/image3.png" Id="R87107df0aca3487c" /><Relationship Type="http://schemas.openxmlformats.org/officeDocument/2006/relationships/image" Target="/ppt/media/image4.png" Id="R1d4a8354a3634a70" /><Relationship Type="http://schemas.openxmlformats.org/officeDocument/2006/relationships/image" Target="/ppt/media/image5.png" Id="Rb9c08d661ecc4314" /><Relationship Type="http://schemas.openxmlformats.org/officeDocument/2006/relationships/image" Target="/ppt/media/image6.png" Id="R27922738962648cf" /><Relationship Type="http://schemas.openxmlformats.org/officeDocument/2006/relationships/image" Target="/ppt/media/image7.png" Id="R1a8435eaf0a04c6f" /><Relationship Type="http://schemas.openxmlformats.org/officeDocument/2006/relationships/image" Target="/ppt/media/image8.png" Id="Rb5e9cdbf9e2e4729" /><Relationship Type="http://schemas.openxmlformats.org/officeDocument/2006/relationships/image" Target="/ppt/media/image9.png" Id="R3721f8bc81ab4cdd" /><Relationship Type="http://schemas.openxmlformats.org/officeDocument/2006/relationships/image" Target="/ppt/media/image10.png" Id="R89da7b9773ce49af" /><Relationship Type="http://schemas.openxmlformats.org/officeDocument/2006/relationships/image" Target="/ppt/media/image11.png" Id="R9c6626fa0de84cbf" /><Relationship Type="http://schemas.openxmlformats.org/officeDocument/2006/relationships/image" Target="/ppt/media/image12.png" Id="Re0a86c91a1e645e4" /><Relationship Type="http://schemas.openxmlformats.org/officeDocument/2006/relationships/image" Target="/ppt/media/image13.png" Id="Re9bd67adc91f483a" /><Relationship Type="http://schemas.openxmlformats.org/officeDocument/2006/relationships/image" Target="/ppt/media/image14.png" Id="R28f8ee80b03e4d80" /><Relationship Type="http://schemas.openxmlformats.org/officeDocument/2006/relationships/image" Target="/ppt/media/image15.png" Id="Ra3db66e2833a494d" /><Relationship Type="http://schemas.openxmlformats.org/officeDocument/2006/relationships/notesSlide" Target="/ppt/notesSlides/notesSlide1.xml" Id="R4a9460aeb2434c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2F0E1-4FB2-4569-AE09-45B94FFE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7150"/>
            <a:ext cx="6861429" cy="4033990"/>
          </a:xfrm>
          <a:custGeom xmlns:a="http://schemas.openxmlformats.org/drawingml/2006/main">
            <a:pathLst>
              <a:path w="6861429" h="4033990">
                <a:moveTo>
                  <a:pt x="6861429" y="0"/>
                </a:moveTo>
                <a:lnTo>
                  <a:pt x="0" y="0"/>
                </a:lnTo>
                <a:lnTo>
                  <a:pt x="0" y="4033990"/>
                </a:lnTo>
                <a:lnTo>
                  <a:pt x="6861429" y="4033990"/>
                </a:lnTo>
                <a:lnTo>
                  <a:pt x="686142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A17B7-BA06-4B59-A540-1CFE5112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9" y="355473"/>
            <a:ext cx="5668134" cy="3729038"/>
          </a:xfrm>
          <a:custGeom xmlns:a="http://schemas.openxmlformats.org/drawingml/2006/main">
            <a:pathLst>
              <a:path w="5668134" h="3729038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5623386" y="0"/>
                </a:lnTo>
                <a:cubicBezTo>
                  <a:pt x="5668134" y="0"/>
                  <a:pt x="5668134" y="44748"/>
                  <a:pt x="5668134" y="44748"/>
                </a:cubicBezTo>
                <a:lnTo>
                  <a:pt x="5668134" y="3684289"/>
                </a:lnTo>
                <a:cubicBezTo>
                  <a:pt x="5668134" y="3729038"/>
                  <a:pt x="5623386" y="3729038"/>
                  <a:pt x="5623386" y="3729038"/>
                </a:cubicBezTo>
                <a:lnTo>
                  <a:pt x="44748" y="3729038"/>
                </a:lnTo>
                <a:cubicBezTo>
                  <a:pt x="0" y="3729038"/>
                  <a:pt x="0" y="3684289"/>
                  <a:pt x="0" y="3684289"/>
                </a:cubicBezTo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0B4B58C-CEE0-4BEF-ABEB-F762D58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1" y="348015"/>
            <a:ext cx="5683050" cy="3743125"/>
          </a:xfrm>
          <a:custGeom xmlns:a="http://schemas.openxmlformats.org/drawingml/2006/main">
            <a:pathLst>
              <a:path w="5683050" h="3743125">
                <a:moveTo>
                  <a:pt x="0" y="3691800"/>
                </a:moveTo>
                <a:lnTo>
                  <a:pt x="0" y="52049"/>
                </a:lnTo>
                <a:lnTo>
                  <a:pt x="247" y="46193"/>
                </a:lnTo>
                <a:lnTo>
                  <a:pt x="993" y="40588"/>
                </a:lnTo>
                <a:lnTo>
                  <a:pt x="2201" y="35384"/>
                </a:lnTo>
                <a:lnTo>
                  <a:pt x="3838" y="30582"/>
                </a:lnTo>
                <a:lnTo>
                  <a:pt x="5865" y="26186"/>
                </a:lnTo>
                <a:lnTo>
                  <a:pt x="8233" y="22199"/>
                </a:lnTo>
                <a:lnTo>
                  <a:pt x="10889" y="18621"/>
                </a:lnTo>
                <a:lnTo>
                  <a:pt x="13774" y="15444"/>
                </a:lnTo>
                <a:lnTo>
                  <a:pt x="16830" y="12654"/>
                </a:lnTo>
                <a:lnTo>
                  <a:pt x="20002" y="10231"/>
                </a:lnTo>
                <a:lnTo>
                  <a:pt x="23237" y="8150"/>
                </a:lnTo>
                <a:lnTo>
                  <a:pt x="26486" y="6382"/>
                </a:lnTo>
                <a:lnTo>
                  <a:pt x="29707" y="4898"/>
                </a:lnTo>
                <a:lnTo>
                  <a:pt x="32857" y="3672"/>
                </a:lnTo>
                <a:lnTo>
                  <a:pt x="35896" y="2675"/>
                </a:lnTo>
                <a:lnTo>
                  <a:pt x="38788" y="1880"/>
                </a:lnTo>
                <a:lnTo>
                  <a:pt x="41496" y="1264"/>
                </a:lnTo>
                <a:lnTo>
                  <a:pt x="43981" y="801"/>
                </a:lnTo>
                <a:lnTo>
                  <a:pt x="46209" y="468"/>
                </a:lnTo>
                <a:lnTo>
                  <a:pt x="48142" y="244"/>
                </a:lnTo>
                <a:lnTo>
                  <a:pt x="49744" y="106"/>
                </a:lnTo>
                <a:lnTo>
                  <a:pt x="50977" y="34"/>
                </a:lnTo>
                <a:lnTo>
                  <a:pt x="51798" y="5"/>
                </a:lnTo>
                <a:lnTo>
                  <a:pt x="52153" y="0"/>
                </a:lnTo>
                <a:lnTo>
                  <a:pt x="5631001" y="0"/>
                </a:lnTo>
                <a:lnTo>
                  <a:pt x="5636858" y="247"/>
                </a:lnTo>
                <a:lnTo>
                  <a:pt x="5642462" y="993"/>
                </a:lnTo>
                <a:lnTo>
                  <a:pt x="5647666" y="2201"/>
                </a:lnTo>
                <a:lnTo>
                  <a:pt x="5652468" y="3838"/>
                </a:lnTo>
                <a:lnTo>
                  <a:pt x="5656864" y="5865"/>
                </a:lnTo>
                <a:lnTo>
                  <a:pt x="5660851" y="8233"/>
                </a:lnTo>
                <a:lnTo>
                  <a:pt x="5664430" y="10889"/>
                </a:lnTo>
                <a:lnTo>
                  <a:pt x="5667606" y="13774"/>
                </a:lnTo>
                <a:lnTo>
                  <a:pt x="5670396" y="16830"/>
                </a:lnTo>
                <a:lnTo>
                  <a:pt x="5672819" y="20002"/>
                </a:lnTo>
                <a:lnTo>
                  <a:pt x="5674901" y="23237"/>
                </a:lnTo>
                <a:lnTo>
                  <a:pt x="5676669" y="26486"/>
                </a:lnTo>
                <a:lnTo>
                  <a:pt x="5678152" y="29707"/>
                </a:lnTo>
                <a:lnTo>
                  <a:pt x="5679378" y="32857"/>
                </a:lnTo>
                <a:lnTo>
                  <a:pt x="5680376" y="35896"/>
                </a:lnTo>
                <a:lnTo>
                  <a:pt x="5681170" y="38788"/>
                </a:lnTo>
                <a:lnTo>
                  <a:pt x="5681787" y="41496"/>
                </a:lnTo>
                <a:lnTo>
                  <a:pt x="5682250" y="43981"/>
                </a:lnTo>
                <a:lnTo>
                  <a:pt x="5682582" y="46209"/>
                </a:lnTo>
                <a:lnTo>
                  <a:pt x="5682806" y="48142"/>
                </a:lnTo>
                <a:lnTo>
                  <a:pt x="5682944" y="49744"/>
                </a:lnTo>
                <a:lnTo>
                  <a:pt x="5683017" y="50977"/>
                </a:lnTo>
                <a:lnTo>
                  <a:pt x="5683045" y="51798"/>
                </a:lnTo>
                <a:lnTo>
                  <a:pt x="5683050" y="52153"/>
                </a:lnTo>
                <a:lnTo>
                  <a:pt x="5683050" y="3691905"/>
                </a:lnTo>
                <a:lnTo>
                  <a:pt x="5682803" y="3697761"/>
                </a:lnTo>
                <a:lnTo>
                  <a:pt x="5682058" y="3703366"/>
                </a:lnTo>
                <a:lnTo>
                  <a:pt x="5680849" y="3708570"/>
                </a:lnTo>
                <a:lnTo>
                  <a:pt x="5679212" y="3713372"/>
                </a:lnTo>
                <a:lnTo>
                  <a:pt x="5677185" y="3717768"/>
                </a:lnTo>
                <a:lnTo>
                  <a:pt x="5674817" y="3721755"/>
                </a:lnTo>
                <a:lnTo>
                  <a:pt x="5672162" y="3725333"/>
                </a:lnTo>
                <a:lnTo>
                  <a:pt x="5669277" y="3728510"/>
                </a:lnTo>
                <a:lnTo>
                  <a:pt x="5666220" y="3731299"/>
                </a:lnTo>
                <a:lnTo>
                  <a:pt x="5663048" y="3733722"/>
                </a:lnTo>
                <a:lnTo>
                  <a:pt x="5659814" y="3735804"/>
                </a:lnTo>
                <a:lnTo>
                  <a:pt x="5656564" y="3737572"/>
                </a:lnTo>
                <a:lnTo>
                  <a:pt x="5653343" y="3739055"/>
                </a:lnTo>
                <a:lnTo>
                  <a:pt x="5650194" y="3740282"/>
                </a:lnTo>
                <a:lnTo>
                  <a:pt x="5647154" y="3741279"/>
                </a:lnTo>
                <a:lnTo>
                  <a:pt x="5644262" y="3742074"/>
                </a:lnTo>
                <a:lnTo>
                  <a:pt x="5641555" y="3742690"/>
                </a:lnTo>
                <a:lnTo>
                  <a:pt x="5639220" y="3743125"/>
                </a:lnTo>
                <a:lnTo>
                  <a:pt x="41822" y="3743125"/>
                </a:lnTo>
                <a:lnTo>
                  <a:pt x="40588" y="3742961"/>
                </a:lnTo>
                <a:lnTo>
                  <a:pt x="35384" y="3741753"/>
                </a:lnTo>
                <a:lnTo>
                  <a:pt x="30582" y="3740115"/>
                </a:lnTo>
                <a:lnTo>
                  <a:pt x="26186" y="3738089"/>
                </a:lnTo>
                <a:lnTo>
                  <a:pt x="22199" y="3735721"/>
                </a:lnTo>
                <a:lnTo>
                  <a:pt x="18621" y="3733065"/>
                </a:lnTo>
                <a:lnTo>
                  <a:pt x="15444" y="3730180"/>
                </a:lnTo>
                <a:lnTo>
                  <a:pt x="12654" y="3727124"/>
                </a:lnTo>
                <a:lnTo>
                  <a:pt x="10231" y="3723952"/>
                </a:lnTo>
                <a:lnTo>
                  <a:pt x="8150" y="3720717"/>
                </a:lnTo>
                <a:lnTo>
                  <a:pt x="6382" y="3717467"/>
                </a:lnTo>
                <a:lnTo>
                  <a:pt x="4898" y="3714247"/>
                </a:lnTo>
                <a:lnTo>
                  <a:pt x="3672" y="3711097"/>
                </a:lnTo>
                <a:lnTo>
                  <a:pt x="2675" y="3708057"/>
                </a:lnTo>
                <a:lnTo>
                  <a:pt x="1880" y="3705165"/>
                </a:lnTo>
                <a:lnTo>
                  <a:pt x="1264" y="3702458"/>
                </a:lnTo>
                <a:lnTo>
                  <a:pt x="801" y="3699972"/>
                </a:lnTo>
                <a:lnTo>
                  <a:pt x="468" y="3697745"/>
                </a:lnTo>
                <a:lnTo>
                  <a:pt x="244" y="3695811"/>
                </a:lnTo>
                <a:lnTo>
                  <a:pt x="106" y="3694209"/>
                </a:lnTo>
                <a:lnTo>
                  <a:pt x="34" y="3692976"/>
                </a:lnTo>
                <a:lnTo>
                  <a:pt x="5" y="3692156"/>
                </a:lnTo>
                <a:lnTo>
                  <a:pt x="0" y="3691800"/>
                </a:lnTo>
                <a:close/>
                <a:moveTo>
                  <a:pt x="15122" y="47493"/>
                </a:moveTo>
                <a:lnTo>
                  <a:pt x="14916" y="52364"/>
                </a:lnTo>
                <a:lnTo>
                  <a:pt x="14916" y="3691694"/>
                </a:lnTo>
                <a:lnTo>
                  <a:pt x="14918" y="3691791"/>
                </a:lnTo>
                <a:lnTo>
                  <a:pt x="14934" y="3692279"/>
                </a:lnTo>
                <a:lnTo>
                  <a:pt x="14985" y="3693130"/>
                </a:lnTo>
                <a:lnTo>
                  <a:pt x="15086" y="3694312"/>
                </a:lnTo>
                <a:lnTo>
                  <a:pt x="15257" y="3695784"/>
                </a:lnTo>
                <a:lnTo>
                  <a:pt x="15514" y="3697506"/>
                </a:lnTo>
                <a:lnTo>
                  <a:pt x="15873" y="3699435"/>
                </a:lnTo>
                <a:lnTo>
                  <a:pt x="16351" y="3701532"/>
                </a:lnTo>
                <a:lnTo>
                  <a:pt x="16961" y="3703754"/>
                </a:lnTo>
                <a:lnTo>
                  <a:pt x="17718" y="3706062"/>
                </a:lnTo>
                <a:lnTo>
                  <a:pt x="18635" y="3708415"/>
                </a:lnTo>
                <a:lnTo>
                  <a:pt x="19722" y="3710775"/>
                </a:lnTo>
                <a:lnTo>
                  <a:pt x="20990" y="3713106"/>
                </a:lnTo>
                <a:lnTo>
                  <a:pt x="22449" y="3715374"/>
                </a:lnTo>
                <a:lnTo>
                  <a:pt x="24112" y="3717550"/>
                </a:lnTo>
                <a:lnTo>
                  <a:pt x="25990" y="3719608"/>
                </a:lnTo>
                <a:lnTo>
                  <a:pt x="28102" y="3721527"/>
                </a:lnTo>
                <a:lnTo>
                  <a:pt x="30474" y="3723287"/>
                </a:lnTo>
                <a:lnTo>
                  <a:pt x="33136" y="3724868"/>
                </a:lnTo>
                <a:lnTo>
                  <a:pt x="36126" y="3726246"/>
                </a:lnTo>
                <a:lnTo>
                  <a:pt x="39488" y="3727393"/>
                </a:lnTo>
                <a:lnTo>
                  <a:pt x="43264" y="3728269"/>
                </a:lnTo>
                <a:lnTo>
                  <a:pt x="47493" y="3728832"/>
                </a:lnTo>
                <a:lnTo>
                  <a:pt x="52364" y="3729038"/>
                </a:lnTo>
                <a:lnTo>
                  <a:pt x="5630790" y="3729038"/>
                </a:lnTo>
                <a:lnTo>
                  <a:pt x="5630888" y="3729036"/>
                </a:lnTo>
                <a:lnTo>
                  <a:pt x="5631375" y="3729019"/>
                </a:lnTo>
                <a:lnTo>
                  <a:pt x="5632227" y="3728969"/>
                </a:lnTo>
                <a:lnTo>
                  <a:pt x="5633409" y="3728867"/>
                </a:lnTo>
                <a:lnTo>
                  <a:pt x="5634881" y="3728697"/>
                </a:lnTo>
                <a:lnTo>
                  <a:pt x="5636602" y="3728440"/>
                </a:lnTo>
                <a:lnTo>
                  <a:pt x="5638532" y="3728080"/>
                </a:lnTo>
                <a:lnTo>
                  <a:pt x="5640628" y="3727603"/>
                </a:lnTo>
                <a:lnTo>
                  <a:pt x="5642851" y="3726992"/>
                </a:lnTo>
                <a:lnTo>
                  <a:pt x="5645159" y="3726235"/>
                </a:lnTo>
                <a:lnTo>
                  <a:pt x="5647512" y="3725319"/>
                </a:lnTo>
                <a:lnTo>
                  <a:pt x="5649872" y="3724232"/>
                </a:lnTo>
                <a:lnTo>
                  <a:pt x="5652203" y="3722964"/>
                </a:lnTo>
                <a:lnTo>
                  <a:pt x="5654471" y="3721504"/>
                </a:lnTo>
                <a:lnTo>
                  <a:pt x="5656647" y="3719842"/>
                </a:lnTo>
                <a:lnTo>
                  <a:pt x="5658705" y="3717964"/>
                </a:lnTo>
                <a:lnTo>
                  <a:pt x="5660624" y="3715851"/>
                </a:lnTo>
                <a:lnTo>
                  <a:pt x="5662383" y="3713480"/>
                </a:lnTo>
                <a:lnTo>
                  <a:pt x="5663964" y="3710818"/>
                </a:lnTo>
                <a:lnTo>
                  <a:pt x="5665343" y="3707827"/>
                </a:lnTo>
                <a:lnTo>
                  <a:pt x="5666489" y="3704466"/>
                </a:lnTo>
                <a:lnTo>
                  <a:pt x="5667366" y="3700690"/>
                </a:lnTo>
                <a:lnTo>
                  <a:pt x="5667928" y="3696461"/>
                </a:lnTo>
                <a:lnTo>
                  <a:pt x="5668134" y="3691590"/>
                </a:lnTo>
                <a:lnTo>
                  <a:pt x="5668134" y="52260"/>
                </a:lnTo>
                <a:lnTo>
                  <a:pt x="5668133" y="52162"/>
                </a:lnTo>
                <a:lnTo>
                  <a:pt x="5668116" y="51675"/>
                </a:lnTo>
                <a:lnTo>
                  <a:pt x="5668066" y="50823"/>
                </a:lnTo>
                <a:lnTo>
                  <a:pt x="5667964" y="49641"/>
                </a:lnTo>
                <a:lnTo>
                  <a:pt x="5667793" y="48169"/>
                </a:lnTo>
                <a:lnTo>
                  <a:pt x="5667536" y="46448"/>
                </a:lnTo>
                <a:lnTo>
                  <a:pt x="5667177" y="44518"/>
                </a:lnTo>
                <a:lnTo>
                  <a:pt x="5666700" y="42422"/>
                </a:lnTo>
                <a:lnTo>
                  <a:pt x="5666089" y="40199"/>
                </a:lnTo>
                <a:lnTo>
                  <a:pt x="5665332" y="37892"/>
                </a:lnTo>
                <a:lnTo>
                  <a:pt x="5664416" y="35538"/>
                </a:lnTo>
                <a:lnTo>
                  <a:pt x="5663329" y="33178"/>
                </a:lnTo>
                <a:lnTo>
                  <a:pt x="5662060" y="30847"/>
                </a:lnTo>
                <a:lnTo>
                  <a:pt x="5660601" y="28579"/>
                </a:lnTo>
                <a:lnTo>
                  <a:pt x="5658939" y="26403"/>
                </a:lnTo>
                <a:lnTo>
                  <a:pt x="5657060" y="24345"/>
                </a:lnTo>
                <a:lnTo>
                  <a:pt x="5654948" y="22427"/>
                </a:lnTo>
                <a:lnTo>
                  <a:pt x="5652577" y="20667"/>
                </a:lnTo>
                <a:lnTo>
                  <a:pt x="5649915" y="19086"/>
                </a:lnTo>
                <a:lnTo>
                  <a:pt x="5646924" y="17707"/>
                </a:lnTo>
                <a:lnTo>
                  <a:pt x="5643562" y="16561"/>
                </a:lnTo>
                <a:lnTo>
                  <a:pt x="5639787" y="15684"/>
                </a:lnTo>
                <a:lnTo>
                  <a:pt x="5635557" y="15122"/>
                </a:lnTo>
                <a:lnTo>
                  <a:pt x="5630686" y="14916"/>
                </a:lnTo>
                <a:lnTo>
                  <a:pt x="52260" y="14916"/>
                </a:lnTo>
                <a:lnTo>
                  <a:pt x="52162" y="14918"/>
                </a:lnTo>
                <a:lnTo>
                  <a:pt x="51675" y="14934"/>
                </a:lnTo>
                <a:lnTo>
                  <a:pt x="50823" y="14985"/>
                </a:lnTo>
                <a:lnTo>
                  <a:pt x="49641" y="15086"/>
                </a:lnTo>
                <a:lnTo>
                  <a:pt x="48169" y="15257"/>
                </a:lnTo>
                <a:lnTo>
                  <a:pt x="46448" y="15514"/>
                </a:lnTo>
                <a:lnTo>
                  <a:pt x="44518" y="15873"/>
                </a:lnTo>
                <a:lnTo>
                  <a:pt x="42422" y="16351"/>
                </a:lnTo>
                <a:lnTo>
                  <a:pt x="40199" y="16961"/>
                </a:lnTo>
                <a:lnTo>
                  <a:pt x="37892" y="17718"/>
                </a:lnTo>
                <a:lnTo>
                  <a:pt x="35538" y="18635"/>
                </a:lnTo>
                <a:lnTo>
                  <a:pt x="33178" y="19722"/>
                </a:lnTo>
                <a:lnTo>
                  <a:pt x="30847" y="20990"/>
                </a:lnTo>
                <a:lnTo>
                  <a:pt x="28579" y="22449"/>
                </a:lnTo>
                <a:lnTo>
                  <a:pt x="26403" y="24112"/>
                </a:lnTo>
                <a:lnTo>
                  <a:pt x="24345" y="25990"/>
                </a:lnTo>
                <a:lnTo>
                  <a:pt x="22427" y="28102"/>
                </a:lnTo>
                <a:lnTo>
                  <a:pt x="20667" y="30474"/>
                </a:lnTo>
                <a:lnTo>
                  <a:pt x="19086" y="33136"/>
                </a:lnTo>
                <a:lnTo>
                  <a:pt x="17707" y="36126"/>
                </a:lnTo>
                <a:lnTo>
                  <a:pt x="16561" y="39488"/>
                </a:lnTo>
                <a:lnTo>
                  <a:pt x="15684" y="43264"/>
                </a:lnTo>
                <a:lnTo>
                  <a:pt x="15122" y="4749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Native soft shadow host 0">
            <a:extLst xmlns:a="http://schemas.openxmlformats.org/drawingml/2006/main">
              <a:ext uri="{FF2B5EF4-FFF2-40B4-BE49-F238E27FC236}">
                <a16:creationId xmlns:a16="http://schemas.microsoft.com/office/drawing/2014/main" id="{40357176-1B1B-485C-AE77-AA37D45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077" y="661911"/>
            <a:ext cx="4474845" cy="3273352"/>
          </a:xfrm>
          <a:custGeom xmlns:a="http://schemas.openxmlformats.org/drawingml/2006/main">
            <a:pathLst>
              <a:path w="4474845" h="3273352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4430097" y="0"/>
                </a:lnTo>
                <a:cubicBezTo>
                  <a:pt x="4474845" y="0"/>
                  <a:pt x="4474845" y="44748"/>
                  <a:pt x="4474845" y="44748"/>
                </a:cubicBezTo>
                <a:lnTo>
                  <a:pt x="4474845" y="3228604"/>
                </a:lnTo>
                <a:cubicBezTo>
                  <a:pt x="4474845" y="3273352"/>
                  <a:pt x="4430097" y="3273352"/>
                  <a:pt x="4430097" y="3273352"/>
                </a:cubicBezTo>
                <a:lnTo>
                  <a:pt x="44748" y="3273352"/>
                </a:lnTo>
                <a:cubicBezTo>
                  <a:pt x="0" y="3273352"/>
                  <a:pt x="0" y="3228604"/>
                  <a:pt x="0" y="322860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  <ns0:effectLst xmlns:ns0="http://schemas.openxmlformats.org/drawingml/2006/main">
            <ns0:outerShdw blurRad="74295" dist="37148" dir="5400000" algn="ctr" rotWithShape="0">
              <ns0:srgbClr val="000000">
                <ns0:alpha val="46000"/>
              </ns0:srgbClr>
            </ns0:outerShdw>
          </ns0:effectLst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5D408-F652-4088-9FB5-8B7929B3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077" y="661911"/>
            <a:ext cx="4474845" cy="3273352"/>
          </a:xfrm>
          <a:custGeom xmlns:a="http://schemas.openxmlformats.org/drawingml/2006/main">
            <a:pathLst>
              <a:path w="4474845" h="3273352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4430097" y="0"/>
                </a:lnTo>
                <a:cubicBezTo>
                  <a:pt x="4474845" y="0"/>
                  <a:pt x="4474845" y="44748"/>
                  <a:pt x="4474845" y="44748"/>
                </a:cubicBezTo>
                <a:lnTo>
                  <a:pt x="4474845" y="3228604"/>
                </a:lnTo>
                <a:cubicBezTo>
                  <a:pt x="4474845" y="3273352"/>
                  <a:pt x="4430097" y="3273352"/>
                  <a:pt x="4430097" y="3273352"/>
                </a:cubicBezTo>
                <a:lnTo>
                  <a:pt x="44748" y="3273352"/>
                </a:lnTo>
                <a:cubicBezTo>
                  <a:pt x="0" y="3273352"/>
                  <a:pt x="0" y="3228604"/>
                  <a:pt x="0" y="3228604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EA489-8A91-43B8-A986-FC1F78C9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499" y="2294572"/>
            <a:ext cx="1939100" cy="1491615"/>
          </a:xfrm>
          <a:custGeom xmlns:a="http://schemas.openxmlformats.org/drawingml/2006/main">
            <a:pathLst>
              <a:path w="1939100" h="1491615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100" y="0"/>
                  <a:pt x="1939100" y="44748"/>
                  <a:pt x="1939100" y="44748"/>
                </a:cubicBezTo>
                <a:lnTo>
                  <a:pt x="1939100" y="1446867"/>
                </a:lnTo>
                <a:cubicBezTo>
                  <a:pt x="1939100" y="1491615"/>
                  <a:pt x="1894351" y="1491615"/>
                  <a:pt x="1894351" y="1491615"/>
                </a:cubicBezTo>
                <a:lnTo>
                  <a:pt x="44748" y="1491615"/>
                </a:lnTo>
                <a:cubicBezTo>
                  <a:pt x="0" y="1491615"/>
                  <a:pt x="0" y="1446867"/>
                  <a:pt x="0" y="1446867"/>
                </a:cubicBezTo>
              </a:path>
            </a:pathLst>
          </a:custGeom>
          <a:solidFill xmlns:a="http://schemas.openxmlformats.org/drawingml/2006/main">
            <a:srgbClr val="FC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915C7-A2D7-44A9-9139-07D2EE2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499" y="2294572"/>
            <a:ext cx="1939100" cy="1491615"/>
          </a:xfrm>
          <a:custGeom xmlns:a="http://schemas.openxmlformats.org/drawingml/2006/main">
            <a:pathLst>
              <a:path w="1939100" h="1491615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100" y="0"/>
                  <a:pt x="1939100" y="44748"/>
                  <a:pt x="1939100" y="44748"/>
                </a:cubicBezTo>
                <a:lnTo>
                  <a:pt x="1939100" y="1446867"/>
                </a:lnTo>
                <a:cubicBezTo>
                  <a:pt x="1939100" y="1491615"/>
                  <a:pt x="1894351" y="1491615"/>
                  <a:pt x="1894351" y="1491615"/>
                </a:cubicBezTo>
                <a:lnTo>
                  <a:pt x="44748" y="1491615"/>
                </a:lnTo>
                <a:cubicBezTo>
                  <a:pt x="0" y="1491615"/>
                  <a:pt x="0" y="1446867"/>
                  <a:pt x="0" y="1446867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FCCE14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A5D4F-5AD0-48A3-AEF5-41B084D0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499" y="2294572"/>
            <a:ext cx="1939100" cy="447485"/>
          </a:xfrm>
          <a:custGeom xmlns:a="http://schemas.openxmlformats.org/drawingml/2006/main">
            <a:pathLst>
              <a:path w="1939100" h="447485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100" y="0"/>
                  <a:pt x="1939100" y="44748"/>
                  <a:pt x="1939100" y="44748"/>
                </a:cubicBezTo>
                <a:lnTo>
                  <a:pt x="1939100" y="402736"/>
                </a:lnTo>
                <a:cubicBezTo>
                  <a:pt x="1939100" y="447485"/>
                  <a:pt x="1894351" y="447485"/>
                  <a:pt x="1894351" y="447485"/>
                </a:cubicBezTo>
                <a:lnTo>
                  <a:pt x="44748" y="447485"/>
                </a:lnTo>
                <a:cubicBezTo>
                  <a:pt x="0" y="447485"/>
                  <a:pt x="0" y="402736"/>
                  <a:pt x="0" y="402736"/>
                </a:cubicBezTo>
              </a:path>
            </a:pathLst>
          </a:custGeom>
          <a:solidFill xmlns:a="http://schemas.openxmlformats.org/drawingml/2006/main">
            <a:srgbClr val="BDBD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B2D7B-7C62-4FCD-A2AF-71DBF3E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499" y="2294572"/>
            <a:ext cx="1939100" cy="447485"/>
          </a:xfrm>
          <a:custGeom xmlns:a="http://schemas.openxmlformats.org/drawingml/2006/main">
            <a:pathLst>
              <a:path w="1939100" h="447485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100" y="0"/>
                  <a:pt x="1939100" y="44748"/>
                  <a:pt x="1939100" y="44748"/>
                </a:cubicBezTo>
                <a:lnTo>
                  <a:pt x="1939100" y="402736"/>
                </a:lnTo>
                <a:cubicBezTo>
                  <a:pt x="1939100" y="447485"/>
                  <a:pt x="1894351" y="447485"/>
                  <a:pt x="1894351" y="447485"/>
                </a:cubicBezTo>
                <a:lnTo>
                  <a:pt x="44748" y="447485"/>
                </a:lnTo>
                <a:cubicBezTo>
                  <a:pt x="0" y="447485"/>
                  <a:pt x="0" y="402736"/>
                  <a:pt x="0" y="402736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FCCE14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88480-10E6-4144-871A-DFD14202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49" y="2473566"/>
            <a:ext cx="417652" cy="178994"/>
          </a:xfrm>
          <a:custGeom xmlns:a="http://schemas.openxmlformats.org/drawingml/2006/main">
            <a:pathLst>
              <a:path w="417652" h="178994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372904" y="0"/>
                </a:lnTo>
                <a:cubicBezTo>
                  <a:pt x="417652" y="0"/>
                  <a:pt x="417652" y="44748"/>
                  <a:pt x="417652" y="44748"/>
                </a:cubicBezTo>
                <a:lnTo>
                  <a:pt x="417652" y="134245"/>
                </a:lnTo>
                <a:cubicBezTo>
                  <a:pt x="417652" y="178994"/>
                  <a:pt x="372904" y="178994"/>
                  <a:pt x="372904" y="178994"/>
                </a:cubicBezTo>
                <a:lnTo>
                  <a:pt x="44748" y="178994"/>
                </a:lnTo>
                <a:cubicBezTo>
                  <a:pt x="0" y="178994"/>
                  <a:pt x="0" y="134245"/>
                  <a:pt x="0" y="134245"/>
                </a:cubicBezTo>
              </a:path>
            </a:pathLst>
          </a:custGeom>
          <a:solidFill xmlns:a="http://schemas.openxmlformats.org/drawingml/2006/main">
            <a:srgbClr val="FC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D3030-DC9D-4464-8588-4E479A0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49" y="2473566"/>
            <a:ext cx="417652" cy="178994"/>
          </a:xfrm>
          <a:custGeom xmlns:a="http://schemas.openxmlformats.org/drawingml/2006/main">
            <a:pathLst>
              <a:path w="417652" h="178994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372904" y="0"/>
                </a:lnTo>
                <a:cubicBezTo>
                  <a:pt x="417652" y="0"/>
                  <a:pt x="417652" y="44748"/>
                  <a:pt x="417652" y="44748"/>
                </a:cubicBezTo>
                <a:lnTo>
                  <a:pt x="417652" y="134245"/>
                </a:lnTo>
                <a:cubicBezTo>
                  <a:pt x="417652" y="178994"/>
                  <a:pt x="372904" y="178994"/>
                  <a:pt x="372904" y="178994"/>
                </a:cubicBezTo>
                <a:lnTo>
                  <a:pt x="44748" y="178994"/>
                </a:lnTo>
                <a:cubicBezTo>
                  <a:pt x="0" y="178994"/>
                  <a:pt x="0" y="134245"/>
                  <a:pt x="0" y="134245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FCCE14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08538-35C8-406A-B5D6-15DE5CB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996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89497" y="0"/>
                </a:moveTo>
                <a:lnTo>
                  <a:pt x="0" y="89497"/>
                </a:lnTo>
                <a:lnTo>
                  <a:pt x="89497" y="178994"/>
                </a:lnTo>
                <a:moveTo>
                  <a:pt x="0" y="89497"/>
                </a:moveTo>
                <a:lnTo>
                  <a:pt x="178994" y="89497"/>
                </a:ln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FCCE14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4363F-03AA-4E3A-B639-A6D62E2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84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89497" y="0"/>
                </a:moveTo>
                <a:lnTo>
                  <a:pt x="178994" y="89497"/>
                </a:lnTo>
                <a:lnTo>
                  <a:pt x="89497" y="178994"/>
                </a:lnTo>
                <a:moveTo>
                  <a:pt x="0" y="89497"/>
                </a:moveTo>
                <a:lnTo>
                  <a:pt x="178994" y="89497"/>
                </a:ln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FCCE14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A4887-EDBE-4B02-9915-84B54142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027" y="2461622"/>
            <a:ext cx="190938" cy="202883"/>
          </a:xfrm>
          <a:custGeom xmlns:a="http://schemas.openxmlformats.org/drawingml/2006/main">
            <a:pathLst>
              <a:path w="190938" h="202883" fill="none">
                <a:moveTo>
                  <a:pt x="190938" y="101441"/>
                </a:moveTo>
                <a:cubicBezTo>
                  <a:pt x="180508" y="55207"/>
                  <a:pt x="170050" y="40291"/>
                  <a:pt x="154391" y="29089"/>
                </a:cubicBezTo>
                <a:cubicBezTo>
                  <a:pt x="114129" y="0"/>
                  <a:pt x="58179" y="8973"/>
                  <a:pt x="29089" y="48492"/>
                </a:cubicBezTo>
                <a:cubicBezTo>
                  <a:pt x="0" y="88754"/>
                  <a:pt x="8973" y="144704"/>
                  <a:pt x="48492" y="173793"/>
                </a:cubicBezTo>
                <a:cubicBezTo>
                  <a:pt x="88754" y="202883"/>
                  <a:pt x="144704" y="193910"/>
                  <a:pt x="173793" y="15439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FCCE14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2BDC7-C28B-4DFE-A64D-9CE46D8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585" y="2473566"/>
            <a:ext cx="89497" cy="89497"/>
          </a:xfrm>
          <a:custGeom xmlns:a="http://schemas.openxmlformats.org/drawingml/2006/main">
            <a:pathLst>
              <a:path w="89497" h="89497">
                <a:moveTo>
                  <a:pt x="89497" y="0"/>
                </a:moveTo>
                <a:lnTo>
                  <a:pt x="89497" y="89497"/>
                </a:lnTo>
                <a:lnTo>
                  <a:pt x="0" y="89497"/>
                </a:lnTo>
              </a:path>
            </a:pathLst>
          </a:custGeom>
          <a:solidFill xmlns:a="http://schemas.openxmlformats.org/drawingml/2006/main">
            <a:srgbClr val="FCCE1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605F5-6267-4D5B-A7AE-70B4A636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585" y="2473566"/>
            <a:ext cx="89497" cy="89497"/>
          </a:xfrm>
          <a:custGeom xmlns:a="http://schemas.openxmlformats.org/drawingml/2006/main">
            <a:pathLst>
              <a:path w="89497" h="89497" fill="none">
                <a:moveTo>
                  <a:pt x="89497" y="0"/>
                </a:moveTo>
                <a:lnTo>
                  <a:pt x="89497" y="89497"/>
                </a:lnTo>
                <a:lnTo>
                  <a:pt x="0" y="89497"/>
                </a:lnTo>
                <a:lnTo>
                  <a:pt x="8949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7" cap="flat">
            <a:solidFill>
              <a:srgbClr val="FCCE14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0B438-2F4D-4EE2-B7E4-D71CAF6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959" y="2473566"/>
            <a:ext cx="178994" cy="178994"/>
          </a:xfrm>
          <a:custGeom xmlns:a="http://schemas.openxmlformats.org/drawingml/2006/main">
            <a:pathLst>
              <a:path w="178994" h="178994">
                <a:moveTo>
                  <a:pt x="0" y="89497"/>
                </a:moveTo>
                <a:lnTo>
                  <a:pt x="89497" y="0"/>
                </a:lnTo>
                <a:lnTo>
                  <a:pt x="178994" y="89497"/>
                </a:lnTo>
                <a:lnTo>
                  <a:pt x="161077" y="89497"/>
                </a:lnTo>
                <a:lnTo>
                  <a:pt x="161077" y="178994"/>
                </a:lnTo>
                <a:lnTo>
                  <a:pt x="116329" y="178994"/>
                </a:lnTo>
                <a:lnTo>
                  <a:pt x="116329" y="89497"/>
                </a:lnTo>
                <a:lnTo>
                  <a:pt x="62665" y="89497"/>
                </a:lnTo>
                <a:lnTo>
                  <a:pt x="62665" y="178994"/>
                </a:lnTo>
                <a:lnTo>
                  <a:pt x="17917" y="178994"/>
                </a:lnTo>
                <a:lnTo>
                  <a:pt x="17917" y="89497"/>
                </a:lnTo>
              </a:path>
            </a:pathLst>
          </a:custGeom>
          <a:solidFill xmlns:a="http://schemas.openxmlformats.org/drawingml/2006/main">
            <a:srgbClr val="FCCE1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02491-6C45-4B27-9AD4-A7AF3287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959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0" y="89497"/>
                </a:moveTo>
                <a:lnTo>
                  <a:pt x="89497" y="0"/>
                </a:lnTo>
                <a:lnTo>
                  <a:pt x="178994" y="89497"/>
                </a:lnTo>
                <a:lnTo>
                  <a:pt x="161077" y="89497"/>
                </a:lnTo>
                <a:lnTo>
                  <a:pt x="161077" y="178994"/>
                </a:lnTo>
                <a:lnTo>
                  <a:pt x="116329" y="178994"/>
                </a:lnTo>
                <a:lnTo>
                  <a:pt x="116329" y="89497"/>
                </a:lnTo>
                <a:lnTo>
                  <a:pt x="62665" y="89497"/>
                </a:lnTo>
                <a:lnTo>
                  <a:pt x="62665" y="178994"/>
                </a:lnTo>
                <a:lnTo>
                  <a:pt x="17917" y="178994"/>
                </a:lnTo>
                <a:lnTo>
                  <a:pt x="17917" y="89497"/>
                </a:lnTo>
                <a:lnTo>
                  <a:pt x="0" y="894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FCCE14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1C19E-CA35-4F8B-A117-8B331D8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38" y="2294572"/>
            <a:ext cx="1939099" cy="1491615"/>
          </a:xfrm>
          <a:custGeom xmlns:a="http://schemas.openxmlformats.org/drawingml/2006/main">
            <a:pathLst>
              <a:path w="1939099" h="1491615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099" y="0"/>
                  <a:pt x="1939099" y="44748"/>
                  <a:pt x="1939099" y="44748"/>
                </a:cubicBezTo>
                <a:lnTo>
                  <a:pt x="1939099" y="1446867"/>
                </a:lnTo>
                <a:cubicBezTo>
                  <a:pt x="1939099" y="1491615"/>
                  <a:pt x="1894351" y="1491615"/>
                  <a:pt x="1894351" y="1491615"/>
                </a:cubicBezTo>
                <a:lnTo>
                  <a:pt x="44748" y="1491615"/>
                </a:lnTo>
                <a:cubicBezTo>
                  <a:pt x="0" y="1491615"/>
                  <a:pt x="0" y="1446867"/>
                  <a:pt x="0" y="1446867"/>
                </a:cubicBezTo>
              </a:path>
            </a:pathLst>
          </a:custGeom>
          <a:solidFill xmlns:a="http://schemas.openxmlformats.org/drawingml/2006/main">
            <a:srgbClr val="FF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47FEA-65C2-46C7-8767-9A8D5CA6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38" y="2294572"/>
            <a:ext cx="1939099" cy="1491615"/>
          </a:xfrm>
          <a:custGeom xmlns:a="http://schemas.openxmlformats.org/drawingml/2006/main">
            <a:pathLst>
              <a:path w="1939099" h="1491615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099" y="0"/>
                  <a:pt x="1939099" y="44748"/>
                  <a:pt x="1939099" y="44748"/>
                </a:cubicBezTo>
                <a:lnTo>
                  <a:pt x="1939099" y="1446867"/>
                </a:lnTo>
                <a:cubicBezTo>
                  <a:pt x="1939099" y="1491615"/>
                  <a:pt x="1894351" y="1491615"/>
                  <a:pt x="1894351" y="1491615"/>
                </a:cubicBezTo>
                <a:lnTo>
                  <a:pt x="44748" y="1491615"/>
                </a:lnTo>
                <a:cubicBezTo>
                  <a:pt x="0" y="1491615"/>
                  <a:pt x="0" y="1446867"/>
                  <a:pt x="0" y="1446867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E81313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EFD29-4B46-4619-856E-28E6ACCA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38" y="2294572"/>
            <a:ext cx="1939099" cy="447485"/>
          </a:xfrm>
          <a:custGeom xmlns:a="http://schemas.openxmlformats.org/drawingml/2006/main">
            <a:pathLst>
              <a:path w="1939099" h="447485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099" y="0"/>
                  <a:pt x="1939099" y="44748"/>
                  <a:pt x="1939099" y="44748"/>
                </a:cubicBezTo>
                <a:lnTo>
                  <a:pt x="1939099" y="402736"/>
                </a:lnTo>
                <a:cubicBezTo>
                  <a:pt x="1939099" y="447485"/>
                  <a:pt x="1894351" y="447485"/>
                  <a:pt x="1894351" y="447485"/>
                </a:cubicBezTo>
                <a:lnTo>
                  <a:pt x="44748" y="447485"/>
                </a:lnTo>
                <a:cubicBezTo>
                  <a:pt x="0" y="447485"/>
                  <a:pt x="0" y="402736"/>
                  <a:pt x="0" y="402736"/>
                </a:cubicBezTo>
              </a:path>
            </a:pathLst>
          </a:custGeom>
          <a:solidFill xmlns:a="http://schemas.openxmlformats.org/drawingml/2006/main">
            <a:srgbClr val="BFB4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66D27-7273-47AE-A75B-0632833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38" y="2294572"/>
            <a:ext cx="1939099" cy="447485"/>
          </a:xfrm>
          <a:custGeom xmlns:a="http://schemas.openxmlformats.org/drawingml/2006/main">
            <a:pathLst>
              <a:path w="1939099" h="447485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1894351" y="0"/>
                </a:lnTo>
                <a:cubicBezTo>
                  <a:pt x="1939099" y="0"/>
                  <a:pt x="1939099" y="44748"/>
                  <a:pt x="1939099" y="44748"/>
                </a:cubicBezTo>
                <a:lnTo>
                  <a:pt x="1939099" y="402736"/>
                </a:lnTo>
                <a:cubicBezTo>
                  <a:pt x="1939099" y="447485"/>
                  <a:pt x="1894351" y="447485"/>
                  <a:pt x="1894351" y="447485"/>
                </a:cubicBezTo>
                <a:lnTo>
                  <a:pt x="44748" y="447485"/>
                </a:lnTo>
                <a:cubicBezTo>
                  <a:pt x="0" y="447485"/>
                  <a:pt x="0" y="402736"/>
                  <a:pt x="0" y="402736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E81313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6CD68-7509-4EC1-BC5C-22F78A0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188" y="2473566"/>
            <a:ext cx="417652" cy="178994"/>
          </a:xfrm>
          <a:custGeom xmlns:a="http://schemas.openxmlformats.org/drawingml/2006/main">
            <a:pathLst>
              <a:path w="417652" h="178994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372904" y="0"/>
                </a:lnTo>
                <a:cubicBezTo>
                  <a:pt x="417652" y="0"/>
                  <a:pt x="417652" y="44748"/>
                  <a:pt x="417652" y="44748"/>
                </a:cubicBezTo>
                <a:lnTo>
                  <a:pt x="417652" y="134245"/>
                </a:lnTo>
                <a:cubicBezTo>
                  <a:pt x="417652" y="178994"/>
                  <a:pt x="372904" y="178994"/>
                  <a:pt x="372904" y="178994"/>
                </a:cubicBezTo>
                <a:lnTo>
                  <a:pt x="44748" y="178994"/>
                </a:lnTo>
                <a:cubicBezTo>
                  <a:pt x="0" y="178994"/>
                  <a:pt x="0" y="134245"/>
                  <a:pt x="0" y="134245"/>
                </a:cubicBezTo>
              </a:path>
            </a:pathLst>
          </a:custGeom>
          <a:solidFill xmlns:a="http://schemas.openxmlformats.org/drawingml/2006/main">
            <a:srgbClr val="FF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39A09-90EA-4A44-B692-83DCF42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188" y="2473566"/>
            <a:ext cx="417652" cy="178994"/>
          </a:xfrm>
          <a:custGeom xmlns:a="http://schemas.openxmlformats.org/drawingml/2006/main">
            <a:pathLst>
              <a:path w="417652" h="178994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372904" y="0"/>
                </a:lnTo>
                <a:cubicBezTo>
                  <a:pt x="417652" y="0"/>
                  <a:pt x="417652" y="44748"/>
                  <a:pt x="417652" y="44748"/>
                </a:cubicBezTo>
                <a:lnTo>
                  <a:pt x="417652" y="134245"/>
                </a:lnTo>
                <a:cubicBezTo>
                  <a:pt x="417652" y="178994"/>
                  <a:pt x="372904" y="178994"/>
                  <a:pt x="372904" y="178994"/>
                </a:cubicBezTo>
                <a:lnTo>
                  <a:pt x="44748" y="178994"/>
                </a:lnTo>
                <a:cubicBezTo>
                  <a:pt x="0" y="178994"/>
                  <a:pt x="0" y="134245"/>
                  <a:pt x="0" y="134245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E81313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67962-B58F-4EDC-9100-6B0B4125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735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89497" y="0"/>
                </a:moveTo>
                <a:lnTo>
                  <a:pt x="0" y="89497"/>
                </a:lnTo>
                <a:lnTo>
                  <a:pt x="89497" y="178994"/>
                </a:lnTo>
                <a:moveTo>
                  <a:pt x="0" y="89497"/>
                </a:moveTo>
                <a:lnTo>
                  <a:pt x="178994" y="89497"/>
                </a:ln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E81313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7C5E3-FE25-4D9D-9F96-128EAAF3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3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89497" y="0"/>
                </a:moveTo>
                <a:lnTo>
                  <a:pt x="178994" y="89497"/>
                </a:lnTo>
                <a:lnTo>
                  <a:pt x="89497" y="178994"/>
                </a:lnTo>
                <a:moveTo>
                  <a:pt x="0" y="89497"/>
                </a:moveTo>
                <a:lnTo>
                  <a:pt x="178994" y="89497"/>
                </a:ln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E81313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657A8-7617-479F-A021-35B8E04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94" y="2461622"/>
            <a:ext cx="190910" cy="202883"/>
          </a:xfrm>
          <a:custGeom xmlns:a="http://schemas.openxmlformats.org/drawingml/2006/main">
            <a:pathLst>
              <a:path w="190910" h="202883" fill="none">
                <a:moveTo>
                  <a:pt x="190910" y="101441"/>
                </a:moveTo>
                <a:cubicBezTo>
                  <a:pt x="180480" y="55207"/>
                  <a:pt x="170021" y="40291"/>
                  <a:pt x="154362" y="29089"/>
                </a:cubicBezTo>
                <a:cubicBezTo>
                  <a:pt x="114100" y="0"/>
                  <a:pt x="58150" y="8973"/>
                  <a:pt x="29061" y="48492"/>
                </a:cubicBezTo>
                <a:cubicBezTo>
                  <a:pt x="0" y="88754"/>
                  <a:pt x="8915" y="144704"/>
                  <a:pt x="48463" y="173793"/>
                </a:cubicBezTo>
                <a:cubicBezTo>
                  <a:pt x="88725" y="202883"/>
                  <a:pt x="144675" y="193910"/>
                  <a:pt x="173765" y="15439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748" cap="flat">
            <a:solidFill>
              <a:srgbClr val="E81313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88CC8-1F5C-488B-B439-A8AEB4A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324" y="2473566"/>
            <a:ext cx="89497" cy="89497"/>
          </a:xfrm>
          <a:custGeom xmlns:a="http://schemas.openxmlformats.org/drawingml/2006/main">
            <a:pathLst>
              <a:path w="89497" h="89497">
                <a:moveTo>
                  <a:pt x="89497" y="0"/>
                </a:moveTo>
                <a:lnTo>
                  <a:pt x="89497" y="89497"/>
                </a:lnTo>
                <a:lnTo>
                  <a:pt x="0" y="89497"/>
                </a:lnTo>
              </a:path>
            </a:pathLst>
          </a:custGeom>
          <a:solidFill xmlns:a="http://schemas.openxmlformats.org/drawingml/2006/main">
            <a:srgbClr val="E8131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BBF3B-0EA7-427B-A9B4-86C2D3C8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324" y="2473566"/>
            <a:ext cx="89497" cy="89497"/>
          </a:xfrm>
          <a:custGeom xmlns:a="http://schemas.openxmlformats.org/drawingml/2006/main">
            <a:pathLst>
              <a:path w="89497" h="89497" fill="none">
                <a:moveTo>
                  <a:pt x="89497" y="0"/>
                </a:moveTo>
                <a:lnTo>
                  <a:pt x="89497" y="89497"/>
                </a:lnTo>
                <a:lnTo>
                  <a:pt x="0" y="89497"/>
                </a:lnTo>
                <a:lnTo>
                  <a:pt x="8949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7" cap="flat">
            <a:solidFill>
              <a:srgbClr val="E81313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3188C-6D92-4E60-B5ED-8CBB4B21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698" y="2473566"/>
            <a:ext cx="178994" cy="178994"/>
          </a:xfrm>
          <a:custGeom xmlns:a="http://schemas.openxmlformats.org/drawingml/2006/main">
            <a:pathLst>
              <a:path w="178994" h="178994">
                <a:moveTo>
                  <a:pt x="0" y="89497"/>
                </a:moveTo>
                <a:lnTo>
                  <a:pt x="89497" y="0"/>
                </a:lnTo>
                <a:lnTo>
                  <a:pt x="178994" y="89497"/>
                </a:lnTo>
                <a:lnTo>
                  <a:pt x="161106" y="89497"/>
                </a:lnTo>
                <a:lnTo>
                  <a:pt x="161106" y="178994"/>
                </a:lnTo>
                <a:lnTo>
                  <a:pt x="116357" y="178994"/>
                </a:lnTo>
                <a:lnTo>
                  <a:pt x="116357" y="89497"/>
                </a:lnTo>
                <a:lnTo>
                  <a:pt x="62636" y="89497"/>
                </a:lnTo>
                <a:lnTo>
                  <a:pt x="62636" y="178994"/>
                </a:lnTo>
                <a:lnTo>
                  <a:pt x="17888" y="178994"/>
                </a:lnTo>
                <a:lnTo>
                  <a:pt x="17888" y="89497"/>
                </a:lnTo>
              </a:path>
            </a:pathLst>
          </a:custGeom>
          <a:solidFill xmlns:a="http://schemas.openxmlformats.org/drawingml/2006/main">
            <a:srgbClr val="E8131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1B9C7-4F7B-42BA-9264-F0BA94EC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698" y="2473566"/>
            <a:ext cx="178994" cy="178994"/>
          </a:xfrm>
          <a:custGeom xmlns:a="http://schemas.openxmlformats.org/drawingml/2006/main">
            <a:pathLst>
              <a:path w="178994" h="178994" fill="none">
                <a:moveTo>
                  <a:pt x="0" y="89497"/>
                </a:moveTo>
                <a:lnTo>
                  <a:pt x="89497" y="0"/>
                </a:lnTo>
                <a:lnTo>
                  <a:pt x="178994" y="89497"/>
                </a:lnTo>
                <a:lnTo>
                  <a:pt x="161106" y="89497"/>
                </a:lnTo>
                <a:lnTo>
                  <a:pt x="161106" y="178994"/>
                </a:lnTo>
                <a:lnTo>
                  <a:pt x="116357" y="178994"/>
                </a:lnTo>
                <a:lnTo>
                  <a:pt x="116357" y="89497"/>
                </a:lnTo>
                <a:lnTo>
                  <a:pt x="62636" y="89497"/>
                </a:lnTo>
                <a:lnTo>
                  <a:pt x="62636" y="178994"/>
                </a:lnTo>
                <a:lnTo>
                  <a:pt x="17888" y="178994"/>
                </a:lnTo>
                <a:lnTo>
                  <a:pt x="17888" y="89497"/>
                </a:lnTo>
                <a:lnTo>
                  <a:pt x="0" y="894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E81313"/>
            </a:solidFill>
            <a:miter/>
          </a:ln>
        </p:spPr>
      </p:sp>
      <p:pic>
        <p:nvPicPr>
          <p:cNvPr id="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135b384a94978"/>
          <a:stretch xmlns:a="http://schemas.openxmlformats.org/drawingml/2006/main"/>
        </p:blipFill>
        <p:spPr>
          <a:xfrm xmlns:a="http://schemas.openxmlformats.org/drawingml/2006/main">
            <a:off x="1904238" y="952119"/>
            <a:ext cx="596646" cy="596646"/>
          </a:xfrm>
          <a:prstGeom xmlns:a="http://schemas.openxmlformats.org/drawingml/2006/main" prst="rect">
            <a:avLst/>
          </a:prstGeom>
        </p:spPr>
      </p:pic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d7ccbfa8d43cf"/>
          <a:stretch xmlns:a="http://schemas.openxmlformats.org/drawingml/2006/main"/>
        </p:blipFill>
        <p:spPr>
          <a:xfrm xmlns:a="http://schemas.openxmlformats.org/drawingml/2006/main">
            <a:off x="1904238" y="2145412"/>
            <a:ext cx="596645" cy="596645"/>
          </a:xfrm>
          <a:prstGeom xmlns:a="http://schemas.openxmlformats.org/drawingml/2006/main" prst="rect">
            <a:avLst/>
          </a:prstGeom>
        </p:spPr>
      </p:pic>
      <p:pic>
        <p:nvPicPr>
          <p:cNvPr id="4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07df0aca3487c"/>
          <a:stretch xmlns:a="http://schemas.openxmlformats.org/drawingml/2006/main"/>
        </p:blipFill>
        <p:spPr>
          <a:xfrm xmlns:a="http://schemas.openxmlformats.org/drawingml/2006/main">
            <a:off x="3246692" y="2294572"/>
            <a:ext cx="596646" cy="596646"/>
          </a:xfrm>
          <a:prstGeom xmlns:a="http://schemas.openxmlformats.org/drawingml/2006/main" prst="rect">
            <a:avLst/>
          </a:prstGeom>
        </p:spPr>
      </p:pic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a8354a3634a70"/>
          <a:stretch xmlns:a="http://schemas.openxmlformats.org/drawingml/2006/main"/>
        </p:blipFill>
        <p:spPr>
          <a:xfrm xmlns:a="http://schemas.openxmlformats.org/drawingml/2006/main">
            <a:off x="5484114" y="952119"/>
            <a:ext cx="596646" cy="596646"/>
          </a:xfrm>
          <a:prstGeom xmlns:a="http://schemas.openxmlformats.org/drawingml/2006/main" prst="rect">
            <a:avLst/>
          </a:prstGeom>
        </p:spPr>
      </p:pic>
      <p:pic>
        <p:nvPicPr>
          <p:cNvPr id="4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08d661ecc4314"/>
          <a:stretch xmlns:a="http://schemas.openxmlformats.org/drawingml/2006/main"/>
        </p:blipFill>
        <p:spPr>
          <a:xfrm xmlns:a="http://schemas.openxmlformats.org/drawingml/2006/main">
            <a:off x="5334953" y="2294572"/>
            <a:ext cx="596646" cy="596646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8019D-468F-44F9-A8C7-4A6E52C1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52480"/>
            <a:ext cx="3430715" cy="713003"/>
          </a:xfrm>
          <a:custGeom xmlns:a="http://schemas.openxmlformats.org/drawingml/2006/main">
            <a:pathLst>
              <a:path w="3430715" h="713003" fill="none">
                <a:moveTo>
                  <a:pt x="3430715" y="713003"/>
                </a:moveTo>
                <a:lnTo>
                  <a:pt x="3430715" y="190195"/>
                </a:lnTo>
                <a:cubicBezTo>
                  <a:pt x="3430715" y="145447"/>
                  <a:pt x="3385966" y="145447"/>
                  <a:pt x="3385966" y="145447"/>
                </a:cubicBezTo>
                <a:lnTo>
                  <a:pt x="44748" y="145447"/>
                </a:lnTo>
                <a:cubicBezTo>
                  <a:pt x="0" y="145447"/>
                  <a:pt x="0" y="100698"/>
                  <a:pt x="0" y="100698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E4F89-19B2-4AA6-8504-0C86EE6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326" y="2269198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8F013-7846-487C-94F5-F562ED7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326" y="2269198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  <a:lnTo>
                  <a:pt x="55950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B7296-A54F-44E0-86B9-5345F3F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48765"/>
            <a:ext cx="10" cy="3715"/>
          </a:xfrm>
          <a:custGeom xmlns:a="http://schemas.openxmlformats.org/drawingml/2006/main">
            <a:pathLst>
              <a:path w="1" h="3715" fill="none">
                <a:moveTo>
                  <a:pt x="0" y="37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E250B-2FC9-4B64-8E8D-0180E44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52480"/>
            <a:ext cx="1342454" cy="713003"/>
          </a:xfrm>
          <a:custGeom xmlns:a="http://schemas.openxmlformats.org/drawingml/2006/main">
            <a:pathLst>
              <a:path w="1342454" h="713003" fill="none">
                <a:moveTo>
                  <a:pt x="1342454" y="713003"/>
                </a:moveTo>
                <a:lnTo>
                  <a:pt x="1342454" y="190195"/>
                </a:lnTo>
                <a:cubicBezTo>
                  <a:pt x="1342454" y="145447"/>
                  <a:pt x="1297705" y="145447"/>
                  <a:pt x="1297705" y="145447"/>
                </a:cubicBezTo>
                <a:lnTo>
                  <a:pt x="44748" y="145447"/>
                </a:lnTo>
                <a:cubicBezTo>
                  <a:pt x="0" y="145447"/>
                  <a:pt x="0" y="100698"/>
                  <a:pt x="0" y="100698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468F9-6B1B-491C-8CB4-B863303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65" y="2269198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FB415-5ABD-445C-AF84-6830E96A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65" y="2269198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  <a:lnTo>
                  <a:pt x="55950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970DB-76CB-433E-A39E-3AD08D6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48765"/>
            <a:ext cx="10" cy="3715"/>
          </a:xfrm>
          <a:custGeom xmlns:a="http://schemas.openxmlformats.org/drawingml/2006/main">
            <a:pathLst>
              <a:path w="1" h="3715" fill="none">
                <a:moveTo>
                  <a:pt x="0" y="37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FE956-D76A-4649-800D-66F22361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791" y="1623346"/>
            <a:ext cx="149161" cy="149162"/>
          </a:xfrm>
          <a:custGeom xmlns:a="http://schemas.openxmlformats.org/drawingml/2006/main">
            <a:pathLst>
              <a:path w="149161" h="149162">
                <a:moveTo>
                  <a:pt x="74581" y="0"/>
                </a:moveTo>
                <a:cubicBezTo>
                  <a:pt x="149161" y="0"/>
                  <a:pt x="149161" y="74581"/>
                  <a:pt x="149161" y="74581"/>
                </a:cubicBezTo>
                <a:cubicBezTo>
                  <a:pt x="149161" y="149162"/>
                  <a:pt x="74581" y="149162"/>
                  <a:pt x="74581" y="149162"/>
                </a:cubicBezTo>
                <a:cubicBezTo>
                  <a:pt x="0" y="149162"/>
                  <a:pt x="0" y="74581"/>
                  <a:pt x="0" y="74581"/>
                </a:cubicBezTo>
                <a:cubicBezTo>
                  <a:pt x="0" y="0"/>
                  <a:pt x="74581" y="0"/>
                  <a:pt x="7458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0B362-27B0-45FE-A494-B362BEDA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791" y="1623346"/>
            <a:ext cx="149161" cy="149162"/>
          </a:xfrm>
          <a:custGeom xmlns:a="http://schemas.openxmlformats.org/drawingml/2006/main">
            <a:pathLst>
              <a:path w="149161" h="149162" fill="none">
                <a:moveTo>
                  <a:pt x="74581" y="0"/>
                </a:moveTo>
                <a:cubicBezTo>
                  <a:pt x="149161" y="0"/>
                  <a:pt x="149161" y="74581"/>
                  <a:pt x="149161" y="74581"/>
                </a:cubicBezTo>
                <a:cubicBezTo>
                  <a:pt x="149161" y="149162"/>
                  <a:pt x="74581" y="149162"/>
                  <a:pt x="74581" y="149162"/>
                </a:cubicBezTo>
                <a:cubicBezTo>
                  <a:pt x="0" y="149162"/>
                  <a:pt x="0" y="74581"/>
                  <a:pt x="0" y="74581"/>
                </a:cubicBezTo>
                <a:cubicBezTo>
                  <a:pt x="0" y="0"/>
                  <a:pt x="74581" y="0"/>
                  <a:pt x="745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9D115-30F2-4C24-B684-EC21259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76" y="1502473"/>
            <a:ext cx="62522" cy="74838"/>
          </a:xfrm>
          <a:custGeom xmlns:a="http://schemas.openxmlformats.org/drawingml/2006/main">
            <a:pathLst>
              <a:path w="62522" h="74838">
                <a:moveTo>
                  <a:pt x="32947" y="74838"/>
                </a:moveTo>
                <a:cubicBezTo>
                  <a:pt x="13259" y="74838"/>
                  <a:pt x="0" y="59893"/>
                  <a:pt x="0" y="37548"/>
                </a:cubicBezTo>
                <a:cubicBezTo>
                  <a:pt x="0" y="14888"/>
                  <a:pt x="13259" y="0"/>
                  <a:pt x="32947" y="0"/>
                </a:cubicBezTo>
                <a:cubicBezTo>
                  <a:pt x="46920" y="0"/>
                  <a:pt x="58322" y="7401"/>
                  <a:pt x="62265" y="20003"/>
                </a:cubicBezTo>
                <a:lnTo>
                  <a:pt x="51064" y="23174"/>
                </a:lnTo>
                <a:cubicBezTo>
                  <a:pt x="48920" y="15745"/>
                  <a:pt x="42462" y="10430"/>
                  <a:pt x="32947" y="10430"/>
                </a:cubicBezTo>
                <a:cubicBezTo>
                  <a:pt x="18517" y="10430"/>
                  <a:pt x="11830" y="23117"/>
                  <a:pt x="11830" y="37548"/>
                </a:cubicBezTo>
                <a:cubicBezTo>
                  <a:pt x="11830" y="51806"/>
                  <a:pt x="18517" y="64408"/>
                  <a:pt x="32947" y="64408"/>
                </a:cubicBezTo>
                <a:cubicBezTo>
                  <a:pt x="42662" y="64408"/>
                  <a:pt x="49263" y="58922"/>
                  <a:pt x="51378" y="51092"/>
                </a:cubicBezTo>
                <a:lnTo>
                  <a:pt x="62522" y="54264"/>
                </a:lnTo>
                <a:cubicBezTo>
                  <a:pt x="58636" y="67151"/>
                  <a:pt x="47120" y="74838"/>
                  <a:pt x="32947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1BE26-1C8C-4521-B7F1-3357FD0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900" y="1502473"/>
            <a:ext cx="66037" cy="74838"/>
          </a:xfrm>
          <a:custGeom xmlns:a="http://schemas.openxmlformats.org/drawingml/2006/main">
            <a:pathLst>
              <a:path w="66037" h="74838">
                <a:moveTo>
                  <a:pt x="32947" y="74838"/>
                </a:moveTo>
                <a:cubicBezTo>
                  <a:pt x="13287" y="74838"/>
                  <a:pt x="0" y="59893"/>
                  <a:pt x="0" y="37548"/>
                </a:cubicBezTo>
                <a:cubicBezTo>
                  <a:pt x="0" y="14888"/>
                  <a:pt x="13287" y="0"/>
                  <a:pt x="32947" y="0"/>
                </a:cubicBezTo>
                <a:cubicBezTo>
                  <a:pt x="52692" y="0"/>
                  <a:pt x="66037" y="14888"/>
                  <a:pt x="66037" y="37548"/>
                </a:cubicBezTo>
                <a:cubicBezTo>
                  <a:pt x="66037" y="59893"/>
                  <a:pt x="52692" y="74838"/>
                  <a:pt x="32947" y="74838"/>
                </a:cubicBezTo>
                <a:close/>
                <a:moveTo>
                  <a:pt x="32947" y="64408"/>
                </a:moveTo>
                <a:cubicBezTo>
                  <a:pt x="47606" y="64408"/>
                  <a:pt x="54264" y="51806"/>
                  <a:pt x="54264" y="37548"/>
                </a:cubicBezTo>
                <a:cubicBezTo>
                  <a:pt x="54264" y="23174"/>
                  <a:pt x="47606" y="10430"/>
                  <a:pt x="32947" y="10430"/>
                </a:cubicBezTo>
                <a:cubicBezTo>
                  <a:pt x="18517" y="10430"/>
                  <a:pt x="11859" y="23117"/>
                  <a:pt x="11859" y="37548"/>
                </a:cubicBezTo>
                <a:cubicBezTo>
                  <a:pt x="11859" y="51806"/>
                  <a:pt x="18517" y="64408"/>
                  <a:pt x="32947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DFBF8-76E4-41FF-80BA-7E809A4C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1502473"/>
            <a:ext cx="57864" cy="73295"/>
          </a:xfrm>
          <a:custGeom xmlns:a="http://schemas.openxmlformats.org/drawingml/2006/main">
            <a:pathLst>
              <a:path w="57864" h="73295">
                <a:moveTo>
                  <a:pt x="11630" y="29918"/>
                </a:moveTo>
                <a:lnTo>
                  <a:pt x="11630" y="73295"/>
                </a:lnTo>
                <a:lnTo>
                  <a:pt x="0" y="73295"/>
                </a:lnTo>
                <a:lnTo>
                  <a:pt x="0" y="914"/>
                </a:lnTo>
                <a:lnTo>
                  <a:pt x="11173" y="914"/>
                </a:lnTo>
                <a:lnTo>
                  <a:pt x="11259" y="14316"/>
                </a:lnTo>
                <a:cubicBezTo>
                  <a:pt x="15916" y="4086"/>
                  <a:pt x="23689" y="0"/>
                  <a:pt x="33404" y="0"/>
                </a:cubicBezTo>
                <a:cubicBezTo>
                  <a:pt x="48006" y="0"/>
                  <a:pt x="57864" y="9001"/>
                  <a:pt x="57864" y="27318"/>
                </a:cubicBezTo>
                <a:lnTo>
                  <a:pt x="57864" y="50321"/>
                </a:lnTo>
                <a:lnTo>
                  <a:pt x="57864" y="73295"/>
                </a:lnTo>
                <a:lnTo>
                  <a:pt x="46206" y="73295"/>
                </a:lnTo>
                <a:lnTo>
                  <a:pt x="46206" y="50778"/>
                </a:lnTo>
                <a:lnTo>
                  <a:pt x="46206" y="28289"/>
                </a:lnTo>
                <a:cubicBezTo>
                  <a:pt x="46206" y="17145"/>
                  <a:pt x="40005" y="10487"/>
                  <a:pt x="29889" y="10487"/>
                </a:cubicBezTo>
                <a:cubicBezTo>
                  <a:pt x="19488" y="10487"/>
                  <a:pt x="11630" y="17545"/>
                  <a:pt x="11630" y="29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45963-1782-431B-9366-E7070AC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90" y="1474784"/>
            <a:ext cx="45720" cy="100984"/>
          </a:xfrm>
          <a:custGeom xmlns:a="http://schemas.openxmlformats.org/drawingml/2006/main">
            <a:pathLst>
              <a:path w="45720" h="100984">
                <a:moveTo>
                  <a:pt x="42605" y="28604"/>
                </a:moveTo>
                <a:lnTo>
                  <a:pt x="42605" y="38576"/>
                </a:lnTo>
                <a:lnTo>
                  <a:pt x="25889" y="38576"/>
                </a:lnTo>
                <a:lnTo>
                  <a:pt x="25889" y="100984"/>
                </a:lnTo>
                <a:lnTo>
                  <a:pt x="14259" y="100984"/>
                </a:lnTo>
                <a:lnTo>
                  <a:pt x="14259" y="69780"/>
                </a:lnTo>
                <a:lnTo>
                  <a:pt x="14259" y="38576"/>
                </a:lnTo>
                <a:lnTo>
                  <a:pt x="0" y="38576"/>
                </a:lnTo>
                <a:lnTo>
                  <a:pt x="0" y="33576"/>
                </a:lnTo>
                <a:lnTo>
                  <a:pt x="0" y="28604"/>
                </a:lnTo>
                <a:lnTo>
                  <a:pt x="14259" y="28604"/>
                </a:lnTo>
                <a:lnTo>
                  <a:pt x="14259" y="23832"/>
                </a:lnTo>
                <a:lnTo>
                  <a:pt x="14259" y="18974"/>
                </a:lnTo>
                <a:cubicBezTo>
                  <a:pt x="14259" y="6401"/>
                  <a:pt x="24289" y="0"/>
                  <a:pt x="34833" y="0"/>
                </a:cubicBezTo>
                <a:cubicBezTo>
                  <a:pt x="40319" y="0"/>
                  <a:pt x="43948" y="1172"/>
                  <a:pt x="45720" y="1943"/>
                </a:cubicBezTo>
                <a:lnTo>
                  <a:pt x="42462" y="11887"/>
                </a:lnTo>
                <a:cubicBezTo>
                  <a:pt x="41234" y="11516"/>
                  <a:pt x="39433" y="10801"/>
                  <a:pt x="36205" y="10801"/>
                </a:cubicBezTo>
                <a:cubicBezTo>
                  <a:pt x="29004" y="10801"/>
                  <a:pt x="25889" y="14545"/>
                  <a:pt x="25889" y="21546"/>
                </a:cubicBezTo>
                <a:lnTo>
                  <a:pt x="25889" y="25117"/>
                </a:lnTo>
                <a:lnTo>
                  <a:pt x="25889" y="28604"/>
                </a:lnTo>
                <a:lnTo>
                  <a:pt x="42605" y="286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4710A-338B-491F-A0C0-AFF53E5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097" y="1476127"/>
            <a:ext cx="16259" cy="99641"/>
          </a:xfrm>
          <a:custGeom xmlns:a="http://schemas.openxmlformats.org/drawingml/2006/main">
            <a:pathLst>
              <a:path w="16259" h="99641">
                <a:moveTo>
                  <a:pt x="2200" y="99641"/>
                </a:moveTo>
                <a:lnTo>
                  <a:pt x="2200" y="27261"/>
                </a:lnTo>
                <a:lnTo>
                  <a:pt x="13859" y="27261"/>
                </a:lnTo>
                <a:lnTo>
                  <a:pt x="13859" y="99641"/>
                </a:lnTo>
                <a:lnTo>
                  <a:pt x="2200" y="99641"/>
                </a:lnTo>
                <a:close/>
                <a:moveTo>
                  <a:pt x="8087" y="15402"/>
                </a:moveTo>
                <a:cubicBezTo>
                  <a:pt x="3686" y="15402"/>
                  <a:pt x="0" y="11973"/>
                  <a:pt x="0" y="7715"/>
                </a:cubicBezTo>
                <a:cubicBezTo>
                  <a:pt x="0" y="3429"/>
                  <a:pt x="3686" y="0"/>
                  <a:pt x="8087" y="0"/>
                </a:cubicBezTo>
                <a:cubicBezTo>
                  <a:pt x="12573" y="0"/>
                  <a:pt x="16259" y="3429"/>
                  <a:pt x="16259" y="7715"/>
                </a:cubicBezTo>
                <a:cubicBezTo>
                  <a:pt x="16259" y="11973"/>
                  <a:pt x="12573" y="15402"/>
                  <a:pt x="8087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E530A-04BF-47BE-8A41-BD99B3C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901" y="1502473"/>
            <a:ext cx="64351" cy="101898"/>
          </a:xfrm>
          <a:custGeom xmlns:a="http://schemas.openxmlformats.org/drawingml/2006/main">
            <a:pathLst>
              <a:path w="64351" h="101898">
                <a:moveTo>
                  <a:pt x="32833" y="101898"/>
                </a:moveTo>
                <a:cubicBezTo>
                  <a:pt x="16774" y="101898"/>
                  <a:pt x="7515" y="95098"/>
                  <a:pt x="3058" y="87154"/>
                </a:cubicBezTo>
                <a:lnTo>
                  <a:pt x="12487" y="81067"/>
                </a:lnTo>
                <a:cubicBezTo>
                  <a:pt x="15545" y="85268"/>
                  <a:pt x="20088" y="91754"/>
                  <a:pt x="32833" y="91754"/>
                </a:cubicBezTo>
                <a:cubicBezTo>
                  <a:pt x="44348" y="91754"/>
                  <a:pt x="52721" y="86439"/>
                  <a:pt x="52721" y="74524"/>
                </a:cubicBezTo>
                <a:lnTo>
                  <a:pt x="52721" y="67266"/>
                </a:lnTo>
                <a:lnTo>
                  <a:pt x="52721" y="60008"/>
                </a:lnTo>
                <a:lnTo>
                  <a:pt x="51606" y="60008"/>
                </a:lnTo>
                <a:cubicBezTo>
                  <a:pt x="49149" y="64151"/>
                  <a:pt x="44548" y="72123"/>
                  <a:pt x="30575" y="72123"/>
                </a:cubicBezTo>
                <a:cubicBezTo>
                  <a:pt x="13202" y="72123"/>
                  <a:pt x="0" y="59493"/>
                  <a:pt x="0" y="36776"/>
                </a:cubicBezTo>
                <a:cubicBezTo>
                  <a:pt x="0" y="14373"/>
                  <a:pt x="12773" y="0"/>
                  <a:pt x="30832" y="0"/>
                </a:cubicBezTo>
                <a:cubicBezTo>
                  <a:pt x="44806" y="0"/>
                  <a:pt x="49463" y="8630"/>
                  <a:pt x="51921" y="12516"/>
                </a:cubicBezTo>
                <a:lnTo>
                  <a:pt x="53035" y="12516"/>
                </a:lnTo>
                <a:lnTo>
                  <a:pt x="53035" y="6744"/>
                </a:lnTo>
                <a:lnTo>
                  <a:pt x="53035" y="914"/>
                </a:lnTo>
                <a:lnTo>
                  <a:pt x="64351" y="914"/>
                </a:lnTo>
                <a:lnTo>
                  <a:pt x="64351" y="38033"/>
                </a:lnTo>
                <a:lnTo>
                  <a:pt x="64351" y="75181"/>
                </a:lnTo>
                <a:cubicBezTo>
                  <a:pt x="64351" y="93869"/>
                  <a:pt x="50435" y="101898"/>
                  <a:pt x="32833" y="101898"/>
                </a:cubicBezTo>
                <a:close/>
                <a:moveTo>
                  <a:pt x="32490" y="61751"/>
                </a:moveTo>
                <a:cubicBezTo>
                  <a:pt x="45663" y="61751"/>
                  <a:pt x="52835" y="52321"/>
                  <a:pt x="52835" y="36519"/>
                </a:cubicBezTo>
                <a:cubicBezTo>
                  <a:pt x="52835" y="21174"/>
                  <a:pt x="45834" y="10430"/>
                  <a:pt x="32490" y="10430"/>
                </a:cubicBezTo>
                <a:cubicBezTo>
                  <a:pt x="18717" y="10430"/>
                  <a:pt x="11859" y="22088"/>
                  <a:pt x="11859" y="36519"/>
                </a:cubicBezTo>
                <a:cubicBezTo>
                  <a:pt x="11859" y="51406"/>
                  <a:pt x="18917" y="61751"/>
                  <a:pt x="32490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01A18-AA81-4EEF-AFF6-77CBFE82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12" y="1503388"/>
            <a:ext cx="57950" cy="73295"/>
          </a:xfrm>
          <a:custGeom xmlns:a="http://schemas.openxmlformats.org/drawingml/2006/main">
            <a:pathLst>
              <a:path w="57950" h="73295">
                <a:moveTo>
                  <a:pt x="24546" y="73295"/>
                </a:moveTo>
                <a:cubicBezTo>
                  <a:pt x="9916" y="73295"/>
                  <a:pt x="0" y="64294"/>
                  <a:pt x="0" y="45949"/>
                </a:cubicBezTo>
                <a:lnTo>
                  <a:pt x="0" y="22974"/>
                </a:lnTo>
                <a:lnTo>
                  <a:pt x="0" y="0"/>
                </a:lnTo>
                <a:lnTo>
                  <a:pt x="11659" y="0"/>
                </a:lnTo>
                <a:lnTo>
                  <a:pt x="11659" y="22489"/>
                </a:lnTo>
                <a:lnTo>
                  <a:pt x="11659" y="44977"/>
                </a:lnTo>
                <a:cubicBezTo>
                  <a:pt x="11659" y="56121"/>
                  <a:pt x="17945" y="62779"/>
                  <a:pt x="28032" y="62779"/>
                </a:cubicBezTo>
                <a:cubicBezTo>
                  <a:pt x="38405" y="62779"/>
                  <a:pt x="46234" y="55721"/>
                  <a:pt x="46234" y="43377"/>
                </a:cubicBezTo>
                <a:lnTo>
                  <a:pt x="46234" y="21688"/>
                </a:lnTo>
                <a:lnTo>
                  <a:pt x="46234" y="0"/>
                </a:lnTo>
                <a:lnTo>
                  <a:pt x="57950" y="0"/>
                </a:lnTo>
                <a:lnTo>
                  <a:pt x="57950" y="36205"/>
                </a:lnTo>
                <a:lnTo>
                  <a:pt x="57950" y="72380"/>
                </a:lnTo>
                <a:lnTo>
                  <a:pt x="46692" y="72380"/>
                </a:lnTo>
                <a:lnTo>
                  <a:pt x="46692" y="65608"/>
                </a:lnTo>
                <a:lnTo>
                  <a:pt x="46692" y="58836"/>
                </a:lnTo>
                <a:cubicBezTo>
                  <a:pt x="41948" y="69409"/>
                  <a:pt x="34061" y="73295"/>
                  <a:pt x="24546" y="732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6C991-97FD-4849-B3B8-88FD1492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121" y="1502359"/>
            <a:ext cx="36690" cy="73409"/>
          </a:xfrm>
          <a:custGeom xmlns:a="http://schemas.openxmlformats.org/drawingml/2006/main">
            <a:pathLst>
              <a:path w="36690" h="73409">
                <a:moveTo>
                  <a:pt x="0" y="73409"/>
                </a:moveTo>
                <a:lnTo>
                  <a:pt x="0" y="1029"/>
                </a:lnTo>
                <a:lnTo>
                  <a:pt x="11259" y="1029"/>
                </a:lnTo>
                <a:lnTo>
                  <a:pt x="11259" y="12173"/>
                </a:lnTo>
                <a:lnTo>
                  <a:pt x="12030" y="12173"/>
                </a:lnTo>
                <a:cubicBezTo>
                  <a:pt x="14688" y="4858"/>
                  <a:pt x="22203" y="0"/>
                  <a:pt x="30804" y="0"/>
                </a:cubicBezTo>
                <a:cubicBezTo>
                  <a:pt x="32490" y="0"/>
                  <a:pt x="35319" y="114"/>
                  <a:pt x="36690" y="171"/>
                </a:cubicBezTo>
                <a:lnTo>
                  <a:pt x="36690" y="6086"/>
                </a:lnTo>
                <a:lnTo>
                  <a:pt x="36690" y="11916"/>
                </a:lnTo>
                <a:cubicBezTo>
                  <a:pt x="35976" y="11773"/>
                  <a:pt x="32804" y="11259"/>
                  <a:pt x="29718" y="11259"/>
                </a:cubicBezTo>
                <a:cubicBezTo>
                  <a:pt x="19288" y="11259"/>
                  <a:pt x="11659" y="18317"/>
                  <a:pt x="11659" y="28089"/>
                </a:cubicBezTo>
                <a:lnTo>
                  <a:pt x="11659" y="50749"/>
                </a:lnTo>
                <a:lnTo>
                  <a:pt x="11659" y="73409"/>
                </a:lnTo>
                <a:lnTo>
                  <a:pt x="0" y="73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70018-E7D4-4D93-8E40-5908AF5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27" y="1502473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90"/>
                </a:cubicBezTo>
                <a:cubicBezTo>
                  <a:pt x="0" y="15488"/>
                  <a:pt x="12802" y="0"/>
                  <a:pt x="32547" y="0"/>
                </a:cubicBezTo>
                <a:cubicBezTo>
                  <a:pt x="47920" y="0"/>
                  <a:pt x="64094" y="9458"/>
                  <a:pt x="64094" y="36205"/>
                </a:cubicBezTo>
                <a:lnTo>
                  <a:pt x="64094" y="38633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73" y="56207"/>
                  <a:pt x="21174" y="64494"/>
                  <a:pt x="33976" y="64494"/>
                </a:cubicBezTo>
                <a:cubicBezTo>
                  <a:pt x="42520" y="64494"/>
                  <a:pt x="48949" y="60722"/>
                  <a:pt x="51664" y="53350"/>
                </a:cubicBezTo>
                <a:lnTo>
                  <a:pt x="62922" y="56464"/>
                </a:lnTo>
                <a:cubicBezTo>
                  <a:pt x="59550" y="67408"/>
                  <a:pt x="48749" y="74838"/>
                  <a:pt x="33919" y="74838"/>
                </a:cubicBezTo>
                <a:close/>
                <a:moveTo>
                  <a:pt x="11830" y="31204"/>
                </a:moveTo>
                <a:lnTo>
                  <a:pt x="52235" y="31204"/>
                </a:lnTo>
                <a:cubicBezTo>
                  <a:pt x="51149" y="18917"/>
                  <a:pt x="44463" y="10373"/>
                  <a:pt x="32547" y="10373"/>
                </a:cubicBezTo>
                <a:cubicBezTo>
                  <a:pt x="20145" y="10373"/>
                  <a:pt x="12544" y="20145"/>
                  <a:pt x="11830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01C22-F4D4-4773-B2DC-4277CC2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879" y="1502473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600" y="68237"/>
                  <a:pt x="0" y="55750"/>
                </a:cubicBezTo>
                <a:lnTo>
                  <a:pt x="11087" y="53092"/>
                </a:lnTo>
                <a:cubicBezTo>
                  <a:pt x="13145" y="61065"/>
                  <a:pt x="19031" y="64608"/>
                  <a:pt x="27718" y="64608"/>
                </a:cubicBezTo>
                <a:cubicBezTo>
                  <a:pt x="37805" y="64608"/>
                  <a:pt x="44291" y="59636"/>
                  <a:pt x="44291" y="53664"/>
                </a:cubicBezTo>
                <a:cubicBezTo>
                  <a:pt x="44291" y="48692"/>
                  <a:pt x="40777" y="45377"/>
                  <a:pt x="33661" y="43691"/>
                </a:cubicBezTo>
                <a:lnTo>
                  <a:pt x="21631" y="40862"/>
                </a:lnTo>
                <a:cubicBezTo>
                  <a:pt x="8487" y="37748"/>
                  <a:pt x="2200" y="31290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21" y="7258"/>
                  <a:pt x="55035" y="17431"/>
                </a:cubicBezTo>
                <a:lnTo>
                  <a:pt x="44463" y="20145"/>
                </a:lnTo>
                <a:cubicBezTo>
                  <a:pt x="42462" y="14973"/>
                  <a:pt x="38376" y="9916"/>
                  <a:pt x="29061" y="9916"/>
                </a:cubicBezTo>
                <a:cubicBezTo>
                  <a:pt x="20460" y="9916"/>
                  <a:pt x="13973" y="14373"/>
                  <a:pt x="13973" y="20403"/>
                </a:cubicBezTo>
                <a:cubicBezTo>
                  <a:pt x="13973" y="25775"/>
                  <a:pt x="17659" y="28746"/>
                  <a:pt x="26146" y="30747"/>
                </a:cubicBezTo>
                <a:lnTo>
                  <a:pt x="37090" y="33347"/>
                </a:lnTo>
                <a:cubicBezTo>
                  <a:pt x="50235" y="36462"/>
                  <a:pt x="56378" y="42977"/>
                  <a:pt x="56378" y="52892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6BA91-FFF6-4313-934A-CBF034B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692" y="1503388"/>
            <a:ext cx="67523" cy="72380"/>
          </a:xfrm>
          <a:custGeom xmlns:a="http://schemas.openxmlformats.org/drawingml/2006/main">
            <a:pathLst>
              <a:path w="67523" h="72380">
                <a:moveTo>
                  <a:pt x="27632" y="72380"/>
                </a:moveTo>
                <a:lnTo>
                  <a:pt x="0" y="0"/>
                </a:lnTo>
                <a:lnTo>
                  <a:pt x="12744" y="0"/>
                </a:lnTo>
                <a:cubicBezTo>
                  <a:pt x="19688" y="20317"/>
                  <a:pt x="28032" y="40119"/>
                  <a:pt x="33804" y="61551"/>
                </a:cubicBezTo>
                <a:cubicBezTo>
                  <a:pt x="39433" y="40119"/>
                  <a:pt x="47835" y="20317"/>
                  <a:pt x="54778" y="0"/>
                </a:cubicBezTo>
                <a:lnTo>
                  <a:pt x="67523" y="0"/>
                </a:lnTo>
                <a:lnTo>
                  <a:pt x="39891" y="72380"/>
                </a:lnTo>
                <a:lnTo>
                  <a:pt x="27632" y="723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965B6-EEEC-4E22-A64B-CF187BD2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731" y="1476127"/>
            <a:ext cx="16259" cy="99641"/>
          </a:xfrm>
          <a:custGeom xmlns:a="http://schemas.openxmlformats.org/drawingml/2006/main">
            <a:pathLst>
              <a:path w="16259" h="99641">
                <a:moveTo>
                  <a:pt x="2200" y="99641"/>
                </a:moveTo>
                <a:lnTo>
                  <a:pt x="2200" y="27261"/>
                </a:lnTo>
                <a:lnTo>
                  <a:pt x="13859" y="27261"/>
                </a:lnTo>
                <a:lnTo>
                  <a:pt x="13859" y="99641"/>
                </a:lnTo>
                <a:lnTo>
                  <a:pt x="2200" y="99641"/>
                </a:lnTo>
                <a:close/>
                <a:moveTo>
                  <a:pt x="8087" y="15402"/>
                </a:moveTo>
                <a:cubicBezTo>
                  <a:pt x="3686" y="15402"/>
                  <a:pt x="0" y="11973"/>
                  <a:pt x="0" y="7715"/>
                </a:cubicBezTo>
                <a:cubicBezTo>
                  <a:pt x="0" y="3429"/>
                  <a:pt x="3686" y="0"/>
                  <a:pt x="8087" y="0"/>
                </a:cubicBezTo>
                <a:cubicBezTo>
                  <a:pt x="12573" y="0"/>
                  <a:pt x="16259" y="3429"/>
                  <a:pt x="16259" y="7715"/>
                </a:cubicBezTo>
                <a:cubicBezTo>
                  <a:pt x="16259" y="11973"/>
                  <a:pt x="12573" y="15402"/>
                  <a:pt x="8087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F8F3B-2E62-4487-B787-CAC3AEF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649" y="1502473"/>
            <a:ext cx="58379" cy="74981"/>
          </a:xfrm>
          <a:custGeom xmlns:a="http://schemas.openxmlformats.org/drawingml/2006/main">
            <a:pathLst>
              <a:path w="58379" h="74981">
                <a:moveTo>
                  <a:pt x="24660" y="74981"/>
                </a:moveTo>
                <a:cubicBezTo>
                  <a:pt x="10944" y="74981"/>
                  <a:pt x="0" y="66951"/>
                  <a:pt x="0" y="52692"/>
                </a:cubicBezTo>
                <a:cubicBezTo>
                  <a:pt x="0" y="36147"/>
                  <a:pt x="14773" y="33090"/>
                  <a:pt x="28146" y="31404"/>
                </a:cubicBezTo>
                <a:cubicBezTo>
                  <a:pt x="41234" y="29661"/>
                  <a:pt x="46749" y="30375"/>
                  <a:pt x="46749" y="24403"/>
                </a:cubicBezTo>
                <a:cubicBezTo>
                  <a:pt x="46749" y="15430"/>
                  <a:pt x="41605" y="10230"/>
                  <a:pt x="31575" y="10230"/>
                </a:cubicBezTo>
                <a:cubicBezTo>
                  <a:pt x="21174" y="10230"/>
                  <a:pt x="15516" y="15802"/>
                  <a:pt x="13259" y="20860"/>
                </a:cubicBezTo>
                <a:lnTo>
                  <a:pt x="2057" y="17145"/>
                </a:lnTo>
                <a:cubicBezTo>
                  <a:pt x="7630" y="4029"/>
                  <a:pt x="20060" y="0"/>
                  <a:pt x="31261" y="0"/>
                </a:cubicBezTo>
                <a:cubicBezTo>
                  <a:pt x="40977" y="0"/>
                  <a:pt x="58379" y="2972"/>
                  <a:pt x="58379" y="25575"/>
                </a:cubicBezTo>
                <a:lnTo>
                  <a:pt x="58379" y="49435"/>
                </a:lnTo>
                <a:lnTo>
                  <a:pt x="58379" y="73295"/>
                </a:lnTo>
                <a:lnTo>
                  <a:pt x="46920" y="73295"/>
                </a:lnTo>
                <a:lnTo>
                  <a:pt x="46920" y="68380"/>
                </a:lnTo>
                <a:lnTo>
                  <a:pt x="46920" y="63437"/>
                </a:lnTo>
                <a:lnTo>
                  <a:pt x="46149" y="63437"/>
                </a:lnTo>
                <a:cubicBezTo>
                  <a:pt x="43691" y="68551"/>
                  <a:pt x="36890" y="74981"/>
                  <a:pt x="24660" y="74981"/>
                </a:cubicBezTo>
                <a:close/>
                <a:moveTo>
                  <a:pt x="26660" y="64665"/>
                </a:moveTo>
                <a:cubicBezTo>
                  <a:pt x="39548" y="64665"/>
                  <a:pt x="46749" y="56007"/>
                  <a:pt x="46749" y="47149"/>
                </a:cubicBezTo>
                <a:lnTo>
                  <a:pt x="46749" y="42120"/>
                </a:lnTo>
                <a:lnTo>
                  <a:pt x="46749" y="37119"/>
                </a:lnTo>
                <a:cubicBezTo>
                  <a:pt x="44806" y="39376"/>
                  <a:pt x="32118" y="40662"/>
                  <a:pt x="27632" y="41234"/>
                </a:cubicBezTo>
                <a:cubicBezTo>
                  <a:pt x="19145" y="42348"/>
                  <a:pt x="11716" y="45063"/>
                  <a:pt x="11716" y="53292"/>
                </a:cubicBezTo>
                <a:cubicBezTo>
                  <a:pt x="11716" y="60779"/>
                  <a:pt x="18002" y="64665"/>
                  <a:pt x="26660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B6BD6-9C93-4A0D-AA35-137CA5A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720" y="1503388"/>
            <a:ext cx="99441" cy="72380"/>
          </a:xfrm>
          <a:custGeom xmlns:a="http://schemas.openxmlformats.org/drawingml/2006/main">
            <a:pathLst>
              <a:path w="99441" h="72380">
                <a:moveTo>
                  <a:pt x="21946" y="72380"/>
                </a:moveTo>
                <a:lnTo>
                  <a:pt x="0" y="0"/>
                </a:lnTo>
                <a:lnTo>
                  <a:pt x="12373" y="0"/>
                </a:lnTo>
                <a:cubicBezTo>
                  <a:pt x="18117" y="21288"/>
                  <a:pt x="23060" y="36233"/>
                  <a:pt x="28118" y="59865"/>
                </a:cubicBezTo>
                <a:cubicBezTo>
                  <a:pt x="32976" y="37033"/>
                  <a:pt x="38090" y="20974"/>
                  <a:pt x="43634" y="0"/>
                </a:cubicBezTo>
                <a:lnTo>
                  <a:pt x="56064" y="0"/>
                </a:lnTo>
                <a:cubicBezTo>
                  <a:pt x="61579" y="21031"/>
                  <a:pt x="66494" y="36519"/>
                  <a:pt x="71295" y="59693"/>
                </a:cubicBezTo>
                <a:cubicBezTo>
                  <a:pt x="76267" y="36776"/>
                  <a:pt x="81439" y="20974"/>
                  <a:pt x="87068" y="0"/>
                </a:cubicBezTo>
                <a:lnTo>
                  <a:pt x="99441" y="0"/>
                </a:lnTo>
                <a:lnTo>
                  <a:pt x="77495" y="72380"/>
                </a:lnTo>
                <a:lnTo>
                  <a:pt x="65923" y="72380"/>
                </a:lnTo>
                <a:cubicBezTo>
                  <a:pt x="60350" y="52492"/>
                  <a:pt x="54521" y="34176"/>
                  <a:pt x="49721" y="13287"/>
                </a:cubicBezTo>
                <a:cubicBezTo>
                  <a:pt x="44863" y="34319"/>
                  <a:pt x="39176" y="52435"/>
                  <a:pt x="33547" y="72380"/>
                </a:cubicBezTo>
                <a:lnTo>
                  <a:pt x="21946" y="723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C81F5-7C53-4162-AC4C-AE3BD7D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019" y="1502473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90"/>
                </a:cubicBezTo>
                <a:cubicBezTo>
                  <a:pt x="0" y="15488"/>
                  <a:pt x="12830" y="0"/>
                  <a:pt x="32575" y="0"/>
                </a:cubicBezTo>
                <a:cubicBezTo>
                  <a:pt x="47920" y="0"/>
                  <a:pt x="64094" y="9458"/>
                  <a:pt x="64094" y="36205"/>
                </a:cubicBezTo>
                <a:lnTo>
                  <a:pt x="64094" y="38633"/>
                </a:lnTo>
                <a:lnTo>
                  <a:pt x="64094" y="41034"/>
                </a:lnTo>
                <a:lnTo>
                  <a:pt x="11801" y="41034"/>
                </a:lnTo>
                <a:cubicBezTo>
                  <a:pt x="12373" y="56207"/>
                  <a:pt x="21174" y="64494"/>
                  <a:pt x="34004" y="64494"/>
                </a:cubicBezTo>
                <a:cubicBezTo>
                  <a:pt x="42548" y="64494"/>
                  <a:pt x="48949" y="60722"/>
                  <a:pt x="51664" y="53350"/>
                </a:cubicBezTo>
                <a:lnTo>
                  <a:pt x="62951" y="56464"/>
                </a:lnTo>
                <a:cubicBezTo>
                  <a:pt x="59579" y="67408"/>
                  <a:pt x="48749" y="74838"/>
                  <a:pt x="33919" y="74838"/>
                </a:cubicBezTo>
                <a:close/>
                <a:moveTo>
                  <a:pt x="11859" y="31204"/>
                </a:moveTo>
                <a:lnTo>
                  <a:pt x="52264" y="31204"/>
                </a:lnTo>
                <a:cubicBezTo>
                  <a:pt x="51149" y="18917"/>
                  <a:pt x="44491" y="10373"/>
                  <a:pt x="32575" y="10373"/>
                </a:cubicBezTo>
                <a:cubicBezTo>
                  <a:pt x="20145" y="10373"/>
                  <a:pt x="12573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AD37E-4B77-4243-B1D3-FFD79E20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29" y="1479299"/>
            <a:ext cx="64208" cy="98012"/>
          </a:xfrm>
          <a:custGeom xmlns:a="http://schemas.openxmlformats.org/drawingml/2006/main">
            <a:pathLst>
              <a:path w="64208" h="98012">
                <a:moveTo>
                  <a:pt x="33576" y="98012"/>
                </a:moveTo>
                <a:cubicBezTo>
                  <a:pt x="19802" y="98012"/>
                  <a:pt x="14945" y="89268"/>
                  <a:pt x="12544" y="85268"/>
                </a:cubicBezTo>
                <a:lnTo>
                  <a:pt x="11259" y="85268"/>
                </a:lnTo>
                <a:lnTo>
                  <a:pt x="11259" y="90869"/>
                </a:lnTo>
                <a:lnTo>
                  <a:pt x="11259" y="96469"/>
                </a:lnTo>
                <a:lnTo>
                  <a:pt x="0" y="96469"/>
                </a:lnTo>
                <a:lnTo>
                  <a:pt x="0" y="48235"/>
                </a:lnTo>
                <a:lnTo>
                  <a:pt x="0" y="0"/>
                </a:lnTo>
                <a:lnTo>
                  <a:pt x="11630" y="0"/>
                </a:lnTo>
                <a:lnTo>
                  <a:pt x="11630" y="17888"/>
                </a:lnTo>
                <a:lnTo>
                  <a:pt x="11630" y="35690"/>
                </a:lnTo>
                <a:lnTo>
                  <a:pt x="12544" y="35690"/>
                </a:lnTo>
                <a:cubicBezTo>
                  <a:pt x="14945" y="31861"/>
                  <a:pt x="19402" y="23174"/>
                  <a:pt x="33518" y="23174"/>
                </a:cubicBezTo>
                <a:cubicBezTo>
                  <a:pt x="51606" y="23174"/>
                  <a:pt x="64208" y="37548"/>
                  <a:pt x="64208" y="60465"/>
                </a:cubicBezTo>
                <a:cubicBezTo>
                  <a:pt x="64208" y="83525"/>
                  <a:pt x="51635" y="98012"/>
                  <a:pt x="33576" y="98012"/>
                </a:cubicBezTo>
                <a:close/>
                <a:moveTo>
                  <a:pt x="31861" y="87582"/>
                </a:moveTo>
                <a:cubicBezTo>
                  <a:pt x="45377" y="87582"/>
                  <a:pt x="52349" y="75552"/>
                  <a:pt x="52349" y="60322"/>
                </a:cubicBezTo>
                <a:cubicBezTo>
                  <a:pt x="52349" y="45320"/>
                  <a:pt x="45577" y="33604"/>
                  <a:pt x="31861" y="33604"/>
                </a:cubicBezTo>
                <a:cubicBezTo>
                  <a:pt x="18517" y="33604"/>
                  <a:pt x="11516" y="44348"/>
                  <a:pt x="11516" y="60322"/>
                </a:cubicBezTo>
                <a:cubicBezTo>
                  <a:pt x="11516" y="76467"/>
                  <a:pt x="18688" y="87582"/>
                  <a:pt x="31861" y="875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D6C74-67B9-4253-BF36-BFDB9DEC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72" y="1476127"/>
            <a:ext cx="16259" cy="99641"/>
          </a:xfrm>
          <a:custGeom xmlns:a="http://schemas.openxmlformats.org/drawingml/2006/main">
            <a:pathLst>
              <a:path w="16259" h="99641">
                <a:moveTo>
                  <a:pt x="2200" y="99641"/>
                </a:moveTo>
                <a:lnTo>
                  <a:pt x="2200" y="27261"/>
                </a:lnTo>
                <a:lnTo>
                  <a:pt x="13859" y="27261"/>
                </a:lnTo>
                <a:lnTo>
                  <a:pt x="13859" y="99641"/>
                </a:lnTo>
                <a:lnTo>
                  <a:pt x="2200" y="99641"/>
                </a:lnTo>
                <a:close/>
                <a:moveTo>
                  <a:pt x="8087" y="15402"/>
                </a:moveTo>
                <a:cubicBezTo>
                  <a:pt x="3686" y="15402"/>
                  <a:pt x="0" y="11973"/>
                  <a:pt x="0" y="7715"/>
                </a:cubicBezTo>
                <a:cubicBezTo>
                  <a:pt x="0" y="3429"/>
                  <a:pt x="3686" y="0"/>
                  <a:pt x="8087" y="0"/>
                </a:cubicBezTo>
                <a:cubicBezTo>
                  <a:pt x="12573" y="0"/>
                  <a:pt x="16259" y="3429"/>
                  <a:pt x="16259" y="7715"/>
                </a:cubicBezTo>
                <a:cubicBezTo>
                  <a:pt x="16259" y="11973"/>
                  <a:pt x="12573" y="15402"/>
                  <a:pt x="8087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5B3AE-350A-4D4C-8028-C15498B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91" y="1502473"/>
            <a:ext cx="57864" cy="73295"/>
          </a:xfrm>
          <a:custGeom xmlns:a="http://schemas.openxmlformats.org/drawingml/2006/main">
            <a:pathLst>
              <a:path w="57864" h="73295">
                <a:moveTo>
                  <a:pt x="11659" y="29918"/>
                </a:moveTo>
                <a:lnTo>
                  <a:pt x="11659" y="73295"/>
                </a:lnTo>
                <a:lnTo>
                  <a:pt x="0" y="73295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316"/>
                </a:lnTo>
                <a:cubicBezTo>
                  <a:pt x="15916" y="4086"/>
                  <a:pt x="23689" y="0"/>
                  <a:pt x="33404" y="0"/>
                </a:cubicBezTo>
                <a:cubicBezTo>
                  <a:pt x="48035" y="0"/>
                  <a:pt x="57864" y="9001"/>
                  <a:pt x="57864" y="27318"/>
                </a:cubicBezTo>
                <a:lnTo>
                  <a:pt x="57864" y="50321"/>
                </a:lnTo>
                <a:lnTo>
                  <a:pt x="57864" y="73295"/>
                </a:lnTo>
                <a:lnTo>
                  <a:pt x="46206" y="73295"/>
                </a:lnTo>
                <a:lnTo>
                  <a:pt x="46206" y="50778"/>
                </a:lnTo>
                <a:lnTo>
                  <a:pt x="46206" y="28289"/>
                </a:lnTo>
                <a:cubicBezTo>
                  <a:pt x="46206" y="17145"/>
                  <a:pt x="40005" y="10487"/>
                  <a:pt x="29889" y="10487"/>
                </a:cubicBezTo>
                <a:cubicBezTo>
                  <a:pt x="19488" y="10487"/>
                  <a:pt x="11659" y="17545"/>
                  <a:pt x="11659" y="29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97F13-28A8-4BCE-97C4-E966F80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971" y="1486157"/>
            <a:ext cx="39433" cy="90526"/>
          </a:xfrm>
          <a:custGeom xmlns:a="http://schemas.openxmlformats.org/drawingml/2006/main">
            <a:pathLst>
              <a:path w="39433" h="90526">
                <a:moveTo>
                  <a:pt x="37433" y="17231"/>
                </a:moveTo>
                <a:lnTo>
                  <a:pt x="37433" y="27203"/>
                </a:lnTo>
                <a:lnTo>
                  <a:pt x="22546" y="27203"/>
                </a:lnTo>
                <a:lnTo>
                  <a:pt x="22546" y="70837"/>
                </a:lnTo>
                <a:cubicBezTo>
                  <a:pt x="22546" y="77295"/>
                  <a:pt x="24946" y="80153"/>
                  <a:pt x="31090" y="80153"/>
                </a:cubicBezTo>
                <a:cubicBezTo>
                  <a:pt x="32576" y="80153"/>
                  <a:pt x="35090" y="79753"/>
                  <a:pt x="37033" y="79381"/>
                </a:cubicBezTo>
                <a:lnTo>
                  <a:pt x="39433" y="89211"/>
                </a:lnTo>
                <a:cubicBezTo>
                  <a:pt x="37033" y="90068"/>
                  <a:pt x="33747" y="90526"/>
                  <a:pt x="30775" y="90526"/>
                </a:cubicBezTo>
                <a:cubicBezTo>
                  <a:pt x="18259" y="90526"/>
                  <a:pt x="10887" y="83582"/>
                  <a:pt x="10887" y="71752"/>
                </a:cubicBezTo>
                <a:lnTo>
                  <a:pt x="10887" y="49463"/>
                </a:lnTo>
                <a:lnTo>
                  <a:pt x="10887" y="27203"/>
                </a:lnTo>
                <a:lnTo>
                  <a:pt x="0" y="27203"/>
                </a:lnTo>
                <a:lnTo>
                  <a:pt x="0" y="22203"/>
                </a:lnTo>
                <a:lnTo>
                  <a:pt x="0" y="17231"/>
                </a:lnTo>
                <a:lnTo>
                  <a:pt x="10887" y="17231"/>
                </a:lnTo>
                <a:lnTo>
                  <a:pt x="10887" y="8630"/>
                </a:lnTo>
                <a:lnTo>
                  <a:pt x="10887" y="0"/>
                </a:lnTo>
                <a:lnTo>
                  <a:pt x="22546" y="0"/>
                </a:lnTo>
                <a:lnTo>
                  <a:pt x="22546" y="8630"/>
                </a:lnTo>
                <a:lnTo>
                  <a:pt x="22546" y="17231"/>
                </a:lnTo>
                <a:lnTo>
                  <a:pt x="37433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BF179-95A3-44C9-AB1B-1F008DB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491" y="1502473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90"/>
                </a:cubicBezTo>
                <a:cubicBezTo>
                  <a:pt x="0" y="15488"/>
                  <a:pt x="12830" y="0"/>
                  <a:pt x="32575" y="0"/>
                </a:cubicBezTo>
                <a:cubicBezTo>
                  <a:pt x="47920" y="0"/>
                  <a:pt x="64094" y="9458"/>
                  <a:pt x="64094" y="36205"/>
                </a:cubicBezTo>
                <a:lnTo>
                  <a:pt x="64094" y="38633"/>
                </a:lnTo>
                <a:lnTo>
                  <a:pt x="64094" y="41034"/>
                </a:lnTo>
                <a:lnTo>
                  <a:pt x="11801" y="41034"/>
                </a:lnTo>
                <a:cubicBezTo>
                  <a:pt x="12373" y="56207"/>
                  <a:pt x="21174" y="64494"/>
                  <a:pt x="34004" y="64494"/>
                </a:cubicBezTo>
                <a:cubicBezTo>
                  <a:pt x="42548" y="64494"/>
                  <a:pt x="48949" y="60722"/>
                  <a:pt x="51664" y="53350"/>
                </a:cubicBezTo>
                <a:lnTo>
                  <a:pt x="62922" y="56464"/>
                </a:lnTo>
                <a:cubicBezTo>
                  <a:pt x="59579" y="67408"/>
                  <a:pt x="48749" y="74838"/>
                  <a:pt x="33919" y="74838"/>
                </a:cubicBezTo>
                <a:close/>
                <a:moveTo>
                  <a:pt x="11859" y="31204"/>
                </a:moveTo>
                <a:lnTo>
                  <a:pt x="52235" y="31204"/>
                </a:lnTo>
                <a:cubicBezTo>
                  <a:pt x="51149" y="18917"/>
                  <a:pt x="44463" y="10373"/>
                  <a:pt x="32575" y="10373"/>
                </a:cubicBezTo>
                <a:cubicBezTo>
                  <a:pt x="20145" y="10373"/>
                  <a:pt x="12573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73890-52DA-4A7C-A1AE-E9B695D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301" y="1502359"/>
            <a:ext cx="36690" cy="73409"/>
          </a:xfrm>
          <a:custGeom xmlns:a="http://schemas.openxmlformats.org/drawingml/2006/main">
            <a:pathLst>
              <a:path w="36690" h="73409">
                <a:moveTo>
                  <a:pt x="0" y="73409"/>
                </a:moveTo>
                <a:lnTo>
                  <a:pt x="0" y="1029"/>
                </a:lnTo>
                <a:lnTo>
                  <a:pt x="11259" y="1029"/>
                </a:lnTo>
                <a:lnTo>
                  <a:pt x="11259" y="12173"/>
                </a:lnTo>
                <a:lnTo>
                  <a:pt x="12030" y="12173"/>
                </a:lnTo>
                <a:cubicBezTo>
                  <a:pt x="14688" y="4858"/>
                  <a:pt x="22203" y="0"/>
                  <a:pt x="30804" y="0"/>
                </a:cubicBezTo>
                <a:cubicBezTo>
                  <a:pt x="32490" y="0"/>
                  <a:pt x="35347" y="114"/>
                  <a:pt x="36690" y="171"/>
                </a:cubicBezTo>
                <a:lnTo>
                  <a:pt x="36690" y="6086"/>
                </a:lnTo>
                <a:lnTo>
                  <a:pt x="36690" y="11916"/>
                </a:lnTo>
                <a:cubicBezTo>
                  <a:pt x="35976" y="11773"/>
                  <a:pt x="32804" y="11259"/>
                  <a:pt x="29689" y="11259"/>
                </a:cubicBezTo>
                <a:cubicBezTo>
                  <a:pt x="19288" y="11259"/>
                  <a:pt x="11630" y="18317"/>
                  <a:pt x="11630" y="28089"/>
                </a:cubicBezTo>
                <a:lnTo>
                  <a:pt x="11630" y="50749"/>
                </a:lnTo>
                <a:lnTo>
                  <a:pt x="11630" y="73409"/>
                </a:lnTo>
                <a:lnTo>
                  <a:pt x="0" y="73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47B1D-C0B3-4F55-B347-EDDA5971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335" y="1474784"/>
            <a:ext cx="45691" cy="100984"/>
          </a:xfrm>
          <a:custGeom xmlns:a="http://schemas.openxmlformats.org/drawingml/2006/main">
            <a:pathLst>
              <a:path w="45691" h="100984">
                <a:moveTo>
                  <a:pt x="42605" y="28604"/>
                </a:moveTo>
                <a:lnTo>
                  <a:pt x="42605" y="38576"/>
                </a:lnTo>
                <a:lnTo>
                  <a:pt x="25889" y="38576"/>
                </a:lnTo>
                <a:lnTo>
                  <a:pt x="25889" y="100984"/>
                </a:lnTo>
                <a:lnTo>
                  <a:pt x="14259" y="100984"/>
                </a:lnTo>
                <a:lnTo>
                  <a:pt x="14259" y="69780"/>
                </a:lnTo>
                <a:lnTo>
                  <a:pt x="14259" y="38576"/>
                </a:lnTo>
                <a:lnTo>
                  <a:pt x="0" y="38576"/>
                </a:lnTo>
                <a:lnTo>
                  <a:pt x="0" y="33576"/>
                </a:lnTo>
                <a:lnTo>
                  <a:pt x="0" y="28604"/>
                </a:lnTo>
                <a:lnTo>
                  <a:pt x="14259" y="28604"/>
                </a:lnTo>
                <a:lnTo>
                  <a:pt x="14259" y="23832"/>
                </a:lnTo>
                <a:lnTo>
                  <a:pt x="14259" y="18974"/>
                </a:lnTo>
                <a:cubicBezTo>
                  <a:pt x="14259" y="6401"/>
                  <a:pt x="24289" y="0"/>
                  <a:pt x="34833" y="0"/>
                </a:cubicBezTo>
                <a:cubicBezTo>
                  <a:pt x="40348" y="0"/>
                  <a:pt x="43977" y="1172"/>
                  <a:pt x="45691" y="1943"/>
                </a:cubicBezTo>
                <a:lnTo>
                  <a:pt x="42462" y="11887"/>
                </a:lnTo>
                <a:cubicBezTo>
                  <a:pt x="41234" y="11516"/>
                  <a:pt x="39433" y="10801"/>
                  <a:pt x="36205" y="10801"/>
                </a:cubicBezTo>
                <a:cubicBezTo>
                  <a:pt x="29004" y="10801"/>
                  <a:pt x="25889" y="14545"/>
                  <a:pt x="25889" y="21546"/>
                </a:cubicBezTo>
                <a:lnTo>
                  <a:pt x="25889" y="25117"/>
                </a:lnTo>
                <a:lnTo>
                  <a:pt x="25889" y="28604"/>
                </a:lnTo>
                <a:lnTo>
                  <a:pt x="42605" y="286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CDADF-E77D-445B-81C7-5D1D5220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856" y="1502473"/>
            <a:ext cx="58407" cy="74981"/>
          </a:xfrm>
          <a:custGeom xmlns:a="http://schemas.openxmlformats.org/drawingml/2006/main">
            <a:pathLst>
              <a:path w="58407" h="74981">
                <a:moveTo>
                  <a:pt x="24689" y="74981"/>
                </a:moveTo>
                <a:cubicBezTo>
                  <a:pt x="10944" y="74981"/>
                  <a:pt x="0" y="66951"/>
                  <a:pt x="0" y="52692"/>
                </a:cubicBezTo>
                <a:cubicBezTo>
                  <a:pt x="0" y="36147"/>
                  <a:pt x="14773" y="33090"/>
                  <a:pt x="28175" y="31404"/>
                </a:cubicBezTo>
                <a:cubicBezTo>
                  <a:pt x="41262" y="29661"/>
                  <a:pt x="46749" y="30375"/>
                  <a:pt x="46749" y="24403"/>
                </a:cubicBezTo>
                <a:cubicBezTo>
                  <a:pt x="46749" y="15430"/>
                  <a:pt x="41634" y="10230"/>
                  <a:pt x="31604" y="10230"/>
                </a:cubicBezTo>
                <a:cubicBezTo>
                  <a:pt x="21174" y="10230"/>
                  <a:pt x="15545" y="15802"/>
                  <a:pt x="13287" y="20860"/>
                </a:cubicBezTo>
                <a:lnTo>
                  <a:pt x="2086" y="17145"/>
                </a:lnTo>
                <a:cubicBezTo>
                  <a:pt x="7658" y="4029"/>
                  <a:pt x="20088" y="0"/>
                  <a:pt x="31290" y="0"/>
                </a:cubicBezTo>
                <a:cubicBezTo>
                  <a:pt x="40977" y="0"/>
                  <a:pt x="58407" y="2972"/>
                  <a:pt x="58407" y="25575"/>
                </a:cubicBezTo>
                <a:lnTo>
                  <a:pt x="58407" y="49435"/>
                </a:lnTo>
                <a:lnTo>
                  <a:pt x="58407" y="73295"/>
                </a:lnTo>
                <a:lnTo>
                  <a:pt x="46949" y="73295"/>
                </a:lnTo>
                <a:lnTo>
                  <a:pt x="46949" y="68380"/>
                </a:lnTo>
                <a:lnTo>
                  <a:pt x="46949" y="63437"/>
                </a:lnTo>
                <a:lnTo>
                  <a:pt x="46177" y="63437"/>
                </a:lnTo>
                <a:cubicBezTo>
                  <a:pt x="43720" y="68551"/>
                  <a:pt x="36919" y="74981"/>
                  <a:pt x="24689" y="74981"/>
                </a:cubicBezTo>
                <a:close/>
                <a:moveTo>
                  <a:pt x="26689" y="64665"/>
                </a:moveTo>
                <a:cubicBezTo>
                  <a:pt x="39576" y="64665"/>
                  <a:pt x="46749" y="56007"/>
                  <a:pt x="46749" y="47149"/>
                </a:cubicBezTo>
                <a:lnTo>
                  <a:pt x="46749" y="42120"/>
                </a:lnTo>
                <a:lnTo>
                  <a:pt x="46749" y="37119"/>
                </a:lnTo>
                <a:cubicBezTo>
                  <a:pt x="44806" y="39376"/>
                  <a:pt x="32118" y="40662"/>
                  <a:pt x="27661" y="41234"/>
                </a:cubicBezTo>
                <a:cubicBezTo>
                  <a:pt x="19174" y="42348"/>
                  <a:pt x="11744" y="45063"/>
                  <a:pt x="11744" y="53292"/>
                </a:cubicBezTo>
                <a:cubicBezTo>
                  <a:pt x="11744" y="60779"/>
                  <a:pt x="18002" y="64665"/>
                  <a:pt x="26689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FACF7-E082-4D9D-8506-7D88A2D4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208" y="1502473"/>
            <a:ext cx="62551" cy="74838"/>
          </a:xfrm>
          <a:custGeom xmlns:a="http://schemas.openxmlformats.org/drawingml/2006/main">
            <a:pathLst>
              <a:path w="62551" h="74838">
                <a:moveTo>
                  <a:pt x="32976" y="74838"/>
                </a:moveTo>
                <a:cubicBezTo>
                  <a:pt x="13287" y="74838"/>
                  <a:pt x="0" y="59893"/>
                  <a:pt x="0" y="37548"/>
                </a:cubicBezTo>
                <a:cubicBezTo>
                  <a:pt x="0" y="14888"/>
                  <a:pt x="13287" y="0"/>
                  <a:pt x="32976" y="0"/>
                </a:cubicBezTo>
                <a:cubicBezTo>
                  <a:pt x="46949" y="0"/>
                  <a:pt x="58350" y="7401"/>
                  <a:pt x="62294" y="20003"/>
                </a:cubicBezTo>
                <a:lnTo>
                  <a:pt x="51092" y="23174"/>
                </a:lnTo>
                <a:cubicBezTo>
                  <a:pt x="48949" y="15745"/>
                  <a:pt x="42491" y="10430"/>
                  <a:pt x="32976" y="10430"/>
                </a:cubicBezTo>
                <a:cubicBezTo>
                  <a:pt x="18545" y="10430"/>
                  <a:pt x="11859" y="23117"/>
                  <a:pt x="11859" y="37548"/>
                </a:cubicBezTo>
                <a:cubicBezTo>
                  <a:pt x="11859" y="51806"/>
                  <a:pt x="18545" y="64408"/>
                  <a:pt x="32976" y="64408"/>
                </a:cubicBezTo>
                <a:cubicBezTo>
                  <a:pt x="42662" y="64408"/>
                  <a:pt x="49292" y="58922"/>
                  <a:pt x="51406" y="51092"/>
                </a:cubicBezTo>
                <a:lnTo>
                  <a:pt x="62551" y="54264"/>
                </a:lnTo>
                <a:cubicBezTo>
                  <a:pt x="58664" y="67151"/>
                  <a:pt x="47149" y="74838"/>
                  <a:pt x="32976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ECD5B-5BFE-4272-AE65-27954C9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961" y="1502473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90"/>
                </a:cubicBezTo>
                <a:cubicBezTo>
                  <a:pt x="0" y="15488"/>
                  <a:pt x="12830" y="0"/>
                  <a:pt x="32575" y="0"/>
                </a:cubicBezTo>
                <a:cubicBezTo>
                  <a:pt x="47892" y="0"/>
                  <a:pt x="64094" y="9458"/>
                  <a:pt x="64094" y="36205"/>
                </a:cubicBezTo>
                <a:lnTo>
                  <a:pt x="64094" y="38633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73" y="56207"/>
                  <a:pt x="21174" y="64494"/>
                  <a:pt x="33976" y="64494"/>
                </a:cubicBezTo>
                <a:cubicBezTo>
                  <a:pt x="42548" y="64494"/>
                  <a:pt x="48949" y="60722"/>
                  <a:pt x="51664" y="53350"/>
                </a:cubicBezTo>
                <a:lnTo>
                  <a:pt x="62922" y="56464"/>
                </a:lnTo>
                <a:cubicBezTo>
                  <a:pt x="59550" y="67408"/>
                  <a:pt x="48749" y="74838"/>
                  <a:pt x="33919" y="74838"/>
                </a:cubicBezTo>
                <a:close/>
                <a:moveTo>
                  <a:pt x="11859" y="31204"/>
                </a:moveTo>
                <a:lnTo>
                  <a:pt x="52235" y="31204"/>
                </a:lnTo>
                <a:cubicBezTo>
                  <a:pt x="51149" y="18917"/>
                  <a:pt x="44463" y="10373"/>
                  <a:pt x="32575" y="10373"/>
                </a:cubicBezTo>
                <a:cubicBezTo>
                  <a:pt x="20145" y="10373"/>
                  <a:pt x="12573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75A1F-FB85-40A1-9643-838E39D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52480"/>
            <a:ext cx="10" cy="484775"/>
          </a:xfrm>
          <a:custGeom xmlns:a="http://schemas.openxmlformats.org/drawingml/2006/main">
            <a:pathLst>
              <a:path w="1" h="484775" fill="none">
                <a:moveTo>
                  <a:pt x="0" y="484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CA8C2-EA44-4FA3-B413-FE5E9C2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640" y="2040998"/>
            <a:ext cx="111871" cy="96955"/>
          </a:xfrm>
          <a:custGeom xmlns:a="http://schemas.openxmlformats.org/drawingml/2006/main">
            <a:pathLst>
              <a:path w="111871" h="96955">
                <a:moveTo>
                  <a:pt x="55921" y="96955"/>
                </a:moveTo>
                <a:lnTo>
                  <a:pt x="0" y="0"/>
                </a:lnTo>
                <a:lnTo>
                  <a:pt x="1118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B9D3-AFED-4E09-8EDF-C97B1B7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640" y="2040998"/>
            <a:ext cx="111871" cy="96955"/>
          </a:xfrm>
          <a:custGeom xmlns:a="http://schemas.openxmlformats.org/drawingml/2006/main">
            <a:pathLst>
              <a:path w="111871" h="96955" fill="none">
                <a:moveTo>
                  <a:pt x="55921" y="96955"/>
                </a:moveTo>
                <a:lnTo>
                  <a:pt x="0" y="0"/>
                </a:lnTo>
                <a:lnTo>
                  <a:pt x="111871" y="0"/>
                </a:lnTo>
                <a:lnTo>
                  <a:pt x="55921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72554-82AA-43E7-BDA3-861979C9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48765"/>
            <a:ext cx="10" cy="3715"/>
          </a:xfrm>
          <a:custGeom xmlns:a="http://schemas.openxmlformats.org/drawingml/2006/main">
            <a:pathLst>
              <a:path w="1" h="3715" fill="none">
                <a:moveTo>
                  <a:pt x="0" y="37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C5731-155E-40C3-BDEF-8757875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813" y="1046988"/>
            <a:ext cx="95326" cy="108499"/>
          </a:xfrm>
          <a:custGeom xmlns:a="http://schemas.openxmlformats.org/drawingml/2006/main">
            <a:pathLst>
              <a:path w="95326" h="108499">
                <a:moveTo>
                  <a:pt x="0" y="108499"/>
                </a:moveTo>
                <a:lnTo>
                  <a:pt x="39376" y="0"/>
                </a:lnTo>
                <a:lnTo>
                  <a:pt x="55407" y="0"/>
                </a:lnTo>
                <a:lnTo>
                  <a:pt x="95326" y="108499"/>
                </a:lnTo>
                <a:lnTo>
                  <a:pt x="80753" y="108499"/>
                </a:lnTo>
                <a:lnTo>
                  <a:pt x="69894" y="78210"/>
                </a:lnTo>
                <a:lnTo>
                  <a:pt x="25203" y="78210"/>
                </a:lnTo>
                <a:lnTo>
                  <a:pt x="14688" y="108499"/>
                </a:lnTo>
                <a:lnTo>
                  <a:pt x="0" y="108499"/>
                </a:lnTo>
                <a:close/>
                <a:moveTo>
                  <a:pt x="29404" y="66123"/>
                </a:moveTo>
                <a:lnTo>
                  <a:pt x="65608" y="66123"/>
                </a:lnTo>
                <a:cubicBezTo>
                  <a:pt x="58093" y="45006"/>
                  <a:pt x="55035" y="37719"/>
                  <a:pt x="47320" y="11059"/>
                </a:cubicBezTo>
                <a:cubicBezTo>
                  <a:pt x="39462" y="38519"/>
                  <a:pt x="36776" y="44577"/>
                  <a:pt x="29404" y="661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47166-8813-443E-B3B9-F657AB5A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27" y="1073048"/>
            <a:ext cx="65122" cy="82439"/>
          </a:xfrm>
          <a:custGeom xmlns:a="http://schemas.openxmlformats.org/drawingml/2006/main">
            <a:pathLst>
              <a:path w="65122" h="82439">
                <a:moveTo>
                  <a:pt x="13116" y="33661"/>
                </a:moveTo>
                <a:lnTo>
                  <a:pt x="13116" y="82439"/>
                </a:lnTo>
                <a:lnTo>
                  <a:pt x="0" y="82439"/>
                </a:lnTo>
                <a:lnTo>
                  <a:pt x="0" y="1029"/>
                </a:lnTo>
                <a:lnTo>
                  <a:pt x="12602" y="1029"/>
                </a:lnTo>
                <a:lnTo>
                  <a:pt x="12659" y="16116"/>
                </a:lnTo>
                <a:cubicBezTo>
                  <a:pt x="17917" y="4601"/>
                  <a:pt x="26660" y="0"/>
                  <a:pt x="37576" y="0"/>
                </a:cubicBezTo>
                <a:cubicBezTo>
                  <a:pt x="54035" y="0"/>
                  <a:pt x="65122" y="10144"/>
                  <a:pt x="65122" y="30747"/>
                </a:cubicBezTo>
                <a:lnTo>
                  <a:pt x="65122" y="56607"/>
                </a:lnTo>
                <a:lnTo>
                  <a:pt x="65122" y="82439"/>
                </a:lnTo>
                <a:lnTo>
                  <a:pt x="52006" y="82439"/>
                </a:lnTo>
                <a:lnTo>
                  <a:pt x="52006" y="57150"/>
                </a:lnTo>
                <a:lnTo>
                  <a:pt x="52006" y="31833"/>
                </a:lnTo>
                <a:cubicBezTo>
                  <a:pt x="52006" y="19317"/>
                  <a:pt x="45006" y="11801"/>
                  <a:pt x="33633" y="11801"/>
                </a:cubicBezTo>
                <a:cubicBezTo>
                  <a:pt x="21917" y="11801"/>
                  <a:pt x="13116" y="19745"/>
                  <a:pt x="13116" y="336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B1A4C-0075-4187-9EBB-E6B3C139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09" y="1073048"/>
            <a:ext cx="65665" cy="84353"/>
          </a:xfrm>
          <a:custGeom xmlns:a="http://schemas.openxmlformats.org/drawingml/2006/main">
            <a:pathLst>
              <a:path w="65665" h="84353">
                <a:moveTo>
                  <a:pt x="27746" y="84353"/>
                </a:moveTo>
                <a:cubicBezTo>
                  <a:pt x="12287" y="84353"/>
                  <a:pt x="0" y="75295"/>
                  <a:pt x="0" y="59293"/>
                </a:cubicBezTo>
                <a:cubicBezTo>
                  <a:pt x="0" y="40662"/>
                  <a:pt x="16602" y="37233"/>
                  <a:pt x="31661" y="35319"/>
                </a:cubicBezTo>
                <a:cubicBezTo>
                  <a:pt x="46377" y="33376"/>
                  <a:pt x="52578" y="34176"/>
                  <a:pt x="52578" y="27461"/>
                </a:cubicBezTo>
                <a:cubicBezTo>
                  <a:pt x="52578" y="17345"/>
                  <a:pt x="46806" y="11516"/>
                  <a:pt x="35519" y="11516"/>
                </a:cubicBezTo>
                <a:cubicBezTo>
                  <a:pt x="23803" y="11516"/>
                  <a:pt x="17459" y="17774"/>
                  <a:pt x="14916" y="23460"/>
                </a:cubicBezTo>
                <a:lnTo>
                  <a:pt x="2315" y="19317"/>
                </a:lnTo>
                <a:cubicBezTo>
                  <a:pt x="8573" y="4543"/>
                  <a:pt x="22574" y="0"/>
                  <a:pt x="35147" y="0"/>
                </a:cubicBezTo>
                <a:cubicBezTo>
                  <a:pt x="46091" y="0"/>
                  <a:pt x="65665" y="3372"/>
                  <a:pt x="65665" y="28775"/>
                </a:cubicBezTo>
                <a:lnTo>
                  <a:pt x="65665" y="55607"/>
                </a:lnTo>
                <a:lnTo>
                  <a:pt x="65665" y="82439"/>
                </a:lnTo>
                <a:lnTo>
                  <a:pt x="52778" y="82439"/>
                </a:lnTo>
                <a:lnTo>
                  <a:pt x="52778" y="76924"/>
                </a:lnTo>
                <a:lnTo>
                  <a:pt x="52778" y="71380"/>
                </a:lnTo>
                <a:lnTo>
                  <a:pt x="51921" y="71380"/>
                </a:lnTo>
                <a:cubicBezTo>
                  <a:pt x="49149" y="77152"/>
                  <a:pt x="41491" y="84353"/>
                  <a:pt x="27746" y="84353"/>
                </a:cubicBezTo>
                <a:close/>
                <a:moveTo>
                  <a:pt x="30004" y="72752"/>
                </a:moveTo>
                <a:cubicBezTo>
                  <a:pt x="44491" y="72752"/>
                  <a:pt x="52578" y="63008"/>
                  <a:pt x="52578" y="53035"/>
                </a:cubicBezTo>
                <a:lnTo>
                  <a:pt x="52578" y="47377"/>
                </a:lnTo>
                <a:lnTo>
                  <a:pt x="52578" y="41748"/>
                </a:lnTo>
                <a:cubicBezTo>
                  <a:pt x="50378" y="44291"/>
                  <a:pt x="36119" y="45749"/>
                  <a:pt x="31090" y="46406"/>
                </a:cubicBezTo>
                <a:cubicBezTo>
                  <a:pt x="21546" y="47635"/>
                  <a:pt x="13173" y="50692"/>
                  <a:pt x="13173" y="59950"/>
                </a:cubicBezTo>
                <a:cubicBezTo>
                  <a:pt x="13173" y="68409"/>
                  <a:pt x="20231" y="72752"/>
                  <a:pt x="30004" y="727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5D826-6A28-44A9-91C3-6290A2FE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06" y="1046988"/>
            <a:ext cx="13087" cy="108499"/>
          </a:xfrm>
          <a:custGeom xmlns:a="http://schemas.openxmlformats.org/drawingml/2006/main">
            <a:pathLst>
              <a:path w="13087" h="108499">
                <a:moveTo>
                  <a:pt x="13087" y="0"/>
                </a:moveTo>
                <a:lnTo>
                  <a:pt x="13087" y="108499"/>
                </a:lnTo>
                <a:lnTo>
                  <a:pt x="0" y="108499"/>
                </a:lnTo>
                <a:lnTo>
                  <a:pt x="0" y="0"/>
                </a:lnTo>
                <a:lnTo>
                  <a:pt x="1308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E62C3-4D39-4C63-A5C4-183E71AE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67" y="1074077"/>
            <a:ext cx="75981" cy="112443"/>
          </a:xfrm>
          <a:custGeom xmlns:a="http://schemas.openxmlformats.org/drawingml/2006/main">
            <a:pathLst>
              <a:path w="75981" h="112443">
                <a:moveTo>
                  <a:pt x="6287" y="110928"/>
                </a:moveTo>
                <a:lnTo>
                  <a:pt x="9630" y="99555"/>
                </a:lnTo>
                <a:cubicBezTo>
                  <a:pt x="18374" y="102184"/>
                  <a:pt x="24546" y="100927"/>
                  <a:pt x="28775" y="88640"/>
                </a:cubicBezTo>
                <a:lnTo>
                  <a:pt x="31118" y="81867"/>
                </a:lnTo>
                <a:lnTo>
                  <a:pt x="0" y="0"/>
                </a:lnTo>
                <a:lnTo>
                  <a:pt x="14345" y="0"/>
                </a:lnTo>
                <a:cubicBezTo>
                  <a:pt x="22146" y="22803"/>
                  <a:pt x="31604" y="45149"/>
                  <a:pt x="37948" y="69180"/>
                </a:cubicBezTo>
                <a:cubicBezTo>
                  <a:pt x="44291" y="45091"/>
                  <a:pt x="53892" y="22803"/>
                  <a:pt x="61693" y="0"/>
                </a:cubicBezTo>
                <a:lnTo>
                  <a:pt x="75981" y="0"/>
                </a:lnTo>
                <a:lnTo>
                  <a:pt x="40205" y="93583"/>
                </a:lnTo>
                <a:cubicBezTo>
                  <a:pt x="35262" y="106556"/>
                  <a:pt x="27403" y="112443"/>
                  <a:pt x="15888" y="112443"/>
                </a:cubicBezTo>
                <a:cubicBezTo>
                  <a:pt x="11230" y="112443"/>
                  <a:pt x="7658" y="111585"/>
                  <a:pt x="6287" y="1109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5E00A-2B20-4FFA-B009-540E49F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349" y="1073048"/>
            <a:ext cx="63408" cy="84182"/>
          </a:xfrm>
          <a:custGeom xmlns:a="http://schemas.openxmlformats.org/drawingml/2006/main">
            <a:pathLst>
              <a:path w="63408" h="84182">
                <a:moveTo>
                  <a:pt x="31290" y="84182"/>
                </a:moveTo>
                <a:cubicBezTo>
                  <a:pt x="14545" y="84182"/>
                  <a:pt x="2886" y="76781"/>
                  <a:pt x="0" y="62722"/>
                </a:cubicBezTo>
                <a:lnTo>
                  <a:pt x="12430" y="59722"/>
                </a:lnTo>
                <a:cubicBezTo>
                  <a:pt x="14773" y="68694"/>
                  <a:pt x="21403" y="72695"/>
                  <a:pt x="31147" y="72695"/>
                </a:cubicBezTo>
                <a:cubicBezTo>
                  <a:pt x="42520" y="72695"/>
                  <a:pt x="49806" y="67094"/>
                  <a:pt x="49806" y="60379"/>
                </a:cubicBezTo>
                <a:cubicBezTo>
                  <a:pt x="49806" y="54778"/>
                  <a:pt x="45863" y="51064"/>
                  <a:pt x="37862" y="49178"/>
                </a:cubicBezTo>
                <a:lnTo>
                  <a:pt x="24317" y="45977"/>
                </a:lnTo>
                <a:cubicBezTo>
                  <a:pt x="9544" y="42462"/>
                  <a:pt x="2457" y="35176"/>
                  <a:pt x="2457" y="23746"/>
                </a:cubicBezTo>
                <a:cubicBezTo>
                  <a:pt x="2457" y="9773"/>
                  <a:pt x="15288" y="0"/>
                  <a:pt x="32604" y="0"/>
                </a:cubicBezTo>
                <a:cubicBezTo>
                  <a:pt x="49378" y="0"/>
                  <a:pt x="58179" y="8172"/>
                  <a:pt x="61893" y="19602"/>
                </a:cubicBezTo>
                <a:lnTo>
                  <a:pt x="50006" y="22660"/>
                </a:lnTo>
                <a:cubicBezTo>
                  <a:pt x="47749" y="16831"/>
                  <a:pt x="43177" y="11144"/>
                  <a:pt x="32690" y="11144"/>
                </a:cubicBezTo>
                <a:cubicBezTo>
                  <a:pt x="23003" y="11144"/>
                  <a:pt x="15716" y="16173"/>
                  <a:pt x="15716" y="22946"/>
                </a:cubicBezTo>
                <a:cubicBezTo>
                  <a:pt x="15716" y="29004"/>
                  <a:pt x="19860" y="32347"/>
                  <a:pt x="29404" y="34604"/>
                </a:cubicBezTo>
                <a:lnTo>
                  <a:pt x="41720" y="37519"/>
                </a:lnTo>
                <a:cubicBezTo>
                  <a:pt x="56493" y="41005"/>
                  <a:pt x="63408" y="48377"/>
                  <a:pt x="63408" y="59522"/>
                </a:cubicBezTo>
                <a:cubicBezTo>
                  <a:pt x="63408" y="73781"/>
                  <a:pt x="50378" y="84182"/>
                  <a:pt x="31290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122B8-DC26-4AEE-87EB-B003575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44" y="1054703"/>
            <a:ext cx="44348" cy="101813"/>
          </a:xfrm>
          <a:custGeom xmlns:a="http://schemas.openxmlformats.org/drawingml/2006/main">
            <a:pathLst>
              <a:path w="44348" h="101813">
                <a:moveTo>
                  <a:pt x="42091" y="19374"/>
                </a:moveTo>
                <a:lnTo>
                  <a:pt x="42091" y="30575"/>
                </a:lnTo>
                <a:lnTo>
                  <a:pt x="25346" y="30575"/>
                </a:lnTo>
                <a:lnTo>
                  <a:pt x="25346" y="79667"/>
                </a:lnTo>
                <a:cubicBezTo>
                  <a:pt x="25346" y="86954"/>
                  <a:pt x="28061" y="90154"/>
                  <a:pt x="34976" y="90154"/>
                </a:cubicBezTo>
                <a:cubicBezTo>
                  <a:pt x="36633" y="90154"/>
                  <a:pt x="39491" y="89725"/>
                  <a:pt x="41662" y="89297"/>
                </a:cubicBezTo>
                <a:lnTo>
                  <a:pt x="44348" y="100355"/>
                </a:lnTo>
                <a:cubicBezTo>
                  <a:pt x="41662" y="101298"/>
                  <a:pt x="37948" y="101813"/>
                  <a:pt x="34604" y="101813"/>
                </a:cubicBezTo>
                <a:cubicBezTo>
                  <a:pt x="20545" y="101813"/>
                  <a:pt x="12259" y="94012"/>
                  <a:pt x="12259" y="80696"/>
                </a:cubicBezTo>
                <a:lnTo>
                  <a:pt x="12259" y="55636"/>
                </a:lnTo>
                <a:lnTo>
                  <a:pt x="12259" y="30575"/>
                </a:lnTo>
                <a:lnTo>
                  <a:pt x="0" y="30575"/>
                </a:lnTo>
                <a:lnTo>
                  <a:pt x="0" y="24975"/>
                </a:lnTo>
                <a:lnTo>
                  <a:pt x="0" y="19374"/>
                </a:lnTo>
                <a:lnTo>
                  <a:pt x="12259" y="19374"/>
                </a:lnTo>
                <a:lnTo>
                  <a:pt x="12259" y="9687"/>
                </a:lnTo>
                <a:lnTo>
                  <a:pt x="12259" y="0"/>
                </a:lnTo>
                <a:lnTo>
                  <a:pt x="25346" y="0"/>
                </a:lnTo>
                <a:lnTo>
                  <a:pt x="25346" y="9687"/>
                </a:lnTo>
                <a:lnTo>
                  <a:pt x="25346" y="19374"/>
                </a:lnTo>
                <a:lnTo>
                  <a:pt x="42091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142B6-05C0-4090-AED0-AAE0D06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37" y="1656893"/>
            <a:ext cx="10" cy="294608"/>
          </a:xfrm>
          <a:custGeom xmlns:a="http://schemas.openxmlformats.org/drawingml/2006/main">
            <a:pathLst>
              <a:path w="1" h="294608" fill="none">
                <a:moveTo>
                  <a:pt x="0" y="0"/>
                </a:moveTo>
                <a:lnTo>
                  <a:pt x="0" y="294608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88000" sp="376100"/>
            </a:custDash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65CE8-FEFA-4954-B3BB-8CBF59B3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689" y="1951501"/>
            <a:ext cx="44748" cy="44748"/>
          </a:xfrm>
          <a:custGeom xmlns:a="http://schemas.openxmlformats.org/drawingml/2006/main">
            <a:pathLst>
              <a:path w="44748" h="44748" fill="none">
                <a:moveTo>
                  <a:pt x="44748" y="0"/>
                </a:moveTo>
                <a:cubicBezTo>
                  <a:pt x="44748" y="44748"/>
                  <a:pt x="0" y="44748"/>
                  <a:pt x="0" y="44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58600" sp="317200"/>
            </a:custDash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DA22E-3394-4145-842A-11A29A8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667" y="1996250"/>
            <a:ext cx="1775022" cy="10"/>
          </a:xfrm>
          <a:custGeom xmlns:a="http://schemas.openxmlformats.org/drawingml/2006/main">
            <a:pathLst>
              <a:path w="1775022" h="1" fill="none">
                <a:moveTo>
                  <a:pt x="17750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98300" sp="396602"/>
            </a:custDash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1EC50-AC55-4040-A186-DCCE68CD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8" y="1996250"/>
            <a:ext cx="44748" cy="44748"/>
          </a:xfrm>
          <a:custGeom xmlns:a="http://schemas.openxmlformats.org/drawingml/2006/main">
            <a:pathLst>
              <a:path w="44748" h="44748" fill="none">
                <a:moveTo>
                  <a:pt x="44748" y="0"/>
                </a:moveTo>
                <a:cubicBezTo>
                  <a:pt x="0" y="0"/>
                  <a:pt x="0" y="44748"/>
                  <a:pt x="0" y="44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58600" sp="317200"/>
            </a:custDash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4C6C5-A41A-405F-8974-0F76A67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8" y="2040998"/>
            <a:ext cx="10" cy="545925"/>
          </a:xfrm>
          <a:custGeom xmlns:a="http://schemas.openxmlformats.org/drawingml/2006/main">
            <a:pathLst>
              <a:path w="1" h="545925" fill="none">
                <a:moveTo>
                  <a:pt x="0" y="0"/>
                </a:moveTo>
                <a:lnTo>
                  <a:pt x="0" y="545925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203300" sp="406602"/>
            </a:custDash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DC373-B555-4E43-B8A1-2FC58C37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203" y="2586923"/>
            <a:ext cx="6715" cy="5972"/>
          </a:xfrm>
          <a:custGeom xmlns:a="http://schemas.openxmlformats.org/drawingml/2006/main">
            <a:pathLst>
              <a:path w="6715" h="5972" fill="none">
                <a:moveTo>
                  <a:pt x="6715" y="0"/>
                </a:moveTo>
                <a:cubicBezTo>
                  <a:pt x="6715" y="5972"/>
                  <a:pt x="0" y="5972"/>
                  <a:pt x="0" y="59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FFC72-D98C-4254-B413-83A7DA3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203" y="2592895"/>
            <a:ext cx="743" cy="10"/>
          </a:xfrm>
          <a:custGeom xmlns:a="http://schemas.openxmlformats.org/drawingml/2006/main">
            <a:pathLst>
              <a:path w="743" h="1" fill="none">
                <a:moveTo>
                  <a:pt x="0" y="0"/>
                </a:moveTo>
                <a:lnTo>
                  <a:pt x="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5B28E-2E9F-490F-A435-B02AC04B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87" y="1556223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FF461-B346-46F8-B303-33A0522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87" y="1556223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  <a:lnTo>
                  <a:pt x="559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9E799-D433-4AC2-8809-96628D94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276" y="2536946"/>
            <a:ext cx="96955" cy="111900"/>
          </a:xfrm>
          <a:custGeom xmlns:a="http://schemas.openxmlformats.org/drawingml/2006/main">
            <a:pathLst>
              <a:path w="96955" h="111900">
                <a:moveTo>
                  <a:pt x="0" y="55950"/>
                </a:moveTo>
                <a:lnTo>
                  <a:pt x="96955" y="0"/>
                </a:lnTo>
                <a:lnTo>
                  <a:pt x="96955" y="1119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CDAF8-6FF6-4F22-B3AE-BB36AFA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276" y="2536946"/>
            <a:ext cx="96955" cy="111900"/>
          </a:xfrm>
          <a:custGeom xmlns:a="http://schemas.openxmlformats.org/drawingml/2006/main">
            <a:pathLst>
              <a:path w="96955" h="111900" fill="none">
                <a:moveTo>
                  <a:pt x="0" y="55950"/>
                </a:moveTo>
                <a:lnTo>
                  <a:pt x="96955" y="0"/>
                </a:lnTo>
                <a:lnTo>
                  <a:pt x="96955" y="111900"/>
                </a:lnTo>
                <a:lnTo>
                  <a:pt x="0" y="55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4CB8C-E2F0-4BEA-8B18-8E8D990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52480"/>
            <a:ext cx="2088261" cy="484775"/>
          </a:xfrm>
          <a:custGeom xmlns:a="http://schemas.openxmlformats.org/drawingml/2006/main">
            <a:pathLst>
              <a:path w="2088261" h="484775" fill="none">
                <a:moveTo>
                  <a:pt x="2088261" y="484775"/>
                </a:moveTo>
                <a:lnTo>
                  <a:pt x="2088261" y="338614"/>
                </a:lnTo>
                <a:cubicBezTo>
                  <a:pt x="2088261" y="293122"/>
                  <a:pt x="2043513" y="293122"/>
                  <a:pt x="2043513" y="293122"/>
                </a:cubicBezTo>
                <a:lnTo>
                  <a:pt x="44748" y="293865"/>
                </a:lnTo>
                <a:cubicBezTo>
                  <a:pt x="0" y="293122"/>
                  <a:pt x="0" y="248374"/>
                  <a:pt x="0" y="248374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0725C-AF94-44B3-8E7E-D51A09F0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872" y="2040998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EEC29-9455-4ED9-9ECA-25F2540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872" y="2040998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  <a:lnTo>
                  <a:pt x="55950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E8760-FF7E-497F-8884-5DEEDC2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561" y="1548765"/>
            <a:ext cx="10" cy="3715"/>
          </a:xfrm>
          <a:custGeom xmlns:a="http://schemas.openxmlformats.org/drawingml/2006/main">
            <a:pathLst>
              <a:path w="1" h="3715" fill="none">
                <a:moveTo>
                  <a:pt x="0" y="37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7DE45-2D2C-4435-BF2A-A67E059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122" y="1771764"/>
            <a:ext cx="149161" cy="149162"/>
          </a:xfrm>
          <a:custGeom xmlns:a="http://schemas.openxmlformats.org/drawingml/2006/main">
            <a:pathLst>
              <a:path w="149161" h="149162">
                <a:moveTo>
                  <a:pt x="74581" y="0"/>
                </a:moveTo>
                <a:cubicBezTo>
                  <a:pt x="149161" y="0"/>
                  <a:pt x="149161" y="74581"/>
                  <a:pt x="149161" y="74581"/>
                </a:cubicBezTo>
                <a:cubicBezTo>
                  <a:pt x="149161" y="149162"/>
                  <a:pt x="74581" y="149162"/>
                  <a:pt x="74581" y="149162"/>
                </a:cubicBezTo>
                <a:cubicBezTo>
                  <a:pt x="0" y="149162"/>
                  <a:pt x="0" y="74581"/>
                  <a:pt x="0" y="74581"/>
                </a:cubicBezTo>
                <a:cubicBezTo>
                  <a:pt x="0" y="0"/>
                  <a:pt x="74581" y="0"/>
                  <a:pt x="7458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EC1E5-DC9D-4EDC-94A8-3367739F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122" y="1771764"/>
            <a:ext cx="149161" cy="149162"/>
          </a:xfrm>
          <a:custGeom xmlns:a="http://schemas.openxmlformats.org/drawingml/2006/main">
            <a:pathLst>
              <a:path w="149161" h="149162" fill="none">
                <a:moveTo>
                  <a:pt x="74581" y="0"/>
                </a:moveTo>
                <a:cubicBezTo>
                  <a:pt x="149161" y="0"/>
                  <a:pt x="149161" y="74581"/>
                  <a:pt x="149161" y="74581"/>
                </a:cubicBezTo>
                <a:cubicBezTo>
                  <a:pt x="149161" y="149162"/>
                  <a:pt x="74581" y="149162"/>
                  <a:pt x="74581" y="149162"/>
                </a:cubicBezTo>
                <a:cubicBezTo>
                  <a:pt x="0" y="149162"/>
                  <a:pt x="0" y="74581"/>
                  <a:pt x="0" y="74581"/>
                </a:cubicBezTo>
                <a:cubicBezTo>
                  <a:pt x="0" y="0"/>
                  <a:pt x="74581" y="0"/>
                  <a:pt x="745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5AC4F-D05B-418C-8B19-6740E9DB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96" y="1990249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600" y="68209"/>
                  <a:pt x="0" y="55721"/>
                </a:cubicBezTo>
                <a:lnTo>
                  <a:pt x="11059" y="53064"/>
                </a:lnTo>
                <a:cubicBezTo>
                  <a:pt x="13145" y="61036"/>
                  <a:pt x="19031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63"/>
                  <a:pt x="40777" y="45377"/>
                  <a:pt x="33661" y="43691"/>
                </a:cubicBezTo>
                <a:lnTo>
                  <a:pt x="21631" y="40834"/>
                </a:lnTo>
                <a:cubicBezTo>
                  <a:pt x="8487" y="37719"/>
                  <a:pt x="2200" y="31261"/>
                  <a:pt x="2200" y="21088"/>
                </a:cubicBezTo>
                <a:cubicBezTo>
                  <a:pt x="2200" y="8658"/>
                  <a:pt x="13602" y="0"/>
                  <a:pt x="29004" y="0"/>
                </a:cubicBezTo>
                <a:cubicBezTo>
                  <a:pt x="43891" y="0"/>
                  <a:pt x="51721" y="7258"/>
                  <a:pt x="55035" y="17402"/>
                </a:cubicBezTo>
                <a:lnTo>
                  <a:pt x="44491" y="20117"/>
                </a:lnTo>
                <a:cubicBezTo>
                  <a:pt x="42462" y="14945"/>
                  <a:pt x="38405" y="9887"/>
                  <a:pt x="29061" y="9887"/>
                </a:cubicBezTo>
                <a:cubicBezTo>
                  <a:pt x="20460" y="9887"/>
                  <a:pt x="13973" y="14373"/>
                  <a:pt x="13973" y="20374"/>
                </a:cubicBezTo>
                <a:cubicBezTo>
                  <a:pt x="13973" y="25746"/>
                  <a:pt x="17688" y="28718"/>
                  <a:pt x="26146" y="30747"/>
                </a:cubicBezTo>
                <a:lnTo>
                  <a:pt x="37090" y="33318"/>
                </a:lnTo>
                <a:cubicBezTo>
                  <a:pt x="50235" y="36433"/>
                  <a:pt x="56378" y="42977"/>
                  <a:pt x="56378" y="52864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CFF69-9FBB-49B4-AC1C-0BAAACB5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904" y="1963903"/>
            <a:ext cx="16259" cy="99612"/>
          </a:xfrm>
          <a:custGeom xmlns:a="http://schemas.openxmlformats.org/drawingml/2006/main">
            <a:pathLst>
              <a:path w="16259" h="99612">
                <a:moveTo>
                  <a:pt x="2200" y="99612"/>
                </a:moveTo>
                <a:lnTo>
                  <a:pt x="2200" y="27232"/>
                </a:lnTo>
                <a:lnTo>
                  <a:pt x="13859" y="27232"/>
                </a:lnTo>
                <a:lnTo>
                  <a:pt x="13859" y="99612"/>
                </a:lnTo>
                <a:lnTo>
                  <a:pt x="2200" y="99612"/>
                </a:lnTo>
                <a:close/>
                <a:moveTo>
                  <a:pt x="8115" y="15402"/>
                </a:moveTo>
                <a:cubicBezTo>
                  <a:pt x="3686" y="15402"/>
                  <a:pt x="0" y="11973"/>
                  <a:pt x="0" y="7687"/>
                </a:cubicBezTo>
                <a:cubicBezTo>
                  <a:pt x="0" y="3429"/>
                  <a:pt x="3686" y="0"/>
                  <a:pt x="8115" y="0"/>
                </a:cubicBezTo>
                <a:cubicBezTo>
                  <a:pt x="12573" y="0"/>
                  <a:pt x="16259" y="3429"/>
                  <a:pt x="16259" y="7687"/>
                </a:cubicBezTo>
                <a:cubicBezTo>
                  <a:pt x="16259" y="11973"/>
                  <a:pt x="12573" y="15402"/>
                  <a:pt x="8115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8F619-4204-4629-8076-EB2690A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23" y="1989849"/>
            <a:ext cx="95669" cy="73666"/>
          </a:xfrm>
          <a:custGeom xmlns:a="http://schemas.openxmlformats.org/drawingml/2006/main">
            <a:pathLst>
              <a:path w="95669" h="73666">
                <a:moveTo>
                  <a:pt x="0" y="73666"/>
                </a:moveTo>
                <a:lnTo>
                  <a:pt x="0" y="1286"/>
                </a:lnTo>
                <a:lnTo>
                  <a:pt x="11316" y="1286"/>
                </a:lnTo>
                <a:lnTo>
                  <a:pt x="11401" y="14573"/>
                </a:lnTo>
                <a:cubicBezTo>
                  <a:pt x="14945" y="4801"/>
                  <a:pt x="23117" y="0"/>
                  <a:pt x="31661" y="0"/>
                </a:cubicBezTo>
                <a:cubicBezTo>
                  <a:pt x="41177" y="0"/>
                  <a:pt x="47520" y="5829"/>
                  <a:pt x="50092" y="14773"/>
                </a:cubicBezTo>
                <a:cubicBezTo>
                  <a:pt x="53550" y="5629"/>
                  <a:pt x="62408" y="0"/>
                  <a:pt x="72895" y="0"/>
                </a:cubicBezTo>
                <a:cubicBezTo>
                  <a:pt x="85439" y="0"/>
                  <a:pt x="95669" y="8087"/>
                  <a:pt x="95669" y="24860"/>
                </a:cubicBezTo>
                <a:lnTo>
                  <a:pt x="95669" y="49263"/>
                </a:lnTo>
                <a:lnTo>
                  <a:pt x="95669" y="73666"/>
                </a:lnTo>
                <a:lnTo>
                  <a:pt x="83982" y="73666"/>
                </a:lnTo>
                <a:lnTo>
                  <a:pt x="83982" y="49435"/>
                </a:lnTo>
                <a:lnTo>
                  <a:pt x="83982" y="25175"/>
                </a:lnTo>
                <a:cubicBezTo>
                  <a:pt x="83982" y="14773"/>
                  <a:pt x="77181" y="10601"/>
                  <a:pt x="69409" y="10601"/>
                </a:cubicBezTo>
                <a:cubicBezTo>
                  <a:pt x="59636" y="10601"/>
                  <a:pt x="53664" y="17288"/>
                  <a:pt x="53664" y="26432"/>
                </a:cubicBezTo>
                <a:lnTo>
                  <a:pt x="53664" y="50035"/>
                </a:lnTo>
                <a:lnTo>
                  <a:pt x="53664" y="73666"/>
                </a:lnTo>
                <a:lnTo>
                  <a:pt x="42005" y="73666"/>
                </a:lnTo>
                <a:lnTo>
                  <a:pt x="42005" y="48835"/>
                </a:lnTo>
                <a:lnTo>
                  <a:pt x="42005" y="24032"/>
                </a:lnTo>
                <a:cubicBezTo>
                  <a:pt x="42005" y="16002"/>
                  <a:pt x="36004" y="10601"/>
                  <a:pt x="27832" y="10601"/>
                </a:cubicBezTo>
                <a:cubicBezTo>
                  <a:pt x="19374" y="10601"/>
                  <a:pt x="11659" y="16573"/>
                  <a:pt x="11659" y="28089"/>
                </a:cubicBezTo>
                <a:lnTo>
                  <a:pt x="11659" y="50892"/>
                </a:lnTo>
                <a:lnTo>
                  <a:pt x="11659" y="73666"/>
                </a:lnTo>
                <a:lnTo>
                  <a:pt x="0" y="7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96118-D0EE-46D5-B831-739CCDF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352" y="1991135"/>
            <a:ext cx="57950" cy="73295"/>
          </a:xfrm>
          <a:custGeom xmlns:a="http://schemas.openxmlformats.org/drawingml/2006/main">
            <a:pathLst>
              <a:path w="57950" h="73295">
                <a:moveTo>
                  <a:pt x="24546" y="73295"/>
                </a:moveTo>
                <a:cubicBezTo>
                  <a:pt x="9916" y="73295"/>
                  <a:pt x="0" y="64294"/>
                  <a:pt x="0" y="45977"/>
                </a:cubicBezTo>
                <a:lnTo>
                  <a:pt x="0" y="23003"/>
                </a:lnTo>
                <a:lnTo>
                  <a:pt x="0" y="0"/>
                </a:lnTo>
                <a:lnTo>
                  <a:pt x="11659" y="0"/>
                </a:lnTo>
                <a:lnTo>
                  <a:pt x="11659" y="22517"/>
                </a:lnTo>
                <a:lnTo>
                  <a:pt x="11659" y="45006"/>
                </a:lnTo>
                <a:cubicBezTo>
                  <a:pt x="11659" y="56150"/>
                  <a:pt x="17945" y="62808"/>
                  <a:pt x="28032" y="62808"/>
                </a:cubicBezTo>
                <a:cubicBezTo>
                  <a:pt x="38405" y="62808"/>
                  <a:pt x="46234" y="55750"/>
                  <a:pt x="46234" y="43377"/>
                </a:cubicBezTo>
                <a:lnTo>
                  <a:pt x="46234" y="21688"/>
                </a:lnTo>
                <a:lnTo>
                  <a:pt x="46234" y="0"/>
                </a:lnTo>
                <a:lnTo>
                  <a:pt x="57950" y="0"/>
                </a:lnTo>
                <a:lnTo>
                  <a:pt x="57950" y="36205"/>
                </a:lnTo>
                <a:lnTo>
                  <a:pt x="57950" y="72380"/>
                </a:lnTo>
                <a:lnTo>
                  <a:pt x="46692" y="72380"/>
                </a:lnTo>
                <a:lnTo>
                  <a:pt x="46692" y="65608"/>
                </a:lnTo>
                <a:lnTo>
                  <a:pt x="46692" y="58864"/>
                </a:lnTo>
                <a:cubicBezTo>
                  <a:pt x="41948" y="69409"/>
                  <a:pt x="34061" y="73295"/>
                  <a:pt x="24546" y="732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89916-E043-4A2C-9DB7-60BA5AF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762" y="1967074"/>
            <a:ext cx="11630" cy="96441"/>
          </a:xfrm>
          <a:custGeom xmlns:a="http://schemas.openxmlformats.org/drawingml/2006/main">
            <a:pathLst>
              <a:path w="11630" h="96441">
                <a:moveTo>
                  <a:pt x="11630" y="0"/>
                </a:moveTo>
                <a:lnTo>
                  <a:pt x="11630" y="96441"/>
                </a:lnTo>
                <a:lnTo>
                  <a:pt x="0" y="96441"/>
                </a:lnTo>
                <a:lnTo>
                  <a:pt x="0" y="0"/>
                </a:lnTo>
                <a:lnTo>
                  <a:pt x="11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18BD5-8E30-4233-AC36-86732C7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479" y="1990249"/>
            <a:ext cx="58379" cy="74952"/>
          </a:xfrm>
          <a:custGeom xmlns:a="http://schemas.openxmlformats.org/drawingml/2006/main">
            <a:pathLst>
              <a:path w="58379" h="74952">
                <a:moveTo>
                  <a:pt x="24632" y="74952"/>
                </a:moveTo>
                <a:cubicBezTo>
                  <a:pt x="10916" y="74952"/>
                  <a:pt x="0" y="66923"/>
                  <a:pt x="0" y="52692"/>
                </a:cubicBezTo>
                <a:cubicBezTo>
                  <a:pt x="0" y="36119"/>
                  <a:pt x="14745" y="33061"/>
                  <a:pt x="28146" y="31375"/>
                </a:cubicBezTo>
                <a:cubicBezTo>
                  <a:pt x="41234" y="29632"/>
                  <a:pt x="46720" y="30347"/>
                  <a:pt x="46720" y="24403"/>
                </a:cubicBezTo>
                <a:cubicBezTo>
                  <a:pt x="46720" y="15402"/>
                  <a:pt x="41605" y="10201"/>
                  <a:pt x="31575" y="10201"/>
                </a:cubicBezTo>
                <a:cubicBezTo>
                  <a:pt x="21145" y="10201"/>
                  <a:pt x="15516" y="15773"/>
                  <a:pt x="13259" y="20831"/>
                </a:cubicBezTo>
                <a:lnTo>
                  <a:pt x="2057" y="17145"/>
                </a:lnTo>
                <a:cubicBezTo>
                  <a:pt x="7630" y="4000"/>
                  <a:pt x="20060" y="0"/>
                  <a:pt x="31261" y="0"/>
                </a:cubicBezTo>
                <a:cubicBezTo>
                  <a:pt x="40977" y="0"/>
                  <a:pt x="58379" y="2972"/>
                  <a:pt x="58379" y="25575"/>
                </a:cubicBezTo>
                <a:lnTo>
                  <a:pt x="58379" y="49406"/>
                </a:lnTo>
                <a:lnTo>
                  <a:pt x="58379" y="73266"/>
                </a:lnTo>
                <a:lnTo>
                  <a:pt x="46920" y="73266"/>
                </a:lnTo>
                <a:lnTo>
                  <a:pt x="46920" y="68351"/>
                </a:lnTo>
                <a:lnTo>
                  <a:pt x="46920" y="63436"/>
                </a:lnTo>
                <a:lnTo>
                  <a:pt x="46149" y="63436"/>
                </a:lnTo>
                <a:cubicBezTo>
                  <a:pt x="43663" y="68551"/>
                  <a:pt x="36890" y="74952"/>
                  <a:pt x="24632" y="74952"/>
                </a:cubicBezTo>
                <a:close/>
                <a:moveTo>
                  <a:pt x="26660" y="64665"/>
                </a:moveTo>
                <a:cubicBezTo>
                  <a:pt x="39548" y="64665"/>
                  <a:pt x="46720" y="55978"/>
                  <a:pt x="46720" y="47120"/>
                </a:cubicBezTo>
                <a:lnTo>
                  <a:pt x="46720" y="42091"/>
                </a:lnTo>
                <a:lnTo>
                  <a:pt x="46720" y="37090"/>
                </a:lnTo>
                <a:cubicBezTo>
                  <a:pt x="44777" y="39348"/>
                  <a:pt x="32090" y="40634"/>
                  <a:pt x="27632" y="41234"/>
                </a:cubicBezTo>
                <a:cubicBezTo>
                  <a:pt x="19145" y="42320"/>
                  <a:pt x="11687" y="45063"/>
                  <a:pt x="11687" y="53264"/>
                </a:cubicBezTo>
                <a:cubicBezTo>
                  <a:pt x="11687" y="60779"/>
                  <a:pt x="17974" y="64665"/>
                  <a:pt x="26660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94EC2-9F43-4DD6-A1CA-96DE457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374" y="1973932"/>
            <a:ext cx="39433" cy="90497"/>
          </a:xfrm>
          <a:custGeom xmlns:a="http://schemas.openxmlformats.org/drawingml/2006/main">
            <a:pathLst>
              <a:path w="39433" h="90497">
                <a:moveTo>
                  <a:pt x="37405" y="17202"/>
                </a:moveTo>
                <a:lnTo>
                  <a:pt x="37405" y="27175"/>
                </a:lnTo>
                <a:lnTo>
                  <a:pt x="22517" y="27175"/>
                </a:lnTo>
                <a:lnTo>
                  <a:pt x="22517" y="70809"/>
                </a:lnTo>
                <a:cubicBezTo>
                  <a:pt x="22517" y="77295"/>
                  <a:pt x="24917" y="80153"/>
                  <a:pt x="31090" y="80153"/>
                </a:cubicBezTo>
                <a:cubicBezTo>
                  <a:pt x="32575" y="80153"/>
                  <a:pt x="35090" y="79753"/>
                  <a:pt x="37033" y="79353"/>
                </a:cubicBezTo>
                <a:lnTo>
                  <a:pt x="39433" y="89211"/>
                </a:lnTo>
                <a:cubicBezTo>
                  <a:pt x="37033" y="90040"/>
                  <a:pt x="33747" y="90497"/>
                  <a:pt x="30747" y="90497"/>
                </a:cubicBezTo>
                <a:cubicBezTo>
                  <a:pt x="18259" y="90497"/>
                  <a:pt x="10887" y="83582"/>
                  <a:pt x="10887" y="71723"/>
                </a:cubicBezTo>
                <a:lnTo>
                  <a:pt x="10887" y="49463"/>
                </a:lnTo>
                <a:lnTo>
                  <a:pt x="10887" y="27175"/>
                </a:lnTo>
                <a:lnTo>
                  <a:pt x="0" y="27175"/>
                </a:lnTo>
                <a:lnTo>
                  <a:pt x="0" y="22203"/>
                </a:lnTo>
                <a:lnTo>
                  <a:pt x="0" y="17202"/>
                </a:lnTo>
                <a:lnTo>
                  <a:pt x="10887" y="17202"/>
                </a:lnTo>
                <a:lnTo>
                  <a:pt x="10887" y="8601"/>
                </a:lnTo>
                <a:lnTo>
                  <a:pt x="10887" y="0"/>
                </a:lnTo>
                <a:lnTo>
                  <a:pt x="22517" y="0"/>
                </a:lnTo>
                <a:lnTo>
                  <a:pt x="22517" y="8601"/>
                </a:lnTo>
                <a:lnTo>
                  <a:pt x="22517" y="17202"/>
                </a:lnTo>
                <a:lnTo>
                  <a:pt x="37405" y="172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F20A5-2B22-47C7-AF40-F52CA0C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894" y="1990249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62"/>
                </a:cubicBezTo>
                <a:cubicBezTo>
                  <a:pt x="0" y="15459"/>
                  <a:pt x="12802" y="0"/>
                  <a:pt x="32547" y="0"/>
                </a:cubicBezTo>
                <a:cubicBezTo>
                  <a:pt x="47920" y="0"/>
                  <a:pt x="64094" y="9430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73" y="56178"/>
                  <a:pt x="21174" y="64465"/>
                  <a:pt x="33976" y="64465"/>
                </a:cubicBezTo>
                <a:cubicBezTo>
                  <a:pt x="42520" y="64465"/>
                  <a:pt x="48949" y="60722"/>
                  <a:pt x="51664" y="53321"/>
                </a:cubicBezTo>
                <a:lnTo>
                  <a:pt x="62922" y="56436"/>
                </a:lnTo>
                <a:cubicBezTo>
                  <a:pt x="59550" y="67380"/>
                  <a:pt x="48749" y="74838"/>
                  <a:pt x="33919" y="74838"/>
                </a:cubicBezTo>
                <a:close/>
                <a:moveTo>
                  <a:pt x="11830" y="31204"/>
                </a:moveTo>
                <a:lnTo>
                  <a:pt x="52235" y="31204"/>
                </a:lnTo>
                <a:cubicBezTo>
                  <a:pt x="51149" y="18888"/>
                  <a:pt x="44463" y="10344"/>
                  <a:pt x="32547" y="10344"/>
                </a:cubicBezTo>
                <a:cubicBezTo>
                  <a:pt x="20145" y="10344"/>
                  <a:pt x="12544" y="20117"/>
                  <a:pt x="11830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71ACA-7A90-40F7-9C53-175C8A8F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447" y="1990249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600" y="68209"/>
                  <a:pt x="0" y="55721"/>
                </a:cubicBezTo>
                <a:lnTo>
                  <a:pt x="11087" y="53064"/>
                </a:lnTo>
                <a:cubicBezTo>
                  <a:pt x="13144" y="61036"/>
                  <a:pt x="19031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63"/>
                  <a:pt x="40777" y="45377"/>
                  <a:pt x="33661" y="43691"/>
                </a:cubicBezTo>
                <a:lnTo>
                  <a:pt x="21631" y="40834"/>
                </a:lnTo>
                <a:cubicBezTo>
                  <a:pt x="8487" y="37719"/>
                  <a:pt x="2200" y="31261"/>
                  <a:pt x="2200" y="21088"/>
                </a:cubicBezTo>
                <a:cubicBezTo>
                  <a:pt x="2200" y="8658"/>
                  <a:pt x="13602" y="0"/>
                  <a:pt x="29004" y="0"/>
                </a:cubicBezTo>
                <a:cubicBezTo>
                  <a:pt x="43891" y="0"/>
                  <a:pt x="51721" y="7258"/>
                  <a:pt x="55035" y="17402"/>
                </a:cubicBezTo>
                <a:lnTo>
                  <a:pt x="44463" y="20117"/>
                </a:lnTo>
                <a:cubicBezTo>
                  <a:pt x="42462" y="14945"/>
                  <a:pt x="38376" y="9887"/>
                  <a:pt x="29061" y="9887"/>
                </a:cubicBezTo>
                <a:cubicBezTo>
                  <a:pt x="20460" y="9887"/>
                  <a:pt x="13973" y="14373"/>
                  <a:pt x="13973" y="20374"/>
                </a:cubicBezTo>
                <a:cubicBezTo>
                  <a:pt x="13973" y="25746"/>
                  <a:pt x="17659" y="28718"/>
                  <a:pt x="26146" y="30747"/>
                </a:cubicBezTo>
                <a:lnTo>
                  <a:pt x="37090" y="33318"/>
                </a:lnTo>
                <a:cubicBezTo>
                  <a:pt x="50235" y="36433"/>
                  <a:pt x="56378" y="42977"/>
                  <a:pt x="56378" y="52864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718E5-8BB7-44DA-8888-FF3AB6B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37" y="1656893"/>
            <a:ext cx="10" cy="294608"/>
          </a:xfrm>
          <a:custGeom xmlns:a="http://schemas.openxmlformats.org/drawingml/2006/main">
            <a:pathLst>
              <a:path w="1" h="294608" fill="none">
                <a:moveTo>
                  <a:pt x="0" y="0"/>
                </a:moveTo>
                <a:lnTo>
                  <a:pt x="0" y="294608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88000" sp="376100"/>
            </a:custDash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D32BE-93B0-44CA-A10F-AB4DF32F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37" y="1951501"/>
            <a:ext cx="44748" cy="44748"/>
          </a:xfrm>
          <a:custGeom xmlns:a="http://schemas.openxmlformats.org/drawingml/2006/main">
            <a:pathLst>
              <a:path w="44748" h="44748" fill="none">
                <a:moveTo>
                  <a:pt x="0" y="0"/>
                </a:moveTo>
                <a:cubicBezTo>
                  <a:pt x="0" y="44748"/>
                  <a:pt x="44748" y="44748"/>
                  <a:pt x="44748" y="44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58600" sp="317200"/>
            </a:custDash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8D10A-F3B2-4D3D-A405-496C69E3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185" y="1996250"/>
            <a:ext cx="208826" cy="10"/>
          </a:xfrm>
          <a:custGeom xmlns:a="http://schemas.openxmlformats.org/drawingml/2006/main">
            <a:pathLst>
              <a:path w="208826" h="1" fill="none">
                <a:moveTo>
                  <a:pt x="0" y="0"/>
                </a:moveTo>
                <a:lnTo>
                  <a:pt x="2088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86600" sp="373300"/>
            </a:custDash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D1199-5DD3-4F10-B0AE-44683F1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012" y="1996250"/>
            <a:ext cx="44748" cy="44748"/>
          </a:xfrm>
          <a:custGeom xmlns:a="http://schemas.openxmlformats.org/drawingml/2006/main">
            <a:pathLst>
              <a:path w="44748" h="44748" fill="none">
                <a:moveTo>
                  <a:pt x="0" y="0"/>
                </a:moveTo>
                <a:cubicBezTo>
                  <a:pt x="44748" y="0"/>
                  <a:pt x="44748" y="44748"/>
                  <a:pt x="44748" y="44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58600" sp="317200"/>
            </a:custDash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00DE4-EC9F-4C45-83CE-803A339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40998"/>
            <a:ext cx="10" cy="507149"/>
          </a:xfrm>
          <a:custGeom xmlns:a="http://schemas.openxmlformats.org/drawingml/2006/main">
            <a:pathLst>
              <a:path w="1" h="507149" fill="none">
                <a:moveTo>
                  <a:pt x="0" y="0"/>
                </a:moveTo>
                <a:lnTo>
                  <a:pt x="0" y="507149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206000" sp="412100"/>
            </a:custDash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4E77E-E283-4727-9CEF-8BB38BF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012" y="2548147"/>
            <a:ext cx="44748" cy="44748"/>
          </a:xfrm>
          <a:custGeom xmlns:a="http://schemas.openxmlformats.org/drawingml/2006/main">
            <a:pathLst>
              <a:path w="44748" h="44748" fill="none">
                <a:moveTo>
                  <a:pt x="44748" y="0"/>
                </a:moveTo>
                <a:cubicBezTo>
                  <a:pt x="44748" y="44748"/>
                  <a:pt x="0" y="44748"/>
                  <a:pt x="0" y="44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58600" sp="317200"/>
            </a:custDash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ECE29-8365-4F69-B9FF-F9E21B64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207" y="2592895"/>
            <a:ext cx="35804" cy="10"/>
          </a:xfrm>
          <a:custGeom xmlns:a="http://schemas.openxmlformats.org/drawingml/2006/main">
            <a:pathLst>
              <a:path w="35804" h="1" fill="none">
                <a:moveTo>
                  <a:pt x="3580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60000" sp="320000"/>
            </a:custDash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22B6F-7F77-49A7-A0CB-0535C8C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87" y="1556223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04D5A-F8CC-4B52-999E-0B28D37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87" y="1556223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  <a:lnTo>
                  <a:pt x="559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27270-E70D-4827-B8D6-337C8C9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37" y="2536946"/>
            <a:ext cx="96955" cy="111900"/>
          </a:xfrm>
          <a:custGeom xmlns:a="http://schemas.openxmlformats.org/drawingml/2006/main">
            <a:pathLst>
              <a:path w="96955" h="111900">
                <a:moveTo>
                  <a:pt x="0" y="55950"/>
                </a:moveTo>
                <a:lnTo>
                  <a:pt x="96955" y="0"/>
                </a:lnTo>
                <a:lnTo>
                  <a:pt x="96955" y="1119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5358D-930E-455C-8389-989132AE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37" y="2536946"/>
            <a:ext cx="96955" cy="111900"/>
          </a:xfrm>
          <a:custGeom xmlns:a="http://schemas.openxmlformats.org/drawingml/2006/main">
            <a:pathLst>
              <a:path w="96955" h="111900" fill="none">
                <a:moveTo>
                  <a:pt x="0" y="55950"/>
                </a:moveTo>
                <a:lnTo>
                  <a:pt x="96955" y="0"/>
                </a:lnTo>
                <a:lnTo>
                  <a:pt x="96955" y="111900"/>
                </a:lnTo>
                <a:lnTo>
                  <a:pt x="0" y="55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73D8B-D20F-4C22-BB44-09F46EA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909" y="748665"/>
            <a:ext cx="91011" cy="108499"/>
          </a:xfrm>
          <a:custGeom xmlns:a="http://schemas.openxmlformats.org/drawingml/2006/main">
            <a:pathLst>
              <a:path w="91011" h="108499">
                <a:moveTo>
                  <a:pt x="38148" y="108499"/>
                </a:moveTo>
                <a:lnTo>
                  <a:pt x="0" y="108499"/>
                </a:lnTo>
                <a:lnTo>
                  <a:pt x="0" y="0"/>
                </a:lnTo>
                <a:lnTo>
                  <a:pt x="38519" y="0"/>
                </a:lnTo>
                <a:cubicBezTo>
                  <a:pt x="71123" y="0"/>
                  <a:pt x="91011" y="20403"/>
                  <a:pt x="91011" y="54178"/>
                </a:cubicBezTo>
                <a:cubicBezTo>
                  <a:pt x="91011" y="88125"/>
                  <a:pt x="71123" y="108499"/>
                  <a:pt x="38148" y="108499"/>
                </a:cubicBezTo>
                <a:close/>
                <a:moveTo>
                  <a:pt x="22203" y="89354"/>
                </a:moveTo>
                <a:lnTo>
                  <a:pt x="37062" y="89354"/>
                </a:lnTo>
                <a:cubicBezTo>
                  <a:pt x="57950" y="89354"/>
                  <a:pt x="68894" y="78581"/>
                  <a:pt x="68894" y="54178"/>
                </a:cubicBezTo>
                <a:cubicBezTo>
                  <a:pt x="68894" y="29918"/>
                  <a:pt x="57950" y="19145"/>
                  <a:pt x="37205" y="19145"/>
                </a:cubicBezTo>
                <a:lnTo>
                  <a:pt x="22203" y="19145"/>
                </a:lnTo>
                <a:lnTo>
                  <a:pt x="22203" y="54264"/>
                </a:lnTo>
                <a:lnTo>
                  <a:pt x="22203" y="893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39F74-1903-49D1-8FB6-11F83E4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722" y="774725"/>
            <a:ext cx="72323" cy="84068"/>
          </a:xfrm>
          <a:custGeom xmlns:a="http://schemas.openxmlformats.org/drawingml/2006/main">
            <a:pathLst>
              <a:path w="72323" h="84068">
                <a:moveTo>
                  <a:pt x="27089" y="84068"/>
                </a:moveTo>
                <a:cubicBezTo>
                  <a:pt x="11573" y="84068"/>
                  <a:pt x="0" y="75752"/>
                  <a:pt x="0" y="59665"/>
                </a:cubicBezTo>
                <a:cubicBezTo>
                  <a:pt x="0" y="41434"/>
                  <a:pt x="14716" y="36205"/>
                  <a:pt x="30747" y="34661"/>
                </a:cubicBezTo>
                <a:cubicBezTo>
                  <a:pt x="44948" y="33147"/>
                  <a:pt x="50463" y="32918"/>
                  <a:pt x="50463" y="27032"/>
                </a:cubicBezTo>
                <a:cubicBezTo>
                  <a:pt x="50463" y="20117"/>
                  <a:pt x="45891" y="16173"/>
                  <a:pt x="37719" y="16173"/>
                </a:cubicBezTo>
                <a:cubicBezTo>
                  <a:pt x="29289" y="16173"/>
                  <a:pt x="24117" y="20317"/>
                  <a:pt x="22346" y="25575"/>
                </a:cubicBezTo>
                <a:lnTo>
                  <a:pt x="2343" y="22231"/>
                </a:lnTo>
                <a:cubicBezTo>
                  <a:pt x="6487" y="8087"/>
                  <a:pt x="19602" y="0"/>
                  <a:pt x="37805" y="0"/>
                </a:cubicBezTo>
                <a:cubicBezTo>
                  <a:pt x="55264" y="0"/>
                  <a:pt x="72323" y="7858"/>
                  <a:pt x="72323" y="27603"/>
                </a:cubicBezTo>
                <a:lnTo>
                  <a:pt x="72323" y="55035"/>
                </a:lnTo>
                <a:lnTo>
                  <a:pt x="72323" y="82439"/>
                </a:lnTo>
                <a:lnTo>
                  <a:pt x="51635" y="82439"/>
                </a:lnTo>
                <a:lnTo>
                  <a:pt x="51635" y="76810"/>
                </a:lnTo>
                <a:lnTo>
                  <a:pt x="51635" y="71152"/>
                </a:lnTo>
                <a:lnTo>
                  <a:pt x="50921" y="71152"/>
                </a:lnTo>
                <a:cubicBezTo>
                  <a:pt x="46977" y="78753"/>
                  <a:pt x="39119" y="84068"/>
                  <a:pt x="27089" y="84068"/>
                </a:cubicBezTo>
                <a:close/>
                <a:moveTo>
                  <a:pt x="33290" y="68694"/>
                </a:moveTo>
                <a:cubicBezTo>
                  <a:pt x="43491" y="68694"/>
                  <a:pt x="50635" y="61922"/>
                  <a:pt x="50635" y="53321"/>
                </a:cubicBezTo>
                <a:lnTo>
                  <a:pt x="50635" y="48920"/>
                </a:lnTo>
                <a:lnTo>
                  <a:pt x="50635" y="44520"/>
                </a:lnTo>
                <a:cubicBezTo>
                  <a:pt x="47920" y="46406"/>
                  <a:pt x="39262" y="47577"/>
                  <a:pt x="34433" y="48235"/>
                </a:cubicBezTo>
                <a:cubicBezTo>
                  <a:pt x="26375" y="49378"/>
                  <a:pt x="20974" y="52521"/>
                  <a:pt x="20974" y="59065"/>
                </a:cubicBezTo>
                <a:cubicBezTo>
                  <a:pt x="20974" y="65408"/>
                  <a:pt x="26089" y="68694"/>
                  <a:pt x="33290" y="686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DF764-E97C-4F20-B823-33ED2155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818" y="756380"/>
            <a:ext cx="50549" cy="101956"/>
          </a:xfrm>
          <a:custGeom xmlns:a="http://schemas.openxmlformats.org/drawingml/2006/main">
            <a:pathLst>
              <a:path w="50549" h="101956">
                <a:moveTo>
                  <a:pt x="48292" y="19374"/>
                </a:moveTo>
                <a:lnTo>
                  <a:pt x="48292" y="36062"/>
                </a:lnTo>
                <a:lnTo>
                  <a:pt x="33061" y="36062"/>
                </a:lnTo>
                <a:lnTo>
                  <a:pt x="33061" y="76981"/>
                </a:lnTo>
                <a:cubicBezTo>
                  <a:pt x="33061" y="82153"/>
                  <a:pt x="35176" y="84553"/>
                  <a:pt x="40491" y="84553"/>
                </a:cubicBezTo>
                <a:cubicBezTo>
                  <a:pt x="42177" y="84553"/>
                  <a:pt x="45806" y="84039"/>
                  <a:pt x="47406" y="83610"/>
                </a:cubicBezTo>
                <a:lnTo>
                  <a:pt x="50549" y="100012"/>
                </a:lnTo>
                <a:cubicBezTo>
                  <a:pt x="45663" y="101441"/>
                  <a:pt x="40805" y="101956"/>
                  <a:pt x="36405" y="101956"/>
                </a:cubicBezTo>
                <a:cubicBezTo>
                  <a:pt x="20117" y="101956"/>
                  <a:pt x="11230" y="93812"/>
                  <a:pt x="11230" y="78867"/>
                </a:cubicBezTo>
                <a:lnTo>
                  <a:pt x="11230" y="57464"/>
                </a:lnTo>
                <a:lnTo>
                  <a:pt x="11230" y="36062"/>
                </a:lnTo>
                <a:lnTo>
                  <a:pt x="0" y="36062"/>
                </a:lnTo>
                <a:lnTo>
                  <a:pt x="0" y="27746"/>
                </a:lnTo>
                <a:lnTo>
                  <a:pt x="0" y="19374"/>
                </a:lnTo>
                <a:lnTo>
                  <a:pt x="11230" y="19374"/>
                </a:lnTo>
                <a:lnTo>
                  <a:pt x="11230" y="9687"/>
                </a:lnTo>
                <a:lnTo>
                  <a:pt x="11230" y="0"/>
                </a:lnTo>
                <a:lnTo>
                  <a:pt x="33061" y="0"/>
                </a:lnTo>
                <a:lnTo>
                  <a:pt x="33061" y="9687"/>
                </a:lnTo>
                <a:lnTo>
                  <a:pt x="33061" y="19374"/>
                </a:lnTo>
                <a:lnTo>
                  <a:pt x="48292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D2393-6A68-4DA2-9E72-E75F525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683" y="774725"/>
            <a:ext cx="72295" cy="84068"/>
          </a:xfrm>
          <a:custGeom xmlns:a="http://schemas.openxmlformats.org/drawingml/2006/main">
            <a:pathLst>
              <a:path w="72295" h="84068">
                <a:moveTo>
                  <a:pt x="27089" y="84068"/>
                </a:moveTo>
                <a:cubicBezTo>
                  <a:pt x="11573" y="84068"/>
                  <a:pt x="0" y="75752"/>
                  <a:pt x="0" y="59665"/>
                </a:cubicBezTo>
                <a:cubicBezTo>
                  <a:pt x="0" y="41434"/>
                  <a:pt x="14688" y="36205"/>
                  <a:pt x="30718" y="34661"/>
                </a:cubicBezTo>
                <a:cubicBezTo>
                  <a:pt x="44920" y="33147"/>
                  <a:pt x="50463" y="32918"/>
                  <a:pt x="50463" y="27032"/>
                </a:cubicBezTo>
                <a:cubicBezTo>
                  <a:pt x="50463" y="20117"/>
                  <a:pt x="45863" y="16173"/>
                  <a:pt x="37719" y="16173"/>
                </a:cubicBezTo>
                <a:cubicBezTo>
                  <a:pt x="29261" y="16173"/>
                  <a:pt x="24089" y="20317"/>
                  <a:pt x="22346" y="25575"/>
                </a:cubicBezTo>
                <a:lnTo>
                  <a:pt x="2315" y="22231"/>
                </a:lnTo>
                <a:cubicBezTo>
                  <a:pt x="6458" y="8087"/>
                  <a:pt x="19574" y="0"/>
                  <a:pt x="37776" y="0"/>
                </a:cubicBezTo>
                <a:cubicBezTo>
                  <a:pt x="55264" y="0"/>
                  <a:pt x="72295" y="7858"/>
                  <a:pt x="72295" y="27603"/>
                </a:cubicBezTo>
                <a:lnTo>
                  <a:pt x="72295" y="55035"/>
                </a:lnTo>
                <a:lnTo>
                  <a:pt x="72295" y="82439"/>
                </a:lnTo>
                <a:lnTo>
                  <a:pt x="51635" y="82439"/>
                </a:lnTo>
                <a:lnTo>
                  <a:pt x="51635" y="76810"/>
                </a:lnTo>
                <a:lnTo>
                  <a:pt x="51635" y="71152"/>
                </a:lnTo>
                <a:lnTo>
                  <a:pt x="50892" y="71152"/>
                </a:lnTo>
                <a:cubicBezTo>
                  <a:pt x="46949" y="78753"/>
                  <a:pt x="39091" y="84068"/>
                  <a:pt x="27089" y="84068"/>
                </a:cubicBezTo>
                <a:close/>
                <a:moveTo>
                  <a:pt x="33261" y="68694"/>
                </a:moveTo>
                <a:cubicBezTo>
                  <a:pt x="43463" y="68694"/>
                  <a:pt x="50606" y="61922"/>
                  <a:pt x="50606" y="53321"/>
                </a:cubicBezTo>
                <a:lnTo>
                  <a:pt x="50606" y="48920"/>
                </a:lnTo>
                <a:lnTo>
                  <a:pt x="50606" y="44520"/>
                </a:lnTo>
                <a:cubicBezTo>
                  <a:pt x="47920" y="46406"/>
                  <a:pt x="39233" y="47577"/>
                  <a:pt x="34433" y="48235"/>
                </a:cubicBezTo>
                <a:cubicBezTo>
                  <a:pt x="26346" y="49378"/>
                  <a:pt x="20974" y="52521"/>
                  <a:pt x="20974" y="59065"/>
                </a:cubicBezTo>
                <a:cubicBezTo>
                  <a:pt x="20974" y="65408"/>
                  <a:pt x="26060" y="68694"/>
                  <a:pt x="33261" y="686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CAD9E-0F70-42A7-9338-261FA255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37" y="748665"/>
            <a:ext cx="78724" cy="109899"/>
          </a:xfrm>
          <a:custGeom xmlns:a="http://schemas.openxmlformats.org/drawingml/2006/main">
            <a:pathLst>
              <a:path w="78724" h="109899">
                <a:moveTo>
                  <a:pt x="45577" y="109899"/>
                </a:moveTo>
                <a:cubicBezTo>
                  <a:pt x="32261" y="109899"/>
                  <a:pt x="25546" y="102041"/>
                  <a:pt x="22489" y="95469"/>
                </a:cubicBezTo>
                <a:lnTo>
                  <a:pt x="21488" y="95469"/>
                </a:lnTo>
                <a:lnTo>
                  <a:pt x="21488" y="101984"/>
                </a:lnTo>
                <a:lnTo>
                  <a:pt x="21488" y="108499"/>
                </a:lnTo>
                <a:lnTo>
                  <a:pt x="0" y="108499"/>
                </a:lnTo>
                <a:lnTo>
                  <a:pt x="0" y="54264"/>
                </a:lnTo>
                <a:lnTo>
                  <a:pt x="0" y="0"/>
                </a:lnTo>
                <a:lnTo>
                  <a:pt x="21831" y="0"/>
                </a:lnTo>
                <a:lnTo>
                  <a:pt x="21831" y="20403"/>
                </a:lnTo>
                <a:lnTo>
                  <a:pt x="21831" y="40777"/>
                </a:lnTo>
                <a:lnTo>
                  <a:pt x="22489" y="40777"/>
                </a:lnTo>
                <a:cubicBezTo>
                  <a:pt x="25489" y="34290"/>
                  <a:pt x="31890" y="26060"/>
                  <a:pt x="45720" y="26060"/>
                </a:cubicBezTo>
                <a:cubicBezTo>
                  <a:pt x="63779" y="26060"/>
                  <a:pt x="78724" y="40119"/>
                  <a:pt x="78724" y="67951"/>
                </a:cubicBezTo>
                <a:cubicBezTo>
                  <a:pt x="78724" y="95040"/>
                  <a:pt x="64379" y="109899"/>
                  <a:pt x="45577" y="109899"/>
                </a:cubicBezTo>
                <a:close/>
                <a:moveTo>
                  <a:pt x="38891" y="92354"/>
                </a:moveTo>
                <a:cubicBezTo>
                  <a:pt x="50235" y="92354"/>
                  <a:pt x="56350" y="82210"/>
                  <a:pt x="56350" y="67866"/>
                </a:cubicBezTo>
                <a:cubicBezTo>
                  <a:pt x="56350" y="53607"/>
                  <a:pt x="50321" y="43548"/>
                  <a:pt x="38891" y="43548"/>
                </a:cubicBezTo>
                <a:cubicBezTo>
                  <a:pt x="27661" y="43548"/>
                  <a:pt x="21346" y="53092"/>
                  <a:pt x="21346" y="67866"/>
                </a:cubicBezTo>
                <a:cubicBezTo>
                  <a:pt x="21346" y="82582"/>
                  <a:pt x="27746" y="92354"/>
                  <a:pt x="38891" y="923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F3D17-D5E7-4ECD-BBE1-F5E0016B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34" y="774725"/>
            <a:ext cx="72323" cy="84068"/>
          </a:xfrm>
          <a:custGeom xmlns:a="http://schemas.openxmlformats.org/drawingml/2006/main">
            <a:pathLst>
              <a:path w="72323" h="84068">
                <a:moveTo>
                  <a:pt x="27089" y="84068"/>
                </a:moveTo>
                <a:cubicBezTo>
                  <a:pt x="11601" y="84068"/>
                  <a:pt x="0" y="75752"/>
                  <a:pt x="0" y="59665"/>
                </a:cubicBezTo>
                <a:cubicBezTo>
                  <a:pt x="0" y="41434"/>
                  <a:pt x="14716" y="36205"/>
                  <a:pt x="30747" y="34661"/>
                </a:cubicBezTo>
                <a:cubicBezTo>
                  <a:pt x="44948" y="33147"/>
                  <a:pt x="50463" y="32918"/>
                  <a:pt x="50463" y="27032"/>
                </a:cubicBezTo>
                <a:cubicBezTo>
                  <a:pt x="50463" y="20117"/>
                  <a:pt x="45891" y="16173"/>
                  <a:pt x="37719" y="16173"/>
                </a:cubicBezTo>
                <a:cubicBezTo>
                  <a:pt x="29289" y="16173"/>
                  <a:pt x="24117" y="20317"/>
                  <a:pt x="22374" y="25575"/>
                </a:cubicBezTo>
                <a:lnTo>
                  <a:pt x="2343" y="22231"/>
                </a:lnTo>
                <a:cubicBezTo>
                  <a:pt x="6487" y="8087"/>
                  <a:pt x="19602" y="0"/>
                  <a:pt x="37805" y="0"/>
                </a:cubicBezTo>
                <a:cubicBezTo>
                  <a:pt x="55264" y="0"/>
                  <a:pt x="72323" y="7858"/>
                  <a:pt x="72323" y="27603"/>
                </a:cubicBezTo>
                <a:lnTo>
                  <a:pt x="72323" y="55035"/>
                </a:lnTo>
                <a:lnTo>
                  <a:pt x="72323" y="82439"/>
                </a:lnTo>
                <a:lnTo>
                  <a:pt x="51635" y="82439"/>
                </a:lnTo>
                <a:lnTo>
                  <a:pt x="51635" y="76810"/>
                </a:lnTo>
                <a:lnTo>
                  <a:pt x="51635" y="71152"/>
                </a:lnTo>
                <a:lnTo>
                  <a:pt x="50921" y="71152"/>
                </a:lnTo>
                <a:cubicBezTo>
                  <a:pt x="46977" y="78753"/>
                  <a:pt x="39119" y="84068"/>
                  <a:pt x="27089" y="84068"/>
                </a:cubicBezTo>
                <a:close/>
                <a:moveTo>
                  <a:pt x="33290" y="68694"/>
                </a:moveTo>
                <a:cubicBezTo>
                  <a:pt x="43491" y="68694"/>
                  <a:pt x="50635" y="61922"/>
                  <a:pt x="50635" y="53321"/>
                </a:cubicBezTo>
                <a:lnTo>
                  <a:pt x="50635" y="48920"/>
                </a:lnTo>
                <a:lnTo>
                  <a:pt x="50635" y="44520"/>
                </a:lnTo>
                <a:cubicBezTo>
                  <a:pt x="47920" y="46406"/>
                  <a:pt x="39262" y="47577"/>
                  <a:pt x="34461" y="48235"/>
                </a:cubicBezTo>
                <a:cubicBezTo>
                  <a:pt x="26375" y="49378"/>
                  <a:pt x="20974" y="52521"/>
                  <a:pt x="20974" y="59065"/>
                </a:cubicBezTo>
                <a:cubicBezTo>
                  <a:pt x="20974" y="65408"/>
                  <a:pt x="26089" y="68694"/>
                  <a:pt x="33290" y="686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EDC49-E068-45B3-8B40-5CDD7E02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059" y="774725"/>
            <a:ext cx="72409" cy="84068"/>
          </a:xfrm>
          <a:custGeom xmlns:a="http://schemas.openxmlformats.org/drawingml/2006/main">
            <a:pathLst>
              <a:path w="72409" h="84068">
                <a:moveTo>
                  <a:pt x="35976" y="84068"/>
                </a:moveTo>
                <a:cubicBezTo>
                  <a:pt x="16316" y="84068"/>
                  <a:pt x="2857" y="75324"/>
                  <a:pt x="0" y="60179"/>
                </a:cubicBezTo>
                <a:lnTo>
                  <a:pt x="20317" y="56664"/>
                </a:lnTo>
                <a:cubicBezTo>
                  <a:pt x="22431" y="64322"/>
                  <a:pt x="27661" y="68037"/>
                  <a:pt x="36633" y="68037"/>
                </a:cubicBezTo>
                <a:cubicBezTo>
                  <a:pt x="44948" y="68037"/>
                  <a:pt x="50092" y="64522"/>
                  <a:pt x="50092" y="59665"/>
                </a:cubicBezTo>
                <a:cubicBezTo>
                  <a:pt x="50092" y="51064"/>
                  <a:pt x="33490" y="50178"/>
                  <a:pt x="25546" y="48377"/>
                </a:cubicBezTo>
                <a:cubicBezTo>
                  <a:pt x="9887" y="44806"/>
                  <a:pt x="2115" y="37433"/>
                  <a:pt x="2115" y="25289"/>
                </a:cubicBezTo>
                <a:cubicBezTo>
                  <a:pt x="2115" y="9630"/>
                  <a:pt x="15716" y="0"/>
                  <a:pt x="36347" y="0"/>
                </a:cubicBezTo>
                <a:cubicBezTo>
                  <a:pt x="55636" y="0"/>
                  <a:pt x="67208" y="8458"/>
                  <a:pt x="70266" y="21717"/>
                </a:cubicBezTo>
                <a:lnTo>
                  <a:pt x="50921" y="25146"/>
                </a:lnTo>
                <a:cubicBezTo>
                  <a:pt x="49149" y="19602"/>
                  <a:pt x="44577" y="15659"/>
                  <a:pt x="36633" y="15659"/>
                </a:cubicBezTo>
                <a:cubicBezTo>
                  <a:pt x="29489" y="15659"/>
                  <a:pt x="23974" y="19031"/>
                  <a:pt x="23974" y="23889"/>
                </a:cubicBezTo>
                <a:cubicBezTo>
                  <a:pt x="23974" y="27975"/>
                  <a:pt x="26718" y="30832"/>
                  <a:pt x="34433" y="32404"/>
                </a:cubicBezTo>
                <a:lnTo>
                  <a:pt x="49092" y="35319"/>
                </a:lnTo>
                <a:cubicBezTo>
                  <a:pt x="64808" y="38548"/>
                  <a:pt x="72409" y="45749"/>
                  <a:pt x="72409" y="57321"/>
                </a:cubicBezTo>
                <a:cubicBezTo>
                  <a:pt x="72409" y="73352"/>
                  <a:pt x="57321" y="84068"/>
                  <a:pt x="35976" y="840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31F7B-A155-45BA-8C1E-0C5F4E3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813" y="774725"/>
            <a:ext cx="77353" cy="84068"/>
          </a:xfrm>
          <a:custGeom xmlns:a="http://schemas.openxmlformats.org/drawingml/2006/main">
            <a:pathLst>
              <a:path w="77353" h="84068">
                <a:moveTo>
                  <a:pt x="40205" y="84068"/>
                </a:moveTo>
                <a:cubicBezTo>
                  <a:pt x="15288" y="84068"/>
                  <a:pt x="0" y="67894"/>
                  <a:pt x="0" y="42177"/>
                </a:cubicBezTo>
                <a:cubicBezTo>
                  <a:pt x="0" y="17059"/>
                  <a:pt x="15288" y="0"/>
                  <a:pt x="39119" y="0"/>
                </a:cubicBezTo>
                <a:cubicBezTo>
                  <a:pt x="60379" y="0"/>
                  <a:pt x="77353" y="13487"/>
                  <a:pt x="77353" y="41291"/>
                </a:cubicBezTo>
                <a:lnTo>
                  <a:pt x="77353" y="44348"/>
                </a:lnTo>
                <a:lnTo>
                  <a:pt x="77353" y="47406"/>
                </a:lnTo>
                <a:lnTo>
                  <a:pt x="21631" y="47406"/>
                </a:lnTo>
                <a:cubicBezTo>
                  <a:pt x="22146" y="60750"/>
                  <a:pt x="29575" y="67580"/>
                  <a:pt x="40576" y="67580"/>
                </a:cubicBezTo>
                <a:cubicBezTo>
                  <a:pt x="48206" y="67580"/>
                  <a:pt x="53950" y="64237"/>
                  <a:pt x="56293" y="57979"/>
                </a:cubicBezTo>
                <a:lnTo>
                  <a:pt x="76095" y="61693"/>
                </a:lnTo>
                <a:cubicBezTo>
                  <a:pt x="72095" y="75238"/>
                  <a:pt x="59122" y="84068"/>
                  <a:pt x="40205" y="84068"/>
                </a:cubicBezTo>
                <a:close/>
                <a:moveTo>
                  <a:pt x="21774" y="33718"/>
                </a:moveTo>
                <a:lnTo>
                  <a:pt x="56293" y="33718"/>
                </a:lnTo>
                <a:cubicBezTo>
                  <a:pt x="55207" y="23089"/>
                  <a:pt x="49463" y="16459"/>
                  <a:pt x="39319" y="16459"/>
                </a:cubicBezTo>
                <a:cubicBezTo>
                  <a:pt x="28918" y="16459"/>
                  <a:pt x="22660" y="23689"/>
                  <a:pt x="21774" y="337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22738962648cf"/>
          <a:stretch xmlns:a="http://schemas.openxmlformats.org/drawingml/2006/main"/>
        </p:blipFill>
        <p:spPr>
          <a:xfrm xmlns:a="http://schemas.openxmlformats.org/drawingml/2006/main">
            <a:off x="3246692" y="3189542"/>
            <a:ext cx="596646" cy="596646"/>
          </a:xfrm>
          <a:prstGeom xmlns:a="http://schemas.openxmlformats.org/drawingml/2006/main" prst="rect">
            <a:avLst/>
          </a:prstGeom>
        </p:spPr>
      </p:pic>
      <p:pic>
        <p:nvPicPr>
          <p:cNvPr id="5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435eaf0a04c6f"/>
          <a:stretch xmlns:a="http://schemas.openxmlformats.org/drawingml/2006/main"/>
        </p:blipFill>
        <p:spPr>
          <a:xfrm xmlns:a="http://schemas.openxmlformats.org/drawingml/2006/main">
            <a:off x="5334953" y="3189542"/>
            <a:ext cx="596646" cy="596646"/>
          </a:xfrm>
          <a:prstGeom xmlns:a="http://schemas.openxmlformats.org/drawingml/2006/main" prst="rect">
            <a:avLst/>
          </a:prstGeom>
        </p:spPr>
      </p:pic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D32FA-F1F5-4EB3-8BDC-67D7CD3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02" y="2850212"/>
            <a:ext cx="7456" cy="251319"/>
          </a:xfrm>
          <a:custGeom xmlns:a="http://schemas.openxmlformats.org/drawingml/2006/main">
            <a:pathLst>
              <a:path w="7456" h="251319">
                <a:moveTo>
                  <a:pt x="7456" y="251319"/>
                </a:moveTo>
                <a:lnTo>
                  <a:pt x="0" y="251319"/>
                </a:lnTo>
                <a:lnTo>
                  <a:pt x="0" y="175985"/>
                </a:lnTo>
                <a:lnTo>
                  <a:pt x="7456" y="175985"/>
                </a:lnTo>
                <a:lnTo>
                  <a:pt x="7456" y="251319"/>
                </a:lnTo>
                <a:close/>
                <a:moveTo>
                  <a:pt x="7456" y="15661"/>
                </a:moveTo>
                <a:lnTo>
                  <a:pt x="0" y="15661"/>
                </a:lnTo>
                <a:lnTo>
                  <a:pt x="0" y="0"/>
                </a:lnTo>
                <a:lnTo>
                  <a:pt x="7456" y="0"/>
                </a:lnTo>
                <a:lnTo>
                  <a:pt x="7456" y="15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7D8D8-F81E-4672-8AE0-665974D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02" y="2850212"/>
            <a:ext cx="7456" cy="251319"/>
          </a:xfrm>
          <a:custGeom xmlns:a="http://schemas.openxmlformats.org/drawingml/2006/main">
            <a:pathLst>
              <a:path w="7456" h="251319" fill="none">
                <a:moveTo>
                  <a:pt x="7456" y="251319"/>
                </a:moveTo>
                <a:lnTo>
                  <a:pt x="0" y="251319"/>
                </a:lnTo>
                <a:lnTo>
                  <a:pt x="0" y="175985"/>
                </a:lnTo>
                <a:lnTo>
                  <a:pt x="7456" y="175985"/>
                </a:lnTo>
                <a:lnTo>
                  <a:pt x="7456" y="251319"/>
                </a:lnTo>
                <a:close/>
                <a:moveTo>
                  <a:pt x="7456" y="15661"/>
                </a:moveTo>
                <a:lnTo>
                  <a:pt x="0" y="15661"/>
                </a:lnTo>
                <a:lnTo>
                  <a:pt x="0" y="0"/>
                </a:lnTo>
                <a:lnTo>
                  <a:pt x="7456" y="0"/>
                </a:lnTo>
                <a:lnTo>
                  <a:pt x="7456" y="156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679A6-49B7-4982-A882-15C87A4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65" y="2749515"/>
            <a:ext cx="111900" cy="96955"/>
          </a:xfrm>
          <a:custGeom xmlns:a="http://schemas.openxmlformats.org/drawingml/2006/main">
            <a:pathLst>
              <a:path w="111900" h="96955">
                <a:moveTo>
                  <a:pt x="111900" y="96955"/>
                </a:moveTo>
                <a:lnTo>
                  <a:pt x="0" y="96955"/>
                </a:lnTo>
                <a:lnTo>
                  <a:pt x="5595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3F630-142C-4CD0-B130-8DC26919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21" y="2742800"/>
            <a:ext cx="123787" cy="107413"/>
          </a:xfrm>
          <a:custGeom xmlns:a="http://schemas.openxmlformats.org/drawingml/2006/main">
            <a:pathLst>
              <a:path w="123787" h="107413">
                <a:moveTo>
                  <a:pt x="123787" y="107413"/>
                </a:moveTo>
                <a:lnTo>
                  <a:pt x="0" y="107413"/>
                </a:lnTo>
                <a:lnTo>
                  <a:pt x="61893" y="0"/>
                </a:lnTo>
                <a:lnTo>
                  <a:pt x="123787" y="107413"/>
                </a:lnTo>
                <a:close/>
                <a:moveTo>
                  <a:pt x="11916" y="99955"/>
                </a:moveTo>
                <a:lnTo>
                  <a:pt x="111871" y="99955"/>
                </a:lnTo>
                <a:lnTo>
                  <a:pt x="61893" y="134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638F6-9D9D-43EB-ABA9-00478C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21" y="2742800"/>
            <a:ext cx="123787" cy="107413"/>
          </a:xfrm>
          <a:custGeom xmlns:a="http://schemas.openxmlformats.org/drawingml/2006/main">
            <a:pathLst>
              <a:path w="123787" h="107413" fill="none">
                <a:moveTo>
                  <a:pt x="123787" y="107413"/>
                </a:moveTo>
                <a:lnTo>
                  <a:pt x="0" y="107413"/>
                </a:lnTo>
                <a:lnTo>
                  <a:pt x="61893" y="0"/>
                </a:lnTo>
                <a:lnTo>
                  <a:pt x="123787" y="107413"/>
                </a:lnTo>
                <a:close/>
                <a:moveTo>
                  <a:pt x="11916" y="99955"/>
                </a:moveTo>
                <a:lnTo>
                  <a:pt x="111871" y="99955"/>
                </a:lnTo>
                <a:lnTo>
                  <a:pt x="61893" y="13430"/>
                </a:lnTo>
                <a:lnTo>
                  <a:pt x="11916" y="99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5E645-BDB5-48E3-90F2-9CD0C6EE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65" y="3105274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703E9-A513-4136-A1F2-FE34674B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21" y="3101530"/>
            <a:ext cx="123787" cy="107385"/>
          </a:xfrm>
          <a:custGeom xmlns:a="http://schemas.openxmlformats.org/drawingml/2006/main">
            <a:pathLst>
              <a:path w="123787" h="107385">
                <a:moveTo>
                  <a:pt x="61893" y="107385"/>
                </a:moveTo>
                <a:lnTo>
                  <a:pt x="0" y="0"/>
                </a:lnTo>
                <a:lnTo>
                  <a:pt x="123787" y="0"/>
                </a:lnTo>
                <a:lnTo>
                  <a:pt x="61893" y="107385"/>
                </a:lnTo>
                <a:close/>
                <a:moveTo>
                  <a:pt x="11916" y="6715"/>
                </a:moveTo>
                <a:lnTo>
                  <a:pt x="61893" y="93240"/>
                </a:lnTo>
                <a:lnTo>
                  <a:pt x="111871" y="6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CF503-EC16-49A9-ABF0-7105677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21" y="3101530"/>
            <a:ext cx="123787" cy="107385"/>
          </a:xfrm>
          <a:custGeom xmlns:a="http://schemas.openxmlformats.org/drawingml/2006/main">
            <a:pathLst>
              <a:path w="123787" h="107385" fill="none">
                <a:moveTo>
                  <a:pt x="61893" y="107385"/>
                </a:moveTo>
                <a:lnTo>
                  <a:pt x="0" y="0"/>
                </a:lnTo>
                <a:lnTo>
                  <a:pt x="123787" y="0"/>
                </a:lnTo>
                <a:lnTo>
                  <a:pt x="61893" y="107385"/>
                </a:lnTo>
                <a:close/>
                <a:moveTo>
                  <a:pt x="11916" y="6715"/>
                </a:moveTo>
                <a:lnTo>
                  <a:pt x="61893" y="93240"/>
                </a:lnTo>
                <a:lnTo>
                  <a:pt x="111871" y="6715"/>
                </a:lnTo>
                <a:lnTo>
                  <a:pt x="11916" y="67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34829-DF56-4918-8DE5-95D9249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212" y="2920251"/>
            <a:ext cx="62522" cy="74838"/>
          </a:xfrm>
          <a:custGeom xmlns:a="http://schemas.openxmlformats.org/drawingml/2006/main">
            <a:pathLst>
              <a:path w="62522" h="74838">
                <a:moveTo>
                  <a:pt x="32947" y="74838"/>
                </a:moveTo>
                <a:cubicBezTo>
                  <a:pt x="13287" y="74838"/>
                  <a:pt x="0" y="59893"/>
                  <a:pt x="0" y="37576"/>
                </a:cubicBezTo>
                <a:cubicBezTo>
                  <a:pt x="0" y="14916"/>
                  <a:pt x="13287" y="0"/>
                  <a:pt x="32947" y="0"/>
                </a:cubicBezTo>
                <a:cubicBezTo>
                  <a:pt x="46920" y="0"/>
                  <a:pt x="58322" y="7401"/>
                  <a:pt x="62265" y="20003"/>
                </a:cubicBezTo>
                <a:lnTo>
                  <a:pt x="51092" y="23174"/>
                </a:lnTo>
                <a:cubicBezTo>
                  <a:pt x="48949" y="15745"/>
                  <a:pt x="42462" y="10430"/>
                  <a:pt x="32947" y="10430"/>
                </a:cubicBezTo>
                <a:cubicBezTo>
                  <a:pt x="18517" y="10430"/>
                  <a:pt x="11859" y="23117"/>
                  <a:pt x="11859" y="37576"/>
                </a:cubicBezTo>
                <a:cubicBezTo>
                  <a:pt x="11859" y="51806"/>
                  <a:pt x="18517" y="64408"/>
                  <a:pt x="32947" y="64408"/>
                </a:cubicBezTo>
                <a:cubicBezTo>
                  <a:pt x="42662" y="64408"/>
                  <a:pt x="49263" y="58922"/>
                  <a:pt x="51406" y="51092"/>
                </a:cubicBezTo>
                <a:lnTo>
                  <a:pt x="62522" y="54264"/>
                </a:lnTo>
                <a:cubicBezTo>
                  <a:pt x="58636" y="67151"/>
                  <a:pt x="47120" y="74838"/>
                  <a:pt x="32947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0BB97-FCF4-4841-8D94-0C30405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936" y="2920251"/>
            <a:ext cx="66037" cy="74838"/>
          </a:xfrm>
          <a:custGeom xmlns:a="http://schemas.openxmlformats.org/drawingml/2006/main">
            <a:pathLst>
              <a:path w="66037" h="74838">
                <a:moveTo>
                  <a:pt x="32976" y="74838"/>
                </a:moveTo>
                <a:cubicBezTo>
                  <a:pt x="13287" y="74838"/>
                  <a:pt x="0" y="59893"/>
                  <a:pt x="0" y="37576"/>
                </a:cubicBezTo>
                <a:cubicBezTo>
                  <a:pt x="0" y="14916"/>
                  <a:pt x="13287" y="0"/>
                  <a:pt x="32976" y="0"/>
                </a:cubicBezTo>
                <a:cubicBezTo>
                  <a:pt x="52721" y="0"/>
                  <a:pt x="66037" y="14916"/>
                  <a:pt x="66037" y="37576"/>
                </a:cubicBezTo>
                <a:cubicBezTo>
                  <a:pt x="66037" y="59893"/>
                  <a:pt x="52721" y="74838"/>
                  <a:pt x="32976" y="74838"/>
                </a:cubicBezTo>
                <a:close/>
                <a:moveTo>
                  <a:pt x="32976" y="64408"/>
                </a:moveTo>
                <a:cubicBezTo>
                  <a:pt x="47606" y="64408"/>
                  <a:pt x="54264" y="51806"/>
                  <a:pt x="54264" y="37576"/>
                </a:cubicBezTo>
                <a:cubicBezTo>
                  <a:pt x="54264" y="23174"/>
                  <a:pt x="47606" y="10430"/>
                  <a:pt x="32976" y="10430"/>
                </a:cubicBezTo>
                <a:cubicBezTo>
                  <a:pt x="18517" y="10430"/>
                  <a:pt x="11859" y="23117"/>
                  <a:pt x="11859" y="37576"/>
                </a:cubicBezTo>
                <a:cubicBezTo>
                  <a:pt x="11859" y="51806"/>
                  <a:pt x="18517" y="64408"/>
                  <a:pt x="32976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FF784-9054-487E-9098-04ED20D2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946" y="2920251"/>
            <a:ext cx="57864" cy="73295"/>
          </a:xfrm>
          <a:custGeom xmlns:a="http://schemas.openxmlformats.org/drawingml/2006/main">
            <a:pathLst>
              <a:path w="57864" h="73295">
                <a:moveTo>
                  <a:pt x="11659" y="29918"/>
                </a:moveTo>
                <a:lnTo>
                  <a:pt x="11659" y="73295"/>
                </a:lnTo>
                <a:lnTo>
                  <a:pt x="0" y="73295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316"/>
                </a:lnTo>
                <a:cubicBezTo>
                  <a:pt x="15916" y="4086"/>
                  <a:pt x="23689" y="0"/>
                  <a:pt x="33404" y="0"/>
                </a:cubicBezTo>
                <a:cubicBezTo>
                  <a:pt x="48035" y="0"/>
                  <a:pt x="57864" y="9001"/>
                  <a:pt x="57864" y="27318"/>
                </a:cubicBezTo>
                <a:lnTo>
                  <a:pt x="57864" y="50321"/>
                </a:lnTo>
                <a:lnTo>
                  <a:pt x="57864" y="73295"/>
                </a:lnTo>
                <a:lnTo>
                  <a:pt x="46206" y="73295"/>
                </a:lnTo>
                <a:lnTo>
                  <a:pt x="46206" y="50806"/>
                </a:lnTo>
                <a:lnTo>
                  <a:pt x="46206" y="28289"/>
                </a:lnTo>
                <a:cubicBezTo>
                  <a:pt x="46206" y="17174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F192B-8E51-4432-BC7B-3F6D18C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355" y="2903934"/>
            <a:ext cx="39405" cy="90526"/>
          </a:xfrm>
          <a:custGeom xmlns:a="http://schemas.openxmlformats.org/drawingml/2006/main">
            <a:pathLst>
              <a:path w="39405" h="90526">
                <a:moveTo>
                  <a:pt x="37405" y="17231"/>
                </a:moveTo>
                <a:lnTo>
                  <a:pt x="37405" y="27203"/>
                </a:lnTo>
                <a:lnTo>
                  <a:pt x="22517" y="27203"/>
                </a:lnTo>
                <a:lnTo>
                  <a:pt x="22517" y="70837"/>
                </a:lnTo>
                <a:cubicBezTo>
                  <a:pt x="22517" y="77295"/>
                  <a:pt x="24917" y="80153"/>
                  <a:pt x="31061" y="80153"/>
                </a:cubicBezTo>
                <a:cubicBezTo>
                  <a:pt x="32547" y="80153"/>
                  <a:pt x="35062" y="79753"/>
                  <a:pt x="37005" y="79381"/>
                </a:cubicBezTo>
                <a:lnTo>
                  <a:pt x="39405" y="89211"/>
                </a:lnTo>
                <a:cubicBezTo>
                  <a:pt x="37005" y="90068"/>
                  <a:pt x="33718" y="90526"/>
                  <a:pt x="30718" y="90526"/>
                </a:cubicBezTo>
                <a:cubicBezTo>
                  <a:pt x="18231" y="90526"/>
                  <a:pt x="10858" y="83582"/>
                  <a:pt x="10858" y="71752"/>
                </a:cubicBezTo>
                <a:lnTo>
                  <a:pt x="10858" y="49463"/>
                </a:lnTo>
                <a:lnTo>
                  <a:pt x="10858" y="27203"/>
                </a:lnTo>
                <a:lnTo>
                  <a:pt x="0" y="27203"/>
                </a:lnTo>
                <a:lnTo>
                  <a:pt x="0" y="22231"/>
                </a:lnTo>
                <a:lnTo>
                  <a:pt x="0" y="17231"/>
                </a:lnTo>
                <a:lnTo>
                  <a:pt x="10858" y="17231"/>
                </a:lnTo>
                <a:lnTo>
                  <a:pt x="10858" y="8630"/>
                </a:lnTo>
                <a:lnTo>
                  <a:pt x="10858" y="0"/>
                </a:lnTo>
                <a:lnTo>
                  <a:pt x="22517" y="0"/>
                </a:lnTo>
                <a:lnTo>
                  <a:pt x="22517" y="8630"/>
                </a:lnTo>
                <a:lnTo>
                  <a:pt x="22517" y="17231"/>
                </a:lnTo>
                <a:lnTo>
                  <a:pt x="37405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86254-56EE-44FD-9267-82163D72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647" y="2920136"/>
            <a:ext cx="36690" cy="73409"/>
          </a:xfrm>
          <a:custGeom xmlns:a="http://schemas.openxmlformats.org/drawingml/2006/main">
            <a:pathLst>
              <a:path w="36690" h="73409">
                <a:moveTo>
                  <a:pt x="0" y="73409"/>
                </a:moveTo>
                <a:lnTo>
                  <a:pt x="0" y="1029"/>
                </a:lnTo>
                <a:lnTo>
                  <a:pt x="11259" y="1029"/>
                </a:lnTo>
                <a:lnTo>
                  <a:pt x="11259" y="12173"/>
                </a:lnTo>
                <a:lnTo>
                  <a:pt x="12030" y="12173"/>
                </a:lnTo>
                <a:cubicBezTo>
                  <a:pt x="14688" y="4858"/>
                  <a:pt x="22203" y="0"/>
                  <a:pt x="30804" y="0"/>
                </a:cubicBezTo>
                <a:cubicBezTo>
                  <a:pt x="32490" y="0"/>
                  <a:pt x="35347" y="114"/>
                  <a:pt x="36690" y="200"/>
                </a:cubicBezTo>
                <a:lnTo>
                  <a:pt x="36690" y="6086"/>
                </a:lnTo>
                <a:lnTo>
                  <a:pt x="36690" y="11916"/>
                </a:lnTo>
                <a:cubicBezTo>
                  <a:pt x="35976" y="11773"/>
                  <a:pt x="32833" y="11259"/>
                  <a:pt x="29718" y="11259"/>
                </a:cubicBezTo>
                <a:cubicBezTo>
                  <a:pt x="19288" y="11259"/>
                  <a:pt x="11659" y="18317"/>
                  <a:pt x="11659" y="28089"/>
                </a:cubicBezTo>
                <a:lnTo>
                  <a:pt x="11659" y="50749"/>
                </a:lnTo>
                <a:lnTo>
                  <a:pt x="11659" y="73409"/>
                </a:lnTo>
                <a:lnTo>
                  <a:pt x="0" y="73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6E359-1849-47CC-855C-8032989A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853" y="2920251"/>
            <a:ext cx="66037" cy="74838"/>
          </a:xfrm>
          <a:custGeom xmlns:a="http://schemas.openxmlformats.org/drawingml/2006/main">
            <a:pathLst>
              <a:path w="66037" h="74838">
                <a:moveTo>
                  <a:pt x="32976" y="74838"/>
                </a:moveTo>
                <a:cubicBezTo>
                  <a:pt x="13287" y="74838"/>
                  <a:pt x="0" y="59893"/>
                  <a:pt x="0" y="37576"/>
                </a:cubicBezTo>
                <a:cubicBezTo>
                  <a:pt x="0" y="14916"/>
                  <a:pt x="13287" y="0"/>
                  <a:pt x="32976" y="0"/>
                </a:cubicBezTo>
                <a:cubicBezTo>
                  <a:pt x="52721" y="0"/>
                  <a:pt x="66037" y="14916"/>
                  <a:pt x="66037" y="37576"/>
                </a:cubicBezTo>
                <a:cubicBezTo>
                  <a:pt x="66037" y="59893"/>
                  <a:pt x="52721" y="74838"/>
                  <a:pt x="32976" y="74838"/>
                </a:cubicBezTo>
                <a:close/>
                <a:moveTo>
                  <a:pt x="32976" y="64408"/>
                </a:moveTo>
                <a:cubicBezTo>
                  <a:pt x="47606" y="64408"/>
                  <a:pt x="54264" y="51806"/>
                  <a:pt x="54264" y="37576"/>
                </a:cubicBezTo>
                <a:cubicBezTo>
                  <a:pt x="54264" y="23174"/>
                  <a:pt x="47606" y="10430"/>
                  <a:pt x="32976" y="10430"/>
                </a:cubicBezTo>
                <a:cubicBezTo>
                  <a:pt x="18517" y="10430"/>
                  <a:pt x="11859" y="23117"/>
                  <a:pt x="11859" y="37576"/>
                </a:cubicBezTo>
                <a:cubicBezTo>
                  <a:pt x="11859" y="51806"/>
                  <a:pt x="18517" y="64408"/>
                  <a:pt x="32976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633C6-4176-4ED0-AFBB-4D5D5B1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63" y="2897076"/>
            <a:ext cx="11630" cy="96469"/>
          </a:xfrm>
          <a:custGeom xmlns:a="http://schemas.openxmlformats.org/drawingml/2006/main">
            <a:pathLst>
              <a:path w="11630" h="96469">
                <a:moveTo>
                  <a:pt x="11630" y="0"/>
                </a:moveTo>
                <a:lnTo>
                  <a:pt x="11630" y="96469"/>
                </a:lnTo>
                <a:lnTo>
                  <a:pt x="0" y="96469"/>
                </a:lnTo>
                <a:lnTo>
                  <a:pt x="0" y="0"/>
                </a:lnTo>
                <a:lnTo>
                  <a:pt x="11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C60A4-02CA-4437-B36F-9940263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24" y="2920251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600" y="68237"/>
                  <a:pt x="0" y="55750"/>
                </a:cubicBezTo>
                <a:lnTo>
                  <a:pt x="11059" y="53092"/>
                </a:lnTo>
                <a:cubicBezTo>
                  <a:pt x="13144" y="61065"/>
                  <a:pt x="19031" y="64608"/>
                  <a:pt x="27718" y="64608"/>
                </a:cubicBezTo>
                <a:cubicBezTo>
                  <a:pt x="37805" y="64608"/>
                  <a:pt x="44291" y="59636"/>
                  <a:pt x="44291" y="53692"/>
                </a:cubicBezTo>
                <a:cubicBezTo>
                  <a:pt x="44291" y="48692"/>
                  <a:pt x="40777" y="45377"/>
                  <a:pt x="33661" y="43720"/>
                </a:cubicBezTo>
                <a:lnTo>
                  <a:pt x="21631" y="40862"/>
                </a:lnTo>
                <a:cubicBezTo>
                  <a:pt x="8487" y="37748"/>
                  <a:pt x="2200" y="31290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21" y="7258"/>
                  <a:pt x="55035" y="17431"/>
                </a:cubicBezTo>
                <a:lnTo>
                  <a:pt x="44463" y="20145"/>
                </a:lnTo>
                <a:cubicBezTo>
                  <a:pt x="42462" y="14973"/>
                  <a:pt x="38405" y="9916"/>
                  <a:pt x="29061" y="9916"/>
                </a:cubicBezTo>
                <a:cubicBezTo>
                  <a:pt x="20460" y="9916"/>
                  <a:pt x="13973" y="14373"/>
                  <a:pt x="13973" y="20403"/>
                </a:cubicBezTo>
                <a:cubicBezTo>
                  <a:pt x="13973" y="25775"/>
                  <a:pt x="17688" y="28746"/>
                  <a:pt x="26146" y="30775"/>
                </a:cubicBezTo>
                <a:lnTo>
                  <a:pt x="37090" y="33347"/>
                </a:lnTo>
                <a:cubicBezTo>
                  <a:pt x="50235" y="36462"/>
                  <a:pt x="56378" y="43005"/>
                  <a:pt x="56378" y="52892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8B676-71EA-4952-8132-9D7E9C75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447" y="3040380"/>
            <a:ext cx="239401" cy="134988"/>
          </a:xfrm>
          <a:custGeom xmlns:a="http://schemas.openxmlformats.org/drawingml/2006/main">
            <a:pathLst>
              <a:path w="239401" h="134988" fill="none">
                <a:moveTo>
                  <a:pt x="239401" y="134988"/>
                </a:moveTo>
                <a:lnTo>
                  <a:pt x="239401" y="44748"/>
                </a:lnTo>
                <a:cubicBezTo>
                  <a:pt x="238658" y="0"/>
                  <a:pt x="193910" y="0"/>
                  <a:pt x="193910" y="0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D8A36-21DC-4AC8-A773-66C066FA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898" y="3179112"/>
            <a:ext cx="111871" cy="96955"/>
          </a:xfrm>
          <a:custGeom xmlns:a="http://schemas.openxmlformats.org/drawingml/2006/main">
            <a:pathLst>
              <a:path w="111871" h="96955">
                <a:moveTo>
                  <a:pt x="55950" y="96955"/>
                </a:moveTo>
                <a:lnTo>
                  <a:pt x="0" y="0"/>
                </a:lnTo>
                <a:lnTo>
                  <a:pt x="1118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A16F2-1CE1-45C8-ADD0-A8124E59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898" y="3179112"/>
            <a:ext cx="111871" cy="96955"/>
          </a:xfrm>
          <a:custGeom xmlns:a="http://schemas.openxmlformats.org/drawingml/2006/main">
            <a:pathLst>
              <a:path w="111871" h="96955" fill="none">
                <a:moveTo>
                  <a:pt x="55950" y="96955"/>
                </a:moveTo>
                <a:lnTo>
                  <a:pt x="0" y="0"/>
                </a:lnTo>
                <a:lnTo>
                  <a:pt x="111871" y="0"/>
                </a:lnTo>
                <a:lnTo>
                  <a:pt x="55950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7CB63-A557-4385-80A6-25E23ED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60" y="3036665"/>
            <a:ext cx="4486" cy="7429"/>
          </a:xfrm>
          <a:custGeom xmlns:a="http://schemas.openxmlformats.org/drawingml/2006/main">
            <a:pathLst>
              <a:path w="4486" h="7429">
                <a:moveTo>
                  <a:pt x="4486" y="7429"/>
                </a:moveTo>
                <a:lnTo>
                  <a:pt x="0" y="7429"/>
                </a:lnTo>
                <a:lnTo>
                  <a:pt x="743" y="3715"/>
                </a:lnTo>
                <a:lnTo>
                  <a:pt x="743" y="0"/>
                </a:lnTo>
                <a:lnTo>
                  <a:pt x="448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5E3BA-953A-4D5D-B5FB-4A12B1D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60" y="3036665"/>
            <a:ext cx="4486" cy="7429"/>
          </a:xfrm>
          <a:custGeom xmlns:a="http://schemas.openxmlformats.org/drawingml/2006/main">
            <a:pathLst>
              <a:path w="4486" h="7429" fill="none">
                <a:moveTo>
                  <a:pt x="4486" y="7429"/>
                </a:moveTo>
                <a:lnTo>
                  <a:pt x="0" y="7429"/>
                </a:lnTo>
                <a:lnTo>
                  <a:pt x="743" y="3715"/>
                </a:lnTo>
                <a:lnTo>
                  <a:pt x="743" y="0"/>
                </a:lnTo>
                <a:lnTo>
                  <a:pt x="4486" y="0"/>
                </a:lnTo>
                <a:lnTo>
                  <a:pt x="4486" y="7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F6FB5-2C93-46D1-BC0A-A10DF039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99" y="2891218"/>
            <a:ext cx="1054560" cy="298323"/>
          </a:xfrm>
          <a:custGeom xmlns:a="http://schemas.openxmlformats.org/drawingml/2006/main">
            <a:pathLst>
              <a:path w="1054560" h="298323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64198-80DA-4FDF-B606-718C1AF7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99" y="2891218"/>
            <a:ext cx="1054560" cy="298323"/>
          </a:xfrm>
          <a:custGeom xmlns:a="http://schemas.openxmlformats.org/drawingml/2006/main">
            <a:pathLst>
              <a:path w="1054560" h="298323" fill="none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  <a:lnTo>
                  <a:pt x="9053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560BE-E305-4F3A-BE61-22A4DC5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815" y="2989345"/>
            <a:ext cx="69666" cy="96441"/>
          </a:xfrm>
          <a:custGeom xmlns:a="http://schemas.openxmlformats.org/drawingml/2006/main">
            <a:pathLst>
              <a:path w="69666" h="96441">
                <a:moveTo>
                  <a:pt x="0" y="96441"/>
                </a:moveTo>
                <a:lnTo>
                  <a:pt x="0" y="0"/>
                </a:lnTo>
                <a:lnTo>
                  <a:pt x="33033" y="0"/>
                </a:lnTo>
                <a:cubicBezTo>
                  <a:pt x="55550" y="0"/>
                  <a:pt x="65894" y="12573"/>
                  <a:pt x="65894" y="29775"/>
                </a:cubicBezTo>
                <a:cubicBezTo>
                  <a:pt x="65894" y="42605"/>
                  <a:pt x="60208" y="52492"/>
                  <a:pt x="48035" y="56779"/>
                </a:cubicBezTo>
                <a:lnTo>
                  <a:pt x="69666" y="96441"/>
                </a:lnTo>
                <a:lnTo>
                  <a:pt x="55435" y="96441"/>
                </a:lnTo>
                <a:lnTo>
                  <a:pt x="35347" y="58979"/>
                </a:lnTo>
                <a:cubicBezTo>
                  <a:pt x="27775" y="59093"/>
                  <a:pt x="19945" y="58979"/>
                  <a:pt x="12316" y="59036"/>
                </a:cubicBezTo>
                <a:lnTo>
                  <a:pt x="12316" y="77753"/>
                </a:lnTo>
                <a:lnTo>
                  <a:pt x="12316" y="96441"/>
                </a:lnTo>
                <a:lnTo>
                  <a:pt x="0" y="96441"/>
                </a:lnTo>
                <a:close/>
                <a:moveTo>
                  <a:pt x="12316" y="48092"/>
                </a:moveTo>
                <a:lnTo>
                  <a:pt x="32518" y="48092"/>
                </a:lnTo>
                <a:cubicBezTo>
                  <a:pt x="47720" y="48092"/>
                  <a:pt x="53664" y="41091"/>
                  <a:pt x="53664" y="29775"/>
                </a:cubicBezTo>
                <a:cubicBezTo>
                  <a:pt x="53664" y="18317"/>
                  <a:pt x="47720" y="10801"/>
                  <a:pt x="32375" y="10801"/>
                </a:cubicBezTo>
                <a:lnTo>
                  <a:pt x="12316" y="10801"/>
                </a:lnTo>
                <a:lnTo>
                  <a:pt x="12316" y="29461"/>
                </a:lnTo>
                <a:lnTo>
                  <a:pt x="12316" y="48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934C2-7535-4C96-B41C-3187889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282" y="3012519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62"/>
                </a:cubicBezTo>
                <a:cubicBezTo>
                  <a:pt x="0" y="15459"/>
                  <a:pt x="12830" y="0"/>
                  <a:pt x="32547" y="0"/>
                </a:cubicBezTo>
                <a:cubicBezTo>
                  <a:pt x="47892" y="0"/>
                  <a:pt x="64094" y="9458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73" y="56178"/>
                  <a:pt x="21174" y="64465"/>
                  <a:pt x="33976" y="64465"/>
                </a:cubicBezTo>
                <a:cubicBezTo>
                  <a:pt x="42520" y="64465"/>
                  <a:pt x="48949" y="60722"/>
                  <a:pt x="51664" y="53350"/>
                </a:cubicBezTo>
                <a:lnTo>
                  <a:pt x="62922" y="56436"/>
                </a:lnTo>
                <a:cubicBezTo>
                  <a:pt x="59550" y="67380"/>
                  <a:pt x="48749" y="74838"/>
                  <a:pt x="33919" y="74838"/>
                </a:cubicBezTo>
                <a:close/>
                <a:moveTo>
                  <a:pt x="11859" y="31204"/>
                </a:moveTo>
                <a:lnTo>
                  <a:pt x="52235" y="31204"/>
                </a:lnTo>
                <a:cubicBezTo>
                  <a:pt x="51149" y="18888"/>
                  <a:pt x="44463" y="10344"/>
                  <a:pt x="32547" y="10344"/>
                </a:cubicBezTo>
                <a:cubicBezTo>
                  <a:pt x="20117" y="10344"/>
                  <a:pt x="12544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8BF95-DD59-4867-845B-02E316F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577" y="3012519"/>
            <a:ext cx="64351" cy="101898"/>
          </a:xfrm>
          <a:custGeom xmlns:a="http://schemas.openxmlformats.org/drawingml/2006/main">
            <a:pathLst>
              <a:path w="64351" h="101898">
                <a:moveTo>
                  <a:pt x="32804" y="101898"/>
                </a:moveTo>
                <a:cubicBezTo>
                  <a:pt x="16774" y="101898"/>
                  <a:pt x="7515" y="95098"/>
                  <a:pt x="3029" y="87125"/>
                </a:cubicBezTo>
                <a:lnTo>
                  <a:pt x="12487" y="81039"/>
                </a:lnTo>
                <a:cubicBezTo>
                  <a:pt x="15545" y="85268"/>
                  <a:pt x="20060" y="91726"/>
                  <a:pt x="32804" y="91726"/>
                </a:cubicBezTo>
                <a:cubicBezTo>
                  <a:pt x="44348" y="91726"/>
                  <a:pt x="52692" y="86411"/>
                  <a:pt x="52692" y="74495"/>
                </a:cubicBezTo>
                <a:lnTo>
                  <a:pt x="52692" y="67266"/>
                </a:lnTo>
                <a:lnTo>
                  <a:pt x="52692" y="60008"/>
                </a:lnTo>
                <a:lnTo>
                  <a:pt x="51578" y="60008"/>
                </a:lnTo>
                <a:cubicBezTo>
                  <a:pt x="49120" y="64151"/>
                  <a:pt x="44520" y="72123"/>
                  <a:pt x="30547" y="72123"/>
                </a:cubicBezTo>
                <a:cubicBezTo>
                  <a:pt x="13202" y="72123"/>
                  <a:pt x="0" y="59493"/>
                  <a:pt x="0" y="36776"/>
                </a:cubicBezTo>
                <a:cubicBezTo>
                  <a:pt x="0" y="14373"/>
                  <a:pt x="12744" y="0"/>
                  <a:pt x="30804" y="0"/>
                </a:cubicBezTo>
                <a:cubicBezTo>
                  <a:pt x="44777" y="0"/>
                  <a:pt x="49463" y="8601"/>
                  <a:pt x="51921" y="12487"/>
                </a:cubicBezTo>
                <a:lnTo>
                  <a:pt x="53007" y="12487"/>
                </a:lnTo>
                <a:lnTo>
                  <a:pt x="53007" y="6744"/>
                </a:lnTo>
                <a:lnTo>
                  <a:pt x="53007" y="914"/>
                </a:lnTo>
                <a:lnTo>
                  <a:pt x="64351" y="914"/>
                </a:lnTo>
                <a:lnTo>
                  <a:pt x="64351" y="38033"/>
                </a:lnTo>
                <a:lnTo>
                  <a:pt x="64351" y="75152"/>
                </a:lnTo>
                <a:cubicBezTo>
                  <a:pt x="64351" y="93869"/>
                  <a:pt x="50435" y="101898"/>
                  <a:pt x="32804" y="101898"/>
                </a:cubicBezTo>
                <a:close/>
                <a:moveTo>
                  <a:pt x="32490" y="61751"/>
                </a:moveTo>
                <a:cubicBezTo>
                  <a:pt x="45634" y="61751"/>
                  <a:pt x="52835" y="52292"/>
                  <a:pt x="52835" y="36519"/>
                </a:cubicBezTo>
                <a:cubicBezTo>
                  <a:pt x="52835" y="21174"/>
                  <a:pt x="45834" y="10430"/>
                  <a:pt x="32490" y="10430"/>
                </a:cubicBezTo>
                <a:cubicBezTo>
                  <a:pt x="18717" y="10430"/>
                  <a:pt x="11830" y="22088"/>
                  <a:pt x="11830" y="36519"/>
                </a:cubicBezTo>
                <a:cubicBezTo>
                  <a:pt x="11830" y="51406"/>
                  <a:pt x="18917" y="61751"/>
                  <a:pt x="32490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D77B0-372B-40A4-AF4A-D3B906B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02" y="3069155"/>
            <a:ext cx="17488" cy="17488"/>
          </a:xfrm>
          <a:custGeom xmlns:a="http://schemas.openxmlformats.org/drawingml/2006/main">
            <a:pathLst>
              <a:path w="17488" h="17488">
                <a:moveTo>
                  <a:pt x="8744" y="17488"/>
                </a:moveTo>
                <a:cubicBezTo>
                  <a:pt x="3886" y="17488"/>
                  <a:pt x="0" y="13602"/>
                  <a:pt x="0" y="8744"/>
                </a:cubicBezTo>
                <a:cubicBezTo>
                  <a:pt x="0" y="3886"/>
                  <a:pt x="3886" y="0"/>
                  <a:pt x="8744" y="0"/>
                </a:cubicBezTo>
                <a:cubicBezTo>
                  <a:pt x="13602" y="0"/>
                  <a:pt x="17488" y="3886"/>
                  <a:pt x="17488" y="8744"/>
                </a:cubicBezTo>
                <a:cubicBezTo>
                  <a:pt x="17488" y="13602"/>
                  <a:pt x="13602" y="17488"/>
                  <a:pt x="8744" y="1748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E4D7B-E8FD-4C4B-AF84-9F61474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83" y="3012519"/>
            <a:ext cx="64208" cy="100327"/>
          </a:xfrm>
          <a:custGeom xmlns:a="http://schemas.openxmlformats.org/drawingml/2006/main">
            <a:pathLst>
              <a:path w="64208" h="100327">
                <a:moveTo>
                  <a:pt x="0" y="100327"/>
                </a:moveTo>
                <a:lnTo>
                  <a:pt x="0" y="914"/>
                </a:lnTo>
                <a:lnTo>
                  <a:pt x="11259" y="914"/>
                </a:lnTo>
                <a:lnTo>
                  <a:pt x="11259" y="12487"/>
                </a:lnTo>
                <a:lnTo>
                  <a:pt x="12544" y="12487"/>
                </a:lnTo>
                <a:cubicBezTo>
                  <a:pt x="14945" y="8687"/>
                  <a:pt x="19431" y="0"/>
                  <a:pt x="33518" y="0"/>
                </a:cubicBezTo>
                <a:cubicBezTo>
                  <a:pt x="51578" y="0"/>
                  <a:pt x="64208" y="14373"/>
                  <a:pt x="64208" y="37290"/>
                </a:cubicBezTo>
                <a:cubicBezTo>
                  <a:pt x="64208" y="60322"/>
                  <a:pt x="51664" y="74838"/>
                  <a:pt x="33604" y="74838"/>
                </a:cubicBezTo>
                <a:cubicBezTo>
                  <a:pt x="19802" y="74838"/>
                  <a:pt x="14945" y="66094"/>
                  <a:pt x="12544" y="62093"/>
                </a:cubicBezTo>
                <a:lnTo>
                  <a:pt x="11659" y="62093"/>
                </a:lnTo>
                <a:lnTo>
                  <a:pt x="11659" y="81210"/>
                </a:lnTo>
                <a:lnTo>
                  <a:pt x="11659" y="100327"/>
                </a:lnTo>
                <a:lnTo>
                  <a:pt x="0" y="100327"/>
                </a:lnTo>
                <a:close/>
                <a:moveTo>
                  <a:pt x="31861" y="64408"/>
                </a:moveTo>
                <a:cubicBezTo>
                  <a:pt x="45377" y="64408"/>
                  <a:pt x="52378" y="52378"/>
                  <a:pt x="52378" y="37147"/>
                </a:cubicBezTo>
                <a:cubicBezTo>
                  <a:pt x="52378" y="22146"/>
                  <a:pt x="45577" y="10430"/>
                  <a:pt x="31861" y="10430"/>
                </a:cubicBezTo>
                <a:cubicBezTo>
                  <a:pt x="18517" y="10430"/>
                  <a:pt x="11516" y="21174"/>
                  <a:pt x="11516" y="37147"/>
                </a:cubicBezTo>
                <a:cubicBezTo>
                  <a:pt x="11516" y="53264"/>
                  <a:pt x="18717" y="64408"/>
                  <a:pt x="31861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A7994-EDF1-481B-A02C-4EDB8CA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950" y="3012519"/>
            <a:ext cx="58407" cy="74952"/>
          </a:xfrm>
          <a:custGeom xmlns:a="http://schemas.openxmlformats.org/drawingml/2006/main">
            <a:pathLst>
              <a:path w="58407" h="74952">
                <a:moveTo>
                  <a:pt x="24660" y="74952"/>
                </a:moveTo>
                <a:cubicBezTo>
                  <a:pt x="10944" y="74952"/>
                  <a:pt x="0" y="66951"/>
                  <a:pt x="0" y="52692"/>
                </a:cubicBezTo>
                <a:cubicBezTo>
                  <a:pt x="0" y="36119"/>
                  <a:pt x="14773" y="33061"/>
                  <a:pt x="28175" y="31404"/>
                </a:cubicBezTo>
                <a:cubicBezTo>
                  <a:pt x="41234" y="29632"/>
                  <a:pt x="46749" y="30347"/>
                  <a:pt x="46749" y="24403"/>
                </a:cubicBezTo>
                <a:cubicBezTo>
                  <a:pt x="46749" y="15402"/>
                  <a:pt x="41634" y="10230"/>
                  <a:pt x="31604" y="10230"/>
                </a:cubicBezTo>
                <a:cubicBezTo>
                  <a:pt x="21174" y="10230"/>
                  <a:pt x="15545" y="15802"/>
                  <a:pt x="13259" y="20831"/>
                </a:cubicBezTo>
                <a:lnTo>
                  <a:pt x="2086" y="17145"/>
                </a:lnTo>
                <a:cubicBezTo>
                  <a:pt x="7658" y="4000"/>
                  <a:pt x="20060" y="0"/>
                  <a:pt x="31290" y="0"/>
                </a:cubicBezTo>
                <a:cubicBezTo>
                  <a:pt x="40977" y="0"/>
                  <a:pt x="58407" y="2972"/>
                  <a:pt x="58407" y="25575"/>
                </a:cubicBezTo>
                <a:lnTo>
                  <a:pt x="58407" y="49435"/>
                </a:lnTo>
                <a:lnTo>
                  <a:pt x="58407" y="73266"/>
                </a:lnTo>
                <a:lnTo>
                  <a:pt x="46949" y="73266"/>
                </a:lnTo>
                <a:lnTo>
                  <a:pt x="46949" y="68351"/>
                </a:lnTo>
                <a:lnTo>
                  <a:pt x="46949" y="63437"/>
                </a:lnTo>
                <a:lnTo>
                  <a:pt x="46177" y="63437"/>
                </a:lnTo>
                <a:cubicBezTo>
                  <a:pt x="43691" y="68551"/>
                  <a:pt x="36890" y="74952"/>
                  <a:pt x="24660" y="74952"/>
                </a:cubicBezTo>
                <a:close/>
                <a:moveTo>
                  <a:pt x="26689" y="64665"/>
                </a:moveTo>
                <a:cubicBezTo>
                  <a:pt x="39548" y="64665"/>
                  <a:pt x="46749" y="56007"/>
                  <a:pt x="46749" y="47120"/>
                </a:cubicBezTo>
                <a:lnTo>
                  <a:pt x="46749" y="42120"/>
                </a:lnTo>
                <a:lnTo>
                  <a:pt x="46749" y="37090"/>
                </a:lnTo>
                <a:cubicBezTo>
                  <a:pt x="44806" y="39348"/>
                  <a:pt x="32118" y="40662"/>
                  <a:pt x="27661" y="41234"/>
                </a:cubicBezTo>
                <a:cubicBezTo>
                  <a:pt x="19174" y="42348"/>
                  <a:pt x="11716" y="45063"/>
                  <a:pt x="11716" y="53264"/>
                </a:cubicBezTo>
                <a:cubicBezTo>
                  <a:pt x="11716" y="60779"/>
                  <a:pt x="18002" y="64665"/>
                  <a:pt x="26689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9E0E8-317B-4C37-9D3B-28B4F815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559" y="3012519"/>
            <a:ext cx="56407" cy="74838"/>
          </a:xfrm>
          <a:custGeom xmlns:a="http://schemas.openxmlformats.org/drawingml/2006/main">
            <a:pathLst>
              <a:path w="56407" h="74838">
                <a:moveTo>
                  <a:pt x="27832" y="74838"/>
                </a:moveTo>
                <a:cubicBezTo>
                  <a:pt x="12944" y="74838"/>
                  <a:pt x="2600" y="68237"/>
                  <a:pt x="0" y="55721"/>
                </a:cubicBezTo>
                <a:lnTo>
                  <a:pt x="11087" y="53092"/>
                </a:lnTo>
                <a:cubicBezTo>
                  <a:pt x="13145" y="61036"/>
                  <a:pt x="19060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92"/>
                  <a:pt x="40777" y="45377"/>
                  <a:pt x="33661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21" y="7258"/>
                  <a:pt x="55035" y="17402"/>
                </a:cubicBezTo>
                <a:lnTo>
                  <a:pt x="44491" y="20145"/>
                </a:lnTo>
                <a:cubicBezTo>
                  <a:pt x="42462" y="14945"/>
                  <a:pt x="38405" y="9887"/>
                  <a:pt x="29061" y="9887"/>
                </a:cubicBezTo>
                <a:cubicBezTo>
                  <a:pt x="20460" y="9887"/>
                  <a:pt x="14002" y="14373"/>
                  <a:pt x="14002" y="20403"/>
                </a:cubicBezTo>
                <a:cubicBezTo>
                  <a:pt x="14002" y="25775"/>
                  <a:pt x="17688" y="28746"/>
                  <a:pt x="26146" y="30747"/>
                </a:cubicBezTo>
                <a:lnTo>
                  <a:pt x="37119" y="33347"/>
                </a:lnTo>
                <a:cubicBezTo>
                  <a:pt x="50235" y="36433"/>
                  <a:pt x="56407" y="42977"/>
                  <a:pt x="56407" y="52892"/>
                </a:cubicBezTo>
                <a:cubicBezTo>
                  <a:pt x="56407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B7E2A-A13D-4B0E-92F2-D6D4D2C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540" y="3012519"/>
            <a:ext cx="56378" cy="74838"/>
          </a:xfrm>
          <a:custGeom xmlns:a="http://schemas.openxmlformats.org/drawingml/2006/main">
            <a:pathLst>
              <a:path w="56378" h="74838">
                <a:moveTo>
                  <a:pt x="27861" y="74838"/>
                </a:moveTo>
                <a:cubicBezTo>
                  <a:pt x="12944" y="74838"/>
                  <a:pt x="2600" y="68237"/>
                  <a:pt x="0" y="55721"/>
                </a:cubicBezTo>
                <a:lnTo>
                  <a:pt x="11087" y="53092"/>
                </a:lnTo>
                <a:cubicBezTo>
                  <a:pt x="13144" y="61036"/>
                  <a:pt x="19031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92"/>
                  <a:pt x="40805" y="45377"/>
                  <a:pt x="33661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49" y="7258"/>
                  <a:pt x="55035" y="17402"/>
                </a:cubicBezTo>
                <a:lnTo>
                  <a:pt x="44491" y="20145"/>
                </a:lnTo>
                <a:cubicBezTo>
                  <a:pt x="42462" y="14945"/>
                  <a:pt x="38405" y="9887"/>
                  <a:pt x="29089" y="9887"/>
                </a:cubicBezTo>
                <a:cubicBezTo>
                  <a:pt x="20460" y="9887"/>
                  <a:pt x="14002" y="14373"/>
                  <a:pt x="14002" y="20403"/>
                </a:cubicBezTo>
                <a:cubicBezTo>
                  <a:pt x="14002" y="25775"/>
                  <a:pt x="17688" y="28746"/>
                  <a:pt x="26175" y="30747"/>
                </a:cubicBezTo>
                <a:lnTo>
                  <a:pt x="37090" y="33347"/>
                </a:lnTo>
                <a:cubicBezTo>
                  <a:pt x="50235" y="36433"/>
                  <a:pt x="56378" y="42977"/>
                  <a:pt x="56378" y="52892"/>
                </a:cubicBezTo>
                <a:cubicBezTo>
                  <a:pt x="56378" y="65580"/>
                  <a:pt x="44806" y="74838"/>
                  <a:pt x="27861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3757-23B2-4353-BFBA-FDFAC49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749" y="2989345"/>
            <a:ext cx="60722" cy="96441"/>
          </a:xfrm>
          <a:custGeom xmlns:a="http://schemas.openxmlformats.org/drawingml/2006/main">
            <a:pathLst>
              <a:path w="60722" h="96441">
                <a:moveTo>
                  <a:pt x="0" y="96441"/>
                </a:moveTo>
                <a:lnTo>
                  <a:pt x="0" y="0"/>
                </a:lnTo>
                <a:lnTo>
                  <a:pt x="11659" y="0"/>
                </a:lnTo>
                <a:lnTo>
                  <a:pt x="11659" y="55978"/>
                </a:lnTo>
                <a:lnTo>
                  <a:pt x="13087" y="55978"/>
                </a:lnTo>
                <a:lnTo>
                  <a:pt x="44034" y="24089"/>
                </a:lnTo>
                <a:lnTo>
                  <a:pt x="58464" y="24089"/>
                </a:lnTo>
                <a:lnTo>
                  <a:pt x="28175" y="55150"/>
                </a:lnTo>
                <a:lnTo>
                  <a:pt x="60722" y="96441"/>
                </a:lnTo>
                <a:lnTo>
                  <a:pt x="45777" y="96441"/>
                </a:lnTo>
                <a:lnTo>
                  <a:pt x="19288" y="62608"/>
                </a:lnTo>
                <a:lnTo>
                  <a:pt x="11659" y="69780"/>
                </a:lnTo>
                <a:lnTo>
                  <a:pt x="11659" y="83125"/>
                </a:lnTo>
                <a:lnTo>
                  <a:pt x="11659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6E93C-C240-4658-BA6D-17BBA94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43" y="3012519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73" y="74838"/>
                  <a:pt x="0" y="59950"/>
                  <a:pt x="0" y="37662"/>
                </a:cubicBezTo>
                <a:cubicBezTo>
                  <a:pt x="0" y="15459"/>
                  <a:pt x="12830" y="0"/>
                  <a:pt x="32575" y="0"/>
                </a:cubicBezTo>
                <a:cubicBezTo>
                  <a:pt x="47920" y="0"/>
                  <a:pt x="64094" y="9458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801" y="41034"/>
                </a:lnTo>
                <a:cubicBezTo>
                  <a:pt x="12373" y="56178"/>
                  <a:pt x="21174" y="64465"/>
                  <a:pt x="34004" y="64465"/>
                </a:cubicBezTo>
                <a:cubicBezTo>
                  <a:pt x="42548" y="64465"/>
                  <a:pt x="48949" y="60722"/>
                  <a:pt x="51664" y="53350"/>
                </a:cubicBezTo>
                <a:lnTo>
                  <a:pt x="62922" y="56436"/>
                </a:lnTo>
                <a:cubicBezTo>
                  <a:pt x="59579" y="67380"/>
                  <a:pt x="48749" y="74838"/>
                  <a:pt x="33919" y="74838"/>
                </a:cubicBezTo>
                <a:close/>
                <a:moveTo>
                  <a:pt x="11859" y="31204"/>
                </a:moveTo>
                <a:lnTo>
                  <a:pt x="52264" y="31204"/>
                </a:lnTo>
                <a:cubicBezTo>
                  <a:pt x="51149" y="18888"/>
                  <a:pt x="44491" y="10344"/>
                  <a:pt x="32575" y="10344"/>
                </a:cubicBezTo>
                <a:cubicBezTo>
                  <a:pt x="20145" y="10344"/>
                  <a:pt x="12573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5DF57-735A-4D3D-9527-16C60EA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537" y="3013434"/>
            <a:ext cx="67494" cy="99955"/>
          </a:xfrm>
          <a:custGeom xmlns:a="http://schemas.openxmlformats.org/drawingml/2006/main">
            <a:pathLst>
              <a:path w="67494" h="99955">
                <a:moveTo>
                  <a:pt x="5544" y="98584"/>
                </a:moveTo>
                <a:lnTo>
                  <a:pt x="8515" y="88497"/>
                </a:lnTo>
                <a:cubicBezTo>
                  <a:pt x="16288" y="90811"/>
                  <a:pt x="21803" y="89697"/>
                  <a:pt x="25546" y="78781"/>
                </a:cubicBezTo>
                <a:lnTo>
                  <a:pt x="27632" y="72752"/>
                </a:lnTo>
                <a:lnTo>
                  <a:pt x="0" y="0"/>
                </a:lnTo>
                <a:lnTo>
                  <a:pt x="12744" y="0"/>
                </a:lnTo>
                <a:cubicBezTo>
                  <a:pt x="19660" y="20260"/>
                  <a:pt x="28089" y="40119"/>
                  <a:pt x="33719" y="61493"/>
                </a:cubicBezTo>
                <a:cubicBezTo>
                  <a:pt x="39348" y="40062"/>
                  <a:pt x="47892" y="20260"/>
                  <a:pt x="54807" y="0"/>
                </a:cubicBezTo>
                <a:lnTo>
                  <a:pt x="67494" y="0"/>
                </a:lnTo>
                <a:lnTo>
                  <a:pt x="35719" y="83182"/>
                </a:lnTo>
                <a:cubicBezTo>
                  <a:pt x="31318" y="94698"/>
                  <a:pt x="24317" y="99955"/>
                  <a:pt x="14087" y="99955"/>
                </a:cubicBezTo>
                <a:cubicBezTo>
                  <a:pt x="9944" y="99955"/>
                  <a:pt x="6772" y="99155"/>
                  <a:pt x="5544" y="985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2E1EC-BBBC-41FD-8E81-80D2630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99" y="3338703"/>
            <a:ext cx="1054560" cy="298323"/>
          </a:xfrm>
          <a:custGeom xmlns:a="http://schemas.openxmlformats.org/drawingml/2006/main">
            <a:pathLst>
              <a:path w="1054560" h="298323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808A1-E901-410A-80C1-CE97740D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99" y="3338703"/>
            <a:ext cx="1054560" cy="298323"/>
          </a:xfrm>
          <a:custGeom xmlns:a="http://schemas.openxmlformats.org/drawingml/2006/main">
            <a:pathLst>
              <a:path w="1054560" h="298323" fill="none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  <a:lnTo>
                  <a:pt x="9053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5AC55-23CB-48E5-A4A3-41ECFA9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868" y="3435944"/>
            <a:ext cx="56950" cy="96441"/>
          </a:xfrm>
          <a:custGeom xmlns:a="http://schemas.openxmlformats.org/drawingml/2006/main">
            <a:pathLst>
              <a:path w="56950" h="96441">
                <a:moveTo>
                  <a:pt x="0" y="96441"/>
                </a:moveTo>
                <a:lnTo>
                  <a:pt x="0" y="0"/>
                </a:lnTo>
                <a:lnTo>
                  <a:pt x="12287" y="0"/>
                </a:lnTo>
                <a:lnTo>
                  <a:pt x="12287" y="85554"/>
                </a:lnTo>
                <a:lnTo>
                  <a:pt x="56950" y="85554"/>
                </a:lnTo>
                <a:lnTo>
                  <a:pt x="56950" y="91011"/>
                </a:lnTo>
                <a:lnTo>
                  <a:pt x="56950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2E8C1-C5E2-4C77-AABE-7DCDACDB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905" y="3459118"/>
            <a:ext cx="66037" cy="74838"/>
          </a:xfrm>
          <a:custGeom xmlns:a="http://schemas.openxmlformats.org/drawingml/2006/main">
            <a:pathLst>
              <a:path w="66037" h="74838">
                <a:moveTo>
                  <a:pt x="32947" y="74838"/>
                </a:moveTo>
                <a:cubicBezTo>
                  <a:pt x="13259" y="74838"/>
                  <a:pt x="0" y="59865"/>
                  <a:pt x="0" y="37548"/>
                </a:cubicBezTo>
                <a:cubicBezTo>
                  <a:pt x="0" y="14888"/>
                  <a:pt x="13259" y="0"/>
                  <a:pt x="32947" y="0"/>
                </a:cubicBezTo>
                <a:cubicBezTo>
                  <a:pt x="52692" y="0"/>
                  <a:pt x="66037" y="14888"/>
                  <a:pt x="66037" y="37548"/>
                </a:cubicBezTo>
                <a:cubicBezTo>
                  <a:pt x="66037" y="59865"/>
                  <a:pt x="52692" y="74838"/>
                  <a:pt x="32947" y="74838"/>
                </a:cubicBezTo>
                <a:close/>
                <a:moveTo>
                  <a:pt x="32947" y="64408"/>
                </a:moveTo>
                <a:cubicBezTo>
                  <a:pt x="47577" y="64408"/>
                  <a:pt x="54235" y="51778"/>
                  <a:pt x="54235" y="37548"/>
                </a:cubicBezTo>
                <a:cubicBezTo>
                  <a:pt x="54235" y="23174"/>
                  <a:pt x="47577" y="10401"/>
                  <a:pt x="32947" y="10401"/>
                </a:cubicBezTo>
                <a:cubicBezTo>
                  <a:pt x="18517" y="10401"/>
                  <a:pt x="11830" y="23089"/>
                  <a:pt x="11830" y="37548"/>
                </a:cubicBezTo>
                <a:cubicBezTo>
                  <a:pt x="11830" y="51778"/>
                  <a:pt x="18517" y="64408"/>
                  <a:pt x="32947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86C43-4CB3-4220-968D-11E9DA3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401" y="3459118"/>
            <a:ext cx="64351" cy="101898"/>
          </a:xfrm>
          <a:custGeom xmlns:a="http://schemas.openxmlformats.org/drawingml/2006/main">
            <a:pathLst>
              <a:path w="64351" h="101898">
                <a:moveTo>
                  <a:pt x="32804" y="101898"/>
                </a:moveTo>
                <a:cubicBezTo>
                  <a:pt x="16745" y="101898"/>
                  <a:pt x="7515" y="95098"/>
                  <a:pt x="3029" y="87125"/>
                </a:cubicBezTo>
                <a:lnTo>
                  <a:pt x="12487" y="81039"/>
                </a:lnTo>
                <a:cubicBezTo>
                  <a:pt x="15545" y="85239"/>
                  <a:pt x="20060" y="91726"/>
                  <a:pt x="32804" y="91726"/>
                </a:cubicBezTo>
                <a:cubicBezTo>
                  <a:pt x="44348" y="91726"/>
                  <a:pt x="52692" y="86411"/>
                  <a:pt x="52692" y="74495"/>
                </a:cubicBezTo>
                <a:lnTo>
                  <a:pt x="52692" y="67237"/>
                </a:lnTo>
                <a:lnTo>
                  <a:pt x="52692" y="60008"/>
                </a:lnTo>
                <a:lnTo>
                  <a:pt x="51578" y="60008"/>
                </a:lnTo>
                <a:cubicBezTo>
                  <a:pt x="49120" y="64151"/>
                  <a:pt x="44520" y="72095"/>
                  <a:pt x="30547" y="72095"/>
                </a:cubicBezTo>
                <a:cubicBezTo>
                  <a:pt x="13202" y="72095"/>
                  <a:pt x="0" y="59493"/>
                  <a:pt x="0" y="36776"/>
                </a:cubicBezTo>
                <a:cubicBezTo>
                  <a:pt x="0" y="14373"/>
                  <a:pt x="12744" y="0"/>
                  <a:pt x="30804" y="0"/>
                </a:cubicBezTo>
                <a:cubicBezTo>
                  <a:pt x="44777" y="0"/>
                  <a:pt x="49463" y="8601"/>
                  <a:pt x="51921" y="12487"/>
                </a:cubicBezTo>
                <a:lnTo>
                  <a:pt x="53007" y="12487"/>
                </a:lnTo>
                <a:lnTo>
                  <a:pt x="53007" y="6715"/>
                </a:lnTo>
                <a:lnTo>
                  <a:pt x="53007" y="914"/>
                </a:lnTo>
                <a:lnTo>
                  <a:pt x="64351" y="914"/>
                </a:lnTo>
                <a:lnTo>
                  <a:pt x="64351" y="38033"/>
                </a:lnTo>
                <a:lnTo>
                  <a:pt x="64351" y="75152"/>
                </a:lnTo>
                <a:cubicBezTo>
                  <a:pt x="64351" y="93869"/>
                  <a:pt x="50435" y="101898"/>
                  <a:pt x="32804" y="101898"/>
                </a:cubicBezTo>
                <a:close/>
                <a:moveTo>
                  <a:pt x="32490" y="61751"/>
                </a:moveTo>
                <a:cubicBezTo>
                  <a:pt x="45634" y="61751"/>
                  <a:pt x="52807" y="52292"/>
                  <a:pt x="52807" y="36490"/>
                </a:cubicBezTo>
                <a:cubicBezTo>
                  <a:pt x="52807" y="21174"/>
                  <a:pt x="45834" y="10401"/>
                  <a:pt x="32490" y="10401"/>
                </a:cubicBezTo>
                <a:cubicBezTo>
                  <a:pt x="18688" y="10401"/>
                  <a:pt x="11830" y="22060"/>
                  <a:pt x="11830" y="36490"/>
                </a:cubicBezTo>
                <a:cubicBezTo>
                  <a:pt x="11830" y="51378"/>
                  <a:pt x="18888" y="61751"/>
                  <a:pt x="32490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03BB6-919F-4DA6-9269-9449A09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83" y="3432772"/>
            <a:ext cx="16259" cy="99612"/>
          </a:xfrm>
          <a:custGeom xmlns:a="http://schemas.openxmlformats.org/drawingml/2006/main">
            <a:pathLst>
              <a:path w="16259" h="99612">
                <a:moveTo>
                  <a:pt x="2229" y="99612"/>
                </a:moveTo>
                <a:lnTo>
                  <a:pt x="2229" y="27261"/>
                </a:lnTo>
                <a:lnTo>
                  <a:pt x="13859" y="27261"/>
                </a:lnTo>
                <a:lnTo>
                  <a:pt x="13859" y="99612"/>
                </a:lnTo>
                <a:lnTo>
                  <a:pt x="2229" y="99612"/>
                </a:lnTo>
                <a:close/>
                <a:moveTo>
                  <a:pt x="8115" y="15402"/>
                </a:moveTo>
                <a:cubicBezTo>
                  <a:pt x="3715" y="15402"/>
                  <a:pt x="0" y="11973"/>
                  <a:pt x="0" y="7687"/>
                </a:cubicBezTo>
                <a:cubicBezTo>
                  <a:pt x="0" y="3429"/>
                  <a:pt x="3715" y="0"/>
                  <a:pt x="8115" y="0"/>
                </a:cubicBezTo>
                <a:cubicBezTo>
                  <a:pt x="12573" y="0"/>
                  <a:pt x="16259" y="3429"/>
                  <a:pt x="16259" y="7687"/>
                </a:cubicBezTo>
                <a:cubicBezTo>
                  <a:pt x="16259" y="11973"/>
                  <a:pt x="12573" y="15402"/>
                  <a:pt x="8115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70B77-077E-47A6-867E-56AF41BA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01" y="3459118"/>
            <a:ext cx="57893" cy="73266"/>
          </a:xfrm>
          <a:custGeom xmlns:a="http://schemas.openxmlformats.org/drawingml/2006/main">
            <a:pathLst>
              <a:path w="57893" h="73266">
                <a:moveTo>
                  <a:pt x="11659" y="29889"/>
                </a:moveTo>
                <a:lnTo>
                  <a:pt x="11659" y="73266"/>
                </a:lnTo>
                <a:lnTo>
                  <a:pt x="0" y="73266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288"/>
                </a:lnTo>
                <a:cubicBezTo>
                  <a:pt x="15945" y="4058"/>
                  <a:pt x="23689" y="0"/>
                  <a:pt x="33404" y="0"/>
                </a:cubicBezTo>
                <a:cubicBezTo>
                  <a:pt x="48035" y="0"/>
                  <a:pt x="57893" y="9001"/>
                  <a:pt x="57893" y="27318"/>
                </a:cubicBezTo>
                <a:lnTo>
                  <a:pt x="57893" y="50292"/>
                </a:lnTo>
                <a:lnTo>
                  <a:pt x="57893" y="73266"/>
                </a:lnTo>
                <a:lnTo>
                  <a:pt x="46234" y="73266"/>
                </a:lnTo>
                <a:lnTo>
                  <a:pt x="46234" y="50778"/>
                </a:lnTo>
                <a:lnTo>
                  <a:pt x="46234" y="28289"/>
                </a:lnTo>
                <a:cubicBezTo>
                  <a:pt x="46234" y="17145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8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EFCDE-2B48-4A9E-84DF-660808B3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916" y="3459118"/>
            <a:ext cx="64237" cy="100327"/>
          </a:xfrm>
          <a:custGeom xmlns:a="http://schemas.openxmlformats.org/drawingml/2006/main">
            <a:pathLst>
              <a:path w="64237" h="100327">
                <a:moveTo>
                  <a:pt x="0" y="100327"/>
                </a:moveTo>
                <a:lnTo>
                  <a:pt x="0" y="914"/>
                </a:lnTo>
                <a:lnTo>
                  <a:pt x="11259" y="914"/>
                </a:lnTo>
                <a:lnTo>
                  <a:pt x="11259" y="12487"/>
                </a:lnTo>
                <a:lnTo>
                  <a:pt x="12573" y="12487"/>
                </a:lnTo>
                <a:cubicBezTo>
                  <a:pt x="14973" y="8658"/>
                  <a:pt x="19431" y="0"/>
                  <a:pt x="33547" y="0"/>
                </a:cubicBezTo>
                <a:cubicBezTo>
                  <a:pt x="51606" y="0"/>
                  <a:pt x="64237" y="14373"/>
                  <a:pt x="64237" y="37290"/>
                </a:cubicBezTo>
                <a:cubicBezTo>
                  <a:pt x="64237" y="60322"/>
                  <a:pt x="51664" y="74838"/>
                  <a:pt x="33604" y="74838"/>
                </a:cubicBezTo>
                <a:cubicBezTo>
                  <a:pt x="19831" y="74838"/>
                  <a:pt x="14973" y="66094"/>
                  <a:pt x="12573" y="62065"/>
                </a:cubicBezTo>
                <a:lnTo>
                  <a:pt x="11659" y="62065"/>
                </a:lnTo>
                <a:lnTo>
                  <a:pt x="11659" y="81210"/>
                </a:lnTo>
                <a:lnTo>
                  <a:pt x="11659" y="100327"/>
                </a:lnTo>
                <a:lnTo>
                  <a:pt x="0" y="100327"/>
                </a:lnTo>
                <a:close/>
                <a:moveTo>
                  <a:pt x="31861" y="64408"/>
                </a:moveTo>
                <a:cubicBezTo>
                  <a:pt x="45406" y="64408"/>
                  <a:pt x="52378" y="52349"/>
                  <a:pt x="52378" y="37147"/>
                </a:cubicBezTo>
                <a:cubicBezTo>
                  <a:pt x="52378" y="22146"/>
                  <a:pt x="45577" y="10401"/>
                  <a:pt x="31861" y="10401"/>
                </a:cubicBezTo>
                <a:cubicBezTo>
                  <a:pt x="18517" y="10401"/>
                  <a:pt x="11516" y="21174"/>
                  <a:pt x="11516" y="37147"/>
                </a:cubicBezTo>
                <a:cubicBezTo>
                  <a:pt x="11516" y="53264"/>
                  <a:pt x="18717" y="64408"/>
                  <a:pt x="31861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C6F1B-E619-4BEF-B315-AB92680D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83" y="3459118"/>
            <a:ext cx="58407" cy="74952"/>
          </a:xfrm>
          <a:custGeom xmlns:a="http://schemas.openxmlformats.org/drawingml/2006/main">
            <a:pathLst>
              <a:path w="58407" h="74952">
                <a:moveTo>
                  <a:pt x="24689" y="74952"/>
                </a:moveTo>
                <a:cubicBezTo>
                  <a:pt x="10944" y="74952"/>
                  <a:pt x="0" y="66923"/>
                  <a:pt x="0" y="52692"/>
                </a:cubicBezTo>
                <a:cubicBezTo>
                  <a:pt x="0" y="36119"/>
                  <a:pt x="14773" y="33061"/>
                  <a:pt x="28175" y="31375"/>
                </a:cubicBezTo>
                <a:cubicBezTo>
                  <a:pt x="41262" y="29632"/>
                  <a:pt x="46749" y="30347"/>
                  <a:pt x="46749" y="24403"/>
                </a:cubicBezTo>
                <a:cubicBezTo>
                  <a:pt x="46749" y="15402"/>
                  <a:pt x="41634" y="10230"/>
                  <a:pt x="31604" y="10230"/>
                </a:cubicBezTo>
                <a:cubicBezTo>
                  <a:pt x="21174" y="10230"/>
                  <a:pt x="15545" y="15773"/>
                  <a:pt x="13287" y="20831"/>
                </a:cubicBezTo>
                <a:lnTo>
                  <a:pt x="2086" y="17145"/>
                </a:lnTo>
                <a:cubicBezTo>
                  <a:pt x="7658" y="4000"/>
                  <a:pt x="20088" y="0"/>
                  <a:pt x="31290" y="0"/>
                </a:cubicBezTo>
                <a:cubicBezTo>
                  <a:pt x="41005" y="0"/>
                  <a:pt x="58407" y="2972"/>
                  <a:pt x="58407" y="25546"/>
                </a:cubicBezTo>
                <a:lnTo>
                  <a:pt x="58407" y="49406"/>
                </a:lnTo>
                <a:lnTo>
                  <a:pt x="58407" y="73266"/>
                </a:lnTo>
                <a:lnTo>
                  <a:pt x="46949" y="73266"/>
                </a:lnTo>
                <a:lnTo>
                  <a:pt x="46949" y="68351"/>
                </a:lnTo>
                <a:lnTo>
                  <a:pt x="46949" y="63437"/>
                </a:lnTo>
                <a:lnTo>
                  <a:pt x="46177" y="63437"/>
                </a:lnTo>
                <a:cubicBezTo>
                  <a:pt x="43720" y="68551"/>
                  <a:pt x="36919" y="74952"/>
                  <a:pt x="24689" y="74952"/>
                </a:cubicBezTo>
                <a:close/>
                <a:moveTo>
                  <a:pt x="26689" y="64665"/>
                </a:moveTo>
                <a:cubicBezTo>
                  <a:pt x="39576" y="64665"/>
                  <a:pt x="46749" y="55978"/>
                  <a:pt x="46749" y="47120"/>
                </a:cubicBezTo>
                <a:lnTo>
                  <a:pt x="46749" y="42091"/>
                </a:lnTo>
                <a:lnTo>
                  <a:pt x="46749" y="37090"/>
                </a:lnTo>
                <a:cubicBezTo>
                  <a:pt x="44806" y="39348"/>
                  <a:pt x="32118" y="40662"/>
                  <a:pt x="27661" y="41234"/>
                </a:cubicBezTo>
                <a:cubicBezTo>
                  <a:pt x="19174" y="42320"/>
                  <a:pt x="11716" y="45034"/>
                  <a:pt x="11716" y="53264"/>
                </a:cubicBezTo>
                <a:cubicBezTo>
                  <a:pt x="11716" y="60779"/>
                  <a:pt x="18002" y="64665"/>
                  <a:pt x="26689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52185-DCA5-4619-862B-5BA4F67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592" y="3459118"/>
            <a:ext cx="56407" cy="74838"/>
          </a:xfrm>
          <a:custGeom xmlns:a="http://schemas.openxmlformats.org/drawingml/2006/main">
            <a:pathLst>
              <a:path w="56407" h="74838">
                <a:moveTo>
                  <a:pt x="27861" y="74838"/>
                </a:moveTo>
                <a:cubicBezTo>
                  <a:pt x="12973" y="74838"/>
                  <a:pt x="2600" y="68209"/>
                  <a:pt x="0" y="55721"/>
                </a:cubicBezTo>
                <a:lnTo>
                  <a:pt x="11087" y="53064"/>
                </a:lnTo>
                <a:cubicBezTo>
                  <a:pt x="13173" y="61036"/>
                  <a:pt x="19031" y="64579"/>
                  <a:pt x="27718" y="64579"/>
                </a:cubicBezTo>
                <a:cubicBezTo>
                  <a:pt x="37805" y="64579"/>
                  <a:pt x="44291" y="59607"/>
                  <a:pt x="44291" y="53664"/>
                </a:cubicBezTo>
                <a:cubicBezTo>
                  <a:pt x="44291" y="48663"/>
                  <a:pt x="40805" y="45377"/>
                  <a:pt x="33690" y="43691"/>
                </a:cubicBezTo>
                <a:lnTo>
                  <a:pt x="21631" y="40834"/>
                </a:lnTo>
                <a:cubicBezTo>
                  <a:pt x="8487" y="37748"/>
                  <a:pt x="2229" y="31261"/>
                  <a:pt x="2229" y="21088"/>
                </a:cubicBezTo>
                <a:cubicBezTo>
                  <a:pt x="2229" y="8658"/>
                  <a:pt x="13602" y="0"/>
                  <a:pt x="29032" y="0"/>
                </a:cubicBezTo>
                <a:cubicBezTo>
                  <a:pt x="43920" y="0"/>
                  <a:pt x="51749" y="7229"/>
                  <a:pt x="55035" y="17402"/>
                </a:cubicBezTo>
                <a:lnTo>
                  <a:pt x="44491" y="20117"/>
                </a:lnTo>
                <a:cubicBezTo>
                  <a:pt x="42491" y="14945"/>
                  <a:pt x="38405" y="9887"/>
                  <a:pt x="29089" y="9887"/>
                </a:cubicBezTo>
                <a:cubicBezTo>
                  <a:pt x="20460" y="9887"/>
                  <a:pt x="14002" y="14373"/>
                  <a:pt x="14002" y="20374"/>
                </a:cubicBezTo>
                <a:cubicBezTo>
                  <a:pt x="14002" y="25746"/>
                  <a:pt x="17688" y="28718"/>
                  <a:pt x="26175" y="30747"/>
                </a:cubicBezTo>
                <a:lnTo>
                  <a:pt x="37119" y="33318"/>
                </a:lnTo>
                <a:cubicBezTo>
                  <a:pt x="50263" y="36433"/>
                  <a:pt x="56407" y="42977"/>
                  <a:pt x="56407" y="52892"/>
                </a:cubicBezTo>
                <a:cubicBezTo>
                  <a:pt x="56407" y="65551"/>
                  <a:pt x="44806" y="74838"/>
                  <a:pt x="27861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2A341-46FD-48B1-A79B-EE8224F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601" y="3459118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572" y="68209"/>
                  <a:pt x="0" y="55721"/>
                </a:cubicBezTo>
                <a:lnTo>
                  <a:pt x="11059" y="53064"/>
                </a:lnTo>
                <a:cubicBezTo>
                  <a:pt x="13116" y="61036"/>
                  <a:pt x="19031" y="64579"/>
                  <a:pt x="27689" y="64579"/>
                </a:cubicBezTo>
                <a:cubicBezTo>
                  <a:pt x="37805" y="64579"/>
                  <a:pt x="44263" y="59607"/>
                  <a:pt x="44263" y="53664"/>
                </a:cubicBezTo>
                <a:cubicBezTo>
                  <a:pt x="44263" y="48663"/>
                  <a:pt x="40777" y="45377"/>
                  <a:pt x="33661" y="43691"/>
                </a:cubicBezTo>
                <a:lnTo>
                  <a:pt x="21603" y="40834"/>
                </a:lnTo>
                <a:cubicBezTo>
                  <a:pt x="8458" y="37748"/>
                  <a:pt x="2200" y="31261"/>
                  <a:pt x="2200" y="21088"/>
                </a:cubicBezTo>
                <a:cubicBezTo>
                  <a:pt x="2200" y="8658"/>
                  <a:pt x="13573" y="0"/>
                  <a:pt x="28975" y="0"/>
                </a:cubicBezTo>
                <a:cubicBezTo>
                  <a:pt x="43891" y="0"/>
                  <a:pt x="51721" y="7229"/>
                  <a:pt x="55007" y="17402"/>
                </a:cubicBezTo>
                <a:lnTo>
                  <a:pt x="44463" y="20117"/>
                </a:lnTo>
                <a:cubicBezTo>
                  <a:pt x="42462" y="14945"/>
                  <a:pt x="38376" y="9887"/>
                  <a:pt x="29061" y="9887"/>
                </a:cubicBezTo>
                <a:cubicBezTo>
                  <a:pt x="20431" y="9887"/>
                  <a:pt x="13973" y="14373"/>
                  <a:pt x="13973" y="20374"/>
                </a:cubicBezTo>
                <a:cubicBezTo>
                  <a:pt x="13973" y="25746"/>
                  <a:pt x="17659" y="28718"/>
                  <a:pt x="26146" y="30747"/>
                </a:cubicBezTo>
                <a:lnTo>
                  <a:pt x="37090" y="33318"/>
                </a:lnTo>
                <a:cubicBezTo>
                  <a:pt x="50206" y="36433"/>
                  <a:pt x="56378" y="42977"/>
                  <a:pt x="56378" y="52892"/>
                </a:cubicBezTo>
                <a:cubicBezTo>
                  <a:pt x="56378" y="65551"/>
                  <a:pt x="44777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33958-6B32-4020-B7DB-AC7014C1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810" y="3435944"/>
            <a:ext cx="60722" cy="96441"/>
          </a:xfrm>
          <a:custGeom xmlns:a="http://schemas.openxmlformats.org/drawingml/2006/main">
            <a:pathLst>
              <a:path w="60722" h="96441">
                <a:moveTo>
                  <a:pt x="0" y="96441"/>
                </a:moveTo>
                <a:lnTo>
                  <a:pt x="0" y="0"/>
                </a:lnTo>
                <a:lnTo>
                  <a:pt x="11659" y="0"/>
                </a:lnTo>
                <a:lnTo>
                  <a:pt x="11659" y="55978"/>
                </a:lnTo>
                <a:lnTo>
                  <a:pt x="13087" y="55978"/>
                </a:lnTo>
                <a:lnTo>
                  <a:pt x="44005" y="24089"/>
                </a:lnTo>
                <a:lnTo>
                  <a:pt x="58436" y="24089"/>
                </a:lnTo>
                <a:lnTo>
                  <a:pt x="28146" y="55150"/>
                </a:lnTo>
                <a:lnTo>
                  <a:pt x="60722" y="96441"/>
                </a:lnTo>
                <a:lnTo>
                  <a:pt x="45777" y="96441"/>
                </a:lnTo>
                <a:lnTo>
                  <a:pt x="19288" y="62579"/>
                </a:lnTo>
                <a:lnTo>
                  <a:pt x="11659" y="69780"/>
                </a:lnTo>
                <a:lnTo>
                  <a:pt x="11659" y="83125"/>
                </a:lnTo>
                <a:lnTo>
                  <a:pt x="11659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AFDCF-B664-41F1-B1EF-F05F31A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104" y="3459118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62"/>
                </a:cubicBezTo>
                <a:cubicBezTo>
                  <a:pt x="0" y="15459"/>
                  <a:pt x="12802" y="0"/>
                  <a:pt x="32547" y="0"/>
                </a:cubicBezTo>
                <a:cubicBezTo>
                  <a:pt x="47892" y="0"/>
                  <a:pt x="64094" y="9430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44" y="56178"/>
                  <a:pt x="21145" y="64465"/>
                  <a:pt x="33976" y="64465"/>
                </a:cubicBezTo>
                <a:cubicBezTo>
                  <a:pt x="42520" y="64465"/>
                  <a:pt x="48949" y="60722"/>
                  <a:pt x="51635" y="53321"/>
                </a:cubicBezTo>
                <a:lnTo>
                  <a:pt x="62922" y="56436"/>
                </a:lnTo>
                <a:cubicBezTo>
                  <a:pt x="59550" y="67380"/>
                  <a:pt x="48720" y="74838"/>
                  <a:pt x="33919" y="74838"/>
                </a:cubicBezTo>
                <a:close/>
                <a:moveTo>
                  <a:pt x="11830" y="31204"/>
                </a:moveTo>
                <a:lnTo>
                  <a:pt x="52235" y="31204"/>
                </a:lnTo>
                <a:cubicBezTo>
                  <a:pt x="51121" y="18888"/>
                  <a:pt x="44463" y="10344"/>
                  <a:pt x="32547" y="10344"/>
                </a:cubicBezTo>
                <a:cubicBezTo>
                  <a:pt x="20117" y="10344"/>
                  <a:pt x="12544" y="20117"/>
                  <a:pt x="11830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96CFF-E20A-448A-8B6F-66BD888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570" y="3460032"/>
            <a:ext cx="67523" cy="99927"/>
          </a:xfrm>
          <a:custGeom xmlns:a="http://schemas.openxmlformats.org/drawingml/2006/main">
            <a:pathLst>
              <a:path w="67523" h="99927">
                <a:moveTo>
                  <a:pt x="5572" y="98584"/>
                </a:moveTo>
                <a:lnTo>
                  <a:pt x="8544" y="88468"/>
                </a:lnTo>
                <a:cubicBezTo>
                  <a:pt x="16316" y="90811"/>
                  <a:pt x="21803" y="89697"/>
                  <a:pt x="25575" y="78781"/>
                </a:cubicBezTo>
                <a:lnTo>
                  <a:pt x="27632" y="72752"/>
                </a:lnTo>
                <a:lnTo>
                  <a:pt x="0" y="0"/>
                </a:lnTo>
                <a:lnTo>
                  <a:pt x="12744" y="0"/>
                </a:lnTo>
                <a:cubicBezTo>
                  <a:pt x="19660" y="20260"/>
                  <a:pt x="28089" y="40119"/>
                  <a:pt x="33718" y="61465"/>
                </a:cubicBezTo>
                <a:cubicBezTo>
                  <a:pt x="39348" y="40062"/>
                  <a:pt x="47892" y="20260"/>
                  <a:pt x="54835" y="0"/>
                </a:cubicBezTo>
                <a:lnTo>
                  <a:pt x="67523" y="0"/>
                </a:lnTo>
                <a:lnTo>
                  <a:pt x="35719" y="83153"/>
                </a:lnTo>
                <a:cubicBezTo>
                  <a:pt x="31318" y="94698"/>
                  <a:pt x="24317" y="99927"/>
                  <a:pt x="14116" y="99927"/>
                </a:cubicBezTo>
                <a:cubicBezTo>
                  <a:pt x="9973" y="99927"/>
                  <a:pt x="6801" y="99155"/>
                  <a:pt x="5572" y="985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29D77-3764-4166-82AB-E4C725F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661" y="2891218"/>
            <a:ext cx="1054560" cy="298323"/>
          </a:xfrm>
          <a:custGeom xmlns:a="http://schemas.openxmlformats.org/drawingml/2006/main">
            <a:pathLst>
              <a:path w="1054560" h="298323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B959E-01AB-44D3-99A2-4413516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661" y="2891218"/>
            <a:ext cx="1054560" cy="298323"/>
          </a:xfrm>
          <a:custGeom xmlns:a="http://schemas.openxmlformats.org/drawingml/2006/main">
            <a:pathLst>
              <a:path w="1054560" h="298323" fill="none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  <a:lnTo>
                  <a:pt x="9053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576EB-5F54-4B84-B387-99B54737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076" y="2989345"/>
            <a:ext cx="69666" cy="96441"/>
          </a:xfrm>
          <a:custGeom xmlns:a="http://schemas.openxmlformats.org/drawingml/2006/main">
            <a:pathLst>
              <a:path w="69666" h="96441">
                <a:moveTo>
                  <a:pt x="0" y="96441"/>
                </a:moveTo>
                <a:lnTo>
                  <a:pt x="0" y="0"/>
                </a:lnTo>
                <a:lnTo>
                  <a:pt x="33033" y="0"/>
                </a:lnTo>
                <a:cubicBezTo>
                  <a:pt x="55550" y="0"/>
                  <a:pt x="65894" y="12573"/>
                  <a:pt x="65894" y="29775"/>
                </a:cubicBezTo>
                <a:cubicBezTo>
                  <a:pt x="65894" y="42605"/>
                  <a:pt x="60208" y="52492"/>
                  <a:pt x="48035" y="56779"/>
                </a:cubicBezTo>
                <a:lnTo>
                  <a:pt x="69666" y="96441"/>
                </a:lnTo>
                <a:lnTo>
                  <a:pt x="55407" y="96441"/>
                </a:lnTo>
                <a:lnTo>
                  <a:pt x="35347" y="58979"/>
                </a:lnTo>
                <a:cubicBezTo>
                  <a:pt x="27775" y="59093"/>
                  <a:pt x="19945" y="58979"/>
                  <a:pt x="12316" y="59036"/>
                </a:cubicBezTo>
                <a:lnTo>
                  <a:pt x="12316" y="77753"/>
                </a:lnTo>
                <a:lnTo>
                  <a:pt x="12316" y="96441"/>
                </a:lnTo>
                <a:lnTo>
                  <a:pt x="0" y="96441"/>
                </a:lnTo>
                <a:close/>
                <a:moveTo>
                  <a:pt x="12316" y="48092"/>
                </a:moveTo>
                <a:lnTo>
                  <a:pt x="32490" y="48092"/>
                </a:lnTo>
                <a:cubicBezTo>
                  <a:pt x="47720" y="48092"/>
                  <a:pt x="53664" y="41091"/>
                  <a:pt x="53664" y="29775"/>
                </a:cubicBezTo>
                <a:cubicBezTo>
                  <a:pt x="53664" y="18317"/>
                  <a:pt x="47720" y="10801"/>
                  <a:pt x="32375" y="10801"/>
                </a:cubicBezTo>
                <a:lnTo>
                  <a:pt x="12316" y="10801"/>
                </a:lnTo>
                <a:lnTo>
                  <a:pt x="12316" y="29461"/>
                </a:lnTo>
                <a:lnTo>
                  <a:pt x="12316" y="48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DA1E1-4ED5-4C1C-8284-A0A2F382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543" y="3012519"/>
            <a:ext cx="64094" cy="74838"/>
          </a:xfrm>
          <a:custGeom xmlns:a="http://schemas.openxmlformats.org/drawingml/2006/main">
            <a:pathLst>
              <a:path w="64094" h="74838">
                <a:moveTo>
                  <a:pt x="33919" y="74838"/>
                </a:moveTo>
                <a:cubicBezTo>
                  <a:pt x="12944" y="74838"/>
                  <a:pt x="0" y="59950"/>
                  <a:pt x="0" y="37662"/>
                </a:cubicBezTo>
                <a:cubicBezTo>
                  <a:pt x="0" y="15459"/>
                  <a:pt x="12802" y="0"/>
                  <a:pt x="32547" y="0"/>
                </a:cubicBezTo>
                <a:cubicBezTo>
                  <a:pt x="47892" y="0"/>
                  <a:pt x="64094" y="9458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773" y="41034"/>
                </a:lnTo>
                <a:cubicBezTo>
                  <a:pt x="12373" y="56178"/>
                  <a:pt x="21174" y="64465"/>
                  <a:pt x="33976" y="64465"/>
                </a:cubicBezTo>
                <a:cubicBezTo>
                  <a:pt x="42520" y="64465"/>
                  <a:pt x="48949" y="60722"/>
                  <a:pt x="51664" y="53350"/>
                </a:cubicBezTo>
                <a:lnTo>
                  <a:pt x="62922" y="56436"/>
                </a:lnTo>
                <a:cubicBezTo>
                  <a:pt x="59550" y="67380"/>
                  <a:pt x="48749" y="74838"/>
                  <a:pt x="33919" y="74838"/>
                </a:cubicBezTo>
                <a:close/>
                <a:moveTo>
                  <a:pt x="11830" y="31204"/>
                </a:moveTo>
                <a:lnTo>
                  <a:pt x="52235" y="31204"/>
                </a:lnTo>
                <a:cubicBezTo>
                  <a:pt x="51149" y="18888"/>
                  <a:pt x="44463" y="10344"/>
                  <a:pt x="32547" y="10344"/>
                </a:cubicBezTo>
                <a:cubicBezTo>
                  <a:pt x="20145" y="10344"/>
                  <a:pt x="12544" y="20145"/>
                  <a:pt x="11830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8F748-FE22-4933-A1E3-48C8B232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838" y="3012519"/>
            <a:ext cx="64351" cy="101898"/>
          </a:xfrm>
          <a:custGeom xmlns:a="http://schemas.openxmlformats.org/drawingml/2006/main">
            <a:pathLst>
              <a:path w="64351" h="101898">
                <a:moveTo>
                  <a:pt x="32804" y="101898"/>
                </a:moveTo>
                <a:cubicBezTo>
                  <a:pt x="16774" y="101898"/>
                  <a:pt x="7515" y="95098"/>
                  <a:pt x="3029" y="87125"/>
                </a:cubicBezTo>
                <a:lnTo>
                  <a:pt x="12487" y="81039"/>
                </a:lnTo>
                <a:cubicBezTo>
                  <a:pt x="15545" y="85268"/>
                  <a:pt x="20060" y="91726"/>
                  <a:pt x="32804" y="91726"/>
                </a:cubicBezTo>
                <a:cubicBezTo>
                  <a:pt x="44348" y="91726"/>
                  <a:pt x="52692" y="86411"/>
                  <a:pt x="52692" y="74495"/>
                </a:cubicBezTo>
                <a:lnTo>
                  <a:pt x="52692" y="67266"/>
                </a:lnTo>
                <a:lnTo>
                  <a:pt x="52692" y="60008"/>
                </a:lnTo>
                <a:lnTo>
                  <a:pt x="51578" y="60008"/>
                </a:lnTo>
                <a:cubicBezTo>
                  <a:pt x="49120" y="64151"/>
                  <a:pt x="44548" y="72123"/>
                  <a:pt x="30547" y="72123"/>
                </a:cubicBezTo>
                <a:cubicBezTo>
                  <a:pt x="13202" y="72123"/>
                  <a:pt x="0" y="59493"/>
                  <a:pt x="0" y="36776"/>
                </a:cubicBezTo>
                <a:cubicBezTo>
                  <a:pt x="0" y="14373"/>
                  <a:pt x="12744" y="0"/>
                  <a:pt x="30804" y="0"/>
                </a:cubicBezTo>
                <a:cubicBezTo>
                  <a:pt x="44806" y="0"/>
                  <a:pt x="49463" y="8601"/>
                  <a:pt x="51921" y="12487"/>
                </a:cubicBezTo>
                <a:lnTo>
                  <a:pt x="53007" y="12487"/>
                </a:lnTo>
                <a:lnTo>
                  <a:pt x="53007" y="6744"/>
                </a:lnTo>
                <a:lnTo>
                  <a:pt x="53007" y="914"/>
                </a:lnTo>
                <a:lnTo>
                  <a:pt x="64351" y="914"/>
                </a:lnTo>
                <a:lnTo>
                  <a:pt x="64351" y="38033"/>
                </a:lnTo>
                <a:lnTo>
                  <a:pt x="64351" y="75152"/>
                </a:lnTo>
                <a:cubicBezTo>
                  <a:pt x="64351" y="93869"/>
                  <a:pt x="50435" y="101898"/>
                  <a:pt x="32804" y="101898"/>
                </a:cubicBezTo>
                <a:close/>
                <a:moveTo>
                  <a:pt x="32490" y="61751"/>
                </a:moveTo>
                <a:cubicBezTo>
                  <a:pt x="45634" y="61751"/>
                  <a:pt x="52807" y="52292"/>
                  <a:pt x="52807" y="36519"/>
                </a:cubicBezTo>
                <a:cubicBezTo>
                  <a:pt x="52807" y="21174"/>
                  <a:pt x="45834" y="10430"/>
                  <a:pt x="32490" y="10430"/>
                </a:cubicBezTo>
                <a:cubicBezTo>
                  <a:pt x="18717" y="10430"/>
                  <a:pt x="11830" y="22088"/>
                  <a:pt x="11830" y="36519"/>
                </a:cubicBezTo>
                <a:cubicBezTo>
                  <a:pt x="11830" y="51406"/>
                  <a:pt x="18888" y="61751"/>
                  <a:pt x="32490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6294D-EF5F-4BA6-9CDB-2B53DCB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63" y="3069155"/>
            <a:ext cx="17488" cy="17488"/>
          </a:xfrm>
          <a:custGeom xmlns:a="http://schemas.openxmlformats.org/drawingml/2006/main">
            <a:pathLst>
              <a:path w="17488" h="17488">
                <a:moveTo>
                  <a:pt x="8744" y="17488"/>
                </a:moveTo>
                <a:cubicBezTo>
                  <a:pt x="3886" y="17488"/>
                  <a:pt x="0" y="13602"/>
                  <a:pt x="0" y="8744"/>
                </a:cubicBezTo>
                <a:cubicBezTo>
                  <a:pt x="0" y="3886"/>
                  <a:pt x="3886" y="0"/>
                  <a:pt x="8744" y="0"/>
                </a:cubicBezTo>
                <a:cubicBezTo>
                  <a:pt x="13602" y="0"/>
                  <a:pt x="17488" y="3886"/>
                  <a:pt x="17488" y="8744"/>
                </a:cubicBezTo>
                <a:cubicBezTo>
                  <a:pt x="17488" y="13602"/>
                  <a:pt x="13602" y="17488"/>
                  <a:pt x="8744" y="1748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3A465-4DB4-46A3-A91B-FC745B7E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144" y="3012519"/>
            <a:ext cx="64208" cy="100327"/>
          </a:xfrm>
          <a:custGeom xmlns:a="http://schemas.openxmlformats.org/drawingml/2006/main">
            <a:pathLst>
              <a:path w="64208" h="100327">
                <a:moveTo>
                  <a:pt x="0" y="100327"/>
                </a:moveTo>
                <a:lnTo>
                  <a:pt x="0" y="914"/>
                </a:lnTo>
                <a:lnTo>
                  <a:pt x="11259" y="914"/>
                </a:lnTo>
                <a:lnTo>
                  <a:pt x="11259" y="12487"/>
                </a:lnTo>
                <a:lnTo>
                  <a:pt x="12573" y="12487"/>
                </a:lnTo>
                <a:cubicBezTo>
                  <a:pt x="14973" y="8687"/>
                  <a:pt x="19431" y="0"/>
                  <a:pt x="33547" y="0"/>
                </a:cubicBezTo>
                <a:cubicBezTo>
                  <a:pt x="51606" y="0"/>
                  <a:pt x="64208" y="14373"/>
                  <a:pt x="64208" y="37290"/>
                </a:cubicBezTo>
                <a:cubicBezTo>
                  <a:pt x="64208" y="60322"/>
                  <a:pt x="51664" y="74838"/>
                  <a:pt x="33604" y="74838"/>
                </a:cubicBezTo>
                <a:cubicBezTo>
                  <a:pt x="19802" y="74838"/>
                  <a:pt x="14973" y="66094"/>
                  <a:pt x="12573" y="62093"/>
                </a:cubicBezTo>
                <a:lnTo>
                  <a:pt x="11659" y="62093"/>
                </a:lnTo>
                <a:lnTo>
                  <a:pt x="11659" y="81210"/>
                </a:lnTo>
                <a:lnTo>
                  <a:pt x="11659" y="100327"/>
                </a:lnTo>
                <a:lnTo>
                  <a:pt x="0" y="100327"/>
                </a:lnTo>
                <a:close/>
                <a:moveTo>
                  <a:pt x="31861" y="64408"/>
                </a:moveTo>
                <a:cubicBezTo>
                  <a:pt x="45377" y="64408"/>
                  <a:pt x="52378" y="52378"/>
                  <a:pt x="52378" y="37147"/>
                </a:cubicBezTo>
                <a:cubicBezTo>
                  <a:pt x="52378" y="22146"/>
                  <a:pt x="45577" y="10430"/>
                  <a:pt x="31861" y="10430"/>
                </a:cubicBezTo>
                <a:cubicBezTo>
                  <a:pt x="18517" y="10430"/>
                  <a:pt x="11516" y="21174"/>
                  <a:pt x="11516" y="37147"/>
                </a:cubicBezTo>
                <a:cubicBezTo>
                  <a:pt x="11516" y="53264"/>
                  <a:pt x="18717" y="64408"/>
                  <a:pt x="31861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80B38-0102-449B-AAB9-5C5CF9B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211" y="3012519"/>
            <a:ext cx="58407" cy="74952"/>
          </a:xfrm>
          <a:custGeom xmlns:a="http://schemas.openxmlformats.org/drawingml/2006/main">
            <a:pathLst>
              <a:path w="58407" h="74952">
                <a:moveTo>
                  <a:pt x="24660" y="74952"/>
                </a:moveTo>
                <a:cubicBezTo>
                  <a:pt x="10944" y="74952"/>
                  <a:pt x="0" y="66951"/>
                  <a:pt x="0" y="52692"/>
                </a:cubicBezTo>
                <a:cubicBezTo>
                  <a:pt x="0" y="36119"/>
                  <a:pt x="14773" y="33061"/>
                  <a:pt x="28175" y="31404"/>
                </a:cubicBezTo>
                <a:cubicBezTo>
                  <a:pt x="41234" y="29632"/>
                  <a:pt x="46749" y="30347"/>
                  <a:pt x="46749" y="24403"/>
                </a:cubicBezTo>
                <a:cubicBezTo>
                  <a:pt x="46749" y="15402"/>
                  <a:pt x="41634" y="10230"/>
                  <a:pt x="31604" y="10230"/>
                </a:cubicBezTo>
                <a:cubicBezTo>
                  <a:pt x="21174" y="10230"/>
                  <a:pt x="15545" y="15802"/>
                  <a:pt x="13287" y="20831"/>
                </a:cubicBezTo>
                <a:lnTo>
                  <a:pt x="2086" y="17145"/>
                </a:lnTo>
                <a:cubicBezTo>
                  <a:pt x="7658" y="4000"/>
                  <a:pt x="20060" y="0"/>
                  <a:pt x="31290" y="0"/>
                </a:cubicBezTo>
                <a:cubicBezTo>
                  <a:pt x="40977" y="0"/>
                  <a:pt x="58407" y="2972"/>
                  <a:pt x="58407" y="25575"/>
                </a:cubicBezTo>
                <a:lnTo>
                  <a:pt x="58407" y="49435"/>
                </a:lnTo>
                <a:lnTo>
                  <a:pt x="58407" y="73266"/>
                </a:lnTo>
                <a:lnTo>
                  <a:pt x="46949" y="73266"/>
                </a:lnTo>
                <a:lnTo>
                  <a:pt x="46949" y="68351"/>
                </a:lnTo>
                <a:lnTo>
                  <a:pt x="46949" y="63437"/>
                </a:lnTo>
                <a:lnTo>
                  <a:pt x="46149" y="63437"/>
                </a:lnTo>
                <a:cubicBezTo>
                  <a:pt x="43691" y="68551"/>
                  <a:pt x="36919" y="74952"/>
                  <a:pt x="24660" y="74952"/>
                </a:cubicBezTo>
                <a:close/>
                <a:moveTo>
                  <a:pt x="26689" y="64665"/>
                </a:moveTo>
                <a:cubicBezTo>
                  <a:pt x="39548" y="64665"/>
                  <a:pt x="46749" y="56007"/>
                  <a:pt x="46749" y="47120"/>
                </a:cubicBezTo>
                <a:lnTo>
                  <a:pt x="46749" y="42120"/>
                </a:lnTo>
                <a:lnTo>
                  <a:pt x="46749" y="37090"/>
                </a:lnTo>
                <a:cubicBezTo>
                  <a:pt x="44806" y="39348"/>
                  <a:pt x="32118" y="40662"/>
                  <a:pt x="27661" y="41234"/>
                </a:cubicBezTo>
                <a:cubicBezTo>
                  <a:pt x="19174" y="42348"/>
                  <a:pt x="11716" y="45063"/>
                  <a:pt x="11716" y="53264"/>
                </a:cubicBezTo>
                <a:cubicBezTo>
                  <a:pt x="11716" y="60779"/>
                  <a:pt x="18002" y="64665"/>
                  <a:pt x="26689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0483C-A621-4C4E-9075-9A1037CB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20" y="3012519"/>
            <a:ext cx="56407" cy="74838"/>
          </a:xfrm>
          <a:custGeom xmlns:a="http://schemas.openxmlformats.org/drawingml/2006/main">
            <a:pathLst>
              <a:path w="56407" h="74838">
                <a:moveTo>
                  <a:pt x="27832" y="74838"/>
                </a:moveTo>
                <a:cubicBezTo>
                  <a:pt x="12944" y="74838"/>
                  <a:pt x="2600" y="68237"/>
                  <a:pt x="0" y="55721"/>
                </a:cubicBezTo>
                <a:lnTo>
                  <a:pt x="11087" y="53092"/>
                </a:lnTo>
                <a:cubicBezTo>
                  <a:pt x="13144" y="61036"/>
                  <a:pt x="19031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92"/>
                  <a:pt x="40805" y="45377"/>
                  <a:pt x="33661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21" y="7258"/>
                  <a:pt x="55035" y="17402"/>
                </a:cubicBezTo>
                <a:lnTo>
                  <a:pt x="44491" y="20145"/>
                </a:lnTo>
                <a:cubicBezTo>
                  <a:pt x="42491" y="14945"/>
                  <a:pt x="38405" y="9887"/>
                  <a:pt x="29061" y="9887"/>
                </a:cubicBezTo>
                <a:cubicBezTo>
                  <a:pt x="20460" y="9887"/>
                  <a:pt x="14002" y="14373"/>
                  <a:pt x="14002" y="20403"/>
                </a:cubicBezTo>
                <a:cubicBezTo>
                  <a:pt x="14002" y="25775"/>
                  <a:pt x="17688" y="28746"/>
                  <a:pt x="26146" y="30747"/>
                </a:cubicBezTo>
                <a:lnTo>
                  <a:pt x="37090" y="33347"/>
                </a:lnTo>
                <a:cubicBezTo>
                  <a:pt x="50235" y="36433"/>
                  <a:pt x="56407" y="42977"/>
                  <a:pt x="56407" y="52892"/>
                </a:cubicBezTo>
                <a:cubicBezTo>
                  <a:pt x="56407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11F42-0226-4619-BEE3-541D2122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801" y="3012519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73" y="74838"/>
                  <a:pt x="2600" y="68237"/>
                  <a:pt x="0" y="55721"/>
                </a:cubicBezTo>
                <a:lnTo>
                  <a:pt x="11087" y="53092"/>
                </a:lnTo>
                <a:cubicBezTo>
                  <a:pt x="13145" y="61036"/>
                  <a:pt x="19031" y="64608"/>
                  <a:pt x="27718" y="64608"/>
                </a:cubicBezTo>
                <a:cubicBezTo>
                  <a:pt x="37805" y="64608"/>
                  <a:pt x="44291" y="59607"/>
                  <a:pt x="44291" y="53664"/>
                </a:cubicBezTo>
                <a:cubicBezTo>
                  <a:pt x="44291" y="48692"/>
                  <a:pt x="40777" y="45377"/>
                  <a:pt x="33661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117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49" y="7258"/>
                  <a:pt x="55035" y="17402"/>
                </a:cubicBezTo>
                <a:lnTo>
                  <a:pt x="44491" y="20145"/>
                </a:lnTo>
                <a:cubicBezTo>
                  <a:pt x="42462" y="14945"/>
                  <a:pt x="38405" y="9887"/>
                  <a:pt x="29089" y="9887"/>
                </a:cubicBezTo>
                <a:cubicBezTo>
                  <a:pt x="20460" y="9887"/>
                  <a:pt x="13973" y="14373"/>
                  <a:pt x="13973" y="20403"/>
                </a:cubicBezTo>
                <a:cubicBezTo>
                  <a:pt x="13973" y="25775"/>
                  <a:pt x="17688" y="28746"/>
                  <a:pt x="26175" y="30747"/>
                </a:cubicBezTo>
                <a:lnTo>
                  <a:pt x="37090" y="33347"/>
                </a:lnTo>
                <a:cubicBezTo>
                  <a:pt x="50235" y="36433"/>
                  <a:pt x="56378" y="42977"/>
                  <a:pt x="56378" y="52892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6CAAC-DC6D-4BCA-AB6A-D3F3835B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038" y="2989345"/>
            <a:ext cx="60722" cy="96441"/>
          </a:xfrm>
          <a:custGeom xmlns:a="http://schemas.openxmlformats.org/drawingml/2006/main">
            <a:pathLst>
              <a:path w="60722" h="96441">
                <a:moveTo>
                  <a:pt x="0" y="96441"/>
                </a:moveTo>
                <a:lnTo>
                  <a:pt x="0" y="0"/>
                </a:lnTo>
                <a:lnTo>
                  <a:pt x="11630" y="0"/>
                </a:lnTo>
                <a:lnTo>
                  <a:pt x="11630" y="55978"/>
                </a:lnTo>
                <a:lnTo>
                  <a:pt x="13059" y="55978"/>
                </a:lnTo>
                <a:lnTo>
                  <a:pt x="44005" y="24089"/>
                </a:lnTo>
                <a:lnTo>
                  <a:pt x="58436" y="24089"/>
                </a:lnTo>
                <a:lnTo>
                  <a:pt x="28146" y="55150"/>
                </a:lnTo>
                <a:lnTo>
                  <a:pt x="60722" y="96441"/>
                </a:lnTo>
                <a:lnTo>
                  <a:pt x="45749" y="96441"/>
                </a:lnTo>
                <a:lnTo>
                  <a:pt x="19288" y="62608"/>
                </a:lnTo>
                <a:lnTo>
                  <a:pt x="11630" y="69780"/>
                </a:lnTo>
                <a:lnTo>
                  <a:pt x="11630" y="83125"/>
                </a:lnTo>
                <a:lnTo>
                  <a:pt x="11630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BDBC6-9EAD-4587-A41E-27C9B14D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04" y="3012519"/>
            <a:ext cx="64094" cy="74838"/>
          </a:xfrm>
          <a:custGeom xmlns:a="http://schemas.openxmlformats.org/drawingml/2006/main">
            <a:pathLst>
              <a:path w="64094" h="74838">
                <a:moveTo>
                  <a:pt x="33947" y="74838"/>
                </a:moveTo>
                <a:cubicBezTo>
                  <a:pt x="12973" y="74838"/>
                  <a:pt x="0" y="59950"/>
                  <a:pt x="0" y="37662"/>
                </a:cubicBezTo>
                <a:cubicBezTo>
                  <a:pt x="0" y="15459"/>
                  <a:pt x="12830" y="0"/>
                  <a:pt x="32576" y="0"/>
                </a:cubicBezTo>
                <a:cubicBezTo>
                  <a:pt x="47920" y="0"/>
                  <a:pt x="64094" y="9458"/>
                  <a:pt x="64094" y="36176"/>
                </a:cubicBezTo>
                <a:lnTo>
                  <a:pt x="64094" y="38605"/>
                </a:lnTo>
                <a:lnTo>
                  <a:pt x="64094" y="41034"/>
                </a:lnTo>
                <a:lnTo>
                  <a:pt x="11801" y="41034"/>
                </a:lnTo>
                <a:cubicBezTo>
                  <a:pt x="12373" y="56178"/>
                  <a:pt x="21174" y="64465"/>
                  <a:pt x="34004" y="64465"/>
                </a:cubicBezTo>
                <a:cubicBezTo>
                  <a:pt x="42548" y="64465"/>
                  <a:pt x="48949" y="60722"/>
                  <a:pt x="51664" y="53350"/>
                </a:cubicBezTo>
                <a:lnTo>
                  <a:pt x="62922" y="56436"/>
                </a:lnTo>
                <a:cubicBezTo>
                  <a:pt x="59579" y="67380"/>
                  <a:pt x="48749" y="74838"/>
                  <a:pt x="33947" y="74838"/>
                </a:cubicBezTo>
                <a:close/>
                <a:moveTo>
                  <a:pt x="11859" y="31204"/>
                </a:moveTo>
                <a:lnTo>
                  <a:pt x="52264" y="31204"/>
                </a:lnTo>
                <a:cubicBezTo>
                  <a:pt x="51149" y="18888"/>
                  <a:pt x="44491" y="10344"/>
                  <a:pt x="32576" y="10344"/>
                </a:cubicBezTo>
                <a:cubicBezTo>
                  <a:pt x="20145" y="10344"/>
                  <a:pt x="12573" y="20145"/>
                  <a:pt x="11859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81457-C447-4BD4-A9D5-B3F66514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798" y="3013434"/>
            <a:ext cx="67523" cy="99955"/>
          </a:xfrm>
          <a:custGeom xmlns:a="http://schemas.openxmlformats.org/drawingml/2006/main">
            <a:pathLst>
              <a:path w="67523" h="99955">
                <a:moveTo>
                  <a:pt x="5544" y="98584"/>
                </a:moveTo>
                <a:lnTo>
                  <a:pt x="8515" y="88497"/>
                </a:lnTo>
                <a:cubicBezTo>
                  <a:pt x="16288" y="90811"/>
                  <a:pt x="21803" y="89697"/>
                  <a:pt x="25575" y="78781"/>
                </a:cubicBezTo>
                <a:lnTo>
                  <a:pt x="27632" y="72752"/>
                </a:lnTo>
                <a:lnTo>
                  <a:pt x="0" y="0"/>
                </a:lnTo>
                <a:lnTo>
                  <a:pt x="12744" y="0"/>
                </a:lnTo>
                <a:cubicBezTo>
                  <a:pt x="19660" y="20260"/>
                  <a:pt x="28089" y="40119"/>
                  <a:pt x="33719" y="61493"/>
                </a:cubicBezTo>
                <a:cubicBezTo>
                  <a:pt x="39348" y="40062"/>
                  <a:pt x="47892" y="20260"/>
                  <a:pt x="54807" y="0"/>
                </a:cubicBezTo>
                <a:lnTo>
                  <a:pt x="67523" y="0"/>
                </a:lnTo>
                <a:lnTo>
                  <a:pt x="35719" y="83182"/>
                </a:lnTo>
                <a:cubicBezTo>
                  <a:pt x="31318" y="94698"/>
                  <a:pt x="24317" y="99955"/>
                  <a:pt x="14087" y="99955"/>
                </a:cubicBezTo>
                <a:cubicBezTo>
                  <a:pt x="9944" y="99955"/>
                  <a:pt x="6801" y="99155"/>
                  <a:pt x="5544" y="985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B2A12-057B-4DC9-B9AF-5136F06A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661" y="3338703"/>
            <a:ext cx="1054560" cy="298323"/>
          </a:xfrm>
          <a:custGeom xmlns:a="http://schemas.openxmlformats.org/drawingml/2006/main">
            <a:pathLst>
              <a:path w="1054560" h="298323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4025B-8712-42E4-A98A-E04E35A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661" y="3338703"/>
            <a:ext cx="1054560" cy="298323"/>
          </a:xfrm>
          <a:custGeom xmlns:a="http://schemas.openxmlformats.org/drawingml/2006/main">
            <a:pathLst>
              <a:path w="1054560" h="298323" fill="none">
                <a:moveTo>
                  <a:pt x="905399" y="0"/>
                </a:moveTo>
                <a:cubicBezTo>
                  <a:pt x="987438" y="0"/>
                  <a:pt x="1054560" y="67123"/>
                  <a:pt x="1054560" y="149162"/>
                </a:cubicBezTo>
                <a:cubicBezTo>
                  <a:pt x="1054560" y="231200"/>
                  <a:pt x="987438" y="298323"/>
                  <a:pt x="905399" y="298323"/>
                </a:cubicBezTo>
                <a:lnTo>
                  <a:pt x="149161" y="298323"/>
                </a:lnTo>
                <a:cubicBezTo>
                  <a:pt x="67123" y="298323"/>
                  <a:pt x="0" y="231200"/>
                  <a:pt x="0" y="149162"/>
                </a:cubicBezTo>
                <a:cubicBezTo>
                  <a:pt x="0" y="67123"/>
                  <a:pt x="67123" y="0"/>
                  <a:pt x="149161" y="0"/>
                </a:cubicBezTo>
                <a:lnTo>
                  <a:pt x="9053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2806B-0FED-4822-940A-3946C8E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129" y="3435944"/>
            <a:ext cx="56950" cy="96441"/>
          </a:xfrm>
          <a:custGeom xmlns:a="http://schemas.openxmlformats.org/drawingml/2006/main">
            <a:pathLst>
              <a:path w="56950" h="96441">
                <a:moveTo>
                  <a:pt x="0" y="96441"/>
                </a:moveTo>
                <a:lnTo>
                  <a:pt x="0" y="0"/>
                </a:lnTo>
                <a:lnTo>
                  <a:pt x="12287" y="0"/>
                </a:lnTo>
                <a:lnTo>
                  <a:pt x="12287" y="85554"/>
                </a:lnTo>
                <a:lnTo>
                  <a:pt x="56950" y="85554"/>
                </a:lnTo>
                <a:lnTo>
                  <a:pt x="56950" y="91011"/>
                </a:lnTo>
                <a:lnTo>
                  <a:pt x="56950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65490-740F-4964-A6F3-BED08D5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166" y="3459118"/>
            <a:ext cx="66008" cy="74838"/>
          </a:xfrm>
          <a:custGeom xmlns:a="http://schemas.openxmlformats.org/drawingml/2006/main">
            <a:pathLst>
              <a:path w="66008" h="74838">
                <a:moveTo>
                  <a:pt x="32947" y="74838"/>
                </a:moveTo>
                <a:cubicBezTo>
                  <a:pt x="13259" y="74838"/>
                  <a:pt x="0" y="59865"/>
                  <a:pt x="0" y="37548"/>
                </a:cubicBezTo>
                <a:cubicBezTo>
                  <a:pt x="0" y="14888"/>
                  <a:pt x="13259" y="0"/>
                  <a:pt x="32947" y="0"/>
                </a:cubicBezTo>
                <a:cubicBezTo>
                  <a:pt x="52692" y="0"/>
                  <a:pt x="66008" y="14888"/>
                  <a:pt x="66008" y="37548"/>
                </a:cubicBezTo>
                <a:cubicBezTo>
                  <a:pt x="66008" y="59865"/>
                  <a:pt x="52692" y="74838"/>
                  <a:pt x="32947" y="74838"/>
                </a:cubicBezTo>
                <a:close/>
                <a:moveTo>
                  <a:pt x="32947" y="64408"/>
                </a:moveTo>
                <a:cubicBezTo>
                  <a:pt x="47577" y="64408"/>
                  <a:pt x="54235" y="51778"/>
                  <a:pt x="54235" y="37548"/>
                </a:cubicBezTo>
                <a:cubicBezTo>
                  <a:pt x="54235" y="23174"/>
                  <a:pt x="47577" y="10401"/>
                  <a:pt x="32947" y="10401"/>
                </a:cubicBezTo>
                <a:cubicBezTo>
                  <a:pt x="18517" y="10401"/>
                  <a:pt x="11830" y="23089"/>
                  <a:pt x="11830" y="37548"/>
                </a:cubicBezTo>
                <a:cubicBezTo>
                  <a:pt x="11830" y="51778"/>
                  <a:pt x="18517" y="64408"/>
                  <a:pt x="32947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BF017-7F30-4538-9592-C3B14A8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662" y="3459118"/>
            <a:ext cx="64351" cy="101898"/>
          </a:xfrm>
          <a:custGeom xmlns:a="http://schemas.openxmlformats.org/drawingml/2006/main">
            <a:pathLst>
              <a:path w="64351" h="101898">
                <a:moveTo>
                  <a:pt x="32804" y="101898"/>
                </a:moveTo>
                <a:cubicBezTo>
                  <a:pt x="16774" y="101898"/>
                  <a:pt x="7515" y="95098"/>
                  <a:pt x="3029" y="87125"/>
                </a:cubicBezTo>
                <a:lnTo>
                  <a:pt x="12487" y="81039"/>
                </a:lnTo>
                <a:cubicBezTo>
                  <a:pt x="15545" y="85239"/>
                  <a:pt x="20060" y="91726"/>
                  <a:pt x="32804" y="91726"/>
                </a:cubicBezTo>
                <a:cubicBezTo>
                  <a:pt x="44348" y="91726"/>
                  <a:pt x="52692" y="86411"/>
                  <a:pt x="52692" y="74495"/>
                </a:cubicBezTo>
                <a:lnTo>
                  <a:pt x="52692" y="67237"/>
                </a:lnTo>
                <a:lnTo>
                  <a:pt x="52692" y="60008"/>
                </a:lnTo>
                <a:lnTo>
                  <a:pt x="51578" y="60008"/>
                </a:lnTo>
                <a:cubicBezTo>
                  <a:pt x="49120" y="64151"/>
                  <a:pt x="44520" y="72095"/>
                  <a:pt x="30547" y="72095"/>
                </a:cubicBezTo>
                <a:cubicBezTo>
                  <a:pt x="13202" y="72095"/>
                  <a:pt x="0" y="59493"/>
                  <a:pt x="0" y="36776"/>
                </a:cubicBezTo>
                <a:cubicBezTo>
                  <a:pt x="0" y="14373"/>
                  <a:pt x="12744" y="0"/>
                  <a:pt x="30804" y="0"/>
                </a:cubicBezTo>
                <a:cubicBezTo>
                  <a:pt x="44777" y="0"/>
                  <a:pt x="49463" y="8601"/>
                  <a:pt x="51921" y="12487"/>
                </a:cubicBezTo>
                <a:lnTo>
                  <a:pt x="53007" y="12487"/>
                </a:lnTo>
                <a:lnTo>
                  <a:pt x="53007" y="6715"/>
                </a:lnTo>
                <a:lnTo>
                  <a:pt x="53007" y="914"/>
                </a:lnTo>
                <a:lnTo>
                  <a:pt x="64351" y="914"/>
                </a:lnTo>
                <a:lnTo>
                  <a:pt x="64351" y="38033"/>
                </a:lnTo>
                <a:lnTo>
                  <a:pt x="64351" y="75152"/>
                </a:lnTo>
                <a:cubicBezTo>
                  <a:pt x="64351" y="93869"/>
                  <a:pt x="50435" y="101898"/>
                  <a:pt x="32804" y="101898"/>
                </a:cubicBezTo>
                <a:close/>
                <a:moveTo>
                  <a:pt x="32490" y="61751"/>
                </a:moveTo>
                <a:cubicBezTo>
                  <a:pt x="45634" y="61751"/>
                  <a:pt x="52807" y="52292"/>
                  <a:pt x="52807" y="36490"/>
                </a:cubicBezTo>
                <a:cubicBezTo>
                  <a:pt x="52807" y="21174"/>
                  <a:pt x="45834" y="10401"/>
                  <a:pt x="32490" y="10401"/>
                </a:cubicBezTo>
                <a:cubicBezTo>
                  <a:pt x="18717" y="10401"/>
                  <a:pt x="11830" y="22060"/>
                  <a:pt x="11830" y="36490"/>
                </a:cubicBezTo>
                <a:cubicBezTo>
                  <a:pt x="11830" y="51378"/>
                  <a:pt x="18888" y="61751"/>
                  <a:pt x="32490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3A519-464C-474B-9775-3C0215ED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44" y="3432772"/>
            <a:ext cx="16259" cy="99612"/>
          </a:xfrm>
          <a:custGeom xmlns:a="http://schemas.openxmlformats.org/drawingml/2006/main">
            <a:pathLst>
              <a:path w="16259" h="99612">
                <a:moveTo>
                  <a:pt x="2200" y="99612"/>
                </a:moveTo>
                <a:lnTo>
                  <a:pt x="2200" y="27261"/>
                </a:lnTo>
                <a:lnTo>
                  <a:pt x="13859" y="27261"/>
                </a:lnTo>
                <a:lnTo>
                  <a:pt x="13859" y="99612"/>
                </a:lnTo>
                <a:lnTo>
                  <a:pt x="2200" y="99612"/>
                </a:lnTo>
                <a:close/>
                <a:moveTo>
                  <a:pt x="8115" y="15402"/>
                </a:moveTo>
                <a:cubicBezTo>
                  <a:pt x="3715" y="15402"/>
                  <a:pt x="0" y="11973"/>
                  <a:pt x="0" y="7687"/>
                </a:cubicBezTo>
                <a:cubicBezTo>
                  <a:pt x="0" y="3429"/>
                  <a:pt x="3715" y="0"/>
                  <a:pt x="8115" y="0"/>
                </a:cubicBezTo>
                <a:cubicBezTo>
                  <a:pt x="12573" y="0"/>
                  <a:pt x="16259" y="3429"/>
                  <a:pt x="16259" y="7687"/>
                </a:cubicBezTo>
                <a:cubicBezTo>
                  <a:pt x="16259" y="11973"/>
                  <a:pt x="12573" y="15402"/>
                  <a:pt x="8115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D0CEE-3825-435C-B68E-FD6C3D6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62" y="3459118"/>
            <a:ext cx="57893" cy="73266"/>
          </a:xfrm>
          <a:custGeom xmlns:a="http://schemas.openxmlformats.org/drawingml/2006/main">
            <a:pathLst>
              <a:path w="57893" h="73266">
                <a:moveTo>
                  <a:pt x="11659" y="29889"/>
                </a:moveTo>
                <a:lnTo>
                  <a:pt x="11659" y="73266"/>
                </a:lnTo>
                <a:lnTo>
                  <a:pt x="0" y="73266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288"/>
                </a:lnTo>
                <a:cubicBezTo>
                  <a:pt x="15945" y="4058"/>
                  <a:pt x="23717" y="0"/>
                  <a:pt x="33404" y="0"/>
                </a:cubicBezTo>
                <a:cubicBezTo>
                  <a:pt x="48035" y="0"/>
                  <a:pt x="57893" y="9001"/>
                  <a:pt x="57893" y="27318"/>
                </a:cubicBezTo>
                <a:lnTo>
                  <a:pt x="57893" y="50292"/>
                </a:lnTo>
                <a:lnTo>
                  <a:pt x="57893" y="73266"/>
                </a:lnTo>
                <a:lnTo>
                  <a:pt x="46234" y="73266"/>
                </a:lnTo>
                <a:lnTo>
                  <a:pt x="46234" y="50778"/>
                </a:lnTo>
                <a:lnTo>
                  <a:pt x="46234" y="28289"/>
                </a:lnTo>
                <a:cubicBezTo>
                  <a:pt x="46234" y="17145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8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028DE-0C49-43D5-95B5-37F497C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77" y="3459118"/>
            <a:ext cx="64237" cy="100327"/>
          </a:xfrm>
          <a:custGeom xmlns:a="http://schemas.openxmlformats.org/drawingml/2006/main">
            <a:pathLst>
              <a:path w="64237" h="100327">
                <a:moveTo>
                  <a:pt x="0" y="100327"/>
                </a:moveTo>
                <a:lnTo>
                  <a:pt x="0" y="914"/>
                </a:lnTo>
                <a:lnTo>
                  <a:pt x="11259" y="914"/>
                </a:lnTo>
                <a:lnTo>
                  <a:pt x="11259" y="12487"/>
                </a:lnTo>
                <a:lnTo>
                  <a:pt x="12573" y="12487"/>
                </a:lnTo>
                <a:cubicBezTo>
                  <a:pt x="14973" y="8658"/>
                  <a:pt x="19431" y="0"/>
                  <a:pt x="33547" y="0"/>
                </a:cubicBezTo>
                <a:cubicBezTo>
                  <a:pt x="51606" y="0"/>
                  <a:pt x="64237" y="14373"/>
                  <a:pt x="64237" y="37290"/>
                </a:cubicBezTo>
                <a:cubicBezTo>
                  <a:pt x="64237" y="60322"/>
                  <a:pt x="51664" y="74838"/>
                  <a:pt x="33604" y="74838"/>
                </a:cubicBezTo>
                <a:cubicBezTo>
                  <a:pt x="19831" y="74838"/>
                  <a:pt x="14973" y="66094"/>
                  <a:pt x="12573" y="62065"/>
                </a:cubicBezTo>
                <a:lnTo>
                  <a:pt x="11659" y="62065"/>
                </a:lnTo>
                <a:lnTo>
                  <a:pt x="11659" y="81210"/>
                </a:lnTo>
                <a:lnTo>
                  <a:pt x="11659" y="100327"/>
                </a:lnTo>
                <a:lnTo>
                  <a:pt x="0" y="100327"/>
                </a:lnTo>
                <a:close/>
                <a:moveTo>
                  <a:pt x="31861" y="64408"/>
                </a:moveTo>
                <a:cubicBezTo>
                  <a:pt x="45377" y="64408"/>
                  <a:pt x="52378" y="52349"/>
                  <a:pt x="52378" y="37147"/>
                </a:cubicBezTo>
                <a:cubicBezTo>
                  <a:pt x="52378" y="22146"/>
                  <a:pt x="45577" y="10401"/>
                  <a:pt x="31861" y="10401"/>
                </a:cubicBezTo>
                <a:cubicBezTo>
                  <a:pt x="18517" y="10401"/>
                  <a:pt x="11516" y="21174"/>
                  <a:pt x="11516" y="37147"/>
                </a:cubicBezTo>
                <a:cubicBezTo>
                  <a:pt x="11516" y="53264"/>
                  <a:pt x="18717" y="64408"/>
                  <a:pt x="31861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22DE6-9E1F-45AB-8A96-2ACF2295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244" y="3459118"/>
            <a:ext cx="58407" cy="74952"/>
          </a:xfrm>
          <a:custGeom xmlns:a="http://schemas.openxmlformats.org/drawingml/2006/main">
            <a:pathLst>
              <a:path w="58407" h="74952">
                <a:moveTo>
                  <a:pt x="24689" y="74952"/>
                </a:moveTo>
                <a:cubicBezTo>
                  <a:pt x="10944" y="74952"/>
                  <a:pt x="0" y="66923"/>
                  <a:pt x="0" y="52692"/>
                </a:cubicBezTo>
                <a:cubicBezTo>
                  <a:pt x="0" y="36119"/>
                  <a:pt x="14773" y="33061"/>
                  <a:pt x="28175" y="31375"/>
                </a:cubicBezTo>
                <a:cubicBezTo>
                  <a:pt x="41262" y="29632"/>
                  <a:pt x="46749" y="30347"/>
                  <a:pt x="46749" y="24403"/>
                </a:cubicBezTo>
                <a:cubicBezTo>
                  <a:pt x="46749" y="15402"/>
                  <a:pt x="41634" y="10230"/>
                  <a:pt x="31604" y="10230"/>
                </a:cubicBezTo>
                <a:cubicBezTo>
                  <a:pt x="21174" y="10230"/>
                  <a:pt x="15545" y="15773"/>
                  <a:pt x="13287" y="20831"/>
                </a:cubicBezTo>
                <a:lnTo>
                  <a:pt x="2086" y="17145"/>
                </a:lnTo>
                <a:cubicBezTo>
                  <a:pt x="7658" y="4000"/>
                  <a:pt x="20088" y="0"/>
                  <a:pt x="31290" y="0"/>
                </a:cubicBezTo>
                <a:cubicBezTo>
                  <a:pt x="40977" y="0"/>
                  <a:pt x="58407" y="2972"/>
                  <a:pt x="58407" y="25546"/>
                </a:cubicBezTo>
                <a:lnTo>
                  <a:pt x="58407" y="49406"/>
                </a:lnTo>
                <a:lnTo>
                  <a:pt x="58407" y="73266"/>
                </a:lnTo>
                <a:lnTo>
                  <a:pt x="46949" y="73266"/>
                </a:lnTo>
                <a:lnTo>
                  <a:pt x="46949" y="68351"/>
                </a:lnTo>
                <a:lnTo>
                  <a:pt x="46949" y="63437"/>
                </a:lnTo>
                <a:lnTo>
                  <a:pt x="46177" y="63437"/>
                </a:lnTo>
                <a:cubicBezTo>
                  <a:pt x="43720" y="68551"/>
                  <a:pt x="36919" y="74952"/>
                  <a:pt x="24689" y="74952"/>
                </a:cubicBezTo>
                <a:close/>
                <a:moveTo>
                  <a:pt x="26689" y="64665"/>
                </a:moveTo>
                <a:cubicBezTo>
                  <a:pt x="39576" y="64665"/>
                  <a:pt x="46749" y="55978"/>
                  <a:pt x="46749" y="47120"/>
                </a:cubicBezTo>
                <a:lnTo>
                  <a:pt x="46749" y="42091"/>
                </a:lnTo>
                <a:lnTo>
                  <a:pt x="46749" y="37090"/>
                </a:lnTo>
                <a:cubicBezTo>
                  <a:pt x="44806" y="39348"/>
                  <a:pt x="32118" y="40662"/>
                  <a:pt x="27661" y="41234"/>
                </a:cubicBezTo>
                <a:cubicBezTo>
                  <a:pt x="19174" y="42320"/>
                  <a:pt x="11744" y="45034"/>
                  <a:pt x="11744" y="53264"/>
                </a:cubicBezTo>
                <a:cubicBezTo>
                  <a:pt x="11744" y="60779"/>
                  <a:pt x="18002" y="64665"/>
                  <a:pt x="26689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37C58-D9C6-4956-88E8-81A7E11C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53" y="3459118"/>
            <a:ext cx="56407" cy="74838"/>
          </a:xfrm>
          <a:custGeom xmlns:a="http://schemas.openxmlformats.org/drawingml/2006/main">
            <a:pathLst>
              <a:path w="56407" h="74838">
                <a:moveTo>
                  <a:pt x="27861" y="74838"/>
                </a:moveTo>
                <a:cubicBezTo>
                  <a:pt x="12973" y="74838"/>
                  <a:pt x="2600" y="68209"/>
                  <a:pt x="0" y="55721"/>
                </a:cubicBezTo>
                <a:lnTo>
                  <a:pt x="11087" y="53064"/>
                </a:lnTo>
                <a:cubicBezTo>
                  <a:pt x="13173" y="61036"/>
                  <a:pt x="19031" y="64579"/>
                  <a:pt x="27718" y="64579"/>
                </a:cubicBezTo>
                <a:cubicBezTo>
                  <a:pt x="37833" y="64579"/>
                  <a:pt x="44291" y="59607"/>
                  <a:pt x="44291" y="53664"/>
                </a:cubicBezTo>
                <a:cubicBezTo>
                  <a:pt x="44291" y="48663"/>
                  <a:pt x="40805" y="45377"/>
                  <a:pt x="33690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088"/>
                </a:cubicBezTo>
                <a:cubicBezTo>
                  <a:pt x="2200" y="8658"/>
                  <a:pt x="13602" y="0"/>
                  <a:pt x="29004" y="0"/>
                </a:cubicBezTo>
                <a:cubicBezTo>
                  <a:pt x="43891" y="0"/>
                  <a:pt x="51749" y="7229"/>
                  <a:pt x="55035" y="17402"/>
                </a:cubicBezTo>
                <a:lnTo>
                  <a:pt x="44491" y="20117"/>
                </a:lnTo>
                <a:cubicBezTo>
                  <a:pt x="42491" y="14945"/>
                  <a:pt x="38405" y="9887"/>
                  <a:pt x="29089" y="9887"/>
                </a:cubicBezTo>
                <a:cubicBezTo>
                  <a:pt x="20460" y="9887"/>
                  <a:pt x="14002" y="14373"/>
                  <a:pt x="14002" y="20374"/>
                </a:cubicBezTo>
                <a:cubicBezTo>
                  <a:pt x="14002" y="25746"/>
                  <a:pt x="17688" y="28718"/>
                  <a:pt x="26175" y="30747"/>
                </a:cubicBezTo>
                <a:lnTo>
                  <a:pt x="37119" y="33318"/>
                </a:lnTo>
                <a:cubicBezTo>
                  <a:pt x="50263" y="36433"/>
                  <a:pt x="56407" y="42977"/>
                  <a:pt x="56407" y="52892"/>
                </a:cubicBezTo>
                <a:cubicBezTo>
                  <a:pt x="56407" y="65551"/>
                  <a:pt x="44806" y="74838"/>
                  <a:pt x="27861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E91C1-8122-4AEE-999C-E9D4010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862" y="3459118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572" y="68209"/>
                  <a:pt x="0" y="55721"/>
                </a:cubicBezTo>
                <a:lnTo>
                  <a:pt x="11059" y="53064"/>
                </a:lnTo>
                <a:cubicBezTo>
                  <a:pt x="13116" y="61036"/>
                  <a:pt x="19031" y="64579"/>
                  <a:pt x="27689" y="64579"/>
                </a:cubicBezTo>
                <a:cubicBezTo>
                  <a:pt x="37805" y="64579"/>
                  <a:pt x="44263" y="59607"/>
                  <a:pt x="44263" y="53664"/>
                </a:cubicBezTo>
                <a:cubicBezTo>
                  <a:pt x="44263" y="48663"/>
                  <a:pt x="40777" y="45377"/>
                  <a:pt x="33633" y="43691"/>
                </a:cubicBezTo>
                <a:lnTo>
                  <a:pt x="21603" y="40834"/>
                </a:lnTo>
                <a:cubicBezTo>
                  <a:pt x="8458" y="37748"/>
                  <a:pt x="2200" y="31261"/>
                  <a:pt x="2200" y="21088"/>
                </a:cubicBezTo>
                <a:cubicBezTo>
                  <a:pt x="2200" y="8658"/>
                  <a:pt x="13573" y="0"/>
                  <a:pt x="29004" y="0"/>
                </a:cubicBezTo>
                <a:cubicBezTo>
                  <a:pt x="43891" y="0"/>
                  <a:pt x="51692" y="7229"/>
                  <a:pt x="55007" y="17402"/>
                </a:cubicBezTo>
                <a:lnTo>
                  <a:pt x="44463" y="20117"/>
                </a:lnTo>
                <a:cubicBezTo>
                  <a:pt x="42462" y="14945"/>
                  <a:pt x="38376" y="9887"/>
                  <a:pt x="29061" y="9887"/>
                </a:cubicBezTo>
                <a:cubicBezTo>
                  <a:pt x="20431" y="9887"/>
                  <a:pt x="13973" y="14373"/>
                  <a:pt x="13973" y="20374"/>
                </a:cubicBezTo>
                <a:cubicBezTo>
                  <a:pt x="13973" y="25746"/>
                  <a:pt x="17659" y="28718"/>
                  <a:pt x="26146" y="30747"/>
                </a:cubicBezTo>
                <a:lnTo>
                  <a:pt x="37090" y="33318"/>
                </a:lnTo>
                <a:cubicBezTo>
                  <a:pt x="50206" y="36433"/>
                  <a:pt x="56378" y="42977"/>
                  <a:pt x="56378" y="52892"/>
                </a:cubicBezTo>
                <a:cubicBezTo>
                  <a:pt x="56378" y="65551"/>
                  <a:pt x="44777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DD66B-0C89-453F-8541-DE3707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071" y="3435944"/>
            <a:ext cx="60722" cy="96441"/>
          </a:xfrm>
          <a:custGeom xmlns:a="http://schemas.openxmlformats.org/drawingml/2006/main">
            <a:pathLst>
              <a:path w="60722" h="96441">
                <a:moveTo>
                  <a:pt x="0" y="96441"/>
                </a:moveTo>
                <a:lnTo>
                  <a:pt x="0" y="0"/>
                </a:lnTo>
                <a:lnTo>
                  <a:pt x="11659" y="0"/>
                </a:lnTo>
                <a:lnTo>
                  <a:pt x="11659" y="55978"/>
                </a:lnTo>
                <a:lnTo>
                  <a:pt x="13087" y="55978"/>
                </a:lnTo>
                <a:lnTo>
                  <a:pt x="44005" y="24089"/>
                </a:lnTo>
                <a:lnTo>
                  <a:pt x="58436" y="24089"/>
                </a:lnTo>
                <a:lnTo>
                  <a:pt x="28146" y="55150"/>
                </a:lnTo>
                <a:lnTo>
                  <a:pt x="60722" y="96441"/>
                </a:lnTo>
                <a:lnTo>
                  <a:pt x="45749" y="96441"/>
                </a:lnTo>
                <a:lnTo>
                  <a:pt x="19288" y="62579"/>
                </a:lnTo>
                <a:lnTo>
                  <a:pt x="11659" y="69780"/>
                </a:lnTo>
                <a:lnTo>
                  <a:pt x="11659" y="83125"/>
                </a:lnTo>
                <a:lnTo>
                  <a:pt x="11659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963B2-A60E-4066-825A-B69EF947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365" y="3459118"/>
            <a:ext cx="64065" cy="74838"/>
          </a:xfrm>
          <a:custGeom xmlns:a="http://schemas.openxmlformats.org/drawingml/2006/main">
            <a:pathLst>
              <a:path w="64065" h="74838">
                <a:moveTo>
                  <a:pt x="33919" y="74838"/>
                </a:moveTo>
                <a:cubicBezTo>
                  <a:pt x="12944" y="74838"/>
                  <a:pt x="0" y="59950"/>
                  <a:pt x="0" y="37662"/>
                </a:cubicBezTo>
                <a:cubicBezTo>
                  <a:pt x="0" y="15459"/>
                  <a:pt x="12802" y="0"/>
                  <a:pt x="32547" y="0"/>
                </a:cubicBezTo>
                <a:cubicBezTo>
                  <a:pt x="47892" y="0"/>
                  <a:pt x="64065" y="9430"/>
                  <a:pt x="64065" y="36176"/>
                </a:cubicBezTo>
                <a:lnTo>
                  <a:pt x="64065" y="38605"/>
                </a:lnTo>
                <a:lnTo>
                  <a:pt x="64065" y="41034"/>
                </a:lnTo>
                <a:lnTo>
                  <a:pt x="11773" y="41034"/>
                </a:lnTo>
                <a:cubicBezTo>
                  <a:pt x="12373" y="56178"/>
                  <a:pt x="21146" y="64465"/>
                  <a:pt x="33976" y="64465"/>
                </a:cubicBezTo>
                <a:cubicBezTo>
                  <a:pt x="42520" y="64465"/>
                  <a:pt x="48920" y="60722"/>
                  <a:pt x="51664" y="53321"/>
                </a:cubicBezTo>
                <a:lnTo>
                  <a:pt x="62922" y="56436"/>
                </a:lnTo>
                <a:cubicBezTo>
                  <a:pt x="59550" y="67380"/>
                  <a:pt x="48749" y="74838"/>
                  <a:pt x="33919" y="74838"/>
                </a:cubicBezTo>
                <a:close/>
                <a:moveTo>
                  <a:pt x="11830" y="31204"/>
                </a:moveTo>
                <a:lnTo>
                  <a:pt x="52235" y="31204"/>
                </a:lnTo>
                <a:cubicBezTo>
                  <a:pt x="51149" y="18888"/>
                  <a:pt x="44463" y="10344"/>
                  <a:pt x="32547" y="10344"/>
                </a:cubicBezTo>
                <a:cubicBezTo>
                  <a:pt x="20117" y="10344"/>
                  <a:pt x="12544" y="20117"/>
                  <a:pt x="11830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37F34-B039-4340-9948-8394ECE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831" y="3460032"/>
            <a:ext cx="67523" cy="99927"/>
          </a:xfrm>
          <a:custGeom xmlns:a="http://schemas.openxmlformats.org/drawingml/2006/main">
            <a:pathLst>
              <a:path w="67523" h="99927">
                <a:moveTo>
                  <a:pt x="5544" y="98584"/>
                </a:moveTo>
                <a:lnTo>
                  <a:pt x="8544" y="88468"/>
                </a:lnTo>
                <a:cubicBezTo>
                  <a:pt x="16316" y="90811"/>
                  <a:pt x="21803" y="89697"/>
                  <a:pt x="25546" y="78781"/>
                </a:cubicBezTo>
                <a:lnTo>
                  <a:pt x="27632" y="72752"/>
                </a:lnTo>
                <a:lnTo>
                  <a:pt x="0" y="0"/>
                </a:lnTo>
                <a:lnTo>
                  <a:pt x="12744" y="0"/>
                </a:lnTo>
                <a:cubicBezTo>
                  <a:pt x="19688" y="20260"/>
                  <a:pt x="28089" y="40119"/>
                  <a:pt x="33719" y="61465"/>
                </a:cubicBezTo>
                <a:cubicBezTo>
                  <a:pt x="39348" y="40062"/>
                  <a:pt x="47892" y="20260"/>
                  <a:pt x="54835" y="0"/>
                </a:cubicBezTo>
                <a:lnTo>
                  <a:pt x="67523" y="0"/>
                </a:lnTo>
                <a:lnTo>
                  <a:pt x="35719" y="83153"/>
                </a:lnTo>
                <a:cubicBezTo>
                  <a:pt x="31318" y="94698"/>
                  <a:pt x="24317" y="99927"/>
                  <a:pt x="14116" y="99927"/>
                </a:cubicBezTo>
                <a:cubicBezTo>
                  <a:pt x="9973" y="99927"/>
                  <a:pt x="6801" y="99155"/>
                  <a:pt x="5544" y="985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9cdbf9e2e4729"/>
          <a:stretch xmlns:a="http://schemas.openxmlformats.org/drawingml/2006/main"/>
        </p:blipFill>
        <p:spPr>
          <a:xfrm xmlns:a="http://schemas.openxmlformats.org/drawingml/2006/main">
            <a:off x="4439984" y="3338703"/>
            <a:ext cx="447484" cy="447484"/>
          </a:xfrm>
          <a:prstGeom xmlns:a="http://schemas.openxmlformats.org/drawingml/2006/main" prst="rect">
            <a:avLst/>
          </a:prstGeom>
        </p:spPr>
      </p:pic>
      <p:pic>
        <p:nvPicPr>
          <p:cNvPr id="5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1f8bc81ab4cdd"/>
          <a:stretch xmlns:a="http://schemas.openxmlformats.org/drawingml/2006/main"/>
        </p:blipFill>
        <p:spPr>
          <a:xfrm xmlns:a="http://schemas.openxmlformats.org/drawingml/2006/main">
            <a:off x="2351723" y="2891218"/>
            <a:ext cx="447483" cy="447483"/>
          </a:xfrm>
          <a:prstGeom xmlns:a="http://schemas.openxmlformats.org/drawingml/2006/main" prst="rect">
            <a:avLst/>
          </a:prstGeom>
        </p:spPr>
      </p:pic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AF6B6-0DED-4329-9BD2-DFA3A987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447" y="3487865"/>
            <a:ext cx="43234" cy="10"/>
          </a:xfrm>
          <a:custGeom xmlns:a="http://schemas.openxmlformats.org/drawingml/2006/main">
            <a:pathLst>
              <a:path w="43234" h="1" fill="none">
                <a:moveTo>
                  <a:pt x="432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5F91F-6252-49C2-BBBA-2674945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424" y="3431915"/>
            <a:ext cx="96955" cy="111900"/>
          </a:xfrm>
          <a:custGeom xmlns:a="http://schemas.openxmlformats.org/drawingml/2006/main">
            <a:pathLst>
              <a:path w="96955" h="111900">
                <a:moveTo>
                  <a:pt x="96955" y="55950"/>
                </a:moveTo>
                <a:lnTo>
                  <a:pt x="0" y="11190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817A2-E4D8-43FB-BE82-F5C7783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424" y="3431915"/>
            <a:ext cx="96955" cy="111900"/>
          </a:xfrm>
          <a:custGeom xmlns:a="http://schemas.openxmlformats.org/drawingml/2006/main">
            <a:pathLst>
              <a:path w="96955" h="111900" fill="none">
                <a:moveTo>
                  <a:pt x="96955" y="55950"/>
                </a:moveTo>
                <a:lnTo>
                  <a:pt x="0" y="111900"/>
                </a:lnTo>
                <a:lnTo>
                  <a:pt x="0" y="0"/>
                </a:lnTo>
                <a:lnTo>
                  <a:pt x="96955" y="55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2483D-502E-4DF9-BD77-2480FC9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60" y="3484121"/>
            <a:ext cx="4486" cy="7487"/>
          </a:xfrm>
          <a:custGeom xmlns:a="http://schemas.openxmlformats.org/drawingml/2006/main">
            <a:pathLst>
              <a:path w="4486" h="7487">
                <a:moveTo>
                  <a:pt x="4486" y="7487"/>
                </a:moveTo>
                <a:lnTo>
                  <a:pt x="0" y="7487"/>
                </a:lnTo>
                <a:lnTo>
                  <a:pt x="743" y="3743"/>
                </a:lnTo>
                <a:lnTo>
                  <a:pt x="743" y="0"/>
                </a:lnTo>
                <a:lnTo>
                  <a:pt x="448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2FAA9-F6D3-4A1C-B468-DDE56E1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60" y="3484121"/>
            <a:ext cx="4486" cy="7487"/>
          </a:xfrm>
          <a:custGeom xmlns:a="http://schemas.openxmlformats.org/drawingml/2006/main">
            <a:pathLst>
              <a:path w="4486" h="7487" fill="none">
                <a:moveTo>
                  <a:pt x="4486" y="7487"/>
                </a:moveTo>
                <a:lnTo>
                  <a:pt x="0" y="7487"/>
                </a:lnTo>
                <a:lnTo>
                  <a:pt x="743" y="3743"/>
                </a:lnTo>
                <a:lnTo>
                  <a:pt x="743" y="0"/>
                </a:lnTo>
                <a:lnTo>
                  <a:pt x="4486" y="0"/>
                </a:lnTo>
                <a:lnTo>
                  <a:pt x="4486" y="74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D00AD-A50A-4665-913D-3A92883C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964" y="3040380"/>
            <a:ext cx="239401" cy="134988"/>
          </a:xfrm>
          <a:custGeom xmlns:a="http://schemas.openxmlformats.org/drawingml/2006/main">
            <a:pathLst>
              <a:path w="239401" h="134988" fill="none">
                <a:moveTo>
                  <a:pt x="239401" y="134988"/>
                </a:moveTo>
                <a:lnTo>
                  <a:pt x="239401" y="44748"/>
                </a:lnTo>
                <a:cubicBezTo>
                  <a:pt x="238658" y="0"/>
                  <a:pt x="193910" y="0"/>
                  <a:pt x="193910" y="0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08802-4AD0-4052-BCEE-C429875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416" y="3179112"/>
            <a:ext cx="111871" cy="96955"/>
          </a:xfrm>
          <a:custGeom xmlns:a="http://schemas.openxmlformats.org/drawingml/2006/main">
            <a:pathLst>
              <a:path w="111871" h="96955">
                <a:moveTo>
                  <a:pt x="55950" y="96955"/>
                </a:moveTo>
                <a:lnTo>
                  <a:pt x="0" y="0"/>
                </a:lnTo>
                <a:lnTo>
                  <a:pt x="1118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6DF91-AD29-435E-BC53-2409291D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416" y="3179112"/>
            <a:ext cx="111871" cy="96955"/>
          </a:xfrm>
          <a:custGeom xmlns:a="http://schemas.openxmlformats.org/drawingml/2006/main">
            <a:pathLst>
              <a:path w="111871" h="96955" fill="none">
                <a:moveTo>
                  <a:pt x="55950" y="96955"/>
                </a:moveTo>
                <a:lnTo>
                  <a:pt x="0" y="0"/>
                </a:lnTo>
                <a:lnTo>
                  <a:pt x="111871" y="0"/>
                </a:lnTo>
                <a:lnTo>
                  <a:pt x="55950" y="96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2540A-629C-426D-87ED-7FE0A49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221" y="3040380"/>
            <a:ext cx="3743" cy="10"/>
          </a:xfrm>
          <a:custGeom xmlns:a="http://schemas.openxmlformats.org/drawingml/2006/main">
            <a:pathLst>
              <a:path w="3743" h="1" fill="none">
                <a:moveTo>
                  <a:pt x="374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FD82A-4C9F-488D-886F-814049EB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679" y="3487865"/>
            <a:ext cx="43263" cy="10"/>
          </a:xfrm>
          <a:custGeom xmlns:a="http://schemas.openxmlformats.org/drawingml/2006/main">
            <a:pathLst>
              <a:path w="43263" h="1" fill="none">
                <a:moveTo>
                  <a:pt x="4326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53A16-7816-46FD-B431-5437B4F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685" y="3431915"/>
            <a:ext cx="96955" cy="111900"/>
          </a:xfrm>
          <a:custGeom xmlns:a="http://schemas.openxmlformats.org/drawingml/2006/main">
            <a:pathLst>
              <a:path w="96955" h="111900">
                <a:moveTo>
                  <a:pt x="96955" y="55950"/>
                </a:moveTo>
                <a:lnTo>
                  <a:pt x="0" y="11190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6B4DB-A998-4F88-B8A6-95903DBE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685" y="3431915"/>
            <a:ext cx="96955" cy="111900"/>
          </a:xfrm>
          <a:custGeom xmlns:a="http://schemas.openxmlformats.org/drawingml/2006/main">
            <a:pathLst>
              <a:path w="96955" h="111900" fill="none">
                <a:moveTo>
                  <a:pt x="96955" y="55950"/>
                </a:moveTo>
                <a:lnTo>
                  <a:pt x="0" y="111900"/>
                </a:lnTo>
                <a:lnTo>
                  <a:pt x="0" y="0"/>
                </a:lnTo>
                <a:lnTo>
                  <a:pt x="96955" y="55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F0E81-DADA-49D7-ADC4-5DF993B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221" y="3484121"/>
            <a:ext cx="4458" cy="7487"/>
          </a:xfrm>
          <a:custGeom xmlns:a="http://schemas.openxmlformats.org/drawingml/2006/main">
            <a:pathLst>
              <a:path w="4458" h="7487">
                <a:moveTo>
                  <a:pt x="4458" y="7487"/>
                </a:moveTo>
                <a:lnTo>
                  <a:pt x="0" y="7487"/>
                </a:lnTo>
                <a:lnTo>
                  <a:pt x="743" y="3743"/>
                </a:lnTo>
                <a:lnTo>
                  <a:pt x="743" y="0"/>
                </a:lnTo>
                <a:lnTo>
                  <a:pt x="445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665B3-B34B-4389-9095-D7BB5DBD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221" y="3484121"/>
            <a:ext cx="4458" cy="7487"/>
          </a:xfrm>
          <a:custGeom xmlns:a="http://schemas.openxmlformats.org/drawingml/2006/main">
            <a:pathLst>
              <a:path w="4458" h="7487" fill="none">
                <a:moveTo>
                  <a:pt x="4458" y="7487"/>
                </a:moveTo>
                <a:lnTo>
                  <a:pt x="0" y="7487"/>
                </a:lnTo>
                <a:lnTo>
                  <a:pt x="743" y="3743"/>
                </a:lnTo>
                <a:lnTo>
                  <a:pt x="743" y="0"/>
                </a:lnTo>
                <a:lnTo>
                  <a:pt x="4458" y="0"/>
                </a:lnTo>
                <a:lnTo>
                  <a:pt x="4458" y="74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AE6DE-1503-41EE-B832-A644677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52" y="2850191"/>
            <a:ext cx="7467" cy="251339"/>
          </a:xfrm>
          <a:custGeom xmlns:a="http://schemas.openxmlformats.org/drawingml/2006/main">
            <a:pathLst>
              <a:path w="7467" h="251339">
                <a:moveTo>
                  <a:pt x="7467" y="251339"/>
                </a:moveTo>
                <a:lnTo>
                  <a:pt x="0" y="251339"/>
                </a:lnTo>
                <a:lnTo>
                  <a:pt x="0" y="173025"/>
                </a:lnTo>
                <a:lnTo>
                  <a:pt x="7467" y="173025"/>
                </a:lnTo>
                <a:lnTo>
                  <a:pt x="7467" y="251339"/>
                </a:lnTo>
                <a:close/>
                <a:moveTo>
                  <a:pt x="7467" y="12681"/>
                </a:moveTo>
                <a:lnTo>
                  <a:pt x="0" y="12681"/>
                </a:lnTo>
                <a:lnTo>
                  <a:pt x="0" y="0"/>
                </a:lnTo>
                <a:lnTo>
                  <a:pt x="7467" y="0"/>
                </a:lnTo>
                <a:lnTo>
                  <a:pt x="7467" y="126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DB2DA-C41A-4B93-8005-B516901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52" y="2850191"/>
            <a:ext cx="7467" cy="251339"/>
          </a:xfrm>
          <a:custGeom xmlns:a="http://schemas.openxmlformats.org/drawingml/2006/main">
            <a:pathLst>
              <a:path w="7467" h="251339" fill="none">
                <a:moveTo>
                  <a:pt x="7467" y="251339"/>
                </a:moveTo>
                <a:lnTo>
                  <a:pt x="0" y="251339"/>
                </a:lnTo>
                <a:lnTo>
                  <a:pt x="0" y="173025"/>
                </a:lnTo>
                <a:lnTo>
                  <a:pt x="7467" y="173025"/>
                </a:lnTo>
                <a:lnTo>
                  <a:pt x="7467" y="251339"/>
                </a:lnTo>
                <a:close/>
                <a:moveTo>
                  <a:pt x="7467" y="12681"/>
                </a:moveTo>
                <a:lnTo>
                  <a:pt x="0" y="12681"/>
                </a:lnTo>
                <a:lnTo>
                  <a:pt x="0" y="0"/>
                </a:lnTo>
                <a:lnTo>
                  <a:pt x="7467" y="0"/>
                </a:lnTo>
                <a:lnTo>
                  <a:pt x="7467" y="126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D9574-7D58-4F7B-A6E2-C5E3011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326" y="2749515"/>
            <a:ext cx="111900" cy="96955"/>
          </a:xfrm>
          <a:custGeom xmlns:a="http://schemas.openxmlformats.org/drawingml/2006/main">
            <a:pathLst>
              <a:path w="111900" h="96955">
                <a:moveTo>
                  <a:pt x="111900" y="96955"/>
                </a:moveTo>
                <a:lnTo>
                  <a:pt x="0" y="96955"/>
                </a:lnTo>
                <a:lnTo>
                  <a:pt x="5595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7E2F7-4855-419D-8EE8-660B594C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382" y="2742800"/>
            <a:ext cx="123787" cy="107413"/>
          </a:xfrm>
          <a:custGeom xmlns:a="http://schemas.openxmlformats.org/drawingml/2006/main">
            <a:pathLst>
              <a:path w="123787" h="107413">
                <a:moveTo>
                  <a:pt x="123787" y="107413"/>
                </a:moveTo>
                <a:lnTo>
                  <a:pt x="0" y="107413"/>
                </a:lnTo>
                <a:lnTo>
                  <a:pt x="61893" y="0"/>
                </a:lnTo>
                <a:lnTo>
                  <a:pt x="123787" y="107413"/>
                </a:lnTo>
                <a:close/>
                <a:moveTo>
                  <a:pt x="11916" y="99955"/>
                </a:moveTo>
                <a:lnTo>
                  <a:pt x="111871" y="99955"/>
                </a:lnTo>
                <a:lnTo>
                  <a:pt x="61893" y="134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3DB2F-EB94-449F-B01E-57C44B3D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382" y="2742800"/>
            <a:ext cx="123787" cy="107413"/>
          </a:xfrm>
          <a:custGeom xmlns:a="http://schemas.openxmlformats.org/drawingml/2006/main">
            <a:pathLst>
              <a:path w="123787" h="107413" fill="none">
                <a:moveTo>
                  <a:pt x="123787" y="107413"/>
                </a:moveTo>
                <a:lnTo>
                  <a:pt x="0" y="107413"/>
                </a:lnTo>
                <a:lnTo>
                  <a:pt x="61893" y="0"/>
                </a:lnTo>
                <a:lnTo>
                  <a:pt x="123787" y="107413"/>
                </a:lnTo>
                <a:close/>
                <a:moveTo>
                  <a:pt x="11916" y="99955"/>
                </a:moveTo>
                <a:lnTo>
                  <a:pt x="111871" y="99955"/>
                </a:lnTo>
                <a:lnTo>
                  <a:pt x="61893" y="13430"/>
                </a:lnTo>
                <a:lnTo>
                  <a:pt x="11916" y="99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F5FA1-8F18-492B-B682-A71F376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326" y="3105274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96955"/>
                </a:moveTo>
                <a:lnTo>
                  <a:pt x="0" y="0"/>
                </a:lnTo>
                <a:lnTo>
                  <a:pt x="1119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ED231-12D7-4F2F-A833-9EBADB36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382" y="3101530"/>
            <a:ext cx="123787" cy="107385"/>
          </a:xfrm>
          <a:custGeom xmlns:a="http://schemas.openxmlformats.org/drawingml/2006/main">
            <a:pathLst>
              <a:path w="123787" h="107385">
                <a:moveTo>
                  <a:pt x="61893" y="107385"/>
                </a:moveTo>
                <a:lnTo>
                  <a:pt x="0" y="0"/>
                </a:lnTo>
                <a:lnTo>
                  <a:pt x="123787" y="0"/>
                </a:lnTo>
                <a:lnTo>
                  <a:pt x="61893" y="107385"/>
                </a:lnTo>
                <a:close/>
                <a:moveTo>
                  <a:pt x="11916" y="6715"/>
                </a:moveTo>
                <a:lnTo>
                  <a:pt x="61893" y="93240"/>
                </a:lnTo>
                <a:lnTo>
                  <a:pt x="111871" y="6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9A28C-CEF2-4197-99C8-896CD7E2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382" y="3101530"/>
            <a:ext cx="123787" cy="107385"/>
          </a:xfrm>
          <a:custGeom xmlns:a="http://schemas.openxmlformats.org/drawingml/2006/main">
            <a:pathLst>
              <a:path w="123787" h="107385" fill="none">
                <a:moveTo>
                  <a:pt x="61893" y="107385"/>
                </a:moveTo>
                <a:lnTo>
                  <a:pt x="0" y="0"/>
                </a:lnTo>
                <a:lnTo>
                  <a:pt x="123787" y="0"/>
                </a:lnTo>
                <a:lnTo>
                  <a:pt x="61893" y="107385"/>
                </a:lnTo>
                <a:close/>
                <a:moveTo>
                  <a:pt x="11916" y="6715"/>
                </a:moveTo>
                <a:lnTo>
                  <a:pt x="61893" y="93240"/>
                </a:lnTo>
                <a:lnTo>
                  <a:pt x="111871" y="6715"/>
                </a:lnTo>
                <a:lnTo>
                  <a:pt x="11916" y="67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3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0DB2E-E5F0-471C-A7C2-2143A1C3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473" y="2917279"/>
            <a:ext cx="62522" cy="74838"/>
          </a:xfrm>
          <a:custGeom xmlns:a="http://schemas.openxmlformats.org/drawingml/2006/main">
            <a:pathLst>
              <a:path w="62522" h="74838">
                <a:moveTo>
                  <a:pt x="32947" y="74838"/>
                </a:moveTo>
                <a:cubicBezTo>
                  <a:pt x="13259" y="74838"/>
                  <a:pt x="0" y="59865"/>
                  <a:pt x="0" y="37548"/>
                </a:cubicBezTo>
                <a:cubicBezTo>
                  <a:pt x="0" y="14888"/>
                  <a:pt x="13259" y="0"/>
                  <a:pt x="32947" y="0"/>
                </a:cubicBezTo>
                <a:cubicBezTo>
                  <a:pt x="46920" y="0"/>
                  <a:pt x="58322" y="7372"/>
                  <a:pt x="62265" y="20002"/>
                </a:cubicBezTo>
                <a:lnTo>
                  <a:pt x="51064" y="23174"/>
                </a:lnTo>
                <a:cubicBezTo>
                  <a:pt x="48949" y="15745"/>
                  <a:pt x="42462" y="10430"/>
                  <a:pt x="32947" y="10430"/>
                </a:cubicBezTo>
                <a:cubicBezTo>
                  <a:pt x="18517" y="10430"/>
                  <a:pt x="11859" y="23117"/>
                  <a:pt x="11859" y="37548"/>
                </a:cubicBezTo>
                <a:cubicBezTo>
                  <a:pt x="11859" y="51778"/>
                  <a:pt x="18517" y="64408"/>
                  <a:pt x="32947" y="64408"/>
                </a:cubicBezTo>
                <a:cubicBezTo>
                  <a:pt x="42662" y="64408"/>
                  <a:pt x="49263" y="58922"/>
                  <a:pt x="51406" y="51064"/>
                </a:cubicBezTo>
                <a:lnTo>
                  <a:pt x="62522" y="54264"/>
                </a:lnTo>
                <a:cubicBezTo>
                  <a:pt x="58636" y="67123"/>
                  <a:pt x="47120" y="74838"/>
                  <a:pt x="32947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9D81B-E9C8-450B-95C4-7546ABC2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226" y="2917279"/>
            <a:ext cx="66008" cy="74838"/>
          </a:xfrm>
          <a:custGeom xmlns:a="http://schemas.openxmlformats.org/drawingml/2006/main">
            <a:pathLst>
              <a:path w="66008" h="74838">
                <a:moveTo>
                  <a:pt x="32947" y="74838"/>
                </a:moveTo>
                <a:cubicBezTo>
                  <a:pt x="13259" y="74838"/>
                  <a:pt x="0" y="59865"/>
                  <a:pt x="0" y="37548"/>
                </a:cubicBezTo>
                <a:cubicBezTo>
                  <a:pt x="0" y="14888"/>
                  <a:pt x="13259" y="0"/>
                  <a:pt x="32947" y="0"/>
                </a:cubicBezTo>
                <a:cubicBezTo>
                  <a:pt x="52692" y="0"/>
                  <a:pt x="66008" y="14888"/>
                  <a:pt x="66008" y="37548"/>
                </a:cubicBezTo>
                <a:cubicBezTo>
                  <a:pt x="66008" y="59865"/>
                  <a:pt x="52692" y="74838"/>
                  <a:pt x="32947" y="74838"/>
                </a:cubicBezTo>
                <a:close/>
                <a:moveTo>
                  <a:pt x="32947" y="64408"/>
                </a:moveTo>
                <a:cubicBezTo>
                  <a:pt x="47577" y="64408"/>
                  <a:pt x="54235" y="51778"/>
                  <a:pt x="54235" y="37548"/>
                </a:cubicBezTo>
                <a:cubicBezTo>
                  <a:pt x="54235" y="23174"/>
                  <a:pt x="47577" y="10430"/>
                  <a:pt x="32947" y="10430"/>
                </a:cubicBezTo>
                <a:cubicBezTo>
                  <a:pt x="18517" y="10430"/>
                  <a:pt x="11830" y="23117"/>
                  <a:pt x="11830" y="37548"/>
                </a:cubicBezTo>
                <a:cubicBezTo>
                  <a:pt x="11830" y="51778"/>
                  <a:pt x="18517" y="64408"/>
                  <a:pt x="32947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6D795-85B0-4B91-8E70-0E714EFE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207" y="2917279"/>
            <a:ext cx="57864" cy="73295"/>
          </a:xfrm>
          <a:custGeom xmlns:a="http://schemas.openxmlformats.org/drawingml/2006/main">
            <a:pathLst>
              <a:path w="57864" h="73295">
                <a:moveTo>
                  <a:pt x="11659" y="29918"/>
                </a:moveTo>
                <a:lnTo>
                  <a:pt x="11659" y="73295"/>
                </a:lnTo>
                <a:lnTo>
                  <a:pt x="0" y="73295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316"/>
                </a:lnTo>
                <a:cubicBezTo>
                  <a:pt x="15916" y="4086"/>
                  <a:pt x="23689" y="0"/>
                  <a:pt x="33404" y="0"/>
                </a:cubicBezTo>
                <a:cubicBezTo>
                  <a:pt x="48035" y="0"/>
                  <a:pt x="57864" y="9001"/>
                  <a:pt x="57864" y="27318"/>
                </a:cubicBezTo>
                <a:lnTo>
                  <a:pt x="57864" y="50292"/>
                </a:lnTo>
                <a:lnTo>
                  <a:pt x="57864" y="73295"/>
                </a:lnTo>
                <a:lnTo>
                  <a:pt x="46206" y="73295"/>
                </a:lnTo>
                <a:lnTo>
                  <a:pt x="46206" y="50778"/>
                </a:lnTo>
                <a:lnTo>
                  <a:pt x="46206" y="28289"/>
                </a:lnTo>
                <a:cubicBezTo>
                  <a:pt x="46206" y="17145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90AC1-EE41-4244-9C51-4C572348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587" y="2900963"/>
            <a:ext cx="39433" cy="90497"/>
          </a:xfrm>
          <a:custGeom xmlns:a="http://schemas.openxmlformats.org/drawingml/2006/main">
            <a:pathLst>
              <a:path w="39433" h="90497">
                <a:moveTo>
                  <a:pt x="37433" y="17231"/>
                </a:moveTo>
                <a:lnTo>
                  <a:pt x="37433" y="27203"/>
                </a:lnTo>
                <a:lnTo>
                  <a:pt x="22546" y="27203"/>
                </a:lnTo>
                <a:lnTo>
                  <a:pt x="22546" y="70837"/>
                </a:lnTo>
                <a:cubicBezTo>
                  <a:pt x="22546" y="77295"/>
                  <a:pt x="24946" y="80153"/>
                  <a:pt x="31090" y="80153"/>
                </a:cubicBezTo>
                <a:cubicBezTo>
                  <a:pt x="32576" y="80153"/>
                  <a:pt x="35090" y="79753"/>
                  <a:pt x="37033" y="79353"/>
                </a:cubicBezTo>
                <a:lnTo>
                  <a:pt x="39433" y="89211"/>
                </a:lnTo>
                <a:cubicBezTo>
                  <a:pt x="37033" y="90040"/>
                  <a:pt x="33747" y="90497"/>
                  <a:pt x="30775" y="90497"/>
                </a:cubicBezTo>
                <a:cubicBezTo>
                  <a:pt x="18259" y="90497"/>
                  <a:pt x="10887" y="83582"/>
                  <a:pt x="10887" y="71723"/>
                </a:cubicBezTo>
                <a:lnTo>
                  <a:pt x="10887" y="49463"/>
                </a:lnTo>
                <a:lnTo>
                  <a:pt x="10887" y="27203"/>
                </a:lnTo>
                <a:lnTo>
                  <a:pt x="0" y="27203"/>
                </a:lnTo>
                <a:lnTo>
                  <a:pt x="0" y="22203"/>
                </a:lnTo>
                <a:lnTo>
                  <a:pt x="0" y="17231"/>
                </a:lnTo>
                <a:lnTo>
                  <a:pt x="10887" y="17231"/>
                </a:lnTo>
                <a:lnTo>
                  <a:pt x="10887" y="8601"/>
                </a:lnTo>
                <a:lnTo>
                  <a:pt x="10887" y="0"/>
                </a:lnTo>
                <a:lnTo>
                  <a:pt x="22546" y="0"/>
                </a:lnTo>
                <a:lnTo>
                  <a:pt x="22546" y="8601"/>
                </a:lnTo>
                <a:lnTo>
                  <a:pt x="22546" y="17231"/>
                </a:lnTo>
                <a:lnTo>
                  <a:pt x="37433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BBC7B-08E0-40A9-825E-6C9F98A8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908" y="2917136"/>
            <a:ext cx="36719" cy="73438"/>
          </a:xfrm>
          <a:custGeom xmlns:a="http://schemas.openxmlformats.org/drawingml/2006/main">
            <a:pathLst>
              <a:path w="36719" h="73438">
                <a:moveTo>
                  <a:pt x="0" y="73438"/>
                </a:moveTo>
                <a:lnTo>
                  <a:pt x="0" y="1057"/>
                </a:lnTo>
                <a:lnTo>
                  <a:pt x="11259" y="1057"/>
                </a:lnTo>
                <a:lnTo>
                  <a:pt x="11259" y="12173"/>
                </a:lnTo>
                <a:lnTo>
                  <a:pt x="12030" y="12173"/>
                </a:lnTo>
                <a:cubicBezTo>
                  <a:pt x="14688" y="4858"/>
                  <a:pt x="22203" y="0"/>
                  <a:pt x="30804" y="0"/>
                </a:cubicBezTo>
                <a:cubicBezTo>
                  <a:pt x="32490" y="0"/>
                  <a:pt x="35347" y="143"/>
                  <a:pt x="36719" y="200"/>
                </a:cubicBezTo>
                <a:lnTo>
                  <a:pt x="36719" y="6086"/>
                </a:lnTo>
                <a:lnTo>
                  <a:pt x="36719" y="11916"/>
                </a:lnTo>
                <a:cubicBezTo>
                  <a:pt x="36004" y="11801"/>
                  <a:pt x="32833" y="11287"/>
                  <a:pt x="29718" y="11287"/>
                </a:cubicBezTo>
                <a:cubicBezTo>
                  <a:pt x="19288" y="11287"/>
                  <a:pt x="11659" y="18345"/>
                  <a:pt x="11659" y="28118"/>
                </a:cubicBezTo>
                <a:lnTo>
                  <a:pt x="11659" y="50778"/>
                </a:lnTo>
                <a:lnTo>
                  <a:pt x="11659" y="73438"/>
                </a:lnTo>
                <a:lnTo>
                  <a:pt x="0" y="734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30A02-9660-4304-91DE-95BDFD7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14" y="2917279"/>
            <a:ext cx="66037" cy="74838"/>
          </a:xfrm>
          <a:custGeom xmlns:a="http://schemas.openxmlformats.org/drawingml/2006/main">
            <a:pathLst>
              <a:path w="66037" h="74838">
                <a:moveTo>
                  <a:pt x="32976" y="74838"/>
                </a:moveTo>
                <a:cubicBezTo>
                  <a:pt x="13287" y="74838"/>
                  <a:pt x="0" y="59865"/>
                  <a:pt x="0" y="37548"/>
                </a:cubicBezTo>
                <a:cubicBezTo>
                  <a:pt x="0" y="14888"/>
                  <a:pt x="13287" y="0"/>
                  <a:pt x="32976" y="0"/>
                </a:cubicBezTo>
                <a:cubicBezTo>
                  <a:pt x="52692" y="0"/>
                  <a:pt x="66037" y="14888"/>
                  <a:pt x="66037" y="37548"/>
                </a:cubicBezTo>
                <a:cubicBezTo>
                  <a:pt x="66037" y="59865"/>
                  <a:pt x="52692" y="74838"/>
                  <a:pt x="32976" y="74838"/>
                </a:cubicBezTo>
                <a:close/>
                <a:moveTo>
                  <a:pt x="32976" y="64408"/>
                </a:moveTo>
                <a:cubicBezTo>
                  <a:pt x="47577" y="64408"/>
                  <a:pt x="54264" y="51778"/>
                  <a:pt x="54264" y="37548"/>
                </a:cubicBezTo>
                <a:cubicBezTo>
                  <a:pt x="54264" y="23174"/>
                  <a:pt x="47577" y="10430"/>
                  <a:pt x="32976" y="10430"/>
                </a:cubicBezTo>
                <a:cubicBezTo>
                  <a:pt x="18517" y="10430"/>
                  <a:pt x="11859" y="23117"/>
                  <a:pt x="11859" y="37548"/>
                </a:cubicBezTo>
                <a:cubicBezTo>
                  <a:pt x="11859" y="51778"/>
                  <a:pt x="18517" y="64408"/>
                  <a:pt x="32976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65311-7B2A-453A-826A-B414CBD5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124" y="2894105"/>
            <a:ext cx="11659" cy="96469"/>
          </a:xfrm>
          <a:custGeom xmlns:a="http://schemas.openxmlformats.org/drawingml/2006/main">
            <a:pathLst>
              <a:path w="11659" h="96469">
                <a:moveTo>
                  <a:pt x="11659" y="0"/>
                </a:moveTo>
                <a:lnTo>
                  <a:pt x="11659" y="96469"/>
                </a:lnTo>
                <a:lnTo>
                  <a:pt x="0" y="96469"/>
                </a:lnTo>
                <a:lnTo>
                  <a:pt x="0" y="0"/>
                </a:lnTo>
                <a:lnTo>
                  <a:pt x="116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A16A7-EB06-4774-929F-C063E92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85" y="2917279"/>
            <a:ext cx="56378" cy="74838"/>
          </a:xfrm>
          <a:custGeom xmlns:a="http://schemas.openxmlformats.org/drawingml/2006/main">
            <a:pathLst>
              <a:path w="56378" h="74838">
                <a:moveTo>
                  <a:pt x="27832" y="74838"/>
                </a:moveTo>
                <a:cubicBezTo>
                  <a:pt x="12944" y="74838"/>
                  <a:pt x="2600" y="68237"/>
                  <a:pt x="0" y="55750"/>
                </a:cubicBezTo>
                <a:lnTo>
                  <a:pt x="11059" y="53092"/>
                </a:lnTo>
                <a:cubicBezTo>
                  <a:pt x="13145" y="61065"/>
                  <a:pt x="19031" y="64608"/>
                  <a:pt x="27718" y="64608"/>
                </a:cubicBezTo>
                <a:cubicBezTo>
                  <a:pt x="37805" y="64608"/>
                  <a:pt x="44291" y="59636"/>
                  <a:pt x="44291" y="53664"/>
                </a:cubicBezTo>
                <a:cubicBezTo>
                  <a:pt x="44291" y="48692"/>
                  <a:pt x="40777" y="45377"/>
                  <a:pt x="33661" y="43691"/>
                </a:cubicBezTo>
                <a:lnTo>
                  <a:pt x="21631" y="40834"/>
                </a:lnTo>
                <a:cubicBezTo>
                  <a:pt x="8487" y="37748"/>
                  <a:pt x="2200" y="31261"/>
                  <a:pt x="2200" y="21088"/>
                </a:cubicBezTo>
                <a:cubicBezTo>
                  <a:pt x="2200" y="8687"/>
                  <a:pt x="13602" y="0"/>
                  <a:pt x="29004" y="0"/>
                </a:cubicBezTo>
                <a:cubicBezTo>
                  <a:pt x="43891" y="0"/>
                  <a:pt x="51721" y="7258"/>
                  <a:pt x="55035" y="17431"/>
                </a:cubicBezTo>
                <a:lnTo>
                  <a:pt x="44491" y="20117"/>
                </a:lnTo>
                <a:cubicBezTo>
                  <a:pt x="42462" y="14945"/>
                  <a:pt x="38405" y="9916"/>
                  <a:pt x="29061" y="9916"/>
                </a:cubicBezTo>
                <a:cubicBezTo>
                  <a:pt x="20460" y="9916"/>
                  <a:pt x="13973" y="14373"/>
                  <a:pt x="13973" y="20374"/>
                </a:cubicBezTo>
                <a:cubicBezTo>
                  <a:pt x="13973" y="25775"/>
                  <a:pt x="17688" y="28746"/>
                  <a:pt x="26146" y="30747"/>
                </a:cubicBezTo>
                <a:lnTo>
                  <a:pt x="37090" y="33347"/>
                </a:lnTo>
                <a:cubicBezTo>
                  <a:pt x="50235" y="36462"/>
                  <a:pt x="56378" y="42977"/>
                  <a:pt x="56378" y="52892"/>
                </a:cubicBezTo>
                <a:cubicBezTo>
                  <a:pt x="56378" y="65580"/>
                  <a:pt x="44806" y="74838"/>
                  <a:pt x="27832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Native soft shadow host 1">
            <a:extLst xmlns:a="http://schemas.openxmlformats.org/drawingml/2006/main">
              <a:ext uri="{FF2B5EF4-FFF2-40B4-BE49-F238E27FC236}">
                <a16:creationId xmlns:a16="http://schemas.microsoft.com/office/drawing/2014/main" id="{4692CEF3-D3D0-453A-A2D0-9C78C9E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8" y="1996250"/>
            <a:ext cx="596646" cy="894969"/>
          </a:xfrm>
          <a:custGeom xmlns:a="http://schemas.openxmlformats.org/drawingml/2006/main">
            <a:pathLst>
              <a:path w="596646" h="894969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551900" y="0"/>
                </a:lnTo>
                <a:cubicBezTo>
                  <a:pt x="596646" y="0"/>
                  <a:pt x="596646" y="44748"/>
                  <a:pt x="596646" y="44748"/>
                </a:cubicBezTo>
                <a:lnTo>
                  <a:pt x="596646" y="850221"/>
                </a:lnTo>
                <a:cubicBezTo>
                  <a:pt x="596646" y="894969"/>
                  <a:pt x="551900" y="894969"/>
                  <a:pt x="551900" y="894969"/>
                </a:cubicBezTo>
                <a:lnTo>
                  <a:pt x="44748" y="894969"/>
                </a:lnTo>
                <a:cubicBezTo>
                  <a:pt x="0" y="894969"/>
                  <a:pt x="0" y="850221"/>
                  <a:pt x="0" y="85022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  <ns1:effectLst xmlns:ns1="http://schemas.openxmlformats.org/drawingml/2006/main">
            <ns1:outerShdw blurRad="74295" dist="37148" dir="5400000" algn="ctr" rotWithShape="0">
              <ns1:srgbClr val="000000">
                <ns1:alpha val="46000"/>
              </ns1:srgbClr>
            </ns1:outerShdw>
          </ns1:effectLst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DE718-51FA-4F85-AF67-E215B32F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8" y="1996250"/>
            <a:ext cx="596646" cy="894969"/>
          </a:xfrm>
          <a:custGeom xmlns:a="http://schemas.openxmlformats.org/drawingml/2006/main">
            <a:pathLst>
              <a:path w="596646" h="894969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551900" y="0"/>
                </a:lnTo>
                <a:cubicBezTo>
                  <a:pt x="596646" y="0"/>
                  <a:pt x="596646" y="44748"/>
                  <a:pt x="596646" y="44748"/>
                </a:cubicBezTo>
                <a:lnTo>
                  <a:pt x="596646" y="850221"/>
                </a:lnTo>
                <a:cubicBezTo>
                  <a:pt x="596646" y="894969"/>
                  <a:pt x="551900" y="894969"/>
                  <a:pt x="551900" y="894969"/>
                </a:cubicBezTo>
                <a:lnTo>
                  <a:pt x="44748" y="894969"/>
                </a:lnTo>
                <a:cubicBezTo>
                  <a:pt x="0" y="894969"/>
                  <a:pt x="0" y="850221"/>
                  <a:pt x="0" y="850221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pic>
        <p:nvPicPr>
          <p:cNvPr id="6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a7b9773ce49af"/>
          <a:stretch xmlns:a="http://schemas.openxmlformats.org/drawingml/2006/main"/>
        </p:blipFill>
        <p:spPr>
          <a:xfrm xmlns:a="http://schemas.openxmlformats.org/drawingml/2006/main">
            <a:off x="860108" y="2146154"/>
            <a:ext cx="596645" cy="596645"/>
          </a:xfrm>
          <a:prstGeom xmlns:a="http://schemas.openxmlformats.org/drawingml/2006/main" prst="rect">
            <a:avLst/>
          </a:prstGeom>
        </p:spPr>
      </p:pic>
      <p:sp>
        <p:nvSpPr>
          <p:cNvPr id="240" name="Native soft shadow host 2">
            <a:extLst xmlns:a="http://schemas.openxmlformats.org/drawingml/2006/main">
              <a:ext uri="{FF2B5EF4-FFF2-40B4-BE49-F238E27FC236}">
                <a16:creationId xmlns:a16="http://schemas.microsoft.com/office/drawing/2014/main" id="{E34A35ED-1D40-48FE-A00B-6FD284B6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90" y="2294572"/>
            <a:ext cx="223731" cy="298323"/>
          </a:xfrm>
          <a:custGeom xmlns:a="http://schemas.openxmlformats.org/drawingml/2006/main">
            <a:pathLst>
              <a:path w="223731" h="298323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31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  <ns2:effectLst xmlns:ns2="http://schemas.openxmlformats.org/drawingml/2006/main">
            <ns2:outerShdw blurRad="74295" dist="37148" dir="5400000" algn="ctr" rotWithShape="0">
              <ns2:srgbClr val="000000">
                <ns2:alpha val="28000"/>
              </ns2:srgbClr>
            </ns2:outerShdw>
          </ns2:effectLst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E5962-4619-4A82-8D89-D708CB5B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90" y="2294572"/>
            <a:ext cx="223731" cy="298323"/>
          </a:xfrm>
          <a:custGeom xmlns:a="http://schemas.openxmlformats.org/drawingml/2006/main">
            <a:pathLst>
              <a:path w="223731" h="298323" fill="none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31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  <a:lnTo>
                  <a:pt x="0" y="74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42" name="Native soft shadow host 3">
            <a:extLst xmlns:a="http://schemas.openxmlformats.org/drawingml/2006/main">
              <a:ext uri="{FF2B5EF4-FFF2-40B4-BE49-F238E27FC236}">
                <a16:creationId xmlns:a16="http://schemas.microsoft.com/office/drawing/2014/main" id="{6B210D27-B1A5-4521-B22B-97193B0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754" y="2294572"/>
            <a:ext cx="223742" cy="298323"/>
          </a:xfrm>
          <a:custGeom xmlns:a="http://schemas.openxmlformats.org/drawingml/2006/main">
            <a:pathLst>
              <a:path w="223742" h="298323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42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  <ns3:effectLst xmlns:ns3="http://schemas.openxmlformats.org/drawingml/2006/main">
            <ns3:outerShdw blurRad="74295" dist="37148" dir="5400000" algn="ctr" rotWithShape="0">
              <ns3:srgbClr val="000000">
                <ns3:alpha val="28000"/>
              </ns3:srgbClr>
            </ns3:outerShdw>
          </ns3:effectLst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E6570-078C-4A97-B8BD-E74EBF1C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754" y="2294572"/>
            <a:ext cx="223742" cy="298323"/>
          </a:xfrm>
          <a:custGeom xmlns:a="http://schemas.openxmlformats.org/drawingml/2006/main">
            <a:pathLst>
              <a:path w="223742" h="298323" fill="none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42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  <a:lnTo>
                  <a:pt x="0" y="74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BC701-276A-4F2A-87F9-10F782B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25" y="1250442"/>
            <a:ext cx="816679" cy="619763"/>
          </a:xfrm>
          <a:custGeom xmlns:a="http://schemas.openxmlformats.org/drawingml/2006/main">
            <a:pathLst>
              <a:path w="816679" h="619763" fill="none">
                <a:moveTo>
                  <a:pt x="816679" y="0"/>
                </a:moveTo>
                <a:lnTo>
                  <a:pt x="44751" y="0"/>
                </a:lnTo>
                <a:cubicBezTo>
                  <a:pt x="0" y="0"/>
                  <a:pt x="0" y="44748"/>
                  <a:pt x="0" y="44748"/>
                </a:cubicBezTo>
                <a:lnTo>
                  <a:pt x="0" y="619763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0398E-2EF7-477E-B2D4-08687D03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1250442"/>
            <a:ext cx="3715" cy="10"/>
          </a:xfrm>
          <a:custGeom xmlns:a="http://schemas.openxmlformats.org/drawingml/2006/main">
            <a:pathLst>
              <a:path w="3715" h="1" fill="none">
                <a:moveTo>
                  <a:pt x="0" y="0"/>
                </a:moveTo>
                <a:lnTo>
                  <a:pt x="3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E8AA9-1EDB-49E6-BAD6-7329C71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26" y="1873948"/>
            <a:ext cx="68611" cy="106642"/>
          </a:xfrm>
          <a:custGeom xmlns:a="http://schemas.openxmlformats.org/drawingml/2006/main">
            <a:pathLst>
              <a:path w="68611" h="106642">
                <a:moveTo>
                  <a:pt x="34299" y="106642"/>
                </a:moveTo>
                <a:lnTo>
                  <a:pt x="0" y="0"/>
                </a:lnTo>
                <a:lnTo>
                  <a:pt x="6861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2DFBD-2B6D-4739-BF81-A86A1C5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26" y="1873948"/>
            <a:ext cx="68611" cy="106642"/>
          </a:xfrm>
          <a:custGeom xmlns:a="http://schemas.openxmlformats.org/drawingml/2006/main">
            <a:pathLst>
              <a:path w="68611" h="106642" fill="none">
                <a:moveTo>
                  <a:pt x="34299" y="106642"/>
                </a:moveTo>
                <a:lnTo>
                  <a:pt x="0" y="0"/>
                </a:lnTo>
                <a:lnTo>
                  <a:pt x="68611" y="0"/>
                </a:lnTo>
                <a:lnTo>
                  <a:pt x="34299" y="1066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C964B-B73A-4709-9F80-7A039C4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15" y="1175861"/>
            <a:ext cx="149159" cy="149161"/>
          </a:xfrm>
          <a:custGeom xmlns:a="http://schemas.openxmlformats.org/drawingml/2006/main">
            <a:pathLst>
              <a:path w="149159" h="149161">
                <a:moveTo>
                  <a:pt x="74586" y="0"/>
                </a:moveTo>
                <a:cubicBezTo>
                  <a:pt x="149159" y="0"/>
                  <a:pt x="149159" y="74581"/>
                  <a:pt x="149159" y="74581"/>
                </a:cubicBezTo>
                <a:cubicBezTo>
                  <a:pt x="149159" y="149161"/>
                  <a:pt x="74586" y="149161"/>
                  <a:pt x="74586" y="149161"/>
                </a:cubicBezTo>
                <a:cubicBezTo>
                  <a:pt x="0" y="149161"/>
                  <a:pt x="0" y="74581"/>
                  <a:pt x="0" y="74581"/>
                </a:cubicBezTo>
                <a:cubicBezTo>
                  <a:pt x="0" y="0"/>
                  <a:pt x="74586" y="0"/>
                  <a:pt x="7458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B9999-1C24-487A-8F07-09D3132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15" y="1175861"/>
            <a:ext cx="149159" cy="149161"/>
          </a:xfrm>
          <a:custGeom xmlns:a="http://schemas.openxmlformats.org/drawingml/2006/main">
            <a:pathLst>
              <a:path w="149159" h="149161" fill="none">
                <a:moveTo>
                  <a:pt x="74586" y="0"/>
                </a:moveTo>
                <a:cubicBezTo>
                  <a:pt x="149159" y="0"/>
                  <a:pt x="149159" y="74581"/>
                  <a:pt x="149159" y="74581"/>
                </a:cubicBezTo>
                <a:cubicBezTo>
                  <a:pt x="149159" y="149161"/>
                  <a:pt x="74586" y="149161"/>
                  <a:pt x="74586" y="149161"/>
                </a:cubicBezTo>
                <a:cubicBezTo>
                  <a:pt x="0" y="149161"/>
                  <a:pt x="0" y="74581"/>
                  <a:pt x="0" y="74581"/>
                </a:cubicBezTo>
                <a:cubicBezTo>
                  <a:pt x="0" y="0"/>
                  <a:pt x="74586" y="0"/>
                  <a:pt x="7458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164C3-F6D0-48BD-9F00-5B791D3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71" y="894655"/>
            <a:ext cx="58390" cy="74952"/>
          </a:xfrm>
          <a:custGeom xmlns:a="http://schemas.openxmlformats.org/drawingml/2006/main">
            <a:pathLst>
              <a:path w="58390" h="74952">
                <a:moveTo>
                  <a:pt x="24669" y="74952"/>
                </a:moveTo>
                <a:cubicBezTo>
                  <a:pt x="10939" y="74952"/>
                  <a:pt x="0" y="66923"/>
                  <a:pt x="0" y="52692"/>
                </a:cubicBezTo>
                <a:cubicBezTo>
                  <a:pt x="0" y="36119"/>
                  <a:pt x="14756" y="33061"/>
                  <a:pt x="28164" y="31375"/>
                </a:cubicBezTo>
                <a:cubicBezTo>
                  <a:pt x="41234" y="29632"/>
                  <a:pt x="46737" y="30347"/>
                  <a:pt x="46737" y="24403"/>
                </a:cubicBezTo>
                <a:cubicBezTo>
                  <a:pt x="46737" y="15402"/>
                  <a:pt x="41625" y="10230"/>
                  <a:pt x="31590" y="10230"/>
                </a:cubicBezTo>
                <a:cubicBezTo>
                  <a:pt x="21163" y="10230"/>
                  <a:pt x="15539" y="15802"/>
                  <a:pt x="13273" y="20831"/>
                </a:cubicBezTo>
                <a:lnTo>
                  <a:pt x="2066" y="17145"/>
                </a:lnTo>
                <a:cubicBezTo>
                  <a:pt x="7635" y="4000"/>
                  <a:pt x="20071" y="0"/>
                  <a:pt x="31267" y="0"/>
                </a:cubicBezTo>
                <a:cubicBezTo>
                  <a:pt x="40977" y="0"/>
                  <a:pt x="58390" y="2972"/>
                  <a:pt x="58390" y="25575"/>
                </a:cubicBezTo>
                <a:lnTo>
                  <a:pt x="58390" y="49435"/>
                </a:lnTo>
                <a:lnTo>
                  <a:pt x="58390" y="73266"/>
                </a:lnTo>
                <a:lnTo>
                  <a:pt x="46937" y="73266"/>
                </a:lnTo>
                <a:lnTo>
                  <a:pt x="46937" y="68351"/>
                </a:lnTo>
                <a:lnTo>
                  <a:pt x="46937" y="63437"/>
                </a:lnTo>
                <a:lnTo>
                  <a:pt x="46154" y="63437"/>
                </a:lnTo>
                <a:cubicBezTo>
                  <a:pt x="43700" y="68551"/>
                  <a:pt x="36902" y="74952"/>
                  <a:pt x="24669" y="74952"/>
                </a:cubicBezTo>
                <a:close/>
                <a:moveTo>
                  <a:pt x="26666" y="64665"/>
                </a:moveTo>
                <a:cubicBezTo>
                  <a:pt x="39548" y="64665"/>
                  <a:pt x="46737" y="55978"/>
                  <a:pt x="46737" y="47120"/>
                </a:cubicBezTo>
                <a:lnTo>
                  <a:pt x="46737" y="42091"/>
                </a:lnTo>
                <a:lnTo>
                  <a:pt x="46737" y="37090"/>
                </a:lnTo>
                <a:cubicBezTo>
                  <a:pt x="44794" y="39348"/>
                  <a:pt x="32104" y="40662"/>
                  <a:pt x="27638" y="41234"/>
                </a:cubicBezTo>
                <a:cubicBezTo>
                  <a:pt x="19165" y="42320"/>
                  <a:pt x="11721" y="45063"/>
                  <a:pt x="11721" y="53264"/>
                </a:cubicBezTo>
                <a:cubicBezTo>
                  <a:pt x="11721" y="60779"/>
                  <a:pt x="17994" y="64665"/>
                  <a:pt x="26666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29261-62B8-4574-BB95-DA08078C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26" y="894655"/>
            <a:ext cx="62531" cy="74838"/>
          </a:xfrm>
          <a:custGeom xmlns:a="http://schemas.openxmlformats.org/drawingml/2006/main">
            <a:pathLst>
              <a:path w="62531" h="74838">
                <a:moveTo>
                  <a:pt x="32950" y="74838"/>
                </a:moveTo>
                <a:cubicBezTo>
                  <a:pt x="13273" y="74838"/>
                  <a:pt x="0" y="59865"/>
                  <a:pt x="0" y="37548"/>
                </a:cubicBezTo>
                <a:cubicBezTo>
                  <a:pt x="0" y="14888"/>
                  <a:pt x="13273" y="0"/>
                  <a:pt x="32950" y="0"/>
                </a:cubicBezTo>
                <a:cubicBezTo>
                  <a:pt x="46926" y="0"/>
                  <a:pt x="58322" y="7372"/>
                  <a:pt x="62273" y="20003"/>
                </a:cubicBezTo>
                <a:lnTo>
                  <a:pt x="51078" y="23174"/>
                </a:lnTo>
                <a:cubicBezTo>
                  <a:pt x="48935" y="15716"/>
                  <a:pt x="42462" y="10401"/>
                  <a:pt x="32950" y="10401"/>
                </a:cubicBezTo>
                <a:cubicBezTo>
                  <a:pt x="18508" y="10401"/>
                  <a:pt x="11844" y="23117"/>
                  <a:pt x="11844" y="37548"/>
                </a:cubicBezTo>
                <a:cubicBezTo>
                  <a:pt x="11844" y="51778"/>
                  <a:pt x="18508" y="64408"/>
                  <a:pt x="32950" y="64408"/>
                </a:cubicBezTo>
                <a:cubicBezTo>
                  <a:pt x="42662" y="64408"/>
                  <a:pt x="49260" y="58893"/>
                  <a:pt x="51404" y="51064"/>
                </a:cubicBezTo>
                <a:lnTo>
                  <a:pt x="62531" y="54235"/>
                </a:lnTo>
                <a:cubicBezTo>
                  <a:pt x="58647" y="67123"/>
                  <a:pt x="47126" y="74838"/>
                  <a:pt x="32950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B2367-4B4B-4500-B579-8C75D1C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661" y="894655"/>
            <a:ext cx="62542" cy="74838"/>
          </a:xfrm>
          <a:custGeom xmlns:a="http://schemas.openxmlformats.org/drawingml/2006/main">
            <a:pathLst>
              <a:path w="62542" h="74838">
                <a:moveTo>
                  <a:pt x="32950" y="74838"/>
                </a:moveTo>
                <a:cubicBezTo>
                  <a:pt x="13273" y="74838"/>
                  <a:pt x="0" y="59865"/>
                  <a:pt x="0" y="37548"/>
                </a:cubicBezTo>
                <a:cubicBezTo>
                  <a:pt x="0" y="14888"/>
                  <a:pt x="13273" y="0"/>
                  <a:pt x="32950" y="0"/>
                </a:cubicBezTo>
                <a:cubicBezTo>
                  <a:pt x="46937" y="0"/>
                  <a:pt x="58333" y="7372"/>
                  <a:pt x="62273" y="20003"/>
                </a:cubicBezTo>
                <a:lnTo>
                  <a:pt x="51078" y="23174"/>
                </a:lnTo>
                <a:cubicBezTo>
                  <a:pt x="48946" y="15716"/>
                  <a:pt x="42471" y="10401"/>
                  <a:pt x="32950" y="10401"/>
                </a:cubicBezTo>
                <a:cubicBezTo>
                  <a:pt x="18519" y="10401"/>
                  <a:pt x="11856" y="23117"/>
                  <a:pt x="11856" y="37548"/>
                </a:cubicBezTo>
                <a:cubicBezTo>
                  <a:pt x="11856" y="51778"/>
                  <a:pt x="18519" y="64408"/>
                  <a:pt x="32950" y="64408"/>
                </a:cubicBezTo>
                <a:cubicBezTo>
                  <a:pt x="42662" y="64408"/>
                  <a:pt x="49269" y="58893"/>
                  <a:pt x="51401" y="51064"/>
                </a:cubicBezTo>
                <a:lnTo>
                  <a:pt x="62542" y="54235"/>
                </a:lnTo>
                <a:cubicBezTo>
                  <a:pt x="58656" y="67123"/>
                  <a:pt x="47126" y="74838"/>
                  <a:pt x="32950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CBFA6-53DD-43B8-A89F-1F6C241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8" y="894655"/>
            <a:ext cx="66023" cy="74838"/>
          </a:xfrm>
          <a:custGeom xmlns:a="http://schemas.openxmlformats.org/drawingml/2006/main">
            <a:pathLst>
              <a:path w="66023" h="74838">
                <a:moveTo>
                  <a:pt x="32950" y="74838"/>
                </a:moveTo>
                <a:cubicBezTo>
                  <a:pt x="13270" y="74838"/>
                  <a:pt x="0" y="59865"/>
                  <a:pt x="0" y="37548"/>
                </a:cubicBezTo>
                <a:cubicBezTo>
                  <a:pt x="0" y="14888"/>
                  <a:pt x="13270" y="0"/>
                  <a:pt x="32950" y="0"/>
                </a:cubicBezTo>
                <a:cubicBezTo>
                  <a:pt x="52695" y="0"/>
                  <a:pt x="66023" y="14888"/>
                  <a:pt x="66023" y="37548"/>
                </a:cubicBezTo>
                <a:cubicBezTo>
                  <a:pt x="66023" y="59865"/>
                  <a:pt x="52695" y="74838"/>
                  <a:pt x="32950" y="74838"/>
                </a:cubicBezTo>
                <a:close/>
                <a:moveTo>
                  <a:pt x="32950" y="64408"/>
                </a:moveTo>
                <a:cubicBezTo>
                  <a:pt x="47583" y="64408"/>
                  <a:pt x="54247" y="51778"/>
                  <a:pt x="54247" y="37548"/>
                </a:cubicBezTo>
                <a:cubicBezTo>
                  <a:pt x="54247" y="23174"/>
                  <a:pt x="47583" y="10401"/>
                  <a:pt x="32950" y="10401"/>
                </a:cubicBezTo>
                <a:cubicBezTo>
                  <a:pt x="18508" y="10401"/>
                  <a:pt x="11841" y="23117"/>
                  <a:pt x="11841" y="37548"/>
                </a:cubicBezTo>
                <a:cubicBezTo>
                  <a:pt x="11841" y="51778"/>
                  <a:pt x="18508" y="64408"/>
                  <a:pt x="32950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F8E49-803C-4458-B4D0-2E0D48D3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398" y="895569"/>
            <a:ext cx="57953" cy="73266"/>
          </a:xfrm>
          <a:custGeom xmlns:a="http://schemas.openxmlformats.org/drawingml/2006/main">
            <a:pathLst>
              <a:path w="57953" h="73266">
                <a:moveTo>
                  <a:pt x="24534" y="73266"/>
                </a:moveTo>
                <a:cubicBezTo>
                  <a:pt x="9901" y="73266"/>
                  <a:pt x="0" y="64265"/>
                  <a:pt x="0" y="45949"/>
                </a:cubicBezTo>
                <a:lnTo>
                  <a:pt x="0" y="22974"/>
                </a:lnTo>
                <a:lnTo>
                  <a:pt x="0" y="0"/>
                </a:lnTo>
                <a:lnTo>
                  <a:pt x="11653" y="0"/>
                </a:lnTo>
                <a:lnTo>
                  <a:pt x="11653" y="22489"/>
                </a:lnTo>
                <a:lnTo>
                  <a:pt x="11653" y="44977"/>
                </a:lnTo>
                <a:cubicBezTo>
                  <a:pt x="11653" y="56121"/>
                  <a:pt x="17925" y="62779"/>
                  <a:pt x="28029" y="62779"/>
                </a:cubicBezTo>
                <a:cubicBezTo>
                  <a:pt x="38388" y="62779"/>
                  <a:pt x="46223" y="55721"/>
                  <a:pt x="46223" y="43348"/>
                </a:cubicBezTo>
                <a:lnTo>
                  <a:pt x="46223" y="21688"/>
                </a:lnTo>
                <a:lnTo>
                  <a:pt x="46223" y="0"/>
                </a:lnTo>
                <a:lnTo>
                  <a:pt x="57953" y="0"/>
                </a:lnTo>
                <a:lnTo>
                  <a:pt x="57953" y="36176"/>
                </a:lnTo>
                <a:lnTo>
                  <a:pt x="57953" y="72352"/>
                </a:lnTo>
                <a:lnTo>
                  <a:pt x="46669" y="72352"/>
                </a:lnTo>
                <a:lnTo>
                  <a:pt x="46669" y="65608"/>
                </a:lnTo>
                <a:lnTo>
                  <a:pt x="46669" y="58836"/>
                </a:lnTo>
                <a:cubicBezTo>
                  <a:pt x="41948" y="69380"/>
                  <a:pt x="34056" y="73266"/>
                  <a:pt x="24534" y="732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FAD94-BC25-4776-8B65-B8ED61C0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782" y="894655"/>
            <a:ext cx="57893" cy="73266"/>
          </a:xfrm>
          <a:custGeom xmlns:a="http://schemas.openxmlformats.org/drawingml/2006/main">
            <a:pathLst>
              <a:path w="57893" h="73266">
                <a:moveTo>
                  <a:pt x="11659" y="29889"/>
                </a:moveTo>
                <a:lnTo>
                  <a:pt x="11659" y="73266"/>
                </a:lnTo>
                <a:lnTo>
                  <a:pt x="0" y="73266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288"/>
                </a:lnTo>
                <a:cubicBezTo>
                  <a:pt x="15945" y="4086"/>
                  <a:pt x="23717" y="0"/>
                  <a:pt x="33404" y="0"/>
                </a:cubicBezTo>
                <a:cubicBezTo>
                  <a:pt x="48063" y="0"/>
                  <a:pt x="57893" y="9001"/>
                  <a:pt x="57893" y="27318"/>
                </a:cubicBezTo>
                <a:lnTo>
                  <a:pt x="57893" y="50292"/>
                </a:lnTo>
                <a:lnTo>
                  <a:pt x="57893" y="73266"/>
                </a:lnTo>
                <a:lnTo>
                  <a:pt x="46234" y="73266"/>
                </a:lnTo>
                <a:lnTo>
                  <a:pt x="46234" y="50778"/>
                </a:lnTo>
                <a:lnTo>
                  <a:pt x="46234" y="28289"/>
                </a:lnTo>
                <a:cubicBezTo>
                  <a:pt x="46234" y="17145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8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F1A5B-36BC-45C9-AB86-60FA68F8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91" y="878338"/>
            <a:ext cx="39405" cy="90497"/>
          </a:xfrm>
          <a:custGeom xmlns:a="http://schemas.openxmlformats.org/drawingml/2006/main">
            <a:pathLst>
              <a:path w="39405" h="90497">
                <a:moveTo>
                  <a:pt x="37433" y="17231"/>
                </a:moveTo>
                <a:lnTo>
                  <a:pt x="37433" y="27175"/>
                </a:lnTo>
                <a:lnTo>
                  <a:pt x="22517" y="27175"/>
                </a:lnTo>
                <a:lnTo>
                  <a:pt x="22517" y="70809"/>
                </a:lnTo>
                <a:cubicBezTo>
                  <a:pt x="22517" y="77295"/>
                  <a:pt x="24917" y="80153"/>
                  <a:pt x="31061" y="80153"/>
                </a:cubicBezTo>
                <a:cubicBezTo>
                  <a:pt x="32576" y="80153"/>
                  <a:pt x="35090" y="79753"/>
                  <a:pt x="37033" y="79353"/>
                </a:cubicBezTo>
                <a:lnTo>
                  <a:pt x="39405" y="89211"/>
                </a:lnTo>
                <a:cubicBezTo>
                  <a:pt x="37033" y="90040"/>
                  <a:pt x="33719" y="90497"/>
                  <a:pt x="30747" y="90497"/>
                </a:cubicBezTo>
                <a:cubicBezTo>
                  <a:pt x="18259" y="90497"/>
                  <a:pt x="10887" y="83553"/>
                  <a:pt x="10887" y="71723"/>
                </a:cubicBezTo>
                <a:lnTo>
                  <a:pt x="10887" y="49463"/>
                </a:lnTo>
                <a:lnTo>
                  <a:pt x="10887" y="27175"/>
                </a:lnTo>
                <a:lnTo>
                  <a:pt x="0" y="27175"/>
                </a:lnTo>
                <a:lnTo>
                  <a:pt x="0" y="22203"/>
                </a:lnTo>
                <a:lnTo>
                  <a:pt x="0" y="17231"/>
                </a:lnTo>
                <a:lnTo>
                  <a:pt x="10887" y="17231"/>
                </a:lnTo>
                <a:lnTo>
                  <a:pt x="10887" y="8601"/>
                </a:lnTo>
                <a:lnTo>
                  <a:pt x="10887" y="0"/>
                </a:lnTo>
                <a:lnTo>
                  <a:pt x="22517" y="0"/>
                </a:lnTo>
                <a:lnTo>
                  <a:pt x="22517" y="8601"/>
                </a:lnTo>
                <a:lnTo>
                  <a:pt x="22517" y="17231"/>
                </a:lnTo>
                <a:lnTo>
                  <a:pt x="37433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4E1DC-D1B5-4511-B9AC-67BD1A2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59" y="1054932"/>
            <a:ext cx="36702" cy="73409"/>
          </a:xfrm>
          <a:custGeom xmlns:a="http://schemas.openxmlformats.org/drawingml/2006/main">
            <a:pathLst>
              <a:path w="36702" h="73409">
                <a:moveTo>
                  <a:pt x="0" y="73409"/>
                </a:moveTo>
                <a:lnTo>
                  <a:pt x="0" y="1057"/>
                </a:lnTo>
                <a:lnTo>
                  <a:pt x="11264" y="1057"/>
                </a:lnTo>
                <a:lnTo>
                  <a:pt x="11264" y="12173"/>
                </a:lnTo>
                <a:lnTo>
                  <a:pt x="12044" y="12173"/>
                </a:lnTo>
                <a:cubicBezTo>
                  <a:pt x="14690" y="4858"/>
                  <a:pt x="22203" y="0"/>
                  <a:pt x="30807" y="0"/>
                </a:cubicBezTo>
                <a:cubicBezTo>
                  <a:pt x="32493" y="0"/>
                  <a:pt x="35339" y="143"/>
                  <a:pt x="36702" y="200"/>
                </a:cubicBezTo>
                <a:lnTo>
                  <a:pt x="36702" y="6086"/>
                </a:lnTo>
                <a:lnTo>
                  <a:pt x="36702" y="11916"/>
                </a:lnTo>
                <a:cubicBezTo>
                  <a:pt x="35987" y="11801"/>
                  <a:pt x="32818" y="11259"/>
                  <a:pt x="29715" y="11259"/>
                </a:cubicBezTo>
                <a:cubicBezTo>
                  <a:pt x="19288" y="11259"/>
                  <a:pt x="11653" y="18317"/>
                  <a:pt x="11653" y="28118"/>
                </a:cubicBezTo>
                <a:lnTo>
                  <a:pt x="11653" y="50778"/>
                </a:lnTo>
                <a:lnTo>
                  <a:pt x="11653" y="73409"/>
                </a:lnTo>
                <a:lnTo>
                  <a:pt x="0" y="73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5FF66-713B-44CA-B2E8-78A76120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73" y="1055075"/>
            <a:ext cx="64091" cy="74838"/>
          </a:xfrm>
          <a:custGeom xmlns:a="http://schemas.openxmlformats.org/drawingml/2006/main">
            <a:pathLst>
              <a:path w="64091" h="74838">
                <a:moveTo>
                  <a:pt x="33921" y="74838"/>
                </a:moveTo>
                <a:cubicBezTo>
                  <a:pt x="12947" y="74838"/>
                  <a:pt x="0" y="59950"/>
                  <a:pt x="0" y="37662"/>
                </a:cubicBezTo>
                <a:cubicBezTo>
                  <a:pt x="0" y="15459"/>
                  <a:pt x="12813" y="0"/>
                  <a:pt x="32558" y="0"/>
                </a:cubicBezTo>
                <a:cubicBezTo>
                  <a:pt x="47906" y="0"/>
                  <a:pt x="64091" y="9458"/>
                  <a:pt x="64091" y="36176"/>
                </a:cubicBezTo>
                <a:lnTo>
                  <a:pt x="64091" y="38605"/>
                </a:lnTo>
                <a:lnTo>
                  <a:pt x="64091" y="41034"/>
                </a:lnTo>
                <a:lnTo>
                  <a:pt x="11787" y="41034"/>
                </a:lnTo>
                <a:cubicBezTo>
                  <a:pt x="12367" y="56178"/>
                  <a:pt x="21163" y="64465"/>
                  <a:pt x="33987" y="64465"/>
                </a:cubicBezTo>
                <a:cubicBezTo>
                  <a:pt x="42528" y="64465"/>
                  <a:pt x="48946" y="60722"/>
                  <a:pt x="51658" y="53350"/>
                </a:cubicBezTo>
                <a:lnTo>
                  <a:pt x="62919" y="56436"/>
                </a:lnTo>
                <a:cubicBezTo>
                  <a:pt x="59562" y="67380"/>
                  <a:pt x="48743" y="74838"/>
                  <a:pt x="33921" y="74838"/>
                </a:cubicBezTo>
                <a:close/>
                <a:moveTo>
                  <a:pt x="11841" y="31204"/>
                </a:moveTo>
                <a:lnTo>
                  <a:pt x="52238" y="31204"/>
                </a:lnTo>
                <a:cubicBezTo>
                  <a:pt x="51144" y="18888"/>
                  <a:pt x="44468" y="10373"/>
                  <a:pt x="32558" y="10373"/>
                </a:cubicBezTo>
                <a:cubicBezTo>
                  <a:pt x="20137" y="10373"/>
                  <a:pt x="12556" y="20117"/>
                  <a:pt x="11841" y="31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2AE90-7623-4BBC-8682-5136FB6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71" y="1055075"/>
            <a:ext cx="64348" cy="101898"/>
          </a:xfrm>
          <a:custGeom xmlns:a="http://schemas.openxmlformats.org/drawingml/2006/main">
            <a:pathLst>
              <a:path w="64348" h="101898">
                <a:moveTo>
                  <a:pt x="32816" y="101898"/>
                </a:moveTo>
                <a:cubicBezTo>
                  <a:pt x="16765" y="101898"/>
                  <a:pt x="7510" y="95098"/>
                  <a:pt x="3035" y="87125"/>
                </a:cubicBezTo>
                <a:lnTo>
                  <a:pt x="12490" y="81039"/>
                </a:lnTo>
                <a:cubicBezTo>
                  <a:pt x="15536" y="85268"/>
                  <a:pt x="20068" y="91726"/>
                  <a:pt x="32816" y="91726"/>
                </a:cubicBezTo>
                <a:cubicBezTo>
                  <a:pt x="44334" y="91726"/>
                  <a:pt x="52695" y="86411"/>
                  <a:pt x="52695" y="74495"/>
                </a:cubicBezTo>
                <a:lnTo>
                  <a:pt x="52695" y="67266"/>
                </a:lnTo>
                <a:lnTo>
                  <a:pt x="52695" y="60008"/>
                </a:lnTo>
                <a:lnTo>
                  <a:pt x="51589" y="60008"/>
                </a:lnTo>
                <a:cubicBezTo>
                  <a:pt x="49135" y="64151"/>
                  <a:pt x="44537" y="72095"/>
                  <a:pt x="30550" y="72095"/>
                </a:cubicBezTo>
                <a:cubicBezTo>
                  <a:pt x="13205" y="72095"/>
                  <a:pt x="0" y="59493"/>
                  <a:pt x="0" y="36776"/>
                </a:cubicBezTo>
                <a:cubicBezTo>
                  <a:pt x="0" y="14373"/>
                  <a:pt x="12747" y="0"/>
                  <a:pt x="30807" y="0"/>
                </a:cubicBezTo>
                <a:cubicBezTo>
                  <a:pt x="44791" y="0"/>
                  <a:pt x="49458" y="8601"/>
                  <a:pt x="51915" y="12487"/>
                </a:cubicBezTo>
                <a:lnTo>
                  <a:pt x="53018" y="12487"/>
                </a:lnTo>
                <a:lnTo>
                  <a:pt x="53018" y="6744"/>
                </a:lnTo>
                <a:lnTo>
                  <a:pt x="53018" y="914"/>
                </a:lnTo>
                <a:lnTo>
                  <a:pt x="64348" y="914"/>
                </a:lnTo>
                <a:lnTo>
                  <a:pt x="64348" y="38033"/>
                </a:lnTo>
                <a:lnTo>
                  <a:pt x="64348" y="75152"/>
                </a:lnTo>
                <a:cubicBezTo>
                  <a:pt x="64348" y="93869"/>
                  <a:pt x="50429" y="101898"/>
                  <a:pt x="32816" y="101898"/>
                </a:cubicBezTo>
                <a:close/>
                <a:moveTo>
                  <a:pt x="32493" y="61751"/>
                </a:moveTo>
                <a:cubicBezTo>
                  <a:pt x="45629" y="61751"/>
                  <a:pt x="52818" y="52321"/>
                  <a:pt x="52818" y="36519"/>
                </a:cubicBezTo>
                <a:cubicBezTo>
                  <a:pt x="52818" y="21174"/>
                  <a:pt x="45831" y="10401"/>
                  <a:pt x="32493" y="10401"/>
                </a:cubicBezTo>
                <a:cubicBezTo>
                  <a:pt x="18705" y="10401"/>
                  <a:pt x="11841" y="22060"/>
                  <a:pt x="11841" y="36519"/>
                </a:cubicBezTo>
                <a:cubicBezTo>
                  <a:pt x="11841" y="51406"/>
                  <a:pt x="18897" y="61751"/>
                  <a:pt x="32493" y="61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515BB-BEBF-4D68-9F34-EADC45D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70" y="1028729"/>
            <a:ext cx="16251" cy="99612"/>
          </a:xfrm>
          <a:custGeom xmlns:a="http://schemas.openxmlformats.org/drawingml/2006/main">
            <a:pathLst>
              <a:path w="16251" h="99612">
                <a:moveTo>
                  <a:pt x="2197" y="99612"/>
                </a:moveTo>
                <a:lnTo>
                  <a:pt x="2197" y="27261"/>
                </a:lnTo>
                <a:lnTo>
                  <a:pt x="13850" y="27261"/>
                </a:lnTo>
                <a:lnTo>
                  <a:pt x="13850" y="99612"/>
                </a:lnTo>
                <a:lnTo>
                  <a:pt x="2197" y="99612"/>
                </a:lnTo>
                <a:close/>
                <a:moveTo>
                  <a:pt x="8092" y="15402"/>
                </a:moveTo>
                <a:cubicBezTo>
                  <a:pt x="3695" y="15402"/>
                  <a:pt x="0" y="11973"/>
                  <a:pt x="0" y="7687"/>
                </a:cubicBezTo>
                <a:cubicBezTo>
                  <a:pt x="0" y="3429"/>
                  <a:pt x="3695" y="0"/>
                  <a:pt x="8092" y="0"/>
                </a:cubicBezTo>
                <a:cubicBezTo>
                  <a:pt x="12556" y="0"/>
                  <a:pt x="16251" y="3429"/>
                  <a:pt x="16251" y="7687"/>
                </a:cubicBezTo>
                <a:cubicBezTo>
                  <a:pt x="16251" y="11973"/>
                  <a:pt x="12556" y="15402"/>
                  <a:pt x="8092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B1572-AD1C-4496-8CF0-72634F3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245" y="1055075"/>
            <a:ext cx="56378" cy="74838"/>
          </a:xfrm>
          <a:custGeom xmlns:a="http://schemas.openxmlformats.org/drawingml/2006/main">
            <a:pathLst>
              <a:path w="56378" h="74838">
                <a:moveTo>
                  <a:pt x="27838" y="74838"/>
                </a:moveTo>
                <a:cubicBezTo>
                  <a:pt x="12947" y="74838"/>
                  <a:pt x="2589" y="68237"/>
                  <a:pt x="0" y="55721"/>
                </a:cubicBezTo>
                <a:lnTo>
                  <a:pt x="11073" y="53064"/>
                </a:lnTo>
                <a:cubicBezTo>
                  <a:pt x="13136" y="61036"/>
                  <a:pt x="19031" y="64608"/>
                  <a:pt x="27703" y="64608"/>
                </a:cubicBezTo>
                <a:cubicBezTo>
                  <a:pt x="37805" y="64608"/>
                  <a:pt x="44280" y="59607"/>
                  <a:pt x="44280" y="53664"/>
                </a:cubicBezTo>
                <a:cubicBezTo>
                  <a:pt x="44280" y="48692"/>
                  <a:pt x="40785" y="45377"/>
                  <a:pt x="33664" y="43691"/>
                </a:cubicBezTo>
                <a:lnTo>
                  <a:pt x="21620" y="40834"/>
                </a:lnTo>
                <a:cubicBezTo>
                  <a:pt x="8484" y="37748"/>
                  <a:pt x="2197" y="31261"/>
                  <a:pt x="2197" y="21088"/>
                </a:cubicBezTo>
                <a:cubicBezTo>
                  <a:pt x="2197" y="8687"/>
                  <a:pt x="13596" y="0"/>
                  <a:pt x="28998" y="0"/>
                </a:cubicBezTo>
                <a:cubicBezTo>
                  <a:pt x="43888" y="0"/>
                  <a:pt x="51724" y="7258"/>
                  <a:pt x="55030" y="17402"/>
                </a:cubicBezTo>
                <a:lnTo>
                  <a:pt x="44468" y="20117"/>
                </a:lnTo>
                <a:cubicBezTo>
                  <a:pt x="42460" y="14945"/>
                  <a:pt x="38385" y="9916"/>
                  <a:pt x="29066" y="9916"/>
                </a:cubicBezTo>
                <a:cubicBezTo>
                  <a:pt x="20460" y="9916"/>
                  <a:pt x="13985" y="14373"/>
                  <a:pt x="13985" y="20403"/>
                </a:cubicBezTo>
                <a:cubicBezTo>
                  <a:pt x="13985" y="25775"/>
                  <a:pt x="17668" y="28746"/>
                  <a:pt x="26152" y="30747"/>
                </a:cubicBezTo>
                <a:lnTo>
                  <a:pt x="37090" y="33318"/>
                </a:lnTo>
                <a:cubicBezTo>
                  <a:pt x="50229" y="36433"/>
                  <a:pt x="56378" y="42977"/>
                  <a:pt x="56378" y="52892"/>
                </a:cubicBezTo>
                <a:cubicBezTo>
                  <a:pt x="56378" y="65580"/>
                  <a:pt x="44794" y="74838"/>
                  <a:pt x="27838" y="74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D4216-A49B-4ABE-8D0B-DBB9879D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27" y="1038758"/>
            <a:ext cx="39425" cy="90497"/>
          </a:xfrm>
          <a:custGeom xmlns:a="http://schemas.openxmlformats.org/drawingml/2006/main">
            <a:pathLst>
              <a:path w="39425" h="90497">
                <a:moveTo>
                  <a:pt x="37416" y="17231"/>
                </a:moveTo>
                <a:lnTo>
                  <a:pt x="37416" y="27203"/>
                </a:lnTo>
                <a:lnTo>
                  <a:pt x="22526" y="27203"/>
                </a:lnTo>
                <a:lnTo>
                  <a:pt x="22526" y="70809"/>
                </a:lnTo>
                <a:cubicBezTo>
                  <a:pt x="22526" y="77295"/>
                  <a:pt x="24926" y="80153"/>
                  <a:pt x="31075" y="80153"/>
                </a:cubicBezTo>
                <a:cubicBezTo>
                  <a:pt x="32558" y="80153"/>
                  <a:pt x="35082" y="79753"/>
                  <a:pt x="37025" y="79353"/>
                </a:cubicBezTo>
                <a:lnTo>
                  <a:pt x="39425" y="89211"/>
                </a:lnTo>
                <a:cubicBezTo>
                  <a:pt x="37025" y="90040"/>
                  <a:pt x="33733" y="90497"/>
                  <a:pt x="30752" y="90497"/>
                </a:cubicBezTo>
                <a:cubicBezTo>
                  <a:pt x="18251" y="90497"/>
                  <a:pt x="10873" y="83582"/>
                  <a:pt x="10873" y="71723"/>
                </a:cubicBezTo>
                <a:lnTo>
                  <a:pt x="10873" y="49463"/>
                </a:lnTo>
                <a:lnTo>
                  <a:pt x="10873" y="27203"/>
                </a:lnTo>
                <a:lnTo>
                  <a:pt x="0" y="27203"/>
                </a:lnTo>
                <a:lnTo>
                  <a:pt x="0" y="22203"/>
                </a:lnTo>
                <a:lnTo>
                  <a:pt x="0" y="17231"/>
                </a:lnTo>
                <a:lnTo>
                  <a:pt x="10873" y="17231"/>
                </a:lnTo>
                <a:lnTo>
                  <a:pt x="10873" y="8601"/>
                </a:lnTo>
                <a:lnTo>
                  <a:pt x="10873" y="0"/>
                </a:lnTo>
                <a:lnTo>
                  <a:pt x="22526" y="0"/>
                </a:lnTo>
                <a:lnTo>
                  <a:pt x="22526" y="8601"/>
                </a:lnTo>
                <a:lnTo>
                  <a:pt x="22526" y="17231"/>
                </a:lnTo>
                <a:lnTo>
                  <a:pt x="37416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E0D8F-835C-439C-A5E5-2BDF9354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4" y="1054932"/>
            <a:ext cx="36699" cy="73409"/>
          </a:xfrm>
          <a:custGeom xmlns:a="http://schemas.openxmlformats.org/drawingml/2006/main">
            <a:pathLst>
              <a:path w="36699" h="73409">
                <a:moveTo>
                  <a:pt x="0" y="73409"/>
                </a:moveTo>
                <a:lnTo>
                  <a:pt x="0" y="1057"/>
                </a:lnTo>
                <a:lnTo>
                  <a:pt x="11261" y="1057"/>
                </a:lnTo>
                <a:lnTo>
                  <a:pt x="11261" y="12173"/>
                </a:lnTo>
                <a:lnTo>
                  <a:pt x="12042" y="12173"/>
                </a:lnTo>
                <a:cubicBezTo>
                  <a:pt x="14699" y="4858"/>
                  <a:pt x="22200" y="0"/>
                  <a:pt x="30818" y="0"/>
                </a:cubicBezTo>
                <a:cubicBezTo>
                  <a:pt x="32493" y="0"/>
                  <a:pt x="35350" y="143"/>
                  <a:pt x="36699" y="200"/>
                </a:cubicBezTo>
                <a:lnTo>
                  <a:pt x="36699" y="6086"/>
                </a:lnTo>
                <a:lnTo>
                  <a:pt x="36699" y="11916"/>
                </a:lnTo>
                <a:cubicBezTo>
                  <a:pt x="35996" y="11801"/>
                  <a:pt x="32816" y="11259"/>
                  <a:pt x="29712" y="11259"/>
                </a:cubicBezTo>
                <a:cubicBezTo>
                  <a:pt x="19288" y="11259"/>
                  <a:pt x="11653" y="18317"/>
                  <a:pt x="11653" y="28118"/>
                </a:cubicBezTo>
                <a:lnTo>
                  <a:pt x="11653" y="50778"/>
                </a:lnTo>
                <a:lnTo>
                  <a:pt x="11653" y="73409"/>
                </a:lnTo>
                <a:lnTo>
                  <a:pt x="0" y="73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F3D0F-4F04-4E52-BFC7-61CFDEA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40" y="1055075"/>
            <a:ext cx="58390" cy="74952"/>
          </a:xfrm>
          <a:custGeom xmlns:a="http://schemas.openxmlformats.org/drawingml/2006/main">
            <a:pathLst>
              <a:path w="58390" h="74952">
                <a:moveTo>
                  <a:pt x="24669" y="74952"/>
                </a:moveTo>
                <a:cubicBezTo>
                  <a:pt x="10941" y="74952"/>
                  <a:pt x="0" y="66923"/>
                  <a:pt x="0" y="52692"/>
                </a:cubicBezTo>
                <a:cubicBezTo>
                  <a:pt x="0" y="36119"/>
                  <a:pt x="14756" y="33061"/>
                  <a:pt x="28164" y="31375"/>
                </a:cubicBezTo>
                <a:cubicBezTo>
                  <a:pt x="41245" y="29661"/>
                  <a:pt x="46749" y="30375"/>
                  <a:pt x="46749" y="24403"/>
                </a:cubicBezTo>
                <a:cubicBezTo>
                  <a:pt x="46749" y="15402"/>
                  <a:pt x="41625" y="10230"/>
                  <a:pt x="31590" y="10230"/>
                </a:cubicBezTo>
                <a:cubicBezTo>
                  <a:pt x="21177" y="10230"/>
                  <a:pt x="15539" y="15802"/>
                  <a:pt x="13273" y="20831"/>
                </a:cubicBezTo>
                <a:lnTo>
                  <a:pt x="2077" y="17145"/>
                </a:lnTo>
                <a:cubicBezTo>
                  <a:pt x="7647" y="4001"/>
                  <a:pt x="20071" y="0"/>
                  <a:pt x="31267" y="0"/>
                </a:cubicBezTo>
                <a:cubicBezTo>
                  <a:pt x="40977" y="0"/>
                  <a:pt x="58390" y="2972"/>
                  <a:pt x="58390" y="25575"/>
                </a:cubicBezTo>
                <a:lnTo>
                  <a:pt x="58390" y="49435"/>
                </a:lnTo>
                <a:lnTo>
                  <a:pt x="58390" y="73266"/>
                </a:lnTo>
                <a:lnTo>
                  <a:pt x="46937" y="73266"/>
                </a:lnTo>
                <a:lnTo>
                  <a:pt x="46937" y="68351"/>
                </a:lnTo>
                <a:lnTo>
                  <a:pt x="46937" y="63437"/>
                </a:lnTo>
                <a:lnTo>
                  <a:pt x="46157" y="63437"/>
                </a:lnTo>
                <a:cubicBezTo>
                  <a:pt x="43700" y="68551"/>
                  <a:pt x="36902" y="74952"/>
                  <a:pt x="24669" y="74952"/>
                </a:cubicBezTo>
                <a:close/>
                <a:moveTo>
                  <a:pt x="26678" y="64665"/>
                </a:moveTo>
                <a:cubicBezTo>
                  <a:pt x="39559" y="64665"/>
                  <a:pt x="46749" y="55978"/>
                  <a:pt x="46749" y="47120"/>
                </a:cubicBezTo>
                <a:lnTo>
                  <a:pt x="46749" y="42091"/>
                </a:lnTo>
                <a:lnTo>
                  <a:pt x="46749" y="37090"/>
                </a:lnTo>
                <a:cubicBezTo>
                  <a:pt x="44806" y="39348"/>
                  <a:pt x="32115" y="40662"/>
                  <a:pt x="27649" y="41234"/>
                </a:cubicBezTo>
                <a:cubicBezTo>
                  <a:pt x="19165" y="42348"/>
                  <a:pt x="11721" y="45063"/>
                  <a:pt x="11721" y="53264"/>
                </a:cubicBezTo>
                <a:cubicBezTo>
                  <a:pt x="11721" y="60779"/>
                  <a:pt x="17994" y="64665"/>
                  <a:pt x="26678" y="6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5D002-F15E-4B45-A035-6B6D1FF9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65" y="1038758"/>
            <a:ext cx="39433" cy="90497"/>
          </a:xfrm>
          <a:custGeom xmlns:a="http://schemas.openxmlformats.org/drawingml/2006/main">
            <a:pathLst>
              <a:path w="39433" h="90497">
                <a:moveTo>
                  <a:pt x="37405" y="17231"/>
                </a:moveTo>
                <a:lnTo>
                  <a:pt x="37405" y="27203"/>
                </a:lnTo>
                <a:lnTo>
                  <a:pt x="22517" y="27203"/>
                </a:lnTo>
                <a:lnTo>
                  <a:pt x="22517" y="70809"/>
                </a:lnTo>
                <a:cubicBezTo>
                  <a:pt x="22517" y="77295"/>
                  <a:pt x="24917" y="80153"/>
                  <a:pt x="31061" y="80153"/>
                </a:cubicBezTo>
                <a:cubicBezTo>
                  <a:pt x="32547" y="80153"/>
                  <a:pt x="35090" y="79753"/>
                  <a:pt x="37033" y="79353"/>
                </a:cubicBezTo>
                <a:lnTo>
                  <a:pt x="39433" y="89211"/>
                </a:lnTo>
                <a:cubicBezTo>
                  <a:pt x="37033" y="90040"/>
                  <a:pt x="33718" y="90497"/>
                  <a:pt x="30747" y="90497"/>
                </a:cubicBezTo>
                <a:cubicBezTo>
                  <a:pt x="18231" y="90497"/>
                  <a:pt x="10858" y="83582"/>
                  <a:pt x="10858" y="71723"/>
                </a:cubicBezTo>
                <a:lnTo>
                  <a:pt x="10858" y="49463"/>
                </a:lnTo>
                <a:lnTo>
                  <a:pt x="10858" y="27203"/>
                </a:lnTo>
                <a:lnTo>
                  <a:pt x="0" y="27203"/>
                </a:lnTo>
                <a:lnTo>
                  <a:pt x="0" y="22203"/>
                </a:lnTo>
                <a:lnTo>
                  <a:pt x="0" y="17231"/>
                </a:lnTo>
                <a:lnTo>
                  <a:pt x="10858" y="17231"/>
                </a:lnTo>
                <a:lnTo>
                  <a:pt x="10858" y="8601"/>
                </a:lnTo>
                <a:lnTo>
                  <a:pt x="10858" y="0"/>
                </a:lnTo>
                <a:lnTo>
                  <a:pt x="22517" y="0"/>
                </a:lnTo>
                <a:lnTo>
                  <a:pt x="22517" y="8601"/>
                </a:lnTo>
                <a:lnTo>
                  <a:pt x="22517" y="17231"/>
                </a:lnTo>
                <a:lnTo>
                  <a:pt x="37405" y="172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E787F-ADB7-4813-ADE3-22A0E2A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357" y="1028729"/>
            <a:ext cx="16259" cy="99612"/>
          </a:xfrm>
          <a:custGeom xmlns:a="http://schemas.openxmlformats.org/drawingml/2006/main">
            <a:pathLst>
              <a:path w="16259" h="99612">
                <a:moveTo>
                  <a:pt x="2200" y="99612"/>
                </a:moveTo>
                <a:lnTo>
                  <a:pt x="2200" y="27261"/>
                </a:lnTo>
                <a:lnTo>
                  <a:pt x="13859" y="27261"/>
                </a:lnTo>
                <a:lnTo>
                  <a:pt x="13859" y="99612"/>
                </a:lnTo>
                <a:lnTo>
                  <a:pt x="2200" y="99612"/>
                </a:lnTo>
                <a:close/>
                <a:moveTo>
                  <a:pt x="8115" y="15402"/>
                </a:moveTo>
                <a:cubicBezTo>
                  <a:pt x="3686" y="15402"/>
                  <a:pt x="0" y="11973"/>
                  <a:pt x="0" y="7687"/>
                </a:cubicBezTo>
                <a:cubicBezTo>
                  <a:pt x="0" y="3429"/>
                  <a:pt x="3686" y="0"/>
                  <a:pt x="8115" y="0"/>
                </a:cubicBezTo>
                <a:cubicBezTo>
                  <a:pt x="12573" y="0"/>
                  <a:pt x="16259" y="3429"/>
                  <a:pt x="16259" y="7687"/>
                </a:cubicBezTo>
                <a:cubicBezTo>
                  <a:pt x="16259" y="11973"/>
                  <a:pt x="12573" y="15402"/>
                  <a:pt x="8115" y="154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342E1-3E78-417F-8254-37CB6FE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61" y="1055075"/>
            <a:ext cx="66037" cy="74838"/>
          </a:xfrm>
          <a:custGeom xmlns:a="http://schemas.openxmlformats.org/drawingml/2006/main">
            <a:pathLst>
              <a:path w="66037" h="74838">
                <a:moveTo>
                  <a:pt x="32976" y="74838"/>
                </a:moveTo>
                <a:cubicBezTo>
                  <a:pt x="13287" y="74838"/>
                  <a:pt x="0" y="59865"/>
                  <a:pt x="0" y="37548"/>
                </a:cubicBezTo>
                <a:cubicBezTo>
                  <a:pt x="0" y="14888"/>
                  <a:pt x="13287" y="0"/>
                  <a:pt x="32976" y="0"/>
                </a:cubicBezTo>
                <a:cubicBezTo>
                  <a:pt x="52721" y="0"/>
                  <a:pt x="66037" y="14888"/>
                  <a:pt x="66037" y="37548"/>
                </a:cubicBezTo>
                <a:cubicBezTo>
                  <a:pt x="66037" y="59865"/>
                  <a:pt x="52721" y="74838"/>
                  <a:pt x="32976" y="74838"/>
                </a:cubicBezTo>
                <a:close/>
                <a:moveTo>
                  <a:pt x="32976" y="64408"/>
                </a:moveTo>
                <a:cubicBezTo>
                  <a:pt x="47606" y="64408"/>
                  <a:pt x="54264" y="51778"/>
                  <a:pt x="54264" y="37548"/>
                </a:cubicBezTo>
                <a:cubicBezTo>
                  <a:pt x="54264" y="23174"/>
                  <a:pt x="47606" y="10401"/>
                  <a:pt x="32976" y="10401"/>
                </a:cubicBezTo>
                <a:cubicBezTo>
                  <a:pt x="18545" y="10401"/>
                  <a:pt x="11859" y="23117"/>
                  <a:pt x="11859" y="37548"/>
                </a:cubicBezTo>
                <a:cubicBezTo>
                  <a:pt x="11859" y="51778"/>
                  <a:pt x="18545" y="64408"/>
                  <a:pt x="32976" y="644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67AFA-8371-464B-ADE8-DD079A0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72" y="1055075"/>
            <a:ext cx="57864" cy="73266"/>
          </a:xfrm>
          <a:custGeom xmlns:a="http://schemas.openxmlformats.org/drawingml/2006/main">
            <a:pathLst>
              <a:path w="57864" h="73266">
                <a:moveTo>
                  <a:pt x="11659" y="29918"/>
                </a:moveTo>
                <a:lnTo>
                  <a:pt x="11659" y="73266"/>
                </a:lnTo>
                <a:lnTo>
                  <a:pt x="0" y="73266"/>
                </a:lnTo>
                <a:lnTo>
                  <a:pt x="0" y="914"/>
                </a:lnTo>
                <a:lnTo>
                  <a:pt x="11201" y="914"/>
                </a:lnTo>
                <a:lnTo>
                  <a:pt x="11259" y="14288"/>
                </a:lnTo>
                <a:cubicBezTo>
                  <a:pt x="15916" y="4086"/>
                  <a:pt x="23689" y="0"/>
                  <a:pt x="33404" y="0"/>
                </a:cubicBezTo>
                <a:cubicBezTo>
                  <a:pt x="48035" y="0"/>
                  <a:pt x="57864" y="9001"/>
                  <a:pt x="57864" y="27318"/>
                </a:cubicBezTo>
                <a:lnTo>
                  <a:pt x="57864" y="50292"/>
                </a:lnTo>
                <a:lnTo>
                  <a:pt x="57864" y="73266"/>
                </a:lnTo>
                <a:lnTo>
                  <a:pt x="46206" y="73266"/>
                </a:lnTo>
                <a:lnTo>
                  <a:pt x="46206" y="50778"/>
                </a:lnTo>
                <a:lnTo>
                  <a:pt x="46206" y="28289"/>
                </a:lnTo>
                <a:cubicBezTo>
                  <a:pt x="46206" y="17145"/>
                  <a:pt x="40005" y="10487"/>
                  <a:pt x="29918" y="10487"/>
                </a:cubicBezTo>
                <a:cubicBezTo>
                  <a:pt x="19488" y="10487"/>
                  <a:pt x="11659" y="17545"/>
                  <a:pt x="11659" y="29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626fa0de84cbf"/>
          <a:stretch xmlns:a="http://schemas.openxmlformats.org/drawingml/2006/main"/>
        </p:blipFill>
        <p:spPr>
          <a:xfrm xmlns:a="http://schemas.openxmlformats.org/drawingml/2006/main">
            <a:off x="114300" y="3040380"/>
            <a:ext cx="447484" cy="447484"/>
          </a:xfrm>
          <a:prstGeom xmlns:a="http://schemas.openxmlformats.org/drawingml/2006/main" prst="rect">
            <a:avLst/>
          </a:prstGeom>
        </p:spPr>
      </p:pic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DDE45-D608-4E6E-B5C2-DA896B76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7" y="2901277"/>
            <a:ext cx="120572" cy="90154"/>
          </a:xfrm>
          <a:custGeom xmlns:a="http://schemas.openxmlformats.org/drawingml/2006/main">
            <a:pathLst>
              <a:path w="120572" h="90154">
                <a:moveTo>
                  <a:pt x="120572" y="90154"/>
                </a:moveTo>
                <a:lnTo>
                  <a:pt x="0" y="90154"/>
                </a:lnTo>
                <a:lnTo>
                  <a:pt x="0" y="43120"/>
                </a:lnTo>
                <a:cubicBezTo>
                  <a:pt x="0" y="15688"/>
                  <a:pt x="16999" y="0"/>
                  <a:pt x="40708" y="0"/>
                </a:cubicBezTo>
                <a:cubicBezTo>
                  <a:pt x="64571" y="0"/>
                  <a:pt x="81159" y="15945"/>
                  <a:pt x="81159" y="43691"/>
                </a:cubicBezTo>
                <a:lnTo>
                  <a:pt x="81159" y="65465"/>
                </a:lnTo>
                <a:lnTo>
                  <a:pt x="100870" y="65465"/>
                </a:lnTo>
                <a:lnTo>
                  <a:pt x="120572" y="65465"/>
                </a:lnTo>
                <a:lnTo>
                  <a:pt x="120572" y="90154"/>
                </a:lnTo>
                <a:close/>
                <a:moveTo>
                  <a:pt x="61256" y="65465"/>
                </a:moveTo>
                <a:lnTo>
                  <a:pt x="61256" y="47663"/>
                </a:lnTo>
                <a:cubicBezTo>
                  <a:pt x="61256" y="32604"/>
                  <a:pt x="52841" y="25489"/>
                  <a:pt x="40708" y="25489"/>
                </a:cubicBezTo>
                <a:cubicBezTo>
                  <a:pt x="28564" y="25489"/>
                  <a:pt x="20391" y="32604"/>
                  <a:pt x="20391" y="47749"/>
                </a:cubicBezTo>
                <a:lnTo>
                  <a:pt x="20391" y="65465"/>
                </a:lnTo>
                <a:lnTo>
                  <a:pt x="40831" y="65465"/>
                </a:lnTo>
                <a:lnTo>
                  <a:pt x="61256" y="654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60E8C-B699-4C63-8BF9-70605B6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2787234"/>
            <a:ext cx="108519" cy="104213"/>
          </a:xfrm>
          <a:custGeom xmlns:a="http://schemas.openxmlformats.org/drawingml/2006/main">
            <a:pathLst>
              <a:path w="108519" h="104213">
                <a:moveTo>
                  <a:pt x="108519" y="104213"/>
                </a:moveTo>
                <a:lnTo>
                  <a:pt x="0" y="67151"/>
                </a:lnTo>
                <a:lnTo>
                  <a:pt x="0" y="38005"/>
                </a:lnTo>
                <a:lnTo>
                  <a:pt x="108519" y="0"/>
                </a:lnTo>
                <a:lnTo>
                  <a:pt x="108519" y="24689"/>
                </a:lnTo>
                <a:lnTo>
                  <a:pt x="83316" y="33061"/>
                </a:lnTo>
                <a:lnTo>
                  <a:pt x="83316" y="71580"/>
                </a:lnTo>
                <a:lnTo>
                  <a:pt x="108519" y="79667"/>
                </a:lnTo>
                <a:lnTo>
                  <a:pt x="108519" y="104213"/>
                </a:lnTo>
                <a:close/>
                <a:moveTo>
                  <a:pt x="65914" y="66065"/>
                </a:moveTo>
                <a:lnTo>
                  <a:pt x="65914" y="38833"/>
                </a:lnTo>
                <a:cubicBezTo>
                  <a:pt x="50398" y="44291"/>
                  <a:pt x="36636" y="47863"/>
                  <a:pt x="17414" y="52807"/>
                </a:cubicBezTo>
                <a:cubicBezTo>
                  <a:pt x="36925" y="57607"/>
                  <a:pt x="50398" y="60808"/>
                  <a:pt x="65914" y="6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6BFF5-1A72-41AA-9C44-881D658B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" y="2694451"/>
            <a:ext cx="111565" cy="85296"/>
          </a:xfrm>
          <a:custGeom xmlns:a="http://schemas.openxmlformats.org/drawingml/2006/main">
            <a:pathLst>
              <a:path w="111565" h="85296">
                <a:moveTo>
                  <a:pt x="111565" y="41862"/>
                </a:moveTo>
                <a:cubicBezTo>
                  <a:pt x="111565" y="67951"/>
                  <a:pt x="99410" y="84611"/>
                  <a:pt x="76327" y="85296"/>
                </a:cubicBezTo>
                <a:lnTo>
                  <a:pt x="76327" y="63637"/>
                </a:lnTo>
                <a:cubicBezTo>
                  <a:pt x="87319" y="62922"/>
                  <a:pt x="92777" y="54121"/>
                  <a:pt x="92777" y="42091"/>
                </a:cubicBezTo>
                <a:cubicBezTo>
                  <a:pt x="92777" y="30232"/>
                  <a:pt x="87174" y="22374"/>
                  <a:pt x="78938" y="22374"/>
                </a:cubicBezTo>
                <a:cubicBezTo>
                  <a:pt x="71515" y="22374"/>
                  <a:pt x="68089" y="29289"/>
                  <a:pt x="65174" y="41091"/>
                </a:cubicBezTo>
                <a:lnTo>
                  <a:pt x="62193" y="53035"/>
                </a:lnTo>
                <a:cubicBezTo>
                  <a:pt x="57753" y="71380"/>
                  <a:pt x="48497" y="82382"/>
                  <a:pt x="32693" y="82382"/>
                </a:cubicBezTo>
                <a:cubicBezTo>
                  <a:pt x="13104" y="82382"/>
                  <a:pt x="0" y="65180"/>
                  <a:pt x="0" y="41577"/>
                </a:cubicBezTo>
                <a:cubicBezTo>
                  <a:pt x="0" y="17545"/>
                  <a:pt x="13327" y="1829"/>
                  <a:pt x="32401" y="1457"/>
                </a:cubicBezTo>
                <a:lnTo>
                  <a:pt x="32401" y="22946"/>
                </a:lnTo>
                <a:cubicBezTo>
                  <a:pt x="23740" y="23746"/>
                  <a:pt x="18717" y="30661"/>
                  <a:pt x="18717" y="41805"/>
                </a:cubicBezTo>
                <a:cubicBezTo>
                  <a:pt x="18717" y="53178"/>
                  <a:pt x="23952" y="59579"/>
                  <a:pt x="31241" y="59579"/>
                </a:cubicBezTo>
                <a:cubicBezTo>
                  <a:pt x="42605" y="59779"/>
                  <a:pt x="44714" y="43120"/>
                  <a:pt x="47337" y="32404"/>
                </a:cubicBezTo>
                <a:cubicBezTo>
                  <a:pt x="51781" y="14202"/>
                  <a:pt x="60876" y="0"/>
                  <a:pt x="79093" y="0"/>
                </a:cubicBezTo>
                <a:cubicBezTo>
                  <a:pt x="98829" y="0"/>
                  <a:pt x="111565" y="15516"/>
                  <a:pt x="111565" y="418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2ADBA-663D-4961-822B-4054845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" y="2596782"/>
            <a:ext cx="111565" cy="85296"/>
          </a:xfrm>
          <a:custGeom xmlns:a="http://schemas.openxmlformats.org/drawingml/2006/main">
            <a:pathLst>
              <a:path w="111565" h="85296">
                <a:moveTo>
                  <a:pt x="111565" y="41891"/>
                </a:moveTo>
                <a:cubicBezTo>
                  <a:pt x="111565" y="67951"/>
                  <a:pt x="99410" y="84639"/>
                  <a:pt x="76327" y="85296"/>
                </a:cubicBezTo>
                <a:lnTo>
                  <a:pt x="76327" y="63665"/>
                </a:lnTo>
                <a:cubicBezTo>
                  <a:pt x="87319" y="62951"/>
                  <a:pt x="92777" y="54121"/>
                  <a:pt x="92777" y="42120"/>
                </a:cubicBezTo>
                <a:cubicBezTo>
                  <a:pt x="92777" y="30232"/>
                  <a:pt x="87174" y="22374"/>
                  <a:pt x="78938" y="22374"/>
                </a:cubicBezTo>
                <a:cubicBezTo>
                  <a:pt x="71515" y="22374"/>
                  <a:pt x="68089" y="29289"/>
                  <a:pt x="65174" y="41091"/>
                </a:cubicBezTo>
                <a:lnTo>
                  <a:pt x="62193" y="53035"/>
                </a:lnTo>
                <a:cubicBezTo>
                  <a:pt x="57753" y="71380"/>
                  <a:pt x="48497" y="82382"/>
                  <a:pt x="32693" y="82382"/>
                </a:cubicBezTo>
                <a:cubicBezTo>
                  <a:pt x="13104" y="82382"/>
                  <a:pt x="0" y="65180"/>
                  <a:pt x="0" y="41605"/>
                </a:cubicBezTo>
                <a:cubicBezTo>
                  <a:pt x="0" y="17574"/>
                  <a:pt x="13327" y="1829"/>
                  <a:pt x="32401" y="1457"/>
                </a:cubicBezTo>
                <a:lnTo>
                  <a:pt x="32401" y="22946"/>
                </a:lnTo>
                <a:cubicBezTo>
                  <a:pt x="23740" y="23746"/>
                  <a:pt x="18717" y="30661"/>
                  <a:pt x="18717" y="41805"/>
                </a:cubicBezTo>
                <a:cubicBezTo>
                  <a:pt x="18717" y="53178"/>
                  <a:pt x="23952" y="59579"/>
                  <a:pt x="31241" y="59579"/>
                </a:cubicBezTo>
                <a:cubicBezTo>
                  <a:pt x="42605" y="59807"/>
                  <a:pt x="44714" y="43120"/>
                  <a:pt x="47337" y="32433"/>
                </a:cubicBezTo>
                <a:cubicBezTo>
                  <a:pt x="51781" y="14202"/>
                  <a:pt x="60876" y="0"/>
                  <a:pt x="79093" y="0"/>
                </a:cubicBezTo>
                <a:cubicBezTo>
                  <a:pt x="98829" y="0"/>
                  <a:pt x="111565" y="15516"/>
                  <a:pt x="111565" y="418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72BB4-5664-4097-8F2D-BE3912A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2487054"/>
            <a:ext cx="108519" cy="93726"/>
          </a:xfrm>
          <a:custGeom xmlns:a="http://schemas.openxmlformats.org/drawingml/2006/main">
            <a:pathLst>
              <a:path w="108519" h="93726">
                <a:moveTo>
                  <a:pt x="108519" y="93726"/>
                </a:moveTo>
                <a:lnTo>
                  <a:pt x="0" y="93726"/>
                </a:lnTo>
                <a:lnTo>
                  <a:pt x="0" y="71495"/>
                </a:lnTo>
                <a:cubicBezTo>
                  <a:pt x="18285" y="71438"/>
                  <a:pt x="36490" y="71495"/>
                  <a:pt x="54338" y="71866"/>
                </a:cubicBezTo>
                <a:cubicBezTo>
                  <a:pt x="35830" y="60436"/>
                  <a:pt x="17045" y="42377"/>
                  <a:pt x="0" y="28318"/>
                </a:cubicBezTo>
                <a:lnTo>
                  <a:pt x="0" y="1143"/>
                </a:lnTo>
                <a:lnTo>
                  <a:pt x="46983" y="41720"/>
                </a:lnTo>
                <a:lnTo>
                  <a:pt x="108519" y="0"/>
                </a:lnTo>
                <a:lnTo>
                  <a:pt x="108519" y="26260"/>
                </a:lnTo>
                <a:lnTo>
                  <a:pt x="61616" y="57093"/>
                </a:lnTo>
                <a:lnTo>
                  <a:pt x="77490" y="71495"/>
                </a:lnTo>
                <a:lnTo>
                  <a:pt x="93003" y="71495"/>
                </a:lnTo>
                <a:lnTo>
                  <a:pt x="108519" y="71495"/>
                </a:lnTo>
                <a:lnTo>
                  <a:pt x="108519" y="937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C9A15-693A-42CC-8322-EADD7F7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2400729"/>
            <a:ext cx="108519" cy="72752"/>
          </a:xfrm>
          <a:custGeom xmlns:a="http://schemas.openxmlformats.org/drawingml/2006/main">
            <a:pathLst>
              <a:path w="108519" h="72752">
                <a:moveTo>
                  <a:pt x="108519" y="72752"/>
                </a:moveTo>
                <a:lnTo>
                  <a:pt x="0" y="72752"/>
                </a:lnTo>
                <a:lnTo>
                  <a:pt x="0" y="143"/>
                </a:lnTo>
                <a:lnTo>
                  <a:pt x="18431" y="143"/>
                </a:lnTo>
                <a:lnTo>
                  <a:pt x="18431" y="50549"/>
                </a:lnTo>
                <a:lnTo>
                  <a:pt x="31535" y="50549"/>
                </a:lnTo>
                <a:lnTo>
                  <a:pt x="44648" y="50549"/>
                </a:lnTo>
                <a:lnTo>
                  <a:pt x="44648" y="3943"/>
                </a:lnTo>
                <a:lnTo>
                  <a:pt x="53712" y="3943"/>
                </a:lnTo>
                <a:lnTo>
                  <a:pt x="62788" y="3943"/>
                </a:lnTo>
                <a:lnTo>
                  <a:pt x="62788" y="50549"/>
                </a:lnTo>
                <a:lnTo>
                  <a:pt x="76438" y="50549"/>
                </a:lnTo>
                <a:lnTo>
                  <a:pt x="90091" y="50549"/>
                </a:lnTo>
                <a:lnTo>
                  <a:pt x="90091" y="0"/>
                </a:lnTo>
                <a:lnTo>
                  <a:pt x="99310" y="0"/>
                </a:lnTo>
                <a:lnTo>
                  <a:pt x="108519" y="0"/>
                </a:lnTo>
                <a:lnTo>
                  <a:pt x="108519" y="727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07B43-08E2-497F-8DEB-0D8A4811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2287286"/>
            <a:ext cx="108519" cy="101870"/>
          </a:xfrm>
          <a:custGeom xmlns:a="http://schemas.openxmlformats.org/drawingml/2006/main">
            <a:pathLst>
              <a:path w="108519" h="101870">
                <a:moveTo>
                  <a:pt x="108519" y="61665"/>
                </a:moveTo>
                <a:lnTo>
                  <a:pt x="67734" y="61665"/>
                </a:lnTo>
                <a:lnTo>
                  <a:pt x="0" y="101870"/>
                </a:lnTo>
                <a:lnTo>
                  <a:pt x="0" y="75867"/>
                </a:lnTo>
                <a:lnTo>
                  <a:pt x="33801" y="57521"/>
                </a:lnTo>
                <a:cubicBezTo>
                  <a:pt x="38745" y="54750"/>
                  <a:pt x="43265" y="52635"/>
                  <a:pt x="48946" y="50463"/>
                </a:cubicBezTo>
                <a:cubicBezTo>
                  <a:pt x="31244" y="43463"/>
                  <a:pt x="16465" y="34061"/>
                  <a:pt x="0" y="25918"/>
                </a:cubicBezTo>
                <a:lnTo>
                  <a:pt x="0" y="0"/>
                </a:lnTo>
                <a:lnTo>
                  <a:pt x="67734" y="39548"/>
                </a:lnTo>
                <a:lnTo>
                  <a:pt x="88125" y="39548"/>
                </a:lnTo>
                <a:lnTo>
                  <a:pt x="108519" y="39548"/>
                </a:lnTo>
                <a:lnTo>
                  <a:pt x="108519" y="616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5D170-3285-4A0D-9AF6-492B367C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" y="2192217"/>
            <a:ext cx="111565" cy="85296"/>
          </a:xfrm>
          <a:custGeom xmlns:a="http://schemas.openxmlformats.org/drawingml/2006/main">
            <a:pathLst>
              <a:path w="111565" h="85296">
                <a:moveTo>
                  <a:pt x="111565" y="41891"/>
                </a:moveTo>
                <a:cubicBezTo>
                  <a:pt x="111565" y="67951"/>
                  <a:pt x="99410" y="84639"/>
                  <a:pt x="76327" y="85296"/>
                </a:cubicBezTo>
                <a:lnTo>
                  <a:pt x="76327" y="63665"/>
                </a:lnTo>
                <a:cubicBezTo>
                  <a:pt x="87319" y="62922"/>
                  <a:pt x="92777" y="54121"/>
                  <a:pt x="92777" y="42091"/>
                </a:cubicBezTo>
                <a:cubicBezTo>
                  <a:pt x="92777" y="30232"/>
                  <a:pt x="87174" y="22374"/>
                  <a:pt x="78938" y="22374"/>
                </a:cubicBezTo>
                <a:cubicBezTo>
                  <a:pt x="71515" y="22374"/>
                  <a:pt x="68089" y="29289"/>
                  <a:pt x="65174" y="41091"/>
                </a:cubicBezTo>
                <a:lnTo>
                  <a:pt x="62193" y="53035"/>
                </a:lnTo>
                <a:cubicBezTo>
                  <a:pt x="57753" y="71380"/>
                  <a:pt x="48497" y="82382"/>
                  <a:pt x="32693" y="82382"/>
                </a:cubicBezTo>
                <a:cubicBezTo>
                  <a:pt x="13104" y="82382"/>
                  <a:pt x="0" y="65208"/>
                  <a:pt x="0" y="41605"/>
                </a:cubicBezTo>
                <a:cubicBezTo>
                  <a:pt x="0" y="17574"/>
                  <a:pt x="13327" y="1829"/>
                  <a:pt x="32401" y="1486"/>
                </a:cubicBezTo>
                <a:lnTo>
                  <a:pt x="32401" y="22946"/>
                </a:lnTo>
                <a:cubicBezTo>
                  <a:pt x="23740" y="23746"/>
                  <a:pt x="18717" y="30661"/>
                  <a:pt x="18717" y="41805"/>
                </a:cubicBezTo>
                <a:cubicBezTo>
                  <a:pt x="18717" y="53178"/>
                  <a:pt x="23952" y="59579"/>
                  <a:pt x="31241" y="59579"/>
                </a:cubicBezTo>
                <a:cubicBezTo>
                  <a:pt x="42605" y="59807"/>
                  <a:pt x="44714" y="43120"/>
                  <a:pt x="47337" y="32433"/>
                </a:cubicBezTo>
                <a:cubicBezTo>
                  <a:pt x="51781" y="14230"/>
                  <a:pt x="60876" y="0"/>
                  <a:pt x="79093" y="0"/>
                </a:cubicBezTo>
                <a:cubicBezTo>
                  <a:pt x="98829" y="0"/>
                  <a:pt x="111565" y="15516"/>
                  <a:pt x="111565" y="418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64665-BDE0-447A-A385-492D472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03" y="2120236"/>
            <a:ext cx="19422" cy="54864"/>
          </a:xfrm>
          <a:custGeom xmlns:a="http://schemas.openxmlformats.org/drawingml/2006/main">
            <a:pathLst>
              <a:path w="19422" h="54864">
                <a:moveTo>
                  <a:pt x="0" y="0"/>
                </a:moveTo>
                <a:lnTo>
                  <a:pt x="19422" y="0"/>
                </a:lnTo>
                <a:lnTo>
                  <a:pt x="19422" y="54864"/>
                </a:lnTo>
                <a:lnTo>
                  <a:pt x="0" y="5486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EA17C-DF8D-4FA1-B052-9996DAD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7" y="2003565"/>
            <a:ext cx="120572" cy="94412"/>
          </a:xfrm>
          <a:custGeom xmlns:a="http://schemas.openxmlformats.org/drawingml/2006/main">
            <a:pathLst>
              <a:path w="120572" h="94412">
                <a:moveTo>
                  <a:pt x="120572" y="94412"/>
                </a:moveTo>
                <a:lnTo>
                  <a:pt x="0" y="94412"/>
                </a:lnTo>
                <a:lnTo>
                  <a:pt x="0" y="47406"/>
                </a:lnTo>
                <a:cubicBezTo>
                  <a:pt x="0" y="19974"/>
                  <a:pt x="15536" y="4286"/>
                  <a:pt x="39245" y="4286"/>
                </a:cubicBezTo>
                <a:cubicBezTo>
                  <a:pt x="55753" y="4286"/>
                  <a:pt x="67651" y="11887"/>
                  <a:pt x="73558" y="25632"/>
                </a:cubicBezTo>
                <a:lnTo>
                  <a:pt x="120572" y="0"/>
                </a:lnTo>
                <a:lnTo>
                  <a:pt x="120572" y="27346"/>
                </a:lnTo>
                <a:lnTo>
                  <a:pt x="77521" y="50321"/>
                </a:lnTo>
                <a:lnTo>
                  <a:pt x="77521" y="69752"/>
                </a:lnTo>
                <a:lnTo>
                  <a:pt x="99052" y="69752"/>
                </a:lnTo>
                <a:lnTo>
                  <a:pt x="120572" y="69752"/>
                </a:lnTo>
                <a:lnTo>
                  <a:pt x="120572" y="94412"/>
                </a:lnTo>
                <a:close/>
                <a:moveTo>
                  <a:pt x="57539" y="69752"/>
                </a:moveTo>
                <a:lnTo>
                  <a:pt x="57539" y="51949"/>
                </a:lnTo>
                <a:cubicBezTo>
                  <a:pt x="57539" y="36890"/>
                  <a:pt x="51301" y="29775"/>
                  <a:pt x="39245" y="29775"/>
                </a:cubicBezTo>
                <a:cubicBezTo>
                  <a:pt x="27112" y="29775"/>
                  <a:pt x="20391" y="36890"/>
                  <a:pt x="20391" y="52006"/>
                </a:cubicBezTo>
                <a:lnTo>
                  <a:pt x="20391" y="69752"/>
                </a:lnTo>
                <a:lnTo>
                  <a:pt x="38999" y="69752"/>
                </a:lnTo>
                <a:lnTo>
                  <a:pt x="57539" y="697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BE03D-C3DA-44F5-89A7-42ABB05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1892179"/>
            <a:ext cx="108519" cy="104242"/>
          </a:xfrm>
          <a:custGeom xmlns:a="http://schemas.openxmlformats.org/drawingml/2006/main">
            <a:pathLst>
              <a:path w="108519" h="104242">
                <a:moveTo>
                  <a:pt x="108519" y="104242"/>
                </a:moveTo>
                <a:lnTo>
                  <a:pt x="0" y="67151"/>
                </a:lnTo>
                <a:lnTo>
                  <a:pt x="0" y="38033"/>
                </a:lnTo>
                <a:lnTo>
                  <a:pt x="108519" y="0"/>
                </a:lnTo>
                <a:lnTo>
                  <a:pt x="108519" y="24689"/>
                </a:lnTo>
                <a:lnTo>
                  <a:pt x="83316" y="33061"/>
                </a:lnTo>
                <a:lnTo>
                  <a:pt x="83316" y="71609"/>
                </a:lnTo>
                <a:lnTo>
                  <a:pt x="108519" y="79696"/>
                </a:lnTo>
                <a:lnTo>
                  <a:pt x="108519" y="104242"/>
                </a:lnTo>
                <a:close/>
                <a:moveTo>
                  <a:pt x="65914" y="66065"/>
                </a:moveTo>
                <a:lnTo>
                  <a:pt x="65914" y="38833"/>
                </a:lnTo>
                <a:cubicBezTo>
                  <a:pt x="50398" y="44291"/>
                  <a:pt x="36636" y="47863"/>
                  <a:pt x="17414" y="52807"/>
                </a:cubicBezTo>
                <a:cubicBezTo>
                  <a:pt x="36925" y="57607"/>
                  <a:pt x="50398" y="60808"/>
                  <a:pt x="65914" y="6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44F7C-48EF-48C6-A32B-59446FE9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1787766"/>
            <a:ext cx="108519" cy="91040"/>
          </a:xfrm>
          <a:custGeom xmlns:a="http://schemas.openxmlformats.org/drawingml/2006/main">
            <a:pathLst>
              <a:path w="108519" h="91040">
                <a:moveTo>
                  <a:pt x="108519" y="52864"/>
                </a:moveTo>
                <a:lnTo>
                  <a:pt x="108519" y="91040"/>
                </a:lnTo>
                <a:lnTo>
                  <a:pt x="0" y="91040"/>
                </a:lnTo>
                <a:lnTo>
                  <a:pt x="0" y="52492"/>
                </a:lnTo>
                <a:cubicBezTo>
                  <a:pt x="0" y="19860"/>
                  <a:pt x="20394" y="0"/>
                  <a:pt x="54192" y="0"/>
                </a:cubicBezTo>
                <a:cubicBezTo>
                  <a:pt x="88125" y="0"/>
                  <a:pt x="108519" y="19860"/>
                  <a:pt x="108519" y="52864"/>
                </a:cubicBezTo>
                <a:close/>
                <a:moveTo>
                  <a:pt x="89365" y="68809"/>
                </a:moveTo>
                <a:lnTo>
                  <a:pt x="89365" y="53950"/>
                </a:lnTo>
                <a:cubicBezTo>
                  <a:pt x="89365" y="33061"/>
                  <a:pt x="78581" y="22117"/>
                  <a:pt x="54192" y="22117"/>
                </a:cubicBezTo>
                <a:cubicBezTo>
                  <a:pt x="29938" y="22117"/>
                  <a:pt x="19157" y="33061"/>
                  <a:pt x="19157" y="53807"/>
                </a:cubicBezTo>
                <a:lnTo>
                  <a:pt x="19157" y="68809"/>
                </a:lnTo>
                <a:lnTo>
                  <a:pt x="54261" y="68809"/>
                </a:lnTo>
                <a:lnTo>
                  <a:pt x="89365" y="688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742D1-2012-4824-8EBD-D4B0230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1679381"/>
            <a:ext cx="108519" cy="104213"/>
          </a:xfrm>
          <a:custGeom xmlns:a="http://schemas.openxmlformats.org/drawingml/2006/main">
            <a:pathLst>
              <a:path w="108519" h="104213">
                <a:moveTo>
                  <a:pt x="108519" y="104213"/>
                </a:moveTo>
                <a:lnTo>
                  <a:pt x="0" y="67151"/>
                </a:lnTo>
                <a:lnTo>
                  <a:pt x="0" y="38033"/>
                </a:lnTo>
                <a:lnTo>
                  <a:pt x="108519" y="0"/>
                </a:lnTo>
                <a:lnTo>
                  <a:pt x="108519" y="24689"/>
                </a:lnTo>
                <a:lnTo>
                  <a:pt x="83316" y="33090"/>
                </a:lnTo>
                <a:lnTo>
                  <a:pt x="83316" y="71609"/>
                </a:lnTo>
                <a:lnTo>
                  <a:pt x="108519" y="79667"/>
                </a:lnTo>
                <a:lnTo>
                  <a:pt x="108519" y="104213"/>
                </a:lnTo>
                <a:close/>
                <a:moveTo>
                  <a:pt x="65914" y="66065"/>
                </a:moveTo>
                <a:lnTo>
                  <a:pt x="65914" y="38833"/>
                </a:lnTo>
                <a:cubicBezTo>
                  <a:pt x="50398" y="44291"/>
                  <a:pt x="36636" y="47863"/>
                  <a:pt x="17414" y="52807"/>
                </a:cubicBezTo>
                <a:cubicBezTo>
                  <a:pt x="36925" y="57607"/>
                  <a:pt x="50398" y="60808"/>
                  <a:pt x="65914" y="6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E2B76-B0C9-4964-90FA-F452C68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" y="1580998"/>
            <a:ext cx="108519" cy="84982"/>
          </a:xfrm>
          <a:custGeom xmlns:a="http://schemas.openxmlformats.org/drawingml/2006/main">
            <a:pathLst>
              <a:path w="108519" h="84982">
                <a:moveTo>
                  <a:pt x="108519" y="84982"/>
                </a:moveTo>
                <a:lnTo>
                  <a:pt x="0" y="84982"/>
                </a:lnTo>
                <a:lnTo>
                  <a:pt x="0" y="42662"/>
                </a:lnTo>
                <a:cubicBezTo>
                  <a:pt x="0" y="17974"/>
                  <a:pt x="13987" y="3858"/>
                  <a:pt x="35330" y="3858"/>
                </a:cubicBezTo>
                <a:cubicBezTo>
                  <a:pt x="50186" y="3858"/>
                  <a:pt x="60890" y="10716"/>
                  <a:pt x="66203" y="23089"/>
                </a:cubicBezTo>
                <a:lnTo>
                  <a:pt x="108519" y="0"/>
                </a:lnTo>
                <a:lnTo>
                  <a:pt x="108519" y="24603"/>
                </a:lnTo>
                <a:lnTo>
                  <a:pt x="69774" y="45291"/>
                </a:lnTo>
                <a:lnTo>
                  <a:pt x="69774" y="62779"/>
                </a:lnTo>
                <a:lnTo>
                  <a:pt x="89143" y="62779"/>
                </a:lnTo>
                <a:lnTo>
                  <a:pt x="108519" y="62779"/>
                </a:lnTo>
                <a:lnTo>
                  <a:pt x="108519" y="84982"/>
                </a:lnTo>
                <a:close/>
                <a:moveTo>
                  <a:pt x="51784" y="62779"/>
                </a:moveTo>
                <a:lnTo>
                  <a:pt x="51784" y="46749"/>
                </a:lnTo>
                <a:cubicBezTo>
                  <a:pt x="51784" y="33204"/>
                  <a:pt x="46180" y="26803"/>
                  <a:pt x="35330" y="26803"/>
                </a:cubicBezTo>
                <a:cubicBezTo>
                  <a:pt x="24400" y="26803"/>
                  <a:pt x="18362" y="33204"/>
                  <a:pt x="18362" y="46834"/>
                </a:cubicBezTo>
                <a:lnTo>
                  <a:pt x="18362" y="62779"/>
                </a:lnTo>
                <a:lnTo>
                  <a:pt x="35107" y="62779"/>
                </a:lnTo>
                <a:lnTo>
                  <a:pt x="51784" y="627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9E9A3-FF60-4EF5-9EF5-405A347B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82" y="1491386"/>
            <a:ext cx="135451" cy="39119"/>
          </a:xfrm>
          <a:custGeom xmlns:a="http://schemas.openxmlformats.org/drawingml/2006/main">
            <a:pathLst>
              <a:path w="135451" h="39119">
                <a:moveTo>
                  <a:pt x="70935" y="39119"/>
                </a:moveTo>
                <a:cubicBezTo>
                  <a:pt x="46892" y="39119"/>
                  <a:pt x="17625" y="31318"/>
                  <a:pt x="0" y="20317"/>
                </a:cubicBezTo>
                <a:lnTo>
                  <a:pt x="0" y="0"/>
                </a:lnTo>
                <a:cubicBezTo>
                  <a:pt x="22649" y="10544"/>
                  <a:pt x="49080" y="16802"/>
                  <a:pt x="70935" y="16802"/>
                </a:cubicBezTo>
                <a:cubicBezTo>
                  <a:pt x="90011" y="16802"/>
                  <a:pt x="108216" y="11944"/>
                  <a:pt x="135451" y="0"/>
                </a:cubicBezTo>
                <a:lnTo>
                  <a:pt x="135451" y="20317"/>
                </a:lnTo>
                <a:cubicBezTo>
                  <a:pt x="115060" y="32633"/>
                  <a:pt x="92780" y="39119"/>
                  <a:pt x="70935" y="391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236D7-C48D-461E-BC98-666C50B1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" y="1405376"/>
            <a:ext cx="131891" cy="73981"/>
          </a:xfrm>
          <a:custGeom xmlns:a="http://schemas.openxmlformats.org/drawingml/2006/main">
            <a:pathLst>
              <a:path w="131891" h="73981">
                <a:moveTo>
                  <a:pt x="28329" y="7287"/>
                </a:moveTo>
                <a:lnTo>
                  <a:pt x="28329" y="26660"/>
                </a:lnTo>
                <a:cubicBezTo>
                  <a:pt x="22569" y="26718"/>
                  <a:pt x="18348" y="30432"/>
                  <a:pt x="18348" y="37948"/>
                </a:cubicBezTo>
                <a:cubicBezTo>
                  <a:pt x="18348" y="43834"/>
                  <a:pt x="21040" y="48635"/>
                  <a:pt x="26140" y="48635"/>
                </a:cubicBezTo>
                <a:cubicBezTo>
                  <a:pt x="31310" y="48635"/>
                  <a:pt x="35170" y="42748"/>
                  <a:pt x="36990" y="38462"/>
                </a:cubicBezTo>
                <a:lnTo>
                  <a:pt x="46534" y="18202"/>
                </a:lnTo>
                <a:cubicBezTo>
                  <a:pt x="49158" y="12602"/>
                  <a:pt x="55853" y="0"/>
                  <a:pt x="71369" y="1543"/>
                </a:cubicBezTo>
                <a:cubicBezTo>
                  <a:pt x="80030" y="2457"/>
                  <a:pt x="84551" y="10258"/>
                  <a:pt x="86148" y="15202"/>
                </a:cubicBezTo>
                <a:cubicBezTo>
                  <a:pt x="91249" y="9401"/>
                  <a:pt x="97589" y="6258"/>
                  <a:pt x="105670" y="6258"/>
                </a:cubicBezTo>
                <a:cubicBezTo>
                  <a:pt x="122347" y="6258"/>
                  <a:pt x="131891" y="19802"/>
                  <a:pt x="131891" y="37348"/>
                </a:cubicBezTo>
                <a:cubicBezTo>
                  <a:pt x="131891" y="56664"/>
                  <a:pt x="120526" y="69980"/>
                  <a:pt x="102901" y="69980"/>
                </a:cubicBezTo>
                <a:lnTo>
                  <a:pt x="102901" y="50606"/>
                </a:lnTo>
                <a:cubicBezTo>
                  <a:pt x="109822" y="50606"/>
                  <a:pt x="113751" y="45520"/>
                  <a:pt x="113394" y="37148"/>
                </a:cubicBezTo>
                <a:cubicBezTo>
                  <a:pt x="113248" y="31547"/>
                  <a:pt x="111062" y="25860"/>
                  <a:pt x="105670" y="25775"/>
                </a:cubicBezTo>
                <a:cubicBezTo>
                  <a:pt x="99990" y="25860"/>
                  <a:pt x="96864" y="31604"/>
                  <a:pt x="94820" y="35690"/>
                </a:cubicBezTo>
                <a:lnTo>
                  <a:pt x="85422" y="55921"/>
                </a:lnTo>
                <a:cubicBezTo>
                  <a:pt x="82296" y="62779"/>
                  <a:pt x="75667" y="73981"/>
                  <a:pt x="60956" y="72752"/>
                </a:cubicBezTo>
                <a:cubicBezTo>
                  <a:pt x="52069" y="72095"/>
                  <a:pt x="47337" y="64894"/>
                  <a:pt x="45809" y="59293"/>
                </a:cubicBezTo>
                <a:lnTo>
                  <a:pt x="45697" y="59293"/>
                </a:lnTo>
                <a:lnTo>
                  <a:pt x="45586" y="59293"/>
                </a:lnTo>
                <a:cubicBezTo>
                  <a:pt x="40494" y="64522"/>
                  <a:pt x="34221" y="68094"/>
                  <a:pt x="26140" y="68094"/>
                </a:cubicBezTo>
                <a:cubicBezTo>
                  <a:pt x="11073" y="68094"/>
                  <a:pt x="0" y="55636"/>
                  <a:pt x="0" y="37948"/>
                </a:cubicBezTo>
                <a:cubicBezTo>
                  <a:pt x="0" y="19602"/>
                  <a:pt x="11941" y="7344"/>
                  <a:pt x="28329" y="7287"/>
                </a:cubicBezTo>
                <a:close/>
                <a:moveTo>
                  <a:pt x="71949" y="19602"/>
                </a:moveTo>
                <a:cubicBezTo>
                  <a:pt x="68234" y="19145"/>
                  <a:pt x="64740" y="22203"/>
                  <a:pt x="62116" y="28175"/>
                </a:cubicBezTo>
                <a:lnTo>
                  <a:pt x="53824" y="46177"/>
                </a:lnTo>
                <a:cubicBezTo>
                  <a:pt x="52138" y="49892"/>
                  <a:pt x="54761" y="54235"/>
                  <a:pt x="59639" y="54835"/>
                </a:cubicBezTo>
                <a:cubicBezTo>
                  <a:pt x="63791" y="55493"/>
                  <a:pt x="67217" y="52007"/>
                  <a:pt x="69763" y="46091"/>
                </a:cubicBezTo>
                <a:lnTo>
                  <a:pt x="77855" y="28318"/>
                </a:lnTo>
                <a:cubicBezTo>
                  <a:pt x="79530" y="24917"/>
                  <a:pt x="76684" y="20088"/>
                  <a:pt x="71949" y="196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713D4-49EE-4AEF-8D0B-FFDB0F5C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" y="1309164"/>
            <a:ext cx="111420" cy="82239"/>
          </a:xfrm>
          <a:custGeom xmlns:a="http://schemas.openxmlformats.org/drawingml/2006/main">
            <a:pathLst>
              <a:path w="111420" h="82239">
                <a:moveTo>
                  <a:pt x="111420" y="41434"/>
                </a:moveTo>
                <a:cubicBezTo>
                  <a:pt x="111420" y="65037"/>
                  <a:pt x="98392" y="81925"/>
                  <a:pt x="79530" y="82239"/>
                </a:cubicBezTo>
                <a:lnTo>
                  <a:pt x="79530" y="59865"/>
                </a:lnTo>
                <a:cubicBezTo>
                  <a:pt x="87677" y="59493"/>
                  <a:pt x="93000" y="51635"/>
                  <a:pt x="93000" y="41377"/>
                </a:cubicBezTo>
                <a:cubicBezTo>
                  <a:pt x="93000" y="30661"/>
                  <a:pt x="86951" y="23174"/>
                  <a:pt x="78144" y="23174"/>
                </a:cubicBezTo>
                <a:cubicBezTo>
                  <a:pt x="69183" y="23174"/>
                  <a:pt x="62919" y="30804"/>
                  <a:pt x="62919" y="43405"/>
                </a:cubicBezTo>
                <a:lnTo>
                  <a:pt x="62919" y="53464"/>
                </a:lnTo>
                <a:lnTo>
                  <a:pt x="54661" y="53464"/>
                </a:lnTo>
                <a:lnTo>
                  <a:pt x="46389" y="53464"/>
                </a:lnTo>
                <a:lnTo>
                  <a:pt x="46389" y="43405"/>
                </a:lnTo>
                <a:cubicBezTo>
                  <a:pt x="46389" y="32833"/>
                  <a:pt x="40494" y="25489"/>
                  <a:pt x="31821" y="25489"/>
                </a:cubicBezTo>
                <a:cubicBezTo>
                  <a:pt x="23452" y="25489"/>
                  <a:pt x="17768" y="31833"/>
                  <a:pt x="17768" y="41234"/>
                </a:cubicBezTo>
                <a:cubicBezTo>
                  <a:pt x="17768" y="50692"/>
                  <a:pt x="23083" y="58493"/>
                  <a:pt x="31533" y="58722"/>
                </a:cubicBezTo>
                <a:lnTo>
                  <a:pt x="31533" y="80124"/>
                </a:lnTo>
                <a:cubicBezTo>
                  <a:pt x="12959" y="79839"/>
                  <a:pt x="0" y="63151"/>
                  <a:pt x="0" y="41091"/>
                </a:cubicBezTo>
                <a:cubicBezTo>
                  <a:pt x="0" y="18802"/>
                  <a:pt x="13470" y="3943"/>
                  <a:pt x="30438" y="3943"/>
                </a:cubicBezTo>
                <a:cubicBezTo>
                  <a:pt x="42605" y="3943"/>
                  <a:pt x="51201" y="12230"/>
                  <a:pt x="53521" y="24260"/>
                </a:cubicBezTo>
                <a:lnTo>
                  <a:pt x="53924" y="24260"/>
                </a:lnTo>
                <a:lnTo>
                  <a:pt x="54324" y="24260"/>
                </a:lnTo>
                <a:cubicBezTo>
                  <a:pt x="56436" y="8458"/>
                  <a:pt x="66123" y="0"/>
                  <a:pt x="79596" y="0"/>
                </a:cubicBezTo>
                <a:cubicBezTo>
                  <a:pt x="98092" y="0"/>
                  <a:pt x="111420" y="17259"/>
                  <a:pt x="111420" y="414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4AC1E-7BFD-41B8-8B35-AD1389B9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82" y="1258414"/>
            <a:ext cx="135451" cy="39033"/>
          </a:xfrm>
          <a:custGeom xmlns:a="http://schemas.openxmlformats.org/drawingml/2006/main">
            <a:pathLst>
              <a:path w="135451" h="39033">
                <a:moveTo>
                  <a:pt x="135451" y="39033"/>
                </a:moveTo>
                <a:cubicBezTo>
                  <a:pt x="107848" y="26946"/>
                  <a:pt x="89788" y="22288"/>
                  <a:pt x="70935" y="22288"/>
                </a:cubicBezTo>
                <a:cubicBezTo>
                  <a:pt x="49080" y="22288"/>
                  <a:pt x="22649" y="28546"/>
                  <a:pt x="0" y="39033"/>
                </a:cubicBezTo>
                <a:lnTo>
                  <a:pt x="0" y="18774"/>
                </a:lnTo>
                <a:cubicBezTo>
                  <a:pt x="17548" y="7772"/>
                  <a:pt x="46892" y="0"/>
                  <a:pt x="70935" y="0"/>
                </a:cubicBezTo>
                <a:cubicBezTo>
                  <a:pt x="92926" y="0"/>
                  <a:pt x="115203" y="6544"/>
                  <a:pt x="135451" y="18774"/>
                </a:cubicBezTo>
                <a:lnTo>
                  <a:pt x="135451" y="390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7D0E8-DFD5-407B-A84B-493C7888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43" y="2942625"/>
            <a:ext cx="84119" cy="54921"/>
          </a:xfrm>
          <a:custGeom xmlns:a="http://schemas.openxmlformats.org/drawingml/2006/main">
            <a:pathLst>
              <a:path w="84119" h="54921">
                <a:moveTo>
                  <a:pt x="84119" y="54921"/>
                </a:moveTo>
                <a:lnTo>
                  <a:pt x="2692" y="41434"/>
                </a:lnTo>
                <a:lnTo>
                  <a:pt x="2692" y="28775"/>
                </a:lnTo>
                <a:lnTo>
                  <a:pt x="15216" y="30804"/>
                </a:lnTo>
                <a:lnTo>
                  <a:pt x="15216" y="29947"/>
                </a:lnTo>
                <a:cubicBezTo>
                  <a:pt x="5315" y="24260"/>
                  <a:pt x="0" y="13973"/>
                  <a:pt x="1743" y="0"/>
                </a:cubicBezTo>
                <a:lnTo>
                  <a:pt x="14925" y="2172"/>
                </a:lnTo>
                <a:cubicBezTo>
                  <a:pt x="11510" y="17545"/>
                  <a:pt x="19802" y="31175"/>
                  <a:pt x="33130" y="33347"/>
                </a:cubicBezTo>
                <a:lnTo>
                  <a:pt x="84119" y="41805"/>
                </a:lnTo>
                <a:lnTo>
                  <a:pt x="84119" y="549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ECE53-CCED-4455-AE7F-7147EA3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861843"/>
            <a:ext cx="84185" cy="83468"/>
          </a:xfrm>
          <a:custGeom xmlns:a="http://schemas.openxmlformats.org/drawingml/2006/main">
            <a:pathLst>
              <a:path w="84185" h="83468">
                <a:moveTo>
                  <a:pt x="84185" y="51721"/>
                </a:moveTo>
                <a:cubicBezTo>
                  <a:pt x="84185" y="72038"/>
                  <a:pt x="67731" y="83468"/>
                  <a:pt x="41871" y="79181"/>
                </a:cubicBezTo>
                <a:cubicBezTo>
                  <a:pt x="16019" y="74895"/>
                  <a:pt x="0" y="57836"/>
                  <a:pt x="0" y="37605"/>
                </a:cubicBezTo>
                <a:cubicBezTo>
                  <a:pt x="0" y="21860"/>
                  <a:pt x="9613" y="18431"/>
                  <a:pt x="14053" y="16402"/>
                </a:cubicBezTo>
                <a:lnTo>
                  <a:pt x="14053" y="15316"/>
                </a:lnTo>
                <a:lnTo>
                  <a:pt x="1017" y="13202"/>
                </a:lnTo>
                <a:lnTo>
                  <a:pt x="1017" y="0"/>
                </a:lnTo>
                <a:lnTo>
                  <a:pt x="82445" y="13487"/>
                </a:lnTo>
                <a:lnTo>
                  <a:pt x="82445" y="26232"/>
                </a:lnTo>
                <a:lnTo>
                  <a:pt x="69843" y="24203"/>
                </a:lnTo>
                <a:lnTo>
                  <a:pt x="69843" y="25717"/>
                </a:lnTo>
                <a:cubicBezTo>
                  <a:pt x="74641" y="29375"/>
                  <a:pt x="84185" y="36290"/>
                  <a:pt x="84185" y="51721"/>
                </a:cubicBezTo>
                <a:close/>
                <a:moveTo>
                  <a:pt x="72466" y="47663"/>
                </a:moveTo>
                <a:cubicBezTo>
                  <a:pt x="72466" y="32804"/>
                  <a:pt x="59785" y="22746"/>
                  <a:pt x="41725" y="19745"/>
                </a:cubicBezTo>
                <a:cubicBezTo>
                  <a:pt x="23666" y="16774"/>
                  <a:pt x="11721" y="22746"/>
                  <a:pt x="11721" y="37605"/>
                </a:cubicBezTo>
                <a:cubicBezTo>
                  <a:pt x="11721" y="53264"/>
                  <a:pt x="25049" y="63094"/>
                  <a:pt x="41725" y="65865"/>
                </a:cubicBezTo>
                <a:cubicBezTo>
                  <a:pt x="58847" y="68694"/>
                  <a:pt x="72466" y="63008"/>
                  <a:pt x="72466" y="476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6FCF6-1F50-4F9F-ABB9-9FD58E57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3" y="2765946"/>
            <a:ext cx="110259" cy="84268"/>
          </a:xfrm>
          <a:custGeom xmlns:a="http://schemas.openxmlformats.org/drawingml/2006/main">
            <a:pathLst>
              <a:path w="110259" h="84268">
                <a:moveTo>
                  <a:pt x="110259" y="55264"/>
                </a:moveTo>
                <a:cubicBezTo>
                  <a:pt x="110259" y="73038"/>
                  <a:pt x="97804" y="84268"/>
                  <a:pt x="77567" y="84268"/>
                </a:cubicBezTo>
                <a:cubicBezTo>
                  <a:pt x="51926" y="84268"/>
                  <a:pt x="26075" y="68809"/>
                  <a:pt x="26075" y="42834"/>
                </a:cubicBezTo>
                <a:cubicBezTo>
                  <a:pt x="26075" y="26660"/>
                  <a:pt x="35976" y="22860"/>
                  <a:pt x="40496" y="20745"/>
                </a:cubicBezTo>
                <a:lnTo>
                  <a:pt x="40496" y="19888"/>
                </a:lnTo>
                <a:lnTo>
                  <a:pt x="0" y="13173"/>
                </a:lnTo>
                <a:lnTo>
                  <a:pt x="0" y="0"/>
                </a:lnTo>
                <a:lnTo>
                  <a:pt x="108519" y="17974"/>
                </a:lnTo>
                <a:lnTo>
                  <a:pt x="108519" y="30718"/>
                </a:lnTo>
                <a:lnTo>
                  <a:pt x="95918" y="28546"/>
                </a:lnTo>
                <a:lnTo>
                  <a:pt x="95918" y="29918"/>
                </a:lnTo>
                <a:cubicBezTo>
                  <a:pt x="101018" y="33433"/>
                  <a:pt x="110259" y="40119"/>
                  <a:pt x="110259" y="55264"/>
                </a:cubicBezTo>
                <a:close/>
                <a:moveTo>
                  <a:pt x="98541" y="52949"/>
                </a:moveTo>
                <a:cubicBezTo>
                  <a:pt x="98541" y="33433"/>
                  <a:pt x="77052" y="23289"/>
                  <a:pt x="58556" y="23289"/>
                </a:cubicBezTo>
                <a:cubicBezTo>
                  <a:pt x="45811" y="23289"/>
                  <a:pt x="37796" y="29118"/>
                  <a:pt x="37796" y="41291"/>
                </a:cubicBezTo>
                <a:cubicBezTo>
                  <a:pt x="37796" y="60665"/>
                  <a:pt x="58413" y="71009"/>
                  <a:pt x="76830" y="71009"/>
                </a:cubicBezTo>
                <a:cubicBezTo>
                  <a:pt x="89511" y="71009"/>
                  <a:pt x="98541" y="65265"/>
                  <a:pt x="98541" y="529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57779-B0CB-4F1F-8D08-2C86F38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678906"/>
            <a:ext cx="84185" cy="83468"/>
          </a:xfrm>
          <a:custGeom xmlns:a="http://schemas.openxmlformats.org/drawingml/2006/main">
            <a:pathLst>
              <a:path w="84185" h="83468">
                <a:moveTo>
                  <a:pt x="84185" y="51721"/>
                </a:moveTo>
                <a:cubicBezTo>
                  <a:pt x="84185" y="72038"/>
                  <a:pt x="67731" y="83468"/>
                  <a:pt x="41871" y="79181"/>
                </a:cubicBezTo>
                <a:cubicBezTo>
                  <a:pt x="16019" y="74866"/>
                  <a:pt x="0" y="57836"/>
                  <a:pt x="0" y="37576"/>
                </a:cubicBezTo>
                <a:cubicBezTo>
                  <a:pt x="0" y="21860"/>
                  <a:pt x="9613" y="18431"/>
                  <a:pt x="14053" y="16402"/>
                </a:cubicBezTo>
                <a:lnTo>
                  <a:pt x="14053" y="15316"/>
                </a:lnTo>
                <a:lnTo>
                  <a:pt x="1017" y="13202"/>
                </a:lnTo>
                <a:lnTo>
                  <a:pt x="1017" y="0"/>
                </a:lnTo>
                <a:lnTo>
                  <a:pt x="82445" y="13487"/>
                </a:lnTo>
                <a:lnTo>
                  <a:pt x="82445" y="26232"/>
                </a:lnTo>
                <a:lnTo>
                  <a:pt x="69843" y="24174"/>
                </a:lnTo>
                <a:lnTo>
                  <a:pt x="69843" y="25717"/>
                </a:lnTo>
                <a:cubicBezTo>
                  <a:pt x="74641" y="29347"/>
                  <a:pt x="84185" y="36290"/>
                  <a:pt x="84185" y="51721"/>
                </a:cubicBezTo>
                <a:close/>
                <a:moveTo>
                  <a:pt x="72466" y="47635"/>
                </a:moveTo>
                <a:cubicBezTo>
                  <a:pt x="72466" y="32776"/>
                  <a:pt x="59785" y="22717"/>
                  <a:pt x="41725" y="19745"/>
                </a:cubicBezTo>
                <a:cubicBezTo>
                  <a:pt x="23666" y="16745"/>
                  <a:pt x="11721" y="22717"/>
                  <a:pt x="11721" y="37576"/>
                </a:cubicBezTo>
                <a:cubicBezTo>
                  <a:pt x="11721" y="53235"/>
                  <a:pt x="25049" y="63065"/>
                  <a:pt x="41725" y="65837"/>
                </a:cubicBezTo>
                <a:cubicBezTo>
                  <a:pt x="58847" y="68694"/>
                  <a:pt x="72466" y="63008"/>
                  <a:pt x="72466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B9AD4-052B-4021-95A7-FDE9A5A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43" y="2614384"/>
            <a:ext cx="84119" cy="54921"/>
          </a:xfrm>
          <a:custGeom xmlns:a="http://schemas.openxmlformats.org/drawingml/2006/main">
            <a:pathLst>
              <a:path w="84119" h="54921">
                <a:moveTo>
                  <a:pt x="84119" y="54921"/>
                </a:moveTo>
                <a:lnTo>
                  <a:pt x="2692" y="41434"/>
                </a:lnTo>
                <a:lnTo>
                  <a:pt x="2692" y="28775"/>
                </a:lnTo>
                <a:lnTo>
                  <a:pt x="15216" y="30804"/>
                </a:lnTo>
                <a:lnTo>
                  <a:pt x="15216" y="29947"/>
                </a:lnTo>
                <a:cubicBezTo>
                  <a:pt x="5315" y="24260"/>
                  <a:pt x="0" y="14002"/>
                  <a:pt x="1743" y="0"/>
                </a:cubicBezTo>
                <a:lnTo>
                  <a:pt x="14925" y="2200"/>
                </a:lnTo>
                <a:cubicBezTo>
                  <a:pt x="11510" y="17545"/>
                  <a:pt x="19802" y="31175"/>
                  <a:pt x="33130" y="33347"/>
                </a:cubicBezTo>
                <a:lnTo>
                  <a:pt x="84119" y="41805"/>
                </a:lnTo>
                <a:lnTo>
                  <a:pt x="84119" y="549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2707A-0B35-4CC4-BBCE-482E767D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12" y="2600639"/>
            <a:ext cx="19588" cy="21117"/>
          </a:xfrm>
          <a:custGeom xmlns:a="http://schemas.openxmlformats.org/drawingml/2006/main">
            <a:pathLst>
              <a:path w="19588" h="21117">
                <a:moveTo>
                  <a:pt x="19588" y="11259"/>
                </a:moveTo>
                <a:cubicBezTo>
                  <a:pt x="19588" y="16888"/>
                  <a:pt x="14856" y="21117"/>
                  <a:pt x="8884" y="20088"/>
                </a:cubicBezTo>
                <a:cubicBezTo>
                  <a:pt x="3795" y="19202"/>
                  <a:pt x="0" y="14488"/>
                  <a:pt x="0" y="9687"/>
                </a:cubicBezTo>
                <a:cubicBezTo>
                  <a:pt x="0" y="3772"/>
                  <a:pt x="4878" y="0"/>
                  <a:pt x="10413" y="800"/>
                </a:cubicBezTo>
                <a:cubicBezTo>
                  <a:pt x="15436" y="1514"/>
                  <a:pt x="19588" y="6115"/>
                  <a:pt x="19588" y="112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6EC5F-F45D-4DA8-AA20-DED67133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499827"/>
            <a:ext cx="112883" cy="84782"/>
          </a:xfrm>
          <a:custGeom xmlns:a="http://schemas.openxmlformats.org/drawingml/2006/main">
            <a:pathLst>
              <a:path w="112883" h="84782">
                <a:moveTo>
                  <a:pt x="112883" y="84782"/>
                </a:moveTo>
                <a:lnTo>
                  <a:pt x="1017" y="66208"/>
                </a:lnTo>
                <a:lnTo>
                  <a:pt x="1017" y="53521"/>
                </a:lnTo>
                <a:lnTo>
                  <a:pt x="14053" y="55721"/>
                </a:lnTo>
                <a:lnTo>
                  <a:pt x="14053" y="55064"/>
                </a:lnTo>
                <a:cubicBezTo>
                  <a:pt x="9098" y="51635"/>
                  <a:pt x="0" y="44634"/>
                  <a:pt x="0" y="29204"/>
                </a:cubicBezTo>
                <a:cubicBezTo>
                  <a:pt x="0" y="11287"/>
                  <a:pt x="12379" y="0"/>
                  <a:pt x="32550" y="0"/>
                </a:cubicBezTo>
                <a:cubicBezTo>
                  <a:pt x="57899" y="0"/>
                  <a:pt x="84185" y="15373"/>
                  <a:pt x="84185" y="41377"/>
                </a:cubicBezTo>
                <a:cubicBezTo>
                  <a:pt x="84185" y="57321"/>
                  <a:pt x="73995" y="61322"/>
                  <a:pt x="69474" y="63208"/>
                </a:cubicBezTo>
                <a:lnTo>
                  <a:pt x="69474" y="64465"/>
                </a:lnTo>
                <a:lnTo>
                  <a:pt x="112883" y="71666"/>
                </a:lnTo>
                <a:lnTo>
                  <a:pt x="112883" y="84782"/>
                </a:lnTo>
                <a:close/>
                <a:moveTo>
                  <a:pt x="72466" y="43120"/>
                </a:moveTo>
                <a:cubicBezTo>
                  <a:pt x="72466" y="23660"/>
                  <a:pt x="50901" y="13202"/>
                  <a:pt x="32918" y="13202"/>
                </a:cubicBezTo>
                <a:cubicBezTo>
                  <a:pt x="20540" y="13202"/>
                  <a:pt x="11721" y="18860"/>
                  <a:pt x="11721" y="31404"/>
                </a:cubicBezTo>
                <a:cubicBezTo>
                  <a:pt x="11721" y="50978"/>
                  <a:pt x="32404" y="60893"/>
                  <a:pt x="51201" y="60893"/>
                </a:cubicBezTo>
                <a:cubicBezTo>
                  <a:pt x="64082" y="60893"/>
                  <a:pt x="72466" y="54978"/>
                  <a:pt x="72466" y="431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CA80C-A2AE-415B-AABE-D7787C50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406158"/>
            <a:ext cx="84185" cy="83468"/>
          </a:xfrm>
          <a:custGeom xmlns:a="http://schemas.openxmlformats.org/drawingml/2006/main">
            <a:pathLst>
              <a:path w="84185" h="83468">
                <a:moveTo>
                  <a:pt x="84185" y="51721"/>
                </a:moveTo>
                <a:cubicBezTo>
                  <a:pt x="84185" y="72038"/>
                  <a:pt x="67731" y="83468"/>
                  <a:pt x="41871" y="79181"/>
                </a:cubicBezTo>
                <a:cubicBezTo>
                  <a:pt x="16019" y="74867"/>
                  <a:pt x="0" y="57836"/>
                  <a:pt x="0" y="37605"/>
                </a:cubicBezTo>
                <a:cubicBezTo>
                  <a:pt x="0" y="21860"/>
                  <a:pt x="9613" y="18431"/>
                  <a:pt x="14053" y="16402"/>
                </a:cubicBezTo>
                <a:lnTo>
                  <a:pt x="14053" y="15316"/>
                </a:lnTo>
                <a:lnTo>
                  <a:pt x="1017" y="13202"/>
                </a:lnTo>
                <a:lnTo>
                  <a:pt x="1017" y="0"/>
                </a:lnTo>
                <a:lnTo>
                  <a:pt x="82445" y="13487"/>
                </a:lnTo>
                <a:lnTo>
                  <a:pt x="82445" y="26232"/>
                </a:lnTo>
                <a:lnTo>
                  <a:pt x="69843" y="24203"/>
                </a:lnTo>
                <a:lnTo>
                  <a:pt x="69843" y="25718"/>
                </a:lnTo>
                <a:cubicBezTo>
                  <a:pt x="74641" y="29375"/>
                  <a:pt x="84185" y="36290"/>
                  <a:pt x="84185" y="51721"/>
                </a:cubicBezTo>
                <a:close/>
                <a:moveTo>
                  <a:pt x="72466" y="47635"/>
                </a:moveTo>
                <a:cubicBezTo>
                  <a:pt x="72466" y="32776"/>
                  <a:pt x="59785" y="22746"/>
                  <a:pt x="41725" y="19745"/>
                </a:cubicBezTo>
                <a:cubicBezTo>
                  <a:pt x="23666" y="16774"/>
                  <a:pt x="11721" y="22746"/>
                  <a:pt x="11721" y="37605"/>
                </a:cubicBezTo>
                <a:cubicBezTo>
                  <a:pt x="11721" y="53264"/>
                  <a:pt x="25049" y="63065"/>
                  <a:pt x="41725" y="65837"/>
                </a:cubicBezTo>
                <a:cubicBezTo>
                  <a:pt x="58847" y="68694"/>
                  <a:pt x="72466" y="63008"/>
                  <a:pt x="72466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528F3-85B5-474D-B4F4-6CEBCCD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328177"/>
            <a:ext cx="84185" cy="68751"/>
          </a:xfrm>
          <a:custGeom xmlns:a="http://schemas.openxmlformats.org/drawingml/2006/main">
            <a:pathLst>
              <a:path w="84185" h="68751">
                <a:moveTo>
                  <a:pt x="84185" y="40348"/>
                </a:moveTo>
                <a:cubicBezTo>
                  <a:pt x="84039" y="57379"/>
                  <a:pt x="76764" y="68008"/>
                  <a:pt x="62262" y="68751"/>
                </a:cubicBezTo>
                <a:lnTo>
                  <a:pt x="60153" y="56064"/>
                </a:lnTo>
                <a:cubicBezTo>
                  <a:pt x="69117" y="55264"/>
                  <a:pt x="72678" y="49520"/>
                  <a:pt x="72678" y="40119"/>
                </a:cubicBezTo>
                <a:cubicBezTo>
                  <a:pt x="72678" y="28404"/>
                  <a:pt x="66640" y="19717"/>
                  <a:pt x="59496" y="18488"/>
                </a:cubicBezTo>
                <a:cubicBezTo>
                  <a:pt x="54327" y="17688"/>
                  <a:pt x="50978" y="20688"/>
                  <a:pt x="49080" y="28318"/>
                </a:cubicBezTo>
                <a:lnTo>
                  <a:pt x="45877" y="41348"/>
                </a:lnTo>
                <a:cubicBezTo>
                  <a:pt x="42382" y="55578"/>
                  <a:pt x="34739" y="61751"/>
                  <a:pt x="22860" y="59779"/>
                </a:cubicBezTo>
                <a:cubicBezTo>
                  <a:pt x="9321" y="57521"/>
                  <a:pt x="0" y="43548"/>
                  <a:pt x="0" y="26660"/>
                </a:cubicBezTo>
                <a:cubicBezTo>
                  <a:pt x="291" y="9687"/>
                  <a:pt x="7792" y="2115"/>
                  <a:pt x="20025" y="0"/>
                </a:cubicBezTo>
                <a:lnTo>
                  <a:pt x="22214" y="12001"/>
                </a:lnTo>
                <a:cubicBezTo>
                  <a:pt x="16388" y="13316"/>
                  <a:pt x="11141" y="16745"/>
                  <a:pt x="11141" y="26860"/>
                </a:cubicBezTo>
                <a:cubicBezTo>
                  <a:pt x="11141" y="36919"/>
                  <a:pt x="16599" y="45520"/>
                  <a:pt x="23809" y="46692"/>
                </a:cubicBezTo>
                <a:cubicBezTo>
                  <a:pt x="29424" y="47635"/>
                  <a:pt x="32404" y="44348"/>
                  <a:pt x="34659" y="35176"/>
                </a:cubicBezTo>
                <a:lnTo>
                  <a:pt x="37573" y="23374"/>
                </a:lnTo>
                <a:cubicBezTo>
                  <a:pt x="41077" y="9173"/>
                  <a:pt x="48792" y="3143"/>
                  <a:pt x="60376" y="5029"/>
                </a:cubicBezTo>
                <a:cubicBezTo>
                  <a:pt x="74206" y="7344"/>
                  <a:pt x="84185" y="21631"/>
                  <a:pt x="84185" y="403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5AEAA-F5C9-4B4A-9341-A8EF44FB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2249510"/>
            <a:ext cx="84185" cy="68751"/>
          </a:xfrm>
          <a:custGeom xmlns:a="http://schemas.openxmlformats.org/drawingml/2006/main">
            <a:pathLst>
              <a:path w="84185" h="68751">
                <a:moveTo>
                  <a:pt x="84185" y="40348"/>
                </a:moveTo>
                <a:cubicBezTo>
                  <a:pt x="84039" y="57407"/>
                  <a:pt x="76764" y="68037"/>
                  <a:pt x="62262" y="68751"/>
                </a:cubicBezTo>
                <a:lnTo>
                  <a:pt x="60153" y="56093"/>
                </a:lnTo>
                <a:cubicBezTo>
                  <a:pt x="69117" y="55293"/>
                  <a:pt x="72678" y="49549"/>
                  <a:pt x="72678" y="40148"/>
                </a:cubicBezTo>
                <a:cubicBezTo>
                  <a:pt x="72678" y="28404"/>
                  <a:pt x="66640" y="19745"/>
                  <a:pt x="59496" y="18517"/>
                </a:cubicBezTo>
                <a:cubicBezTo>
                  <a:pt x="54327" y="17717"/>
                  <a:pt x="50978" y="20688"/>
                  <a:pt x="49080" y="28346"/>
                </a:cubicBezTo>
                <a:lnTo>
                  <a:pt x="45877" y="41377"/>
                </a:lnTo>
                <a:cubicBezTo>
                  <a:pt x="42382" y="55578"/>
                  <a:pt x="34739" y="61779"/>
                  <a:pt x="22860" y="59807"/>
                </a:cubicBezTo>
                <a:cubicBezTo>
                  <a:pt x="9321" y="57550"/>
                  <a:pt x="0" y="43548"/>
                  <a:pt x="0" y="26660"/>
                </a:cubicBezTo>
                <a:cubicBezTo>
                  <a:pt x="291" y="9687"/>
                  <a:pt x="7792" y="2115"/>
                  <a:pt x="20025" y="0"/>
                </a:cubicBezTo>
                <a:lnTo>
                  <a:pt x="22214" y="12030"/>
                </a:lnTo>
                <a:cubicBezTo>
                  <a:pt x="16388" y="13345"/>
                  <a:pt x="11141" y="16745"/>
                  <a:pt x="11141" y="26889"/>
                </a:cubicBezTo>
                <a:cubicBezTo>
                  <a:pt x="11141" y="36947"/>
                  <a:pt x="16599" y="45520"/>
                  <a:pt x="23809" y="46692"/>
                </a:cubicBezTo>
                <a:cubicBezTo>
                  <a:pt x="29424" y="47635"/>
                  <a:pt x="32404" y="44348"/>
                  <a:pt x="34659" y="35176"/>
                </a:cubicBezTo>
                <a:lnTo>
                  <a:pt x="37573" y="23374"/>
                </a:lnTo>
                <a:cubicBezTo>
                  <a:pt x="41077" y="9201"/>
                  <a:pt x="48792" y="3143"/>
                  <a:pt x="60376" y="5029"/>
                </a:cubicBezTo>
                <a:cubicBezTo>
                  <a:pt x="74206" y="7372"/>
                  <a:pt x="84185" y="21631"/>
                  <a:pt x="84185" y="403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83758-5A9C-4EEA-9C28-F5E6453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3" y="2160099"/>
            <a:ext cx="108519" cy="79210"/>
          </a:xfrm>
          <a:custGeom xmlns:a="http://schemas.openxmlformats.org/drawingml/2006/main">
            <a:pathLst>
              <a:path w="108519" h="79210">
                <a:moveTo>
                  <a:pt x="108519" y="79210"/>
                </a:moveTo>
                <a:lnTo>
                  <a:pt x="0" y="61236"/>
                </a:lnTo>
                <a:lnTo>
                  <a:pt x="0" y="48120"/>
                </a:lnTo>
                <a:lnTo>
                  <a:pt x="62999" y="58550"/>
                </a:lnTo>
                <a:lnTo>
                  <a:pt x="62999" y="56950"/>
                </a:lnTo>
                <a:lnTo>
                  <a:pt x="27092" y="16231"/>
                </a:lnTo>
                <a:lnTo>
                  <a:pt x="27092" y="0"/>
                </a:lnTo>
                <a:lnTo>
                  <a:pt x="62051" y="39805"/>
                </a:lnTo>
                <a:lnTo>
                  <a:pt x="108519" y="10916"/>
                </a:lnTo>
                <a:lnTo>
                  <a:pt x="108519" y="27718"/>
                </a:lnTo>
                <a:lnTo>
                  <a:pt x="70423" y="51264"/>
                </a:lnTo>
                <a:lnTo>
                  <a:pt x="78504" y="61150"/>
                </a:lnTo>
                <a:lnTo>
                  <a:pt x="108519" y="66123"/>
                </a:lnTo>
                <a:lnTo>
                  <a:pt x="108519" y="79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5497C-4533-4A1C-ACB4-1FEAA620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81" y="2088261"/>
            <a:ext cx="84922" cy="70380"/>
          </a:xfrm>
          <a:custGeom xmlns:a="http://schemas.openxmlformats.org/drawingml/2006/main">
            <a:pathLst>
              <a:path w="84922" h="70380">
                <a:moveTo>
                  <a:pt x="84922" y="38262"/>
                </a:moveTo>
                <a:cubicBezTo>
                  <a:pt x="84922" y="58350"/>
                  <a:pt x="72689" y="70380"/>
                  <a:pt x="52084" y="70380"/>
                </a:cubicBezTo>
                <a:cubicBezTo>
                  <a:pt x="23532" y="70380"/>
                  <a:pt x="0" y="50549"/>
                  <a:pt x="0" y="25946"/>
                </a:cubicBezTo>
                <a:cubicBezTo>
                  <a:pt x="0" y="10201"/>
                  <a:pt x="8675" y="0"/>
                  <a:pt x="22214" y="0"/>
                </a:cubicBezTo>
                <a:cubicBezTo>
                  <a:pt x="39985" y="0"/>
                  <a:pt x="47272" y="17288"/>
                  <a:pt x="47709" y="57550"/>
                </a:cubicBezTo>
                <a:cubicBezTo>
                  <a:pt x="62196" y="58864"/>
                  <a:pt x="73123" y="53978"/>
                  <a:pt x="73346" y="37462"/>
                </a:cubicBezTo>
                <a:cubicBezTo>
                  <a:pt x="73346" y="27118"/>
                  <a:pt x="68537" y="18517"/>
                  <a:pt x="60745" y="14373"/>
                </a:cubicBezTo>
                <a:lnTo>
                  <a:pt x="64174" y="2200"/>
                </a:lnTo>
                <a:cubicBezTo>
                  <a:pt x="76987" y="8258"/>
                  <a:pt x="84922" y="22146"/>
                  <a:pt x="84922" y="38262"/>
                </a:cubicBezTo>
                <a:close/>
                <a:moveTo>
                  <a:pt x="37808" y="55807"/>
                </a:moveTo>
                <a:cubicBezTo>
                  <a:pt x="37516" y="23260"/>
                  <a:pt x="33656" y="13116"/>
                  <a:pt x="21923" y="13116"/>
                </a:cubicBezTo>
                <a:cubicBezTo>
                  <a:pt x="15739" y="13116"/>
                  <a:pt x="11656" y="18802"/>
                  <a:pt x="11656" y="27261"/>
                </a:cubicBezTo>
                <a:cubicBezTo>
                  <a:pt x="11656" y="43291"/>
                  <a:pt x="24546" y="52149"/>
                  <a:pt x="37808" y="55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19A8E-33BF-46B7-BCAD-3848E45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35" y="1995849"/>
            <a:ext cx="112445" cy="88068"/>
          </a:xfrm>
          <a:custGeom xmlns:a="http://schemas.openxmlformats.org/drawingml/2006/main">
            <a:pathLst>
              <a:path w="112445" h="88068">
                <a:moveTo>
                  <a:pt x="110917" y="88068"/>
                </a:moveTo>
                <a:lnTo>
                  <a:pt x="99555" y="82810"/>
                </a:lnTo>
                <a:cubicBezTo>
                  <a:pt x="101887" y="74009"/>
                  <a:pt x="100647" y="68037"/>
                  <a:pt x="88625" y="61836"/>
                </a:cubicBezTo>
                <a:lnTo>
                  <a:pt x="81862" y="58407"/>
                </a:lnTo>
                <a:lnTo>
                  <a:pt x="0" y="75981"/>
                </a:lnTo>
                <a:lnTo>
                  <a:pt x="0" y="62265"/>
                </a:lnTo>
                <a:cubicBezTo>
                  <a:pt x="22791" y="58264"/>
                  <a:pt x="44860" y="52435"/>
                  <a:pt x="69183" y="50121"/>
                </a:cubicBezTo>
                <a:cubicBezTo>
                  <a:pt x="45229" y="39776"/>
                  <a:pt x="22871" y="26518"/>
                  <a:pt x="0" y="14945"/>
                </a:cubicBezTo>
                <a:lnTo>
                  <a:pt x="0" y="0"/>
                </a:lnTo>
                <a:lnTo>
                  <a:pt x="93583" y="51292"/>
                </a:lnTo>
                <a:cubicBezTo>
                  <a:pt x="106473" y="58350"/>
                  <a:pt x="112445" y="67237"/>
                  <a:pt x="112445" y="78810"/>
                </a:cubicBezTo>
                <a:cubicBezTo>
                  <a:pt x="112445" y="83096"/>
                  <a:pt x="111643" y="86754"/>
                  <a:pt x="110917" y="880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22197-674D-4E2A-998B-B69AE60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1925498"/>
            <a:ext cx="84185" cy="68751"/>
          </a:xfrm>
          <a:custGeom xmlns:a="http://schemas.openxmlformats.org/drawingml/2006/main">
            <a:pathLst>
              <a:path w="84185" h="68751">
                <a:moveTo>
                  <a:pt x="84185" y="40348"/>
                </a:moveTo>
                <a:cubicBezTo>
                  <a:pt x="84039" y="57407"/>
                  <a:pt x="76764" y="68037"/>
                  <a:pt x="62262" y="68751"/>
                </a:cubicBezTo>
                <a:lnTo>
                  <a:pt x="60153" y="56093"/>
                </a:lnTo>
                <a:cubicBezTo>
                  <a:pt x="69117" y="55293"/>
                  <a:pt x="72678" y="49549"/>
                  <a:pt x="72678" y="40148"/>
                </a:cubicBezTo>
                <a:cubicBezTo>
                  <a:pt x="72678" y="28432"/>
                  <a:pt x="66640" y="19745"/>
                  <a:pt x="59496" y="18517"/>
                </a:cubicBezTo>
                <a:cubicBezTo>
                  <a:pt x="54327" y="17716"/>
                  <a:pt x="50978" y="20688"/>
                  <a:pt x="49080" y="28346"/>
                </a:cubicBezTo>
                <a:lnTo>
                  <a:pt x="45877" y="41377"/>
                </a:lnTo>
                <a:cubicBezTo>
                  <a:pt x="42382" y="55578"/>
                  <a:pt x="34739" y="61779"/>
                  <a:pt x="22860" y="59807"/>
                </a:cubicBezTo>
                <a:cubicBezTo>
                  <a:pt x="9321" y="57550"/>
                  <a:pt x="0" y="43577"/>
                  <a:pt x="0" y="26660"/>
                </a:cubicBezTo>
                <a:cubicBezTo>
                  <a:pt x="291" y="9687"/>
                  <a:pt x="7792" y="2115"/>
                  <a:pt x="20025" y="0"/>
                </a:cubicBezTo>
                <a:lnTo>
                  <a:pt x="22214" y="12030"/>
                </a:lnTo>
                <a:cubicBezTo>
                  <a:pt x="16388" y="13345"/>
                  <a:pt x="11141" y="16774"/>
                  <a:pt x="11141" y="26889"/>
                </a:cubicBezTo>
                <a:cubicBezTo>
                  <a:pt x="11141" y="36947"/>
                  <a:pt x="16599" y="45520"/>
                  <a:pt x="23809" y="46692"/>
                </a:cubicBezTo>
                <a:cubicBezTo>
                  <a:pt x="29424" y="47635"/>
                  <a:pt x="32404" y="44348"/>
                  <a:pt x="34659" y="35176"/>
                </a:cubicBezTo>
                <a:lnTo>
                  <a:pt x="37573" y="23374"/>
                </a:lnTo>
                <a:cubicBezTo>
                  <a:pt x="41077" y="9173"/>
                  <a:pt x="48792" y="3143"/>
                  <a:pt x="60376" y="5029"/>
                </a:cubicBezTo>
                <a:cubicBezTo>
                  <a:pt x="74206" y="7372"/>
                  <a:pt x="84185" y="21631"/>
                  <a:pt x="84185" y="403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D6C86-F77E-4B39-A3B2-4A3DBD1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12" y="1893465"/>
            <a:ext cx="19588" cy="21117"/>
          </a:xfrm>
          <a:custGeom xmlns:a="http://schemas.openxmlformats.org/drawingml/2006/main">
            <a:pathLst>
              <a:path w="19588" h="21117">
                <a:moveTo>
                  <a:pt x="19588" y="11287"/>
                </a:moveTo>
                <a:cubicBezTo>
                  <a:pt x="19588" y="16888"/>
                  <a:pt x="14856" y="21117"/>
                  <a:pt x="8884" y="20088"/>
                </a:cubicBezTo>
                <a:cubicBezTo>
                  <a:pt x="3795" y="19231"/>
                  <a:pt x="0" y="14488"/>
                  <a:pt x="0" y="9687"/>
                </a:cubicBezTo>
                <a:cubicBezTo>
                  <a:pt x="0" y="3772"/>
                  <a:pt x="4878" y="0"/>
                  <a:pt x="10413" y="800"/>
                </a:cubicBezTo>
                <a:cubicBezTo>
                  <a:pt x="15436" y="1514"/>
                  <a:pt x="19588" y="6115"/>
                  <a:pt x="19588" y="11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66007-C08A-4FA9-9EC8-310B0ED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7" y="1826828"/>
            <a:ext cx="101810" cy="43920"/>
          </a:xfrm>
          <a:custGeom xmlns:a="http://schemas.openxmlformats.org/drawingml/2006/main">
            <a:pathLst>
              <a:path w="101810" h="43920">
                <a:moveTo>
                  <a:pt x="19368" y="0"/>
                </a:moveTo>
                <a:lnTo>
                  <a:pt x="30587" y="1829"/>
                </a:lnTo>
                <a:lnTo>
                  <a:pt x="30587" y="18488"/>
                </a:lnTo>
                <a:lnTo>
                  <a:pt x="79664" y="26660"/>
                </a:lnTo>
                <a:cubicBezTo>
                  <a:pt x="87165" y="27889"/>
                  <a:pt x="90157" y="25489"/>
                  <a:pt x="90157" y="18774"/>
                </a:cubicBezTo>
                <a:cubicBezTo>
                  <a:pt x="90157" y="17116"/>
                  <a:pt x="89723" y="14202"/>
                  <a:pt x="89288" y="11944"/>
                </a:cubicBezTo>
                <a:lnTo>
                  <a:pt x="100350" y="11144"/>
                </a:lnTo>
                <a:cubicBezTo>
                  <a:pt x="101230" y="13745"/>
                  <a:pt x="101810" y="17488"/>
                  <a:pt x="101810" y="21060"/>
                </a:cubicBezTo>
                <a:cubicBezTo>
                  <a:pt x="101810" y="35319"/>
                  <a:pt x="93875" y="42177"/>
                  <a:pt x="80693" y="39976"/>
                </a:cubicBezTo>
                <a:lnTo>
                  <a:pt x="30587" y="31661"/>
                </a:lnTo>
                <a:lnTo>
                  <a:pt x="30587" y="43920"/>
                </a:lnTo>
                <a:lnTo>
                  <a:pt x="19368" y="42091"/>
                </a:lnTo>
                <a:lnTo>
                  <a:pt x="19368" y="29775"/>
                </a:lnTo>
                <a:lnTo>
                  <a:pt x="0" y="26575"/>
                </a:lnTo>
                <a:lnTo>
                  <a:pt x="0" y="13459"/>
                </a:lnTo>
                <a:lnTo>
                  <a:pt x="19368" y="16659"/>
                </a:lnTo>
                <a:lnTo>
                  <a:pt x="1936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78866-2944-423E-9E2E-14C0A14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1747161"/>
            <a:ext cx="84185" cy="75667"/>
          </a:xfrm>
          <a:custGeom xmlns:a="http://schemas.openxmlformats.org/drawingml/2006/main">
            <a:pathLst>
              <a:path w="84185" h="75667">
                <a:moveTo>
                  <a:pt x="84185" y="44063"/>
                </a:moveTo>
                <a:cubicBezTo>
                  <a:pt x="84185" y="63722"/>
                  <a:pt x="71080" y="75667"/>
                  <a:pt x="50901" y="75667"/>
                </a:cubicBezTo>
                <a:cubicBezTo>
                  <a:pt x="25049" y="75667"/>
                  <a:pt x="0" y="58979"/>
                  <a:pt x="0" y="31747"/>
                </a:cubicBezTo>
                <a:cubicBezTo>
                  <a:pt x="0" y="12087"/>
                  <a:pt x="12959" y="0"/>
                  <a:pt x="33353" y="0"/>
                </a:cubicBezTo>
                <a:cubicBezTo>
                  <a:pt x="59496" y="0"/>
                  <a:pt x="84185" y="17031"/>
                  <a:pt x="84185" y="44063"/>
                </a:cubicBezTo>
                <a:close/>
                <a:moveTo>
                  <a:pt x="72466" y="43748"/>
                </a:moveTo>
                <a:cubicBezTo>
                  <a:pt x="72466" y="23717"/>
                  <a:pt x="51558" y="13173"/>
                  <a:pt x="33644" y="13173"/>
                </a:cubicBezTo>
                <a:cubicBezTo>
                  <a:pt x="21266" y="13173"/>
                  <a:pt x="11721" y="18774"/>
                  <a:pt x="11721" y="32090"/>
                </a:cubicBezTo>
                <a:cubicBezTo>
                  <a:pt x="11721" y="51835"/>
                  <a:pt x="32696" y="62551"/>
                  <a:pt x="50755" y="62551"/>
                </a:cubicBezTo>
                <a:cubicBezTo>
                  <a:pt x="62988" y="62551"/>
                  <a:pt x="72466" y="56950"/>
                  <a:pt x="72466" y="437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98C65-FA7A-4D32-BD86-60881A34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1657664"/>
            <a:ext cx="84185" cy="75667"/>
          </a:xfrm>
          <a:custGeom xmlns:a="http://schemas.openxmlformats.org/drawingml/2006/main">
            <a:pathLst>
              <a:path w="84185" h="75667">
                <a:moveTo>
                  <a:pt x="84185" y="44034"/>
                </a:moveTo>
                <a:cubicBezTo>
                  <a:pt x="84185" y="63722"/>
                  <a:pt x="71080" y="75667"/>
                  <a:pt x="50901" y="75667"/>
                </a:cubicBezTo>
                <a:cubicBezTo>
                  <a:pt x="25049" y="75667"/>
                  <a:pt x="0" y="58979"/>
                  <a:pt x="0" y="31718"/>
                </a:cubicBezTo>
                <a:cubicBezTo>
                  <a:pt x="0" y="12087"/>
                  <a:pt x="12959" y="0"/>
                  <a:pt x="33353" y="0"/>
                </a:cubicBezTo>
                <a:cubicBezTo>
                  <a:pt x="59496" y="0"/>
                  <a:pt x="84185" y="17031"/>
                  <a:pt x="84185" y="44034"/>
                </a:cubicBezTo>
                <a:close/>
                <a:moveTo>
                  <a:pt x="72466" y="43748"/>
                </a:moveTo>
                <a:cubicBezTo>
                  <a:pt x="72466" y="23717"/>
                  <a:pt x="51558" y="13145"/>
                  <a:pt x="33644" y="13145"/>
                </a:cubicBezTo>
                <a:cubicBezTo>
                  <a:pt x="21266" y="13145"/>
                  <a:pt x="11721" y="18774"/>
                  <a:pt x="11721" y="32090"/>
                </a:cubicBezTo>
                <a:cubicBezTo>
                  <a:pt x="11721" y="51835"/>
                  <a:pt x="32696" y="62551"/>
                  <a:pt x="50755" y="62551"/>
                </a:cubicBezTo>
                <a:cubicBezTo>
                  <a:pt x="62988" y="62551"/>
                  <a:pt x="72466" y="56950"/>
                  <a:pt x="72466" y="437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7C109-DC5C-45BB-9DFD-1D8EB42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3" y="1614830"/>
            <a:ext cx="108519" cy="31090"/>
          </a:xfrm>
          <a:custGeom xmlns:a="http://schemas.openxmlformats.org/drawingml/2006/main">
            <a:pathLst>
              <a:path w="108519" h="31090">
                <a:moveTo>
                  <a:pt x="0" y="0"/>
                </a:moveTo>
                <a:lnTo>
                  <a:pt x="108519" y="17974"/>
                </a:lnTo>
                <a:lnTo>
                  <a:pt x="108519" y="31090"/>
                </a:lnTo>
                <a:lnTo>
                  <a:pt x="0" y="1308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EFD95-F1B8-45E0-9F36-C23CE1EA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8" y="1541335"/>
            <a:ext cx="84185" cy="68751"/>
          </a:xfrm>
          <a:custGeom xmlns:a="http://schemas.openxmlformats.org/drawingml/2006/main">
            <a:pathLst>
              <a:path w="84185" h="68751">
                <a:moveTo>
                  <a:pt x="84185" y="40348"/>
                </a:moveTo>
                <a:cubicBezTo>
                  <a:pt x="84039" y="57379"/>
                  <a:pt x="76764" y="68037"/>
                  <a:pt x="62262" y="68751"/>
                </a:cubicBezTo>
                <a:lnTo>
                  <a:pt x="60153" y="56093"/>
                </a:lnTo>
                <a:cubicBezTo>
                  <a:pt x="69117" y="55293"/>
                  <a:pt x="72678" y="49520"/>
                  <a:pt x="72678" y="40148"/>
                </a:cubicBezTo>
                <a:cubicBezTo>
                  <a:pt x="72678" y="28404"/>
                  <a:pt x="66640" y="19745"/>
                  <a:pt x="59496" y="18488"/>
                </a:cubicBezTo>
                <a:cubicBezTo>
                  <a:pt x="54327" y="17688"/>
                  <a:pt x="50978" y="20688"/>
                  <a:pt x="49080" y="28346"/>
                </a:cubicBezTo>
                <a:lnTo>
                  <a:pt x="45877" y="41377"/>
                </a:lnTo>
                <a:cubicBezTo>
                  <a:pt x="42382" y="55578"/>
                  <a:pt x="34739" y="61779"/>
                  <a:pt x="22860" y="59779"/>
                </a:cubicBezTo>
                <a:cubicBezTo>
                  <a:pt x="9321" y="57550"/>
                  <a:pt x="0" y="43548"/>
                  <a:pt x="0" y="26660"/>
                </a:cubicBezTo>
                <a:cubicBezTo>
                  <a:pt x="291" y="9687"/>
                  <a:pt x="7792" y="2115"/>
                  <a:pt x="20025" y="0"/>
                </a:cubicBezTo>
                <a:lnTo>
                  <a:pt x="22214" y="12030"/>
                </a:lnTo>
                <a:cubicBezTo>
                  <a:pt x="16388" y="13345"/>
                  <a:pt x="11141" y="16745"/>
                  <a:pt x="11141" y="26861"/>
                </a:cubicBezTo>
                <a:cubicBezTo>
                  <a:pt x="11141" y="36919"/>
                  <a:pt x="16599" y="45520"/>
                  <a:pt x="23809" y="46692"/>
                </a:cubicBezTo>
                <a:cubicBezTo>
                  <a:pt x="29424" y="47635"/>
                  <a:pt x="32404" y="44348"/>
                  <a:pt x="34659" y="35176"/>
                </a:cubicBezTo>
                <a:lnTo>
                  <a:pt x="37573" y="23374"/>
                </a:lnTo>
                <a:cubicBezTo>
                  <a:pt x="41077" y="9173"/>
                  <a:pt x="48792" y="3143"/>
                  <a:pt x="60376" y="5029"/>
                </a:cubicBezTo>
                <a:cubicBezTo>
                  <a:pt x="74206" y="7372"/>
                  <a:pt x="84185" y="21631"/>
                  <a:pt x="84185" y="403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63DA3-6FC0-439D-BDA1-4A2B488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52" y="137789"/>
            <a:ext cx="90154" cy="120586"/>
          </a:xfrm>
          <a:custGeom xmlns:a="http://schemas.openxmlformats.org/drawingml/2006/main">
            <a:pathLst>
              <a:path w="90154" h="120586">
                <a:moveTo>
                  <a:pt x="0" y="120586"/>
                </a:moveTo>
                <a:lnTo>
                  <a:pt x="0" y="0"/>
                </a:lnTo>
                <a:lnTo>
                  <a:pt x="47034" y="0"/>
                </a:lnTo>
                <a:cubicBezTo>
                  <a:pt x="74438" y="0"/>
                  <a:pt x="90154" y="17002"/>
                  <a:pt x="90154" y="40719"/>
                </a:cubicBezTo>
                <a:cubicBezTo>
                  <a:pt x="90154" y="64579"/>
                  <a:pt x="74209" y="81153"/>
                  <a:pt x="46463" y="81153"/>
                </a:cubicBezTo>
                <a:lnTo>
                  <a:pt x="24689" y="81153"/>
                </a:lnTo>
                <a:lnTo>
                  <a:pt x="24689" y="100870"/>
                </a:lnTo>
                <a:lnTo>
                  <a:pt x="24689" y="120586"/>
                </a:lnTo>
                <a:lnTo>
                  <a:pt x="0" y="120586"/>
                </a:lnTo>
                <a:close/>
                <a:moveTo>
                  <a:pt x="24689" y="61265"/>
                </a:moveTo>
                <a:lnTo>
                  <a:pt x="42491" y="61265"/>
                </a:lnTo>
                <a:cubicBezTo>
                  <a:pt x="57550" y="61265"/>
                  <a:pt x="64665" y="52835"/>
                  <a:pt x="64665" y="40719"/>
                </a:cubicBezTo>
                <a:cubicBezTo>
                  <a:pt x="64665" y="28575"/>
                  <a:pt x="57550" y="20403"/>
                  <a:pt x="42405" y="20403"/>
                </a:cubicBezTo>
                <a:lnTo>
                  <a:pt x="24689" y="20403"/>
                </a:lnTo>
                <a:lnTo>
                  <a:pt x="24689" y="40834"/>
                </a:lnTo>
                <a:lnTo>
                  <a:pt x="24689" y="612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4BE2F-6525-4B74-9DEB-C8D66C9C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235" y="149847"/>
            <a:ext cx="104213" cy="108528"/>
          </a:xfrm>
          <a:custGeom xmlns:a="http://schemas.openxmlformats.org/drawingml/2006/main">
            <a:pathLst>
              <a:path w="104213" h="108528">
                <a:moveTo>
                  <a:pt x="0" y="108528"/>
                </a:moveTo>
                <a:lnTo>
                  <a:pt x="37062" y="0"/>
                </a:lnTo>
                <a:lnTo>
                  <a:pt x="66208" y="0"/>
                </a:lnTo>
                <a:lnTo>
                  <a:pt x="104213" y="108528"/>
                </a:lnTo>
                <a:lnTo>
                  <a:pt x="79524" y="108528"/>
                </a:lnTo>
                <a:lnTo>
                  <a:pt x="71152" y="83325"/>
                </a:lnTo>
                <a:lnTo>
                  <a:pt x="32633" y="83325"/>
                </a:lnTo>
                <a:lnTo>
                  <a:pt x="24546" y="108528"/>
                </a:lnTo>
                <a:lnTo>
                  <a:pt x="0" y="108528"/>
                </a:lnTo>
                <a:close/>
                <a:moveTo>
                  <a:pt x="38148" y="65923"/>
                </a:moveTo>
                <a:lnTo>
                  <a:pt x="65380" y="65923"/>
                </a:lnTo>
                <a:cubicBezTo>
                  <a:pt x="59922" y="50406"/>
                  <a:pt x="56350" y="36633"/>
                  <a:pt x="51406" y="17431"/>
                </a:cubicBezTo>
                <a:cubicBezTo>
                  <a:pt x="46606" y="36919"/>
                  <a:pt x="43405" y="50406"/>
                  <a:pt x="38148" y="659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51343-C811-421A-AB1D-3B8DA92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935" y="148390"/>
            <a:ext cx="85296" cy="111585"/>
          </a:xfrm>
          <a:custGeom xmlns:a="http://schemas.openxmlformats.org/drawingml/2006/main">
            <a:pathLst>
              <a:path w="85296" h="111585">
                <a:moveTo>
                  <a:pt x="43405" y="111585"/>
                </a:moveTo>
                <a:cubicBezTo>
                  <a:pt x="17345" y="111585"/>
                  <a:pt x="657" y="99412"/>
                  <a:pt x="0" y="76324"/>
                </a:cubicBezTo>
                <a:lnTo>
                  <a:pt x="21631" y="76324"/>
                </a:lnTo>
                <a:cubicBezTo>
                  <a:pt x="22374" y="87325"/>
                  <a:pt x="31175" y="92783"/>
                  <a:pt x="43177" y="92783"/>
                </a:cubicBezTo>
                <a:cubicBezTo>
                  <a:pt x="55064" y="92783"/>
                  <a:pt x="62951" y="87182"/>
                  <a:pt x="62951" y="78953"/>
                </a:cubicBezTo>
                <a:cubicBezTo>
                  <a:pt x="62951" y="71523"/>
                  <a:pt x="56007" y="68094"/>
                  <a:pt x="44206" y="65180"/>
                </a:cubicBezTo>
                <a:lnTo>
                  <a:pt x="32261" y="62208"/>
                </a:lnTo>
                <a:cubicBezTo>
                  <a:pt x="13916" y="57750"/>
                  <a:pt x="2915" y="48520"/>
                  <a:pt x="2915" y="32690"/>
                </a:cubicBezTo>
                <a:cubicBezTo>
                  <a:pt x="2915" y="13116"/>
                  <a:pt x="20117" y="0"/>
                  <a:pt x="43691" y="0"/>
                </a:cubicBezTo>
                <a:cubicBezTo>
                  <a:pt x="67723" y="0"/>
                  <a:pt x="83468" y="13345"/>
                  <a:pt x="83839" y="32404"/>
                </a:cubicBezTo>
                <a:lnTo>
                  <a:pt x="62351" y="32404"/>
                </a:lnTo>
                <a:cubicBezTo>
                  <a:pt x="61551" y="23746"/>
                  <a:pt x="54635" y="18717"/>
                  <a:pt x="43491" y="18717"/>
                </a:cubicBezTo>
                <a:cubicBezTo>
                  <a:pt x="32118" y="18717"/>
                  <a:pt x="25717" y="23974"/>
                  <a:pt x="25717" y="31261"/>
                </a:cubicBezTo>
                <a:cubicBezTo>
                  <a:pt x="25489" y="42605"/>
                  <a:pt x="42177" y="44720"/>
                  <a:pt x="52892" y="47349"/>
                </a:cubicBezTo>
                <a:cubicBezTo>
                  <a:pt x="71095" y="51778"/>
                  <a:pt x="85296" y="60893"/>
                  <a:pt x="85296" y="79096"/>
                </a:cubicBezTo>
                <a:cubicBezTo>
                  <a:pt x="85296" y="98841"/>
                  <a:pt x="69780" y="111585"/>
                  <a:pt x="43405" y="11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2F777-8B5A-4D75-AEB3-D1422B92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604" y="148390"/>
            <a:ext cx="85296" cy="111585"/>
          </a:xfrm>
          <a:custGeom xmlns:a="http://schemas.openxmlformats.org/drawingml/2006/main">
            <a:pathLst>
              <a:path w="85296" h="111585">
                <a:moveTo>
                  <a:pt x="43405" y="111585"/>
                </a:moveTo>
                <a:cubicBezTo>
                  <a:pt x="17345" y="111585"/>
                  <a:pt x="657" y="99412"/>
                  <a:pt x="0" y="76324"/>
                </a:cubicBezTo>
                <a:lnTo>
                  <a:pt x="21631" y="76324"/>
                </a:lnTo>
                <a:cubicBezTo>
                  <a:pt x="22374" y="87325"/>
                  <a:pt x="31175" y="92783"/>
                  <a:pt x="43177" y="92783"/>
                </a:cubicBezTo>
                <a:cubicBezTo>
                  <a:pt x="55064" y="92783"/>
                  <a:pt x="62922" y="87182"/>
                  <a:pt x="62922" y="78953"/>
                </a:cubicBezTo>
                <a:cubicBezTo>
                  <a:pt x="62922" y="71523"/>
                  <a:pt x="56007" y="68094"/>
                  <a:pt x="44206" y="65180"/>
                </a:cubicBezTo>
                <a:lnTo>
                  <a:pt x="32261" y="62208"/>
                </a:lnTo>
                <a:cubicBezTo>
                  <a:pt x="13916" y="57750"/>
                  <a:pt x="2915" y="48520"/>
                  <a:pt x="2915" y="32690"/>
                </a:cubicBezTo>
                <a:cubicBezTo>
                  <a:pt x="2915" y="13116"/>
                  <a:pt x="20117" y="0"/>
                  <a:pt x="43691" y="0"/>
                </a:cubicBezTo>
                <a:cubicBezTo>
                  <a:pt x="67723" y="0"/>
                  <a:pt x="83468" y="13345"/>
                  <a:pt x="83839" y="32404"/>
                </a:cubicBezTo>
                <a:lnTo>
                  <a:pt x="62351" y="32404"/>
                </a:lnTo>
                <a:cubicBezTo>
                  <a:pt x="61551" y="23746"/>
                  <a:pt x="54607" y="18717"/>
                  <a:pt x="43491" y="18717"/>
                </a:cubicBezTo>
                <a:cubicBezTo>
                  <a:pt x="32118" y="18717"/>
                  <a:pt x="25718" y="23974"/>
                  <a:pt x="25718" y="31261"/>
                </a:cubicBezTo>
                <a:cubicBezTo>
                  <a:pt x="25489" y="42605"/>
                  <a:pt x="42177" y="44720"/>
                  <a:pt x="52892" y="47349"/>
                </a:cubicBezTo>
                <a:cubicBezTo>
                  <a:pt x="71095" y="51778"/>
                  <a:pt x="85296" y="60893"/>
                  <a:pt x="85296" y="79096"/>
                </a:cubicBezTo>
                <a:cubicBezTo>
                  <a:pt x="85296" y="98841"/>
                  <a:pt x="69780" y="111585"/>
                  <a:pt x="43405" y="11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E1DFE-CC50-4879-A1B8-898225AC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03" y="149847"/>
            <a:ext cx="93755" cy="108528"/>
          </a:xfrm>
          <a:custGeom xmlns:a="http://schemas.openxmlformats.org/drawingml/2006/main">
            <a:pathLst>
              <a:path w="93755" h="108528">
                <a:moveTo>
                  <a:pt x="0" y="108528"/>
                </a:moveTo>
                <a:lnTo>
                  <a:pt x="0" y="0"/>
                </a:lnTo>
                <a:lnTo>
                  <a:pt x="22231" y="0"/>
                </a:lnTo>
                <a:cubicBezTo>
                  <a:pt x="22289" y="18288"/>
                  <a:pt x="22231" y="36490"/>
                  <a:pt x="21860" y="54350"/>
                </a:cubicBezTo>
                <a:cubicBezTo>
                  <a:pt x="33290" y="35833"/>
                  <a:pt x="51349" y="17059"/>
                  <a:pt x="65408" y="0"/>
                </a:cubicBezTo>
                <a:lnTo>
                  <a:pt x="92583" y="0"/>
                </a:lnTo>
                <a:lnTo>
                  <a:pt x="52007" y="46977"/>
                </a:lnTo>
                <a:lnTo>
                  <a:pt x="93755" y="108528"/>
                </a:lnTo>
                <a:lnTo>
                  <a:pt x="67437" y="108528"/>
                </a:lnTo>
                <a:lnTo>
                  <a:pt x="36633" y="61608"/>
                </a:lnTo>
                <a:lnTo>
                  <a:pt x="22231" y="77495"/>
                </a:lnTo>
                <a:lnTo>
                  <a:pt x="22231" y="93012"/>
                </a:lnTo>
                <a:lnTo>
                  <a:pt x="22231" y="108528"/>
                </a:lnTo>
                <a:lnTo>
                  <a:pt x="0" y="1085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ECF4D-A428-4BEC-925B-BC47C1D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173" y="149847"/>
            <a:ext cx="72752" cy="108528"/>
          </a:xfrm>
          <a:custGeom xmlns:a="http://schemas.openxmlformats.org/drawingml/2006/main">
            <a:pathLst>
              <a:path w="72752" h="108528">
                <a:moveTo>
                  <a:pt x="0" y="108528"/>
                </a:moveTo>
                <a:lnTo>
                  <a:pt x="0" y="0"/>
                </a:lnTo>
                <a:lnTo>
                  <a:pt x="72609" y="0"/>
                </a:lnTo>
                <a:lnTo>
                  <a:pt x="72609" y="18431"/>
                </a:lnTo>
                <a:lnTo>
                  <a:pt x="22231" y="18431"/>
                </a:lnTo>
                <a:lnTo>
                  <a:pt x="22231" y="31547"/>
                </a:lnTo>
                <a:lnTo>
                  <a:pt x="22231" y="44663"/>
                </a:lnTo>
                <a:lnTo>
                  <a:pt x="68837" y="44663"/>
                </a:lnTo>
                <a:lnTo>
                  <a:pt x="68837" y="53721"/>
                </a:lnTo>
                <a:lnTo>
                  <a:pt x="68837" y="62779"/>
                </a:lnTo>
                <a:lnTo>
                  <a:pt x="22231" y="62779"/>
                </a:lnTo>
                <a:lnTo>
                  <a:pt x="22231" y="76438"/>
                </a:lnTo>
                <a:lnTo>
                  <a:pt x="22231" y="90097"/>
                </a:lnTo>
                <a:lnTo>
                  <a:pt x="72752" y="90097"/>
                </a:lnTo>
                <a:lnTo>
                  <a:pt x="72752" y="99298"/>
                </a:lnTo>
                <a:lnTo>
                  <a:pt x="72752" y="108528"/>
                </a:lnTo>
                <a:lnTo>
                  <a:pt x="0" y="1085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930AF-6075-476D-B96B-E0C958F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527" y="149847"/>
            <a:ext cx="101898" cy="108528"/>
          </a:xfrm>
          <a:custGeom xmlns:a="http://schemas.openxmlformats.org/drawingml/2006/main">
            <a:pathLst>
              <a:path w="101898" h="108528">
                <a:moveTo>
                  <a:pt x="40205" y="108528"/>
                </a:moveTo>
                <a:lnTo>
                  <a:pt x="40205" y="67723"/>
                </a:lnTo>
                <a:lnTo>
                  <a:pt x="0" y="0"/>
                </a:lnTo>
                <a:lnTo>
                  <a:pt x="26003" y="0"/>
                </a:lnTo>
                <a:lnTo>
                  <a:pt x="44348" y="33804"/>
                </a:lnTo>
                <a:cubicBezTo>
                  <a:pt x="47120" y="38748"/>
                  <a:pt x="49235" y="43263"/>
                  <a:pt x="51406" y="48949"/>
                </a:cubicBezTo>
                <a:cubicBezTo>
                  <a:pt x="58407" y="31232"/>
                  <a:pt x="67808" y="16459"/>
                  <a:pt x="75952" y="0"/>
                </a:cubicBezTo>
                <a:lnTo>
                  <a:pt x="101898" y="0"/>
                </a:lnTo>
                <a:lnTo>
                  <a:pt x="62351" y="67723"/>
                </a:lnTo>
                <a:lnTo>
                  <a:pt x="62351" y="88125"/>
                </a:lnTo>
                <a:lnTo>
                  <a:pt x="62351" y="108528"/>
                </a:lnTo>
                <a:lnTo>
                  <a:pt x="40205" y="1085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6920E-A22F-4E79-AD5F-3182249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169" y="148390"/>
            <a:ext cx="85268" cy="111585"/>
          </a:xfrm>
          <a:custGeom xmlns:a="http://schemas.openxmlformats.org/drawingml/2006/main">
            <a:pathLst>
              <a:path w="85268" h="111585">
                <a:moveTo>
                  <a:pt x="43405" y="111585"/>
                </a:moveTo>
                <a:cubicBezTo>
                  <a:pt x="17345" y="111585"/>
                  <a:pt x="657" y="99412"/>
                  <a:pt x="0" y="76324"/>
                </a:cubicBezTo>
                <a:lnTo>
                  <a:pt x="21631" y="76324"/>
                </a:lnTo>
                <a:cubicBezTo>
                  <a:pt x="22346" y="87325"/>
                  <a:pt x="31175" y="92783"/>
                  <a:pt x="43177" y="92783"/>
                </a:cubicBezTo>
                <a:cubicBezTo>
                  <a:pt x="55064" y="92783"/>
                  <a:pt x="62922" y="87182"/>
                  <a:pt x="62922" y="78953"/>
                </a:cubicBezTo>
                <a:cubicBezTo>
                  <a:pt x="62922" y="71523"/>
                  <a:pt x="56007" y="68094"/>
                  <a:pt x="44206" y="65180"/>
                </a:cubicBezTo>
                <a:lnTo>
                  <a:pt x="32261" y="62208"/>
                </a:lnTo>
                <a:cubicBezTo>
                  <a:pt x="13916" y="57750"/>
                  <a:pt x="2915" y="48520"/>
                  <a:pt x="2915" y="32690"/>
                </a:cubicBezTo>
                <a:cubicBezTo>
                  <a:pt x="2915" y="13116"/>
                  <a:pt x="20088" y="0"/>
                  <a:pt x="43691" y="0"/>
                </a:cubicBezTo>
                <a:cubicBezTo>
                  <a:pt x="67723" y="0"/>
                  <a:pt x="83468" y="13345"/>
                  <a:pt x="83839" y="32404"/>
                </a:cubicBezTo>
                <a:lnTo>
                  <a:pt x="62351" y="32404"/>
                </a:lnTo>
                <a:cubicBezTo>
                  <a:pt x="61522" y="23746"/>
                  <a:pt x="54607" y="18717"/>
                  <a:pt x="43463" y="18717"/>
                </a:cubicBezTo>
                <a:cubicBezTo>
                  <a:pt x="32118" y="18717"/>
                  <a:pt x="25718" y="23974"/>
                  <a:pt x="25718" y="31261"/>
                </a:cubicBezTo>
                <a:cubicBezTo>
                  <a:pt x="25489" y="42605"/>
                  <a:pt x="42177" y="44720"/>
                  <a:pt x="52864" y="47349"/>
                </a:cubicBezTo>
                <a:cubicBezTo>
                  <a:pt x="71066" y="51778"/>
                  <a:pt x="85268" y="60893"/>
                  <a:pt x="85268" y="79096"/>
                </a:cubicBezTo>
                <a:cubicBezTo>
                  <a:pt x="85268" y="98841"/>
                  <a:pt x="69752" y="111585"/>
                  <a:pt x="43405" y="11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305FE-DB60-4662-A32C-4C827435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582" y="199053"/>
            <a:ext cx="54864" cy="19431"/>
          </a:xfrm>
          <a:custGeom xmlns:a="http://schemas.openxmlformats.org/drawingml/2006/main">
            <a:pathLst>
              <a:path w="54864" h="19431">
                <a:moveTo>
                  <a:pt x="54864" y="0"/>
                </a:moveTo>
                <a:lnTo>
                  <a:pt x="54864" y="19431"/>
                </a:lnTo>
                <a:lnTo>
                  <a:pt x="0" y="19431"/>
                </a:lnTo>
                <a:lnTo>
                  <a:pt x="0" y="0"/>
                </a:lnTo>
                <a:lnTo>
                  <a:pt x="5486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62D62-C6C3-4F20-8A0D-65E1E61D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162" y="137789"/>
            <a:ext cx="115786" cy="120586"/>
          </a:xfrm>
          <a:custGeom xmlns:a="http://schemas.openxmlformats.org/drawingml/2006/main">
            <a:pathLst>
              <a:path w="115786" h="120586">
                <a:moveTo>
                  <a:pt x="0" y="120586"/>
                </a:moveTo>
                <a:lnTo>
                  <a:pt x="41177" y="0"/>
                </a:lnTo>
                <a:lnTo>
                  <a:pt x="73552" y="0"/>
                </a:lnTo>
                <a:lnTo>
                  <a:pt x="115786" y="120586"/>
                </a:lnTo>
                <a:lnTo>
                  <a:pt x="88354" y="120586"/>
                </a:lnTo>
                <a:lnTo>
                  <a:pt x="79038" y="92583"/>
                </a:lnTo>
                <a:lnTo>
                  <a:pt x="36233" y="92583"/>
                </a:lnTo>
                <a:lnTo>
                  <a:pt x="27261" y="120586"/>
                </a:lnTo>
                <a:lnTo>
                  <a:pt x="0" y="120586"/>
                </a:lnTo>
                <a:close/>
                <a:moveTo>
                  <a:pt x="42405" y="73238"/>
                </a:moveTo>
                <a:lnTo>
                  <a:pt x="72666" y="73238"/>
                </a:lnTo>
                <a:cubicBezTo>
                  <a:pt x="66580" y="56007"/>
                  <a:pt x="62608" y="40719"/>
                  <a:pt x="57121" y="19345"/>
                </a:cubicBezTo>
                <a:cubicBezTo>
                  <a:pt x="51778" y="41034"/>
                  <a:pt x="48235" y="56007"/>
                  <a:pt x="42405" y="732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0C431-C33C-41C1-A313-A360396F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863" y="149847"/>
            <a:ext cx="88611" cy="108528"/>
          </a:xfrm>
          <a:custGeom xmlns:a="http://schemas.openxmlformats.org/drawingml/2006/main">
            <a:pathLst>
              <a:path w="88611" h="108528">
                <a:moveTo>
                  <a:pt x="0" y="18431"/>
                </a:moveTo>
                <a:lnTo>
                  <a:pt x="0" y="0"/>
                </a:lnTo>
                <a:lnTo>
                  <a:pt x="88611" y="0"/>
                </a:lnTo>
                <a:lnTo>
                  <a:pt x="88611" y="18431"/>
                </a:lnTo>
                <a:lnTo>
                  <a:pt x="55493" y="18431"/>
                </a:lnTo>
                <a:lnTo>
                  <a:pt x="55493" y="63465"/>
                </a:lnTo>
                <a:lnTo>
                  <a:pt x="55493" y="108528"/>
                </a:lnTo>
                <a:lnTo>
                  <a:pt x="33204" y="108528"/>
                </a:lnTo>
                <a:lnTo>
                  <a:pt x="33204" y="63465"/>
                </a:lnTo>
                <a:lnTo>
                  <a:pt x="33204" y="18431"/>
                </a:lnTo>
                <a:lnTo>
                  <a:pt x="0" y="184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9E315-AF6D-41B1-AAB3-59133C4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18" y="149847"/>
            <a:ext cx="88611" cy="108528"/>
          </a:xfrm>
          <a:custGeom xmlns:a="http://schemas.openxmlformats.org/drawingml/2006/main">
            <a:pathLst>
              <a:path w="88611" h="108528">
                <a:moveTo>
                  <a:pt x="0" y="18431"/>
                </a:moveTo>
                <a:lnTo>
                  <a:pt x="0" y="0"/>
                </a:lnTo>
                <a:lnTo>
                  <a:pt x="88611" y="0"/>
                </a:lnTo>
                <a:lnTo>
                  <a:pt x="88611" y="18431"/>
                </a:lnTo>
                <a:lnTo>
                  <a:pt x="55493" y="18431"/>
                </a:lnTo>
                <a:lnTo>
                  <a:pt x="55493" y="63465"/>
                </a:lnTo>
                <a:lnTo>
                  <a:pt x="55493" y="108528"/>
                </a:lnTo>
                <a:lnTo>
                  <a:pt x="33204" y="108528"/>
                </a:lnTo>
                <a:lnTo>
                  <a:pt x="33204" y="63465"/>
                </a:lnTo>
                <a:lnTo>
                  <a:pt x="33204" y="18431"/>
                </a:lnTo>
                <a:lnTo>
                  <a:pt x="0" y="184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971B4-73A5-43FA-B7BD-BFA7763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829" y="149847"/>
            <a:ext cx="104213" cy="108528"/>
          </a:xfrm>
          <a:custGeom xmlns:a="http://schemas.openxmlformats.org/drawingml/2006/main">
            <a:pathLst>
              <a:path w="104213" h="108528">
                <a:moveTo>
                  <a:pt x="0" y="108528"/>
                </a:moveTo>
                <a:lnTo>
                  <a:pt x="37062" y="0"/>
                </a:lnTo>
                <a:lnTo>
                  <a:pt x="66208" y="0"/>
                </a:lnTo>
                <a:lnTo>
                  <a:pt x="104213" y="108528"/>
                </a:lnTo>
                <a:lnTo>
                  <a:pt x="79524" y="108528"/>
                </a:lnTo>
                <a:lnTo>
                  <a:pt x="71152" y="83325"/>
                </a:lnTo>
                <a:lnTo>
                  <a:pt x="32633" y="83325"/>
                </a:lnTo>
                <a:lnTo>
                  <a:pt x="24546" y="108528"/>
                </a:lnTo>
                <a:lnTo>
                  <a:pt x="0" y="108528"/>
                </a:lnTo>
                <a:close/>
                <a:moveTo>
                  <a:pt x="38148" y="65923"/>
                </a:moveTo>
                <a:lnTo>
                  <a:pt x="65380" y="65923"/>
                </a:lnTo>
                <a:cubicBezTo>
                  <a:pt x="59922" y="50406"/>
                  <a:pt x="56350" y="36633"/>
                  <a:pt x="51406" y="17431"/>
                </a:cubicBezTo>
                <a:cubicBezTo>
                  <a:pt x="46606" y="36919"/>
                  <a:pt x="43405" y="50406"/>
                  <a:pt x="38148" y="659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40AB3-D050-4A72-B172-20779A12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185" y="148390"/>
            <a:ext cx="97155" cy="111442"/>
          </a:xfrm>
          <a:custGeom xmlns:a="http://schemas.openxmlformats.org/drawingml/2006/main">
            <a:pathLst>
              <a:path w="97155" h="111442">
                <a:moveTo>
                  <a:pt x="50406" y="111442"/>
                </a:moveTo>
                <a:cubicBezTo>
                  <a:pt x="21488" y="111442"/>
                  <a:pt x="0" y="91040"/>
                  <a:pt x="0" y="55807"/>
                </a:cubicBezTo>
                <a:cubicBezTo>
                  <a:pt x="0" y="20317"/>
                  <a:pt x="21774" y="0"/>
                  <a:pt x="50406" y="0"/>
                </a:cubicBezTo>
                <a:cubicBezTo>
                  <a:pt x="75095" y="0"/>
                  <a:pt x="93897" y="14116"/>
                  <a:pt x="97098" y="38519"/>
                </a:cubicBezTo>
                <a:lnTo>
                  <a:pt x="74581" y="38519"/>
                </a:lnTo>
                <a:cubicBezTo>
                  <a:pt x="72552" y="26746"/>
                  <a:pt x="63208" y="19745"/>
                  <a:pt x="50835" y="19745"/>
                </a:cubicBezTo>
                <a:cubicBezTo>
                  <a:pt x="33861" y="19745"/>
                  <a:pt x="22574" y="32776"/>
                  <a:pt x="22574" y="55807"/>
                </a:cubicBezTo>
                <a:cubicBezTo>
                  <a:pt x="22574" y="79324"/>
                  <a:pt x="34033" y="91697"/>
                  <a:pt x="50778" y="91697"/>
                </a:cubicBezTo>
                <a:cubicBezTo>
                  <a:pt x="63151" y="91697"/>
                  <a:pt x="72466" y="84639"/>
                  <a:pt x="74638" y="72838"/>
                </a:cubicBezTo>
                <a:lnTo>
                  <a:pt x="97155" y="72838"/>
                </a:lnTo>
                <a:cubicBezTo>
                  <a:pt x="94698" y="93012"/>
                  <a:pt x="77781" y="111442"/>
                  <a:pt x="50406" y="1114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95351-8CE2-4E12-AE94-38C1B932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514" y="149847"/>
            <a:ext cx="93726" cy="108528"/>
          </a:xfrm>
          <a:custGeom xmlns:a="http://schemas.openxmlformats.org/drawingml/2006/main">
            <a:pathLst>
              <a:path w="93726" h="108528">
                <a:moveTo>
                  <a:pt x="0" y="108528"/>
                </a:moveTo>
                <a:lnTo>
                  <a:pt x="0" y="0"/>
                </a:lnTo>
                <a:lnTo>
                  <a:pt x="22203" y="0"/>
                </a:lnTo>
                <a:cubicBezTo>
                  <a:pt x="22288" y="18288"/>
                  <a:pt x="22203" y="36490"/>
                  <a:pt x="21831" y="54350"/>
                </a:cubicBezTo>
                <a:cubicBezTo>
                  <a:pt x="33290" y="35833"/>
                  <a:pt x="51349" y="17059"/>
                  <a:pt x="65408" y="0"/>
                </a:cubicBezTo>
                <a:lnTo>
                  <a:pt x="92554" y="0"/>
                </a:lnTo>
                <a:lnTo>
                  <a:pt x="52006" y="46977"/>
                </a:lnTo>
                <a:lnTo>
                  <a:pt x="93726" y="108528"/>
                </a:lnTo>
                <a:lnTo>
                  <a:pt x="67437" y="108528"/>
                </a:lnTo>
                <a:lnTo>
                  <a:pt x="36633" y="61608"/>
                </a:lnTo>
                <a:lnTo>
                  <a:pt x="22203" y="77495"/>
                </a:lnTo>
                <a:lnTo>
                  <a:pt x="22203" y="93012"/>
                </a:lnTo>
                <a:lnTo>
                  <a:pt x="22203" y="108528"/>
                </a:lnTo>
                <a:lnTo>
                  <a:pt x="0" y="1085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A709C-1B1B-40B2-A81E-841B0F4A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784" y="149847"/>
            <a:ext cx="72752" cy="108528"/>
          </a:xfrm>
          <a:custGeom xmlns:a="http://schemas.openxmlformats.org/drawingml/2006/main">
            <a:pathLst>
              <a:path w="72752" h="108528">
                <a:moveTo>
                  <a:pt x="0" y="108528"/>
                </a:moveTo>
                <a:lnTo>
                  <a:pt x="0" y="0"/>
                </a:lnTo>
                <a:lnTo>
                  <a:pt x="72609" y="0"/>
                </a:lnTo>
                <a:lnTo>
                  <a:pt x="72609" y="18431"/>
                </a:lnTo>
                <a:lnTo>
                  <a:pt x="22203" y="18431"/>
                </a:lnTo>
                <a:lnTo>
                  <a:pt x="22203" y="31547"/>
                </a:lnTo>
                <a:lnTo>
                  <a:pt x="22203" y="44663"/>
                </a:lnTo>
                <a:lnTo>
                  <a:pt x="68837" y="44663"/>
                </a:lnTo>
                <a:lnTo>
                  <a:pt x="68837" y="53721"/>
                </a:lnTo>
                <a:lnTo>
                  <a:pt x="68837" y="62779"/>
                </a:lnTo>
                <a:lnTo>
                  <a:pt x="22203" y="62779"/>
                </a:lnTo>
                <a:lnTo>
                  <a:pt x="22203" y="76438"/>
                </a:lnTo>
                <a:lnTo>
                  <a:pt x="22203" y="90097"/>
                </a:lnTo>
                <a:lnTo>
                  <a:pt x="72752" y="90097"/>
                </a:lnTo>
                <a:lnTo>
                  <a:pt x="72752" y="99298"/>
                </a:lnTo>
                <a:lnTo>
                  <a:pt x="72752" y="108528"/>
                </a:lnTo>
                <a:lnTo>
                  <a:pt x="0" y="1085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BDD7F-7B40-4169-9B2E-F733959A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396" y="149847"/>
            <a:ext cx="84982" cy="108528"/>
          </a:xfrm>
          <a:custGeom xmlns:a="http://schemas.openxmlformats.org/drawingml/2006/main">
            <a:pathLst>
              <a:path w="84982" h="108528">
                <a:moveTo>
                  <a:pt x="0" y="108528"/>
                </a:moveTo>
                <a:lnTo>
                  <a:pt x="0" y="0"/>
                </a:lnTo>
                <a:lnTo>
                  <a:pt x="42291" y="0"/>
                </a:lnTo>
                <a:cubicBezTo>
                  <a:pt x="67008" y="0"/>
                  <a:pt x="81124" y="14002"/>
                  <a:pt x="81124" y="35319"/>
                </a:cubicBezTo>
                <a:cubicBezTo>
                  <a:pt x="81124" y="50178"/>
                  <a:pt x="74266" y="60893"/>
                  <a:pt x="61893" y="66208"/>
                </a:cubicBezTo>
                <a:lnTo>
                  <a:pt x="84982" y="108528"/>
                </a:lnTo>
                <a:lnTo>
                  <a:pt x="60379" y="108528"/>
                </a:lnTo>
                <a:lnTo>
                  <a:pt x="39691" y="69780"/>
                </a:lnTo>
                <a:lnTo>
                  <a:pt x="22203" y="69780"/>
                </a:lnTo>
                <a:lnTo>
                  <a:pt x="22203" y="89154"/>
                </a:lnTo>
                <a:lnTo>
                  <a:pt x="22203" y="108528"/>
                </a:lnTo>
                <a:lnTo>
                  <a:pt x="0" y="108528"/>
                </a:lnTo>
                <a:close/>
                <a:moveTo>
                  <a:pt x="22203" y="51778"/>
                </a:moveTo>
                <a:lnTo>
                  <a:pt x="38233" y="51778"/>
                </a:lnTo>
                <a:cubicBezTo>
                  <a:pt x="51778" y="51778"/>
                  <a:pt x="58179" y="46177"/>
                  <a:pt x="58179" y="35319"/>
                </a:cubicBezTo>
                <a:cubicBezTo>
                  <a:pt x="58179" y="24403"/>
                  <a:pt x="51778" y="18345"/>
                  <a:pt x="38148" y="18345"/>
                </a:cubicBezTo>
                <a:lnTo>
                  <a:pt x="22203" y="18345"/>
                </a:lnTo>
                <a:lnTo>
                  <a:pt x="22203" y="35119"/>
                </a:lnTo>
                <a:lnTo>
                  <a:pt x="22203" y="517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9510B-90DF-4791-956F-4E61F7C4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70" y="143218"/>
            <a:ext cx="39119" cy="135474"/>
          </a:xfrm>
          <a:custGeom xmlns:a="http://schemas.openxmlformats.org/drawingml/2006/main">
            <a:pathLst>
              <a:path w="39119" h="135474">
                <a:moveTo>
                  <a:pt x="0" y="70952"/>
                </a:moveTo>
                <a:cubicBezTo>
                  <a:pt x="0" y="46920"/>
                  <a:pt x="7801" y="17631"/>
                  <a:pt x="18802" y="0"/>
                </a:cubicBezTo>
                <a:lnTo>
                  <a:pt x="39119" y="0"/>
                </a:lnTo>
                <a:cubicBezTo>
                  <a:pt x="28575" y="22660"/>
                  <a:pt x="22317" y="49092"/>
                  <a:pt x="22317" y="70952"/>
                </a:cubicBezTo>
                <a:cubicBezTo>
                  <a:pt x="22317" y="90011"/>
                  <a:pt x="27175" y="108242"/>
                  <a:pt x="39119" y="135474"/>
                </a:cubicBezTo>
                <a:lnTo>
                  <a:pt x="18802" y="135474"/>
                </a:lnTo>
                <a:cubicBezTo>
                  <a:pt x="6487" y="115072"/>
                  <a:pt x="0" y="92783"/>
                  <a:pt x="0" y="709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5B9FA-C2B5-4106-AF99-F6F869F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219" y="148390"/>
            <a:ext cx="73981" cy="131902"/>
          </a:xfrm>
          <a:custGeom xmlns:a="http://schemas.openxmlformats.org/drawingml/2006/main">
            <a:pathLst>
              <a:path w="73981" h="131902">
                <a:moveTo>
                  <a:pt x="66694" y="28346"/>
                </a:moveTo>
                <a:lnTo>
                  <a:pt x="47349" y="28346"/>
                </a:lnTo>
                <a:cubicBezTo>
                  <a:pt x="47263" y="22574"/>
                  <a:pt x="43548" y="18374"/>
                  <a:pt x="36033" y="18374"/>
                </a:cubicBezTo>
                <a:cubicBezTo>
                  <a:pt x="30147" y="18374"/>
                  <a:pt x="25346" y="21060"/>
                  <a:pt x="25346" y="26146"/>
                </a:cubicBezTo>
                <a:cubicBezTo>
                  <a:pt x="25346" y="31318"/>
                  <a:pt x="31232" y="35176"/>
                  <a:pt x="35547" y="37005"/>
                </a:cubicBezTo>
                <a:lnTo>
                  <a:pt x="55778" y="46549"/>
                </a:lnTo>
                <a:cubicBezTo>
                  <a:pt x="61379" y="49178"/>
                  <a:pt x="73981" y="55864"/>
                  <a:pt x="72466" y="71380"/>
                </a:cubicBezTo>
                <a:cubicBezTo>
                  <a:pt x="71523" y="80039"/>
                  <a:pt x="63722" y="84553"/>
                  <a:pt x="58779" y="86154"/>
                </a:cubicBezTo>
                <a:cubicBezTo>
                  <a:pt x="64579" y="91269"/>
                  <a:pt x="67723" y="97612"/>
                  <a:pt x="67723" y="105670"/>
                </a:cubicBezTo>
                <a:cubicBezTo>
                  <a:pt x="67723" y="122358"/>
                  <a:pt x="54178" y="131902"/>
                  <a:pt x="36633" y="131902"/>
                </a:cubicBezTo>
                <a:cubicBezTo>
                  <a:pt x="17345" y="131902"/>
                  <a:pt x="4001" y="120529"/>
                  <a:pt x="4001" y="102927"/>
                </a:cubicBezTo>
                <a:lnTo>
                  <a:pt x="23374" y="102927"/>
                </a:lnTo>
                <a:cubicBezTo>
                  <a:pt x="23374" y="109842"/>
                  <a:pt x="28461" y="113757"/>
                  <a:pt x="36833" y="113386"/>
                </a:cubicBezTo>
                <a:cubicBezTo>
                  <a:pt x="42462" y="113243"/>
                  <a:pt x="48149" y="111071"/>
                  <a:pt x="48206" y="105670"/>
                </a:cubicBezTo>
                <a:cubicBezTo>
                  <a:pt x="48149" y="100012"/>
                  <a:pt x="42377" y="96869"/>
                  <a:pt x="38319" y="94840"/>
                </a:cubicBezTo>
                <a:lnTo>
                  <a:pt x="18059" y="85439"/>
                </a:lnTo>
                <a:cubicBezTo>
                  <a:pt x="11201" y="82296"/>
                  <a:pt x="0" y="75667"/>
                  <a:pt x="1229" y="60979"/>
                </a:cubicBezTo>
                <a:cubicBezTo>
                  <a:pt x="1886" y="52092"/>
                  <a:pt x="9087" y="47349"/>
                  <a:pt x="14716" y="45806"/>
                </a:cubicBezTo>
                <a:lnTo>
                  <a:pt x="14716" y="45720"/>
                </a:lnTo>
                <a:lnTo>
                  <a:pt x="14716" y="45606"/>
                </a:lnTo>
                <a:cubicBezTo>
                  <a:pt x="9458" y="40491"/>
                  <a:pt x="5886" y="34233"/>
                  <a:pt x="5886" y="26146"/>
                </a:cubicBezTo>
                <a:cubicBezTo>
                  <a:pt x="5886" y="11059"/>
                  <a:pt x="18345" y="0"/>
                  <a:pt x="36033" y="0"/>
                </a:cubicBezTo>
                <a:cubicBezTo>
                  <a:pt x="54407" y="0"/>
                  <a:pt x="66637" y="11944"/>
                  <a:pt x="66694" y="28346"/>
                </a:cubicBezTo>
                <a:close/>
                <a:moveTo>
                  <a:pt x="54407" y="71952"/>
                </a:moveTo>
                <a:cubicBezTo>
                  <a:pt x="54835" y="68237"/>
                  <a:pt x="51778" y="64751"/>
                  <a:pt x="45806" y="62122"/>
                </a:cubicBezTo>
                <a:lnTo>
                  <a:pt x="27803" y="53835"/>
                </a:lnTo>
                <a:cubicBezTo>
                  <a:pt x="24089" y="52149"/>
                  <a:pt x="19745" y="54778"/>
                  <a:pt x="19145" y="59636"/>
                </a:cubicBezTo>
                <a:cubicBezTo>
                  <a:pt x="18488" y="63808"/>
                  <a:pt x="21974" y="67237"/>
                  <a:pt x="27889" y="69780"/>
                </a:cubicBezTo>
                <a:lnTo>
                  <a:pt x="45663" y="77867"/>
                </a:lnTo>
                <a:cubicBezTo>
                  <a:pt x="49063" y="79553"/>
                  <a:pt x="53892" y="76695"/>
                  <a:pt x="54407" y="719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DF329-BE39-450F-A812-5D1ACD80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373" y="149847"/>
            <a:ext cx="79096" cy="109985"/>
          </a:xfrm>
          <a:custGeom xmlns:a="http://schemas.openxmlformats.org/drawingml/2006/main">
            <a:pathLst>
              <a:path w="79096" h="109985">
                <a:moveTo>
                  <a:pt x="38976" y="109985"/>
                </a:moveTo>
                <a:cubicBezTo>
                  <a:pt x="16688" y="109985"/>
                  <a:pt x="429" y="96641"/>
                  <a:pt x="0" y="78095"/>
                </a:cubicBezTo>
                <a:lnTo>
                  <a:pt x="21631" y="78095"/>
                </a:lnTo>
                <a:cubicBezTo>
                  <a:pt x="22060" y="86611"/>
                  <a:pt x="29632" y="92354"/>
                  <a:pt x="38976" y="92354"/>
                </a:cubicBezTo>
                <a:cubicBezTo>
                  <a:pt x="49806" y="92354"/>
                  <a:pt x="57550" y="84496"/>
                  <a:pt x="57550" y="72981"/>
                </a:cubicBezTo>
                <a:cubicBezTo>
                  <a:pt x="57550" y="61408"/>
                  <a:pt x="49663" y="53321"/>
                  <a:pt x="38519" y="53321"/>
                </a:cubicBezTo>
                <a:cubicBezTo>
                  <a:pt x="32033" y="53321"/>
                  <a:pt x="25575" y="56150"/>
                  <a:pt x="22203" y="60465"/>
                </a:cubicBezTo>
                <a:lnTo>
                  <a:pt x="2257" y="56950"/>
                </a:lnTo>
                <a:lnTo>
                  <a:pt x="7487" y="0"/>
                </a:lnTo>
                <a:lnTo>
                  <a:pt x="73123" y="0"/>
                </a:lnTo>
                <a:lnTo>
                  <a:pt x="73123" y="9173"/>
                </a:lnTo>
                <a:lnTo>
                  <a:pt x="73123" y="18345"/>
                </a:lnTo>
                <a:lnTo>
                  <a:pt x="25918" y="18345"/>
                </a:lnTo>
                <a:lnTo>
                  <a:pt x="23089" y="45806"/>
                </a:lnTo>
                <a:lnTo>
                  <a:pt x="23660" y="45806"/>
                </a:lnTo>
                <a:cubicBezTo>
                  <a:pt x="27518" y="40577"/>
                  <a:pt x="35690" y="36776"/>
                  <a:pt x="45091" y="36776"/>
                </a:cubicBezTo>
                <a:cubicBezTo>
                  <a:pt x="64665" y="36776"/>
                  <a:pt x="79096" y="51635"/>
                  <a:pt x="79096" y="72466"/>
                </a:cubicBezTo>
                <a:cubicBezTo>
                  <a:pt x="79096" y="94326"/>
                  <a:pt x="62779" y="109985"/>
                  <a:pt x="38976" y="1099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917E1-C5F6-41DF-8053-CD519BE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184" y="143218"/>
            <a:ext cx="39062" cy="135474"/>
          </a:xfrm>
          <a:custGeom xmlns:a="http://schemas.openxmlformats.org/drawingml/2006/main">
            <a:pathLst>
              <a:path w="39062" h="135474">
                <a:moveTo>
                  <a:pt x="0" y="135474"/>
                </a:moveTo>
                <a:cubicBezTo>
                  <a:pt x="12087" y="107871"/>
                  <a:pt x="16745" y="89811"/>
                  <a:pt x="16745" y="70952"/>
                </a:cubicBezTo>
                <a:cubicBezTo>
                  <a:pt x="16745" y="49092"/>
                  <a:pt x="10487" y="22660"/>
                  <a:pt x="0" y="0"/>
                </a:cubicBezTo>
                <a:lnTo>
                  <a:pt x="20260" y="0"/>
                </a:lnTo>
                <a:cubicBezTo>
                  <a:pt x="31232" y="17574"/>
                  <a:pt x="39062" y="46920"/>
                  <a:pt x="39062" y="70952"/>
                </a:cubicBezTo>
                <a:cubicBezTo>
                  <a:pt x="39062" y="92926"/>
                  <a:pt x="32490" y="115214"/>
                  <a:pt x="20260" y="135474"/>
                </a:cubicBezTo>
                <a:lnTo>
                  <a:pt x="0" y="1354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1D5B6-7CB3-44D5-8E16-B4BE2894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622" y="360359"/>
            <a:ext cx="83439" cy="84182"/>
          </a:xfrm>
          <a:custGeom xmlns:a="http://schemas.openxmlformats.org/drawingml/2006/main">
            <a:pathLst>
              <a:path w="83439" h="84182">
                <a:moveTo>
                  <a:pt x="31747" y="84182"/>
                </a:moveTo>
                <a:cubicBezTo>
                  <a:pt x="11430" y="84182"/>
                  <a:pt x="0" y="67723"/>
                  <a:pt x="4286" y="41891"/>
                </a:cubicBezTo>
                <a:cubicBezTo>
                  <a:pt x="8601" y="16031"/>
                  <a:pt x="25632" y="0"/>
                  <a:pt x="45863" y="0"/>
                </a:cubicBezTo>
                <a:cubicBezTo>
                  <a:pt x="61608" y="0"/>
                  <a:pt x="65037" y="9630"/>
                  <a:pt x="67066" y="14059"/>
                </a:cubicBezTo>
                <a:lnTo>
                  <a:pt x="68151" y="14059"/>
                </a:lnTo>
                <a:lnTo>
                  <a:pt x="70266" y="1029"/>
                </a:lnTo>
                <a:lnTo>
                  <a:pt x="83439" y="1029"/>
                </a:lnTo>
                <a:lnTo>
                  <a:pt x="69980" y="82439"/>
                </a:lnTo>
                <a:lnTo>
                  <a:pt x="57236" y="82439"/>
                </a:lnTo>
                <a:lnTo>
                  <a:pt x="59265" y="69837"/>
                </a:lnTo>
                <a:lnTo>
                  <a:pt x="57750" y="69837"/>
                </a:lnTo>
                <a:cubicBezTo>
                  <a:pt x="54121" y="74638"/>
                  <a:pt x="47177" y="84182"/>
                  <a:pt x="31747" y="84182"/>
                </a:cubicBezTo>
                <a:close/>
                <a:moveTo>
                  <a:pt x="35833" y="72466"/>
                </a:moveTo>
                <a:cubicBezTo>
                  <a:pt x="50692" y="72466"/>
                  <a:pt x="60722" y="59807"/>
                  <a:pt x="63722" y="41720"/>
                </a:cubicBezTo>
                <a:cubicBezTo>
                  <a:pt x="66694" y="23660"/>
                  <a:pt x="60722" y="11716"/>
                  <a:pt x="45863" y="11716"/>
                </a:cubicBezTo>
                <a:cubicBezTo>
                  <a:pt x="30232" y="11716"/>
                  <a:pt x="20374" y="25060"/>
                  <a:pt x="17631" y="41720"/>
                </a:cubicBezTo>
                <a:cubicBezTo>
                  <a:pt x="14773" y="58836"/>
                  <a:pt x="20460" y="72466"/>
                  <a:pt x="35833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FE7AF-61FE-408C-B54F-43AED37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91" y="342014"/>
            <a:ext cx="43920" cy="101813"/>
          </a:xfrm>
          <a:custGeom xmlns:a="http://schemas.openxmlformats.org/drawingml/2006/main">
            <a:pathLst>
              <a:path w="43920" h="101813">
                <a:moveTo>
                  <a:pt x="43920" y="19374"/>
                </a:moveTo>
                <a:lnTo>
                  <a:pt x="42091" y="30575"/>
                </a:lnTo>
                <a:lnTo>
                  <a:pt x="25432" y="30575"/>
                </a:lnTo>
                <a:lnTo>
                  <a:pt x="17259" y="79667"/>
                </a:lnTo>
                <a:cubicBezTo>
                  <a:pt x="16031" y="87182"/>
                  <a:pt x="18431" y="90154"/>
                  <a:pt x="25117" y="90154"/>
                </a:cubicBezTo>
                <a:cubicBezTo>
                  <a:pt x="26803" y="90154"/>
                  <a:pt x="29718" y="89725"/>
                  <a:pt x="31975" y="89297"/>
                </a:cubicBezTo>
                <a:lnTo>
                  <a:pt x="32776" y="100355"/>
                </a:lnTo>
                <a:cubicBezTo>
                  <a:pt x="30147" y="101241"/>
                  <a:pt x="26432" y="101813"/>
                  <a:pt x="22860" y="101813"/>
                </a:cubicBezTo>
                <a:cubicBezTo>
                  <a:pt x="8601" y="101813"/>
                  <a:pt x="1743" y="93869"/>
                  <a:pt x="3943" y="80696"/>
                </a:cubicBezTo>
                <a:lnTo>
                  <a:pt x="12230" y="30575"/>
                </a:lnTo>
                <a:lnTo>
                  <a:pt x="0" y="30575"/>
                </a:lnTo>
                <a:lnTo>
                  <a:pt x="1829" y="19374"/>
                </a:lnTo>
                <a:lnTo>
                  <a:pt x="14145" y="19374"/>
                </a:lnTo>
                <a:lnTo>
                  <a:pt x="17345" y="0"/>
                </a:lnTo>
                <a:lnTo>
                  <a:pt x="30432" y="0"/>
                </a:lnTo>
                <a:lnTo>
                  <a:pt x="27232" y="19374"/>
                </a:lnTo>
                <a:lnTo>
                  <a:pt x="43920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097E6-2F30-4040-A062-8E3EC44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582" y="342014"/>
            <a:ext cx="43920" cy="101813"/>
          </a:xfrm>
          <a:custGeom xmlns:a="http://schemas.openxmlformats.org/drawingml/2006/main">
            <a:pathLst>
              <a:path w="43920" h="101813">
                <a:moveTo>
                  <a:pt x="43920" y="19374"/>
                </a:moveTo>
                <a:lnTo>
                  <a:pt x="42091" y="30575"/>
                </a:lnTo>
                <a:lnTo>
                  <a:pt x="25432" y="30575"/>
                </a:lnTo>
                <a:lnTo>
                  <a:pt x="17259" y="79667"/>
                </a:lnTo>
                <a:cubicBezTo>
                  <a:pt x="16031" y="87182"/>
                  <a:pt x="18431" y="90154"/>
                  <a:pt x="25146" y="90154"/>
                </a:cubicBezTo>
                <a:cubicBezTo>
                  <a:pt x="26803" y="90154"/>
                  <a:pt x="29718" y="89725"/>
                  <a:pt x="31975" y="89297"/>
                </a:cubicBezTo>
                <a:lnTo>
                  <a:pt x="32776" y="100355"/>
                </a:lnTo>
                <a:cubicBezTo>
                  <a:pt x="30147" y="101241"/>
                  <a:pt x="26432" y="101813"/>
                  <a:pt x="22889" y="101813"/>
                </a:cubicBezTo>
                <a:cubicBezTo>
                  <a:pt x="8601" y="101813"/>
                  <a:pt x="1772" y="93869"/>
                  <a:pt x="3943" y="80696"/>
                </a:cubicBezTo>
                <a:lnTo>
                  <a:pt x="12230" y="30575"/>
                </a:lnTo>
                <a:lnTo>
                  <a:pt x="0" y="30575"/>
                </a:lnTo>
                <a:lnTo>
                  <a:pt x="1829" y="19374"/>
                </a:lnTo>
                <a:lnTo>
                  <a:pt x="14145" y="19374"/>
                </a:lnTo>
                <a:lnTo>
                  <a:pt x="17345" y="0"/>
                </a:lnTo>
                <a:lnTo>
                  <a:pt x="30432" y="0"/>
                </a:lnTo>
                <a:lnTo>
                  <a:pt x="27232" y="19374"/>
                </a:lnTo>
                <a:lnTo>
                  <a:pt x="43920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47490-D990-46EC-85C8-A9E14DE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59" y="360359"/>
            <a:ext cx="83439" cy="84182"/>
          </a:xfrm>
          <a:custGeom xmlns:a="http://schemas.openxmlformats.org/drawingml/2006/main">
            <a:pathLst>
              <a:path w="83439" h="84182">
                <a:moveTo>
                  <a:pt x="31718" y="84182"/>
                </a:moveTo>
                <a:cubicBezTo>
                  <a:pt x="11430" y="84182"/>
                  <a:pt x="0" y="67723"/>
                  <a:pt x="4286" y="41891"/>
                </a:cubicBezTo>
                <a:cubicBezTo>
                  <a:pt x="8573" y="16031"/>
                  <a:pt x="25603" y="0"/>
                  <a:pt x="45863" y="0"/>
                </a:cubicBezTo>
                <a:cubicBezTo>
                  <a:pt x="61579" y="0"/>
                  <a:pt x="65008" y="9630"/>
                  <a:pt x="67066" y="14059"/>
                </a:cubicBezTo>
                <a:lnTo>
                  <a:pt x="68151" y="14059"/>
                </a:lnTo>
                <a:lnTo>
                  <a:pt x="70266" y="1029"/>
                </a:lnTo>
                <a:lnTo>
                  <a:pt x="83439" y="1029"/>
                </a:lnTo>
                <a:lnTo>
                  <a:pt x="69980" y="82439"/>
                </a:lnTo>
                <a:lnTo>
                  <a:pt x="57236" y="82439"/>
                </a:lnTo>
                <a:lnTo>
                  <a:pt x="59265" y="69837"/>
                </a:lnTo>
                <a:lnTo>
                  <a:pt x="57750" y="69837"/>
                </a:lnTo>
                <a:cubicBezTo>
                  <a:pt x="54092" y="74638"/>
                  <a:pt x="47177" y="84182"/>
                  <a:pt x="31718" y="84182"/>
                </a:cubicBezTo>
                <a:close/>
                <a:moveTo>
                  <a:pt x="35804" y="72466"/>
                </a:moveTo>
                <a:cubicBezTo>
                  <a:pt x="50663" y="72466"/>
                  <a:pt x="60722" y="59807"/>
                  <a:pt x="63722" y="41720"/>
                </a:cubicBezTo>
                <a:cubicBezTo>
                  <a:pt x="66694" y="23660"/>
                  <a:pt x="60722" y="11716"/>
                  <a:pt x="45863" y="11716"/>
                </a:cubicBezTo>
                <a:cubicBezTo>
                  <a:pt x="30204" y="11716"/>
                  <a:pt x="20374" y="25060"/>
                  <a:pt x="17602" y="41720"/>
                </a:cubicBezTo>
                <a:cubicBezTo>
                  <a:pt x="14773" y="58836"/>
                  <a:pt x="20460" y="72466"/>
                  <a:pt x="35804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F0D33-CDF6-4ACF-92F7-C6F9714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057" y="360359"/>
            <a:ext cx="73781" cy="84182"/>
          </a:xfrm>
          <a:custGeom xmlns:a="http://schemas.openxmlformats.org/drawingml/2006/main">
            <a:pathLst>
              <a:path w="73781" h="84182">
                <a:moveTo>
                  <a:pt x="31604" y="84182"/>
                </a:moveTo>
                <a:cubicBezTo>
                  <a:pt x="11944" y="84182"/>
                  <a:pt x="0" y="71095"/>
                  <a:pt x="0" y="50921"/>
                </a:cubicBezTo>
                <a:cubicBezTo>
                  <a:pt x="0" y="25146"/>
                  <a:pt x="16602" y="0"/>
                  <a:pt x="43920" y="0"/>
                </a:cubicBezTo>
                <a:cubicBezTo>
                  <a:pt x="60065" y="0"/>
                  <a:pt x="71666" y="8744"/>
                  <a:pt x="73781" y="22860"/>
                </a:cubicBezTo>
                <a:lnTo>
                  <a:pt x="60950" y="25718"/>
                </a:lnTo>
                <a:cubicBezTo>
                  <a:pt x="59922" y="17402"/>
                  <a:pt x="54035" y="11716"/>
                  <a:pt x="43634" y="11716"/>
                </a:cubicBezTo>
                <a:cubicBezTo>
                  <a:pt x="23803" y="11716"/>
                  <a:pt x="13116" y="32690"/>
                  <a:pt x="13116" y="50749"/>
                </a:cubicBezTo>
                <a:cubicBezTo>
                  <a:pt x="13116" y="62922"/>
                  <a:pt x="18631" y="72466"/>
                  <a:pt x="31890" y="72466"/>
                </a:cubicBezTo>
                <a:cubicBezTo>
                  <a:pt x="43177" y="72466"/>
                  <a:pt x="52064" y="65923"/>
                  <a:pt x="55864" y="57093"/>
                </a:cubicBezTo>
                <a:lnTo>
                  <a:pt x="67951" y="61322"/>
                </a:lnTo>
                <a:cubicBezTo>
                  <a:pt x="61236" y="75667"/>
                  <a:pt x="47406" y="84182"/>
                  <a:pt x="31604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DDFB8-FDF1-42B3-AA2F-AF2D566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239" y="334299"/>
            <a:ext cx="79210" cy="108499"/>
          </a:xfrm>
          <a:custGeom xmlns:a="http://schemas.openxmlformats.org/drawingml/2006/main">
            <a:pathLst>
              <a:path w="79210" h="108499">
                <a:moveTo>
                  <a:pt x="0" y="108499"/>
                </a:moveTo>
                <a:lnTo>
                  <a:pt x="17974" y="0"/>
                </a:lnTo>
                <a:lnTo>
                  <a:pt x="31090" y="0"/>
                </a:lnTo>
                <a:lnTo>
                  <a:pt x="20660" y="63008"/>
                </a:lnTo>
                <a:lnTo>
                  <a:pt x="22260" y="63008"/>
                </a:lnTo>
                <a:lnTo>
                  <a:pt x="62979" y="27089"/>
                </a:lnTo>
                <a:lnTo>
                  <a:pt x="79210" y="27089"/>
                </a:lnTo>
                <a:lnTo>
                  <a:pt x="39405" y="62036"/>
                </a:lnTo>
                <a:lnTo>
                  <a:pt x="68294" y="108499"/>
                </a:lnTo>
                <a:lnTo>
                  <a:pt x="51492" y="108499"/>
                </a:lnTo>
                <a:lnTo>
                  <a:pt x="27946" y="70409"/>
                </a:lnTo>
                <a:lnTo>
                  <a:pt x="18059" y="78496"/>
                </a:lnTo>
                <a:lnTo>
                  <a:pt x="13087" y="108499"/>
                </a:lnTo>
                <a:lnTo>
                  <a:pt x="0" y="1084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80173-EB4C-46FA-8B56-97C8D21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906" y="359645"/>
            <a:ext cx="70380" cy="84896"/>
          </a:xfrm>
          <a:custGeom xmlns:a="http://schemas.openxmlformats.org/drawingml/2006/main">
            <a:pathLst>
              <a:path w="70380" h="84896">
                <a:moveTo>
                  <a:pt x="32118" y="84896"/>
                </a:moveTo>
                <a:cubicBezTo>
                  <a:pt x="12030" y="84896"/>
                  <a:pt x="0" y="72666"/>
                  <a:pt x="0" y="52064"/>
                </a:cubicBezTo>
                <a:cubicBezTo>
                  <a:pt x="0" y="23517"/>
                  <a:pt x="19831" y="0"/>
                  <a:pt x="44434" y="0"/>
                </a:cubicBezTo>
                <a:cubicBezTo>
                  <a:pt x="60179" y="0"/>
                  <a:pt x="70380" y="8658"/>
                  <a:pt x="70380" y="22203"/>
                </a:cubicBezTo>
                <a:cubicBezTo>
                  <a:pt x="70380" y="39976"/>
                  <a:pt x="53092" y="47263"/>
                  <a:pt x="12830" y="47692"/>
                </a:cubicBezTo>
                <a:cubicBezTo>
                  <a:pt x="11516" y="62179"/>
                  <a:pt x="16402" y="73123"/>
                  <a:pt x="32918" y="73323"/>
                </a:cubicBezTo>
                <a:cubicBezTo>
                  <a:pt x="43291" y="73323"/>
                  <a:pt x="51864" y="68523"/>
                  <a:pt x="56007" y="60722"/>
                </a:cubicBezTo>
                <a:lnTo>
                  <a:pt x="68180" y="64151"/>
                </a:lnTo>
                <a:cubicBezTo>
                  <a:pt x="62122" y="76981"/>
                  <a:pt x="48235" y="84896"/>
                  <a:pt x="32118" y="84896"/>
                </a:cubicBezTo>
                <a:close/>
                <a:moveTo>
                  <a:pt x="14573" y="37805"/>
                </a:moveTo>
                <a:cubicBezTo>
                  <a:pt x="47120" y="37490"/>
                  <a:pt x="57264" y="33633"/>
                  <a:pt x="57264" y="21917"/>
                </a:cubicBezTo>
                <a:cubicBezTo>
                  <a:pt x="57264" y="15716"/>
                  <a:pt x="51578" y="11630"/>
                  <a:pt x="43120" y="11630"/>
                </a:cubicBezTo>
                <a:cubicBezTo>
                  <a:pt x="27089" y="11630"/>
                  <a:pt x="18231" y="24546"/>
                  <a:pt x="14573" y="378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F9AF0-663D-4F0E-86BD-23E93B67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745" y="358702"/>
            <a:ext cx="54921" cy="84096"/>
          </a:xfrm>
          <a:custGeom xmlns:a="http://schemas.openxmlformats.org/drawingml/2006/main">
            <a:pathLst>
              <a:path w="54921" h="84096">
                <a:moveTo>
                  <a:pt x="0" y="84096"/>
                </a:moveTo>
                <a:lnTo>
                  <a:pt x="13487" y="2686"/>
                </a:lnTo>
                <a:lnTo>
                  <a:pt x="26146" y="2686"/>
                </a:lnTo>
                <a:lnTo>
                  <a:pt x="24089" y="15202"/>
                </a:lnTo>
                <a:lnTo>
                  <a:pt x="24975" y="15202"/>
                </a:lnTo>
                <a:cubicBezTo>
                  <a:pt x="30661" y="5315"/>
                  <a:pt x="40919" y="0"/>
                  <a:pt x="54921" y="1743"/>
                </a:cubicBezTo>
                <a:lnTo>
                  <a:pt x="52721" y="14916"/>
                </a:lnTo>
                <a:cubicBezTo>
                  <a:pt x="37348" y="11487"/>
                  <a:pt x="23746" y="19802"/>
                  <a:pt x="21546" y="33118"/>
                </a:cubicBezTo>
                <a:lnTo>
                  <a:pt x="13116" y="84096"/>
                </a:lnTo>
                <a:lnTo>
                  <a:pt x="0" y="840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6AD30-C262-452D-A94F-6918B00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94" y="424167"/>
            <a:ext cx="21117" cy="19574"/>
          </a:xfrm>
          <a:custGeom xmlns:a="http://schemas.openxmlformats.org/drawingml/2006/main">
            <a:pathLst>
              <a:path w="21117" h="19574">
                <a:moveTo>
                  <a:pt x="9830" y="19574"/>
                </a:moveTo>
                <a:cubicBezTo>
                  <a:pt x="4229" y="19574"/>
                  <a:pt x="0" y="14859"/>
                  <a:pt x="1029" y="8887"/>
                </a:cubicBezTo>
                <a:cubicBezTo>
                  <a:pt x="1915" y="3772"/>
                  <a:pt x="6629" y="0"/>
                  <a:pt x="11430" y="0"/>
                </a:cubicBezTo>
                <a:cubicBezTo>
                  <a:pt x="17345" y="0"/>
                  <a:pt x="21117" y="4858"/>
                  <a:pt x="20317" y="10401"/>
                </a:cubicBezTo>
                <a:cubicBezTo>
                  <a:pt x="19602" y="15431"/>
                  <a:pt x="15002" y="19574"/>
                  <a:pt x="9830" y="19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AFE32-36EC-420B-94B6-7082D05E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441" y="360359"/>
            <a:ext cx="84782" cy="112900"/>
          </a:xfrm>
          <a:custGeom xmlns:a="http://schemas.openxmlformats.org/drawingml/2006/main">
            <a:pathLst>
              <a:path w="84782" h="112900">
                <a:moveTo>
                  <a:pt x="0" y="112900"/>
                </a:moveTo>
                <a:lnTo>
                  <a:pt x="18574" y="1029"/>
                </a:lnTo>
                <a:lnTo>
                  <a:pt x="31232" y="1029"/>
                </a:lnTo>
                <a:lnTo>
                  <a:pt x="29061" y="14059"/>
                </a:lnTo>
                <a:lnTo>
                  <a:pt x="29718" y="14059"/>
                </a:lnTo>
                <a:cubicBezTo>
                  <a:pt x="33147" y="9115"/>
                  <a:pt x="40119" y="0"/>
                  <a:pt x="55578" y="0"/>
                </a:cubicBezTo>
                <a:cubicBezTo>
                  <a:pt x="73495" y="0"/>
                  <a:pt x="84782" y="12402"/>
                  <a:pt x="84782" y="32547"/>
                </a:cubicBezTo>
                <a:cubicBezTo>
                  <a:pt x="84782" y="57893"/>
                  <a:pt x="69409" y="84182"/>
                  <a:pt x="43405" y="84182"/>
                </a:cubicBezTo>
                <a:cubicBezTo>
                  <a:pt x="27461" y="84182"/>
                  <a:pt x="23460" y="74009"/>
                  <a:pt x="21546" y="69494"/>
                </a:cubicBezTo>
                <a:lnTo>
                  <a:pt x="20317" y="69494"/>
                </a:lnTo>
                <a:lnTo>
                  <a:pt x="13116" y="112900"/>
                </a:lnTo>
                <a:lnTo>
                  <a:pt x="0" y="112900"/>
                </a:lnTo>
                <a:close/>
                <a:moveTo>
                  <a:pt x="41662" y="72466"/>
                </a:moveTo>
                <a:cubicBezTo>
                  <a:pt x="61093" y="72466"/>
                  <a:pt x="71580" y="50921"/>
                  <a:pt x="71580" y="32918"/>
                </a:cubicBezTo>
                <a:cubicBezTo>
                  <a:pt x="71580" y="20545"/>
                  <a:pt x="65923" y="11716"/>
                  <a:pt x="53378" y="11716"/>
                </a:cubicBezTo>
                <a:cubicBezTo>
                  <a:pt x="33804" y="11716"/>
                  <a:pt x="23889" y="32404"/>
                  <a:pt x="23889" y="51206"/>
                </a:cubicBezTo>
                <a:cubicBezTo>
                  <a:pt x="23889" y="64094"/>
                  <a:pt x="29775" y="72466"/>
                  <a:pt x="41662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C13A5-4BA9-4565-B50D-7DD8694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25" y="360359"/>
            <a:ext cx="83439" cy="84182"/>
          </a:xfrm>
          <a:custGeom xmlns:a="http://schemas.openxmlformats.org/drawingml/2006/main">
            <a:pathLst>
              <a:path w="83439" h="84182">
                <a:moveTo>
                  <a:pt x="31747" y="84182"/>
                </a:moveTo>
                <a:cubicBezTo>
                  <a:pt x="11430" y="84182"/>
                  <a:pt x="0" y="67723"/>
                  <a:pt x="4286" y="41891"/>
                </a:cubicBezTo>
                <a:cubicBezTo>
                  <a:pt x="8573" y="16031"/>
                  <a:pt x="25632" y="0"/>
                  <a:pt x="45863" y="0"/>
                </a:cubicBezTo>
                <a:cubicBezTo>
                  <a:pt x="61608" y="0"/>
                  <a:pt x="65008" y="9630"/>
                  <a:pt x="67066" y="14059"/>
                </a:cubicBezTo>
                <a:lnTo>
                  <a:pt x="68151" y="14059"/>
                </a:lnTo>
                <a:lnTo>
                  <a:pt x="70266" y="1029"/>
                </a:lnTo>
                <a:lnTo>
                  <a:pt x="83439" y="1029"/>
                </a:lnTo>
                <a:lnTo>
                  <a:pt x="69980" y="82439"/>
                </a:lnTo>
                <a:lnTo>
                  <a:pt x="57236" y="82439"/>
                </a:lnTo>
                <a:lnTo>
                  <a:pt x="59265" y="69837"/>
                </a:lnTo>
                <a:lnTo>
                  <a:pt x="57750" y="69837"/>
                </a:lnTo>
                <a:cubicBezTo>
                  <a:pt x="54092" y="74638"/>
                  <a:pt x="47177" y="84182"/>
                  <a:pt x="31747" y="84182"/>
                </a:cubicBezTo>
                <a:close/>
                <a:moveTo>
                  <a:pt x="35804" y="72466"/>
                </a:moveTo>
                <a:cubicBezTo>
                  <a:pt x="50663" y="72466"/>
                  <a:pt x="60722" y="59807"/>
                  <a:pt x="63722" y="41720"/>
                </a:cubicBezTo>
                <a:cubicBezTo>
                  <a:pt x="66694" y="23660"/>
                  <a:pt x="60722" y="11716"/>
                  <a:pt x="45863" y="11716"/>
                </a:cubicBezTo>
                <a:cubicBezTo>
                  <a:pt x="30204" y="11716"/>
                  <a:pt x="20374" y="25060"/>
                  <a:pt x="17602" y="41720"/>
                </a:cubicBezTo>
                <a:cubicBezTo>
                  <a:pt x="14773" y="58836"/>
                  <a:pt x="20460" y="72466"/>
                  <a:pt x="35804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0DECA-A4E4-4E2E-858B-7BDA0D9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122" y="360359"/>
            <a:ext cx="68751" cy="84182"/>
          </a:xfrm>
          <a:custGeom xmlns:a="http://schemas.openxmlformats.org/drawingml/2006/main">
            <a:pathLst>
              <a:path w="68751" h="84182">
                <a:moveTo>
                  <a:pt x="28404" y="84182"/>
                </a:moveTo>
                <a:cubicBezTo>
                  <a:pt x="11373" y="84039"/>
                  <a:pt x="714" y="76781"/>
                  <a:pt x="0" y="62265"/>
                </a:cubicBezTo>
                <a:lnTo>
                  <a:pt x="12659" y="60150"/>
                </a:lnTo>
                <a:cubicBezTo>
                  <a:pt x="13487" y="69123"/>
                  <a:pt x="19231" y="72695"/>
                  <a:pt x="28632" y="72695"/>
                </a:cubicBezTo>
                <a:cubicBezTo>
                  <a:pt x="40348" y="72695"/>
                  <a:pt x="49006" y="66637"/>
                  <a:pt x="50263" y="59493"/>
                </a:cubicBezTo>
                <a:cubicBezTo>
                  <a:pt x="51035" y="54321"/>
                  <a:pt x="48063" y="50978"/>
                  <a:pt x="40434" y="49092"/>
                </a:cubicBezTo>
                <a:lnTo>
                  <a:pt x="27375" y="45891"/>
                </a:lnTo>
                <a:cubicBezTo>
                  <a:pt x="13173" y="42405"/>
                  <a:pt x="7001" y="34747"/>
                  <a:pt x="8944" y="22860"/>
                </a:cubicBezTo>
                <a:cubicBezTo>
                  <a:pt x="11201" y="9315"/>
                  <a:pt x="25203" y="0"/>
                  <a:pt x="42091" y="0"/>
                </a:cubicBezTo>
                <a:cubicBezTo>
                  <a:pt x="59065" y="286"/>
                  <a:pt x="66637" y="7801"/>
                  <a:pt x="68751" y="20031"/>
                </a:cubicBezTo>
                <a:lnTo>
                  <a:pt x="56721" y="22231"/>
                </a:lnTo>
                <a:cubicBezTo>
                  <a:pt x="55435" y="16402"/>
                  <a:pt x="52006" y="11144"/>
                  <a:pt x="41862" y="11144"/>
                </a:cubicBezTo>
                <a:cubicBezTo>
                  <a:pt x="31833" y="11144"/>
                  <a:pt x="23231" y="16602"/>
                  <a:pt x="22060" y="23832"/>
                </a:cubicBezTo>
                <a:cubicBezTo>
                  <a:pt x="21117" y="29432"/>
                  <a:pt x="24403" y="32404"/>
                  <a:pt x="33576" y="34661"/>
                </a:cubicBezTo>
                <a:lnTo>
                  <a:pt x="45377" y="37576"/>
                </a:lnTo>
                <a:cubicBezTo>
                  <a:pt x="59579" y="41062"/>
                  <a:pt x="65608" y="48806"/>
                  <a:pt x="63722" y="60379"/>
                </a:cubicBezTo>
                <a:cubicBezTo>
                  <a:pt x="61408" y="74209"/>
                  <a:pt x="47120" y="84182"/>
                  <a:pt x="28404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C9A24-FBDD-48D5-BBED-04F8BAE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760" y="360359"/>
            <a:ext cx="68751" cy="84182"/>
          </a:xfrm>
          <a:custGeom xmlns:a="http://schemas.openxmlformats.org/drawingml/2006/main">
            <a:pathLst>
              <a:path w="68751" h="84182">
                <a:moveTo>
                  <a:pt x="28432" y="84182"/>
                </a:moveTo>
                <a:cubicBezTo>
                  <a:pt x="11373" y="84039"/>
                  <a:pt x="743" y="76781"/>
                  <a:pt x="0" y="62265"/>
                </a:cubicBezTo>
                <a:lnTo>
                  <a:pt x="12687" y="60150"/>
                </a:lnTo>
                <a:cubicBezTo>
                  <a:pt x="13487" y="69123"/>
                  <a:pt x="19231" y="72695"/>
                  <a:pt x="28632" y="72695"/>
                </a:cubicBezTo>
                <a:cubicBezTo>
                  <a:pt x="40376" y="72695"/>
                  <a:pt x="49035" y="66637"/>
                  <a:pt x="50263" y="59493"/>
                </a:cubicBezTo>
                <a:cubicBezTo>
                  <a:pt x="51064" y="54321"/>
                  <a:pt x="48063" y="50978"/>
                  <a:pt x="40434" y="49092"/>
                </a:cubicBezTo>
                <a:lnTo>
                  <a:pt x="27403" y="45891"/>
                </a:lnTo>
                <a:cubicBezTo>
                  <a:pt x="13202" y="42405"/>
                  <a:pt x="7001" y="34747"/>
                  <a:pt x="8973" y="22860"/>
                </a:cubicBezTo>
                <a:cubicBezTo>
                  <a:pt x="11230" y="9315"/>
                  <a:pt x="25203" y="0"/>
                  <a:pt x="42091" y="0"/>
                </a:cubicBezTo>
                <a:cubicBezTo>
                  <a:pt x="59093" y="286"/>
                  <a:pt x="66637" y="7801"/>
                  <a:pt x="68751" y="20031"/>
                </a:cubicBezTo>
                <a:lnTo>
                  <a:pt x="56750" y="22231"/>
                </a:lnTo>
                <a:cubicBezTo>
                  <a:pt x="55435" y="16402"/>
                  <a:pt x="52006" y="11144"/>
                  <a:pt x="41891" y="11144"/>
                </a:cubicBezTo>
                <a:cubicBezTo>
                  <a:pt x="31833" y="11144"/>
                  <a:pt x="23260" y="16602"/>
                  <a:pt x="22088" y="23832"/>
                </a:cubicBezTo>
                <a:cubicBezTo>
                  <a:pt x="21117" y="29432"/>
                  <a:pt x="24403" y="32404"/>
                  <a:pt x="33576" y="34661"/>
                </a:cubicBezTo>
                <a:lnTo>
                  <a:pt x="45377" y="37576"/>
                </a:lnTo>
                <a:cubicBezTo>
                  <a:pt x="59579" y="41062"/>
                  <a:pt x="65637" y="48806"/>
                  <a:pt x="63722" y="60379"/>
                </a:cubicBezTo>
                <a:cubicBezTo>
                  <a:pt x="61408" y="74209"/>
                  <a:pt x="47149" y="84182"/>
                  <a:pt x="28432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E01A3-8B1D-40E1-AE29-764ACE0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713" y="334299"/>
            <a:ext cx="79238" cy="108499"/>
          </a:xfrm>
          <a:custGeom xmlns:a="http://schemas.openxmlformats.org/drawingml/2006/main">
            <a:pathLst>
              <a:path w="79238" h="108499">
                <a:moveTo>
                  <a:pt x="0" y="108499"/>
                </a:moveTo>
                <a:lnTo>
                  <a:pt x="18002" y="0"/>
                </a:lnTo>
                <a:lnTo>
                  <a:pt x="31118" y="0"/>
                </a:lnTo>
                <a:lnTo>
                  <a:pt x="20688" y="63008"/>
                </a:lnTo>
                <a:lnTo>
                  <a:pt x="22289" y="63008"/>
                </a:lnTo>
                <a:lnTo>
                  <a:pt x="63008" y="27089"/>
                </a:lnTo>
                <a:lnTo>
                  <a:pt x="79238" y="27089"/>
                </a:lnTo>
                <a:lnTo>
                  <a:pt x="39405" y="62036"/>
                </a:lnTo>
                <a:lnTo>
                  <a:pt x="68323" y="108499"/>
                </a:lnTo>
                <a:lnTo>
                  <a:pt x="51492" y="108499"/>
                </a:lnTo>
                <a:lnTo>
                  <a:pt x="27975" y="70409"/>
                </a:lnTo>
                <a:lnTo>
                  <a:pt x="18059" y="78496"/>
                </a:lnTo>
                <a:lnTo>
                  <a:pt x="13116" y="108499"/>
                </a:lnTo>
                <a:lnTo>
                  <a:pt x="0" y="1084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8754F-B823-4B68-BD9A-6073530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09" y="359645"/>
            <a:ext cx="70352" cy="84896"/>
          </a:xfrm>
          <a:custGeom xmlns:a="http://schemas.openxmlformats.org/drawingml/2006/main">
            <a:pathLst>
              <a:path w="70352" h="84896">
                <a:moveTo>
                  <a:pt x="32118" y="84896"/>
                </a:moveTo>
                <a:cubicBezTo>
                  <a:pt x="12030" y="84896"/>
                  <a:pt x="0" y="72666"/>
                  <a:pt x="0" y="52064"/>
                </a:cubicBezTo>
                <a:cubicBezTo>
                  <a:pt x="0" y="23517"/>
                  <a:pt x="19802" y="0"/>
                  <a:pt x="44434" y="0"/>
                </a:cubicBezTo>
                <a:cubicBezTo>
                  <a:pt x="60150" y="0"/>
                  <a:pt x="70352" y="8658"/>
                  <a:pt x="70352" y="22203"/>
                </a:cubicBezTo>
                <a:cubicBezTo>
                  <a:pt x="70352" y="39976"/>
                  <a:pt x="53092" y="47263"/>
                  <a:pt x="12830" y="47692"/>
                </a:cubicBezTo>
                <a:cubicBezTo>
                  <a:pt x="11516" y="62179"/>
                  <a:pt x="16402" y="73123"/>
                  <a:pt x="32918" y="73323"/>
                </a:cubicBezTo>
                <a:cubicBezTo>
                  <a:pt x="43263" y="73323"/>
                  <a:pt x="51864" y="68523"/>
                  <a:pt x="56007" y="60722"/>
                </a:cubicBezTo>
                <a:lnTo>
                  <a:pt x="68180" y="64151"/>
                </a:lnTo>
                <a:cubicBezTo>
                  <a:pt x="62122" y="76981"/>
                  <a:pt x="48206" y="84896"/>
                  <a:pt x="32118" y="84896"/>
                </a:cubicBezTo>
                <a:close/>
                <a:moveTo>
                  <a:pt x="14573" y="37805"/>
                </a:moveTo>
                <a:cubicBezTo>
                  <a:pt x="47120" y="37490"/>
                  <a:pt x="57236" y="33633"/>
                  <a:pt x="57236" y="21917"/>
                </a:cubicBezTo>
                <a:cubicBezTo>
                  <a:pt x="57236" y="15716"/>
                  <a:pt x="51578" y="11630"/>
                  <a:pt x="43120" y="11630"/>
                </a:cubicBezTo>
                <a:cubicBezTo>
                  <a:pt x="27089" y="11630"/>
                  <a:pt x="18202" y="24546"/>
                  <a:pt x="14573" y="378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D81AA-3620-457F-961C-CBA1289F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32" y="361388"/>
            <a:ext cx="88068" cy="112443"/>
          </a:xfrm>
          <a:custGeom xmlns:a="http://schemas.openxmlformats.org/drawingml/2006/main">
            <a:pathLst>
              <a:path w="88068" h="112443">
                <a:moveTo>
                  <a:pt x="0" y="110928"/>
                </a:moveTo>
                <a:lnTo>
                  <a:pt x="5258" y="99555"/>
                </a:lnTo>
                <a:cubicBezTo>
                  <a:pt x="14059" y="101870"/>
                  <a:pt x="20031" y="100641"/>
                  <a:pt x="26232" y="88611"/>
                </a:cubicBezTo>
                <a:lnTo>
                  <a:pt x="29632" y="81867"/>
                </a:lnTo>
                <a:lnTo>
                  <a:pt x="12087" y="0"/>
                </a:lnTo>
                <a:lnTo>
                  <a:pt x="25775" y="0"/>
                </a:lnTo>
                <a:cubicBezTo>
                  <a:pt x="29804" y="22803"/>
                  <a:pt x="35604" y="44863"/>
                  <a:pt x="37948" y="69180"/>
                </a:cubicBezTo>
                <a:cubicBezTo>
                  <a:pt x="48292" y="45234"/>
                  <a:pt x="61551" y="22860"/>
                  <a:pt x="73123" y="0"/>
                </a:cubicBezTo>
                <a:lnTo>
                  <a:pt x="88068" y="0"/>
                </a:lnTo>
                <a:lnTo>
                  <a:pt x="36776" y="93583"/>
                </a:lnTo>
                <a:cubicBezTo>
                  <a:pt x="29718" y="106470"/>
                  <a:pt x="20831" y="112443"/>
                  <a:pt x="9258" y="112443"/>
                </a:cubicBezTo>
                <a:cubicBezTo>
                  <a:pt x="4943" y="112443"/>
                  <a:pt x="1314" y="111643"/>
                  <a:pt x="0" y="1109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E180C-3AFC-4C87-89F6-C1E5528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72" y="360359"/>
            <a:ext cx="68751" cy="84182"/>
          </a:xfrm>
          <a:custGeom xmlns:a="http://schemas.openxmlformats.org/drawingml/2006/main">
            <a:pathLst>
              <a:path w="68751" h="84182">
                <a:moveTo>
                  <a:pt x="28432" y="84182"/>
                </a:moveTo>
                <a:cubicBezTo>
                  <a:pt x="11373" y="84039"/>
                  <a:pt x="743" y="76781"/>
                  <a:pt x="0" y="62265"/>
                </a:cubicBezTo>
                <a:lnTo>
                  <a:pt x="12687" y="60150"/>
                </a:lnTo>
                <a:cubicBezTo>
                  <a:pt x="13487" y="69123"/>
                  <a:pt x="19260" y="72695"/>
                  <a:pt x="28632" y="72695"/>
                </a:cubicBezTo>
                <a:cubicBezTo>
                  <a:pt x="40376" y="72695"/>
                  <a:pt x="49035" y="66637"/>
                  <a:pt x="50263" y="59493"/>
                </a:cubicBezTo>
                <a:cubicBezTo>
                  <a:pt x="51064" y="54321"/>
                  <a:pt x="48092" y="50978"/>
                  <a:pt x="40434" y="49092"/>
                </a:cubicBezTo>
                <a:lnTo>
                  <a:pt x="27403" y="45891"/>
                </a:lnTo>
                <a:cubicBezTo>
                  <a:pt x="13202" y="42405"/>
                  <a:pt x="7001" y="34747"/>
                  <a:pt x="8973" y="22860"/>
                </a:cubicBezTo>
                <a:cubicBezTo>
                  <a:pt x="11230" y="9315"/>
                  <a:pt x="25232" y="0"/>
                  <a:pt x="42120" y="0"/>
                </a:cubicBezTo>
                <a:cubicBezTo>
                  <a:pt x="59093" y="286"/>
                  <a:pt x="66665" y="7801"/>
                  <a:pt x="68751" y="20031"/>
                </a:cubicBezTo>
                <a:lnTo>
                  <a:pt x="56750" y="22231"/>
                </a:lnTo>
                <a:cubicBezTo>
                  <a:pt x="55435" y="16402"/>
                  <a:pt x="52006" y="11144"/>
                  <a:pt x="41891" y="11144"/>
                </a:cubicBezTo>
                <a:cubicBezTo>
                  <a:pt x="31833" y="11144"/>
                  <a:pt x="23231" y="16602"/>
                  <a:pt x="22088" y="23832"/>
                </a:cubicBezTo>
                <a:cubicBezTo>
                  <a:pt x="21146" y="29432"/>
                  <a:pt x="24403" y="32404"/>
                  <a:pt x="33576" y="34661"/>
                </a:cubicBezTo>
                <a:lnTo>
                  <a:pt x="45377" y="37576"/>
                </a:lnTo>
                <a:cubicBezTo>
                  <a:pt x="59579" y="41062"/>
                  <a:pt x="65637" y="48806"/>
                  <a:pt x="63751" y="60379"/>
                </a:cubicBezTo>
                <a:cubicBezTo>
                  <a:pt x="61408" y="74209"/>
                  <a:pt x="47120" y="84182"/>
                  <a:pt x="28432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A3FD2-8D79-46A1-9A39-7A12B2C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68" y="424167"/>
            <a:ext cx="21117" cy="19574"/>
          </a:xfrm>
          <a:custGeom xmlns:a="http://schemas.openxmlformats.org/drawingml/2006/main">
            <a:pathLst>
              <a:path w="21117" h="19574">
                <a:moveTo>
                  <a:pt x="9830" y="19574"/>
                </a:moveTo>
                <a:cubicBezTo>
                  <a:pt x="4201" y="19574"/>
                  <a:pt x="0" y="14859"/>
                  <a:pt x="1000" y="8887"/>
                </a:cubicBezTo>
                <a:cubicBezTo>
                  <a:pt x="1886" y="3772"/>
                  <a:pt x="6629" y="0"/>
                  <a:pt x="11430" y="0"/>
                </a:cubicBezTo>
                <a:cubicBezTo>
                  <a:pt x="17316" y="0"/>
                  <a:pt x="21117" y="4858"/>
                  <a:pt x="20317" y="10401"/>
                </a:cubicBezTo>
                <a:cubicBezTo>
                  <a:pt x="19574" y="15431"/>
                  <a:pt x="15002" y="19574"/>
                  <a:pt x="9830" y="19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81586-7D87-4F86-8F38-16D166D1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02" y="342014"/>
            <a:ext cx="43920" cy="101813"/>
          </a:xfrm>
          <a:custGeom xmlns:a="http://schemas.openxmlformats.org/drawingml/2006/main">
            <a:pathLst>
              <a:path w="43920" h="101813">
                <a:moveTo>
                  <a:pt x="43920" y="19374"/>
                </a:moveTo>
                <a:lnTo>
                  <a:pt x="42091" y="30575"/>
                </a:lnTo>
                <a:lnTo>
                  <a:pt x="25432" y="30575"/>
                </a:lnTo>
                <a:lnTo>
                  <a:pt x="17259" y="79667"/>
                </a:lnTo>
                <a:cubicBezTo>
                  <a:pt x="16031" y="87182"/>
                  <a:pt x="18431" y="90154"/>
                  <a:pt x="25117" y="90154"/>
                </a:cubicBezTo>
                <a:cubicBezTo>
                  <a:pt x="26803" y="90154"/>
                  <a:pt x="29718" y="89725"/>
                  <a:pt x="31975" y="89297"/>
                </a:cubicBezTo>
                <a:lnTo>
                  <a:pt x="32776" y="100355"/>
                </a:lnTo>
                <a:cubicBezTo>
                  <a:pt x="30147" y="101241"/>
                  <a:pt x="26432" y="101813"/>
                  <a:pt x="22860" y="101813"/>
                </a:cubicBezTo>
                <a:cubicBezTo>
                  <a:pt x="8601" y="101813"/>
                  <a:pt x="1743" y="93869"/>
                  <a:pt x="3943" y="80696"/>
                </a:cubicBezTo>
                <a:lnTo>
                  <a:pt x="12230" y="30575"/>
                </a:lnTo>
                <a:lnTo>
                  <a:pt x="0" y="30575"/>
                </a:lnTo>
                <a:lnTo>
                  <a:pt x="1829" y="19374"/>
                </a:lnTo>
                <a:lnTo>
                  <a:pt x="14145" y="19374"/>
                </a:lnTo>
                <a:lnTo>
                  <a:pt x="17345" y="0"/>
                </a:lnTo>
                <a:lnTo>
                  <a:pt x="30432" y="0"/>
                </a:lnTo>
                <a:lnTo>
                  <a:pt x="27232" y="19374"/>
                </a:lnTo>
                <a:lnTo>
                  <a:pt x="43920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378CA-82B7-47B2-9FEB-CAA4FD32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222" y="360359"/>
            <a:ext cx="75667" cy="84182"/>
          </a:xfrm>
          <a:custGeom xmlns:a="http://schemas.openxmlformats.org/drawingml/2006/main">
            <a:pathLst>
              <a:path w="75667" h="84182">
                <a:moveTo>
                  <a:pt x="31604" y="84182"/>
                </a:moveTo>
                <a:cubicBezTo>
                  <a:pt x="11944" y="84182"/>
                  <a:pt x="0" y="71095"/>
                  <a:pt x="0" y="50921"/>
                </a:cubicBezTo>
                <a:cubicBezTo>
                  <a:pt x="0" y="25060"/>
                  <a:pt x="16688" y="0"/>
                  <a:pt x="43920" y="0"/>
                </a:cubicBezTo>
                <a:cubicBezTo>
                  <a:pt x="63579" y="0"/>
                  <a:pt x="75667" y="12973"/>
                  <a:pt x="75667" y="33376"/>
                </a:cubicBezTo>
                <a:cubicBezTo>
                  <a:pt x="75667" y="59493"/>
                  <a:pt x="58636" y="84182"/>
                  <a:pt x="31604" y="84182"/>
                </a:cubicBezTo>
                <a:close/>
                <a:moveTo>
                  <a:pt x="31890" y="72466"/>
                </a:moveTo>
                <a:cubicBezTo>
                  <a:pt x="51921" y="72466"/>
                  <a:pt x="62494" y="51578"/>
                  <a:pt x="62494" y="33661"/>
                </a:cubicBezTo>
                <a:cubicBezTo>
                  <a:pt x="62494" y="21260"/>
                  <a:pt x="56893" y="11716"/>
                  <a:pt x="43548" y="11716"/>
                </a:cubicBezTo>
                <a:cubicBezTo>
                  <a:pt x="23803" y="11716"/>
                  <a:pt x="13116" y="32690"/>
                  <a:pt x="13116" y="50749"/>
                </a:cubicBezTo>
                <a:cubicBezTo>
                  <a:pt x="13116" y="63008"/>
                  <a:pt x="18717" y="72466"/>
                  <a:pt x="31890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A4253-8944-468A-A0F3-FACBE7AB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748" y="360359"/>
            <a:ext cx="75667" cy="84182"/>
          </a:xfrm>
          <a:custGeom xmlns:a="http://schemas.openxmlformats.org/drawingml/2006/main">
            <a:pathLst>
              <a:path w="75667" h="84182">
                <a:moveTo>
                  <a:pt x="31575" y="84182"/>
                </a:moveTo>
                <a:cubicBezTo>
                  <a:pt x="11916" y="84182"/>
                  <a:pt x="0" y="71095"/>
                  <a:pt x="0" y="50921"/>
                </a:cubicBezTo>
                <a:cubicBezTo>
                  <a:pt x="0" y="25060"/>
                  <a:pt x="16659" y="0"/>
                  <a:pt x="43891" y="0"/>
                </a:cubicBezTo>
                <a:cubicBezTo>
                  <a:pt x="63579" y="0"/>
                  <a:pt x="75667" y="12973"/>
                  <a:pt x="75667" y="33376"/>
                </a:cubicBezTo>
                <a:cubicBezTo>
                  <a:pt x="75667" y="59493"/>
                  <a:pt x="58607" y="84182"/>
                  <a:pt x="31575" y="84182"/>
                </a:cubicBezTo>
                <a:close/>
                <a:moveTo>
                  <a:pt x="31890" y="72466"/>
                </a:moveTo>
                <a:cubicBezTo>
                  <a:pt x="51921" y="72466"/>
                  <a:pt x="62465" y="51578"/>
                  <a:pt x="62465" y="33661"/>
                </a:cubicBezTo>
                <a:cubicBezTo>
                  <a:pt x="62465" y="21260"/>
                  <a:pt x="56864" y="11716"/>
                  <a:pt x="43520" y="11716"/>
                </a:cubicBezTo>
                <a:cubicBezTo>
                  <a:pt x="23803" y="11716"/>
                  <a:pt x="13087" y="32690"/>
                  <a:pt x="13087" y="50749"/>
                </a:cubicBezTo>
                <a:cubicBezTo>
                  <a:pt x="13087" y="63008"/>
                  <a:pt x="18688" y="72466"/>
                  <a:pt x="31890" y="72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C09D0-1639-4982-9537-7C091883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130" y="334299"/>
            <a:ext cx="31090" cy="108499"/>
          </a:xfrm>
          <a:custGeom xmlns:a="http://schemas.openxmlformats.org/drawingml/2006/main">
            <a:pathLst>
              <a:path w="31090" h="108499">
                <a:moveTo>
                  <a:pt x="31090" y="0"/>
                </a:moveTo>
                <a:lnTo>
                  <a:pt x="13116" y="108499"/>
                </a:lnTo>
                <a:lnTo>
                  <a:pt x="0" y="108499"/>
                </a:lnTo>
                <a:lnTo>
                  <a:pt x="17974" y="0"/>
                </a:lnTo>
                <a:lnTo>
                  <a:pt x="3109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4951C-482B-4FFC-82FE-D463ED6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963" y="360359"/>
            <a:ext cx="68723" cy="84182"/>
          </a:xfrm>
          <a:custGeom xmlns:a="http://schemas.openxmlformats.org/drawingml/2006/main">
            <a:pathLst>
              <a:path w="68723" h="84182">
                <a:moveTo>
                  <a:pt x="28404" y="84182"/>
                </a:moveTo>
                <a:cubicBezTo>
                  <a:pt x="11344" y="84039"/>
                  <a:pt x="714" y="76781"/>
                  <a:pt x="0" y="62265"/>
                </a:cubicBezTo>
                <a:lnTo>
                  <a:pt x="12659" y="60150"/>
                </a:lnTo>
                <a:cubicBezTo>
                  <a:pt x="13459" y="69123"/>
                  <a:pt x="19231" y="72695"/>
                  <a:pt x="28604" y="72695"/>
                </a:cubicBezTo>
                <a:cubicBezTo>
                  <a:pt x="40348" y="72695"/>
                  <a:pt x="49006" y="66637"/>
                  <a:pt x="50235" y="59493"/>
                </a:cubicBezTo>
                <a:cubicBezTo>
                  <a:pt x="51035" y="54321"/>
                  <a:pt x="48063" y="50978"/>
                  <a:pt x="40405" y="49092"/>
                </a:cubicBezTo>
                <a:lnTo>
                  <a:pt x="27375" y="45891"/>
                </a:lnTo>
                <a:cubicBezTo>
                  <a:pt x="13173" y="42405"/>
                  <a:pt x="7001" y="34747"/>
                  <a:pt x="8944" y="22860"/>
                </a:cubicBezTo>
                <a:cubicBezTo>
                  <a:pt x="11201" y="9315"/>
                  <a:pt x="25203" y="0"/>
                  <a:pt x="42091" y="0"/>
                </a:cubicBezTo>
                <a:cubicBezTo>
                  <a:pt x="59065" y="286"/>
                  <a:pt x="66637" y="7801"/>
                  <a:pt x="68723" y="20031"/>
                </a:cubicBezTo>
                <a:lnTo>
                  <a:pt x="56721" y="22231"/>
                </a:lnTo>
                <a:cubicBezTo>
                  <a:pt x="55407" y="16402"/>
                  <a:pt x="52006" y="11144"/>
                  <a:pt x="41862" y="11144"/>
                </a:cubicBezTo>
                <a:cubicBezTo>
                  <a:pt x="31833" y="11144"/>
                  <a:pt x="23231" y="16602"/>
                  <a:pt x="22060" y="23832"/>
                </a:cubicBezTo>
                <a:cubicBezTo>
                  <a:pt x="21117" y="29432"/>
                  <a:pt x="24403" y="32404"/>
                  <a:pt x="33576" y="34661"/>
                </a:cubicBezTo>
                <a:lnTo>
                  <a:pt x="45377" y="37576"/>
                </a:lnTo>
                <a:cubicBezTo>
                  <a:pt x="59550" y="41062"/>
                  <a:pt x="65608" y="48806"/>
                  <a:pt x="63722" y="60379"/>
                </a:cubicBezTo>
                <a:cubicBezTo>
                  <a:pt x="61379" y="74209"/>
                  <a:pt x="47120" y="84182"/>
                  <a:pt x="28404" y="8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86c91a1e645e4"/>
          <a:stretch xmlns:a="http://schemas.openxmlformats.org/drawingml/2006/main"/>
        </p:blipFill>
        <p:spPr>
          <a:xfrm xmlns:a="http://schemas.openxmlformats.org/drawingml/2006/main">
            <a:off x="2202562" y="57150"/>
            <a:ext cx="447484" cy="447484"/>
          </a:xfrm>
          <a:prstGeom xmlns:a="http://schemas.openxmlformats.org/drawingml/2006/main" prst="rect">
            <a:avLst/>
          </a:prstGeom>
        </p:spPr>
      </p:pic>
      <p:pic>
        <p:nvPicPr>
          <p:cNvPr id="7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d67adc91f483a"/>
          <a:stretch xmlns:a="http://schemas.openxmlformats.org/drawingml/2006/main"/>
        </p:blipFill>
        <p:spPr>
          <a:xfrm xmlns:a="http://schemas.openxmlformats.org/drawingml/2006/main">
            <a:off x="6528245" y="2219992"/>
            <a:ext cx="447484" cy="447484"/>
          </a:xfrm>
          <a:prstGeom xmlns:a="http://schemas.openxmlformats.org/drawingml/2006/main" prst="rect">
            <a:avLst/>
          </a:prstGeom>
        </p:spPr>
      </p:pic>
      <p:sp>
        <p:nvSpPr>
          <p:cNvPr id="354" name="Native soft shadow host 4">
            <a:extLst xmlns:a="http://schemas.openxmlformats.org/drawingml/2006/main">
              <a:ext uri="{FF2B5EF4-FFF2-40B4-BE49-F238E27FC236}">
                <a16:creationId xmlns:a16="http://schemas.microsoft.com/office/drawing/2014/main" id="{54CBF0AA-1207-4883-92BB-43E5184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921" y="2294572"/>
            <a:ext cx="223742" cy="298323"/>
          </a:xfrm>
          <a:custGeom xmlns:a="http://schemas.openxmlformats.org/drawingml/2006/main">
            <a:pathLst>
              <a:path w="223742" h="298323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42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  <ns4:effectLst xmlns:ns4="http://schemas.openxmlformats.org/drawingml/2006/main">
            <ns4:outerShdw blurRad="74295" dist="37148" dir="5400000" algn="ctr" rotWithShape="0">
              <ns4:srgbClr val="000000">
                <ns4:alpha val="28000"/>
              </ns4:srgbClr>
            </ns4:outerShdw>
          </ns4:effectLst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AD708-4967-4F39-BACB-FEB2A2AC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921" y="2294572"/>
            <a:ext cx="223742" cy="298323"/>
          </a:xfrm>
          <a:custGeom xmlns:a="http://schemas.openxmlformats.org/drawingml/2006/main">
            <a:pathLst>
              <a:path w="223742" h="298323" fill="none">
                <a:moveTo>
                  <a:pt x="0" y="74581"/>
                </a:moveTo>
                <a:lnTo>
                  <a:pt x="89497" y="74581"/>
                </a:lnTo>
                <a:lnTo>
                  <a:pt x="89497" y="0"/>
                </a:lnTo>
                <a:lnTo>
                  <a:pt x="223742" y="149162"/>
                </a:lnTo>
                <a:lnTo>
                  <a:pt x="89497" y="298323"/>
                </a:lnTo>
                <a:lnTo>
                  <a:pt x="89497" y="223742"/>
                </a:lnTo>
                <a:lnTo>
                  <a:pt x="0" y="223742"/>
                </a:lnTo>
                <a:lnTo>
                  <a:pt x="0" y="74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F42F1-D6CC-434E-905D-2928FD3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4" y="2145411"/>
            <a:ext cx="745807" cy="223742"/>
          </a:xfrm>
          <a:custGeom xmlns:a="http://schemas.openxmlformats.org/drawingml/2006/main">
            <a:pathLst>
              <a:path w="745807" h="223742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701059" y="0"/>
                </a:lnTo>
                <a:cubicBezTo>
                  <a:pt x="745807" y="0"/>
                  <a:pt x="745807" y="44748"/>
                  <a:pt x="745807" y="44748"/>
                </a:cubicBezTo>
                <a:lnTo>
                  <a:pt x="745807" y="178994"/>
                </a:lnTo>
                <a:cubicBezTo>
                  <a:pt x="745807" y="223742"/>
                  <a:pt x="701059" y="223742"/>
                  <a:pt x="701059" y="223742"/>
                </a:cubicBezTo>
                <a:lnTo>
                  <a:pt x="44748" y="223742"/>
                </a:lnTo>
                <a:cubicBezTo>
                  <a:pt x="0" y="223742"/>
                  <a:pt x="0" y="178994"/>
                  <a:pt x="0" y="178994"/>
                </a:cubicBezTo>
              </a:path>
            </a:pathLst>
          </a:custGeom>
          <a:solidFill xmlns:a="http://schemas.openxmlformats.org/drawingml/2006/main">
            <a:srgbClr val="E8131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59636-873D-45A6-84FB-69DCF4A9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4" y="2145411"/>
            <a:ext cx="745807" cy="223742"/>
          </a:xfrm>
          <a:custGeom xmlns:a="http://schemas.openxmlformats.org/drawingml/2006/main">
            <a:pathLst>
              <a:path w="745807" h="223742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701059" y="0"/>
                </a:lnTo>
                <a:cubicBezTo>
                  <a:pt x="745807" y="0"/>
                  <a:pt x="745807" y="44748"/>
                  <a:pt x="745807" y="44748"/>
                </a:cubicBezTo>
                <a:lnTo>
                  <a:pt x="745807" y="178994"/>
                </a:lnTo>
                <a:cubicBezTo>
                  <a:pt x="745807" y="223742"/>
                  <a:pt x="701059" y="223742"/>
                  <a:pt x="701059" y="223742"/>
                </a:cubicBezTo>
                <a:lnTo>
                  <a:pt x="44748" y="223742"/>
                </a:lnTo>
                <a:cubicBezTo>
                  <a:pt x="0" y="223742"/>
                  <a:pt x="0" y="178994"/>
                  <a:pt x="0" y="178994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16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C0855-C176-4121-9EB8-F60DC59D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782" y="2223992"/>
            <a:ext cx="92640" cy="96441"/>
          </a:xfrm>
          <a:custGeom xmlns:a="http://schemas.openxmlformats.org/drawingml/2006/main">
            <a:pathLst>
              <a:path w="92640" h="96441">
                <a:moveTo>
                  <a:pt x="0" y="96441"/>
                </a:moveTo>
                <a:lnTo>
                  <a:pt x="32947" y="0"/>
                </a:lnTo>
                <a:lnTo>
                  <a:pt x="58836" y="0"/>
                </a:lnTo>
                <a:lnTo>
                  <a:pt x="92640" y="96441"/>
                </a:lnTo>
                <a:lnTo>
                  <a:pt x="70695" y="96441"/>
                </a:lnTo>
                <a:lnTo>
                  <a:pt x="63236" y="74066"/>
                </a:lnTo>
                <a:lnTo>
                  <a:pt x="29004" y="74066"/>
                </a:lnTo>
                <a:lnTo>
                  <a:pt x="21803" y="96441"/>
                </a:lnTo>
                <a:lnTo>
                  <a:pt x="0" y="96441"/>
                </a:lnTo>
                <a:close/>
                <a:moveTo>
                  <a:pt x="33919" y="58579"/>
                </a:moveTo>
                <a:lnTo>
                  <a:pt x="58122" y="58579"/>
                </a:lnTo>
                <a:cubicBezTo>
                  <a:pt x="53264" y="44806"/>
                  <a:pt x="50092" y="32575"/>
                  <a:pt x="45691" y="15459"/>
                </a:cubicBezTo>
                <a:cubicBezTo>
                  <a:pt x="41434" y="32833"/>
                  <a:pt x="38576" y="44806"/>
                  <a:pt x="33919" y="585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4FF80-2879-47F4-AB50-C384D8B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251" y="2230850"/>
            <a:ext cx="44948" cy="90640"/>
          </a:xfrm>
          <a:custGeom xmlns:a="http://schemas.openxmlformats.org/drawingml/2006/main">
            <a:pathLst>
              <a:path w="44948" h="90640">
                <a:moveTo>
                  <a:pt x="42920" y="17231"/>
                </a:moveTo>
                <a:lnTo>
                  <a:pt x="42920" y="32061"/>
                </a:lnTo>
                <a:lnTo>
                  <a:pt x="29404" y="32061"/>
                </a:lnTo>
                <a:lnTo>
                  <a:pt x="29404" y="68437"/>
                </a:lnTo>
                <a:cubicBezTo>
                  <a:pt x="29404" y="73038"/>
                  <a:pt x="31261" y="75152"/>
                  <a:pt x="36004" y="75152"/>
                </a:cubicBezTo>
                <a:cubicBezTo>
                  <a:pt x="37490" y="75152"/>
                  <a:pt x="40719" y="74724"/>
                  <a:pt x="42148" y="74324"/>
                </a:cubicBezTo>
                <a:lnTo>
                  <a:pt x="44948" y="88897"/>
                </a:lnTo>
                <a:cubicBezTo>
                  <a:pt x="40605" y="90183"/>
                  <a:pt x="36262" y="90640"/>
                  <a:pt x="32375" y="90640"/>
                </a:cubicBezTo>
                <a:cubicBezTo>
                  <a:pt x="17888" y="90640"/>
                  <a:pt x="9973" y="83382"/>
                  <a:pt x="9973" y="70123"/>
                </a:cubicBezTo>
                <a:lnTo>
                  <a:pt x="9973" y="51092"/>
                </a:lnTo>
                <a:lnTo>
                  <a:pt x="9973" y="32061"/>
                </a:lnTo>
                <a:lnTo>
                  <a:pt x="0" y="32061"/>
                </a:lnTo>
                <a:lnTo>
                  <a:pt x="0" y="24660"/>
                </a:lnTo>
                <a:lnTo>
                  <a:pt x="0" y="17231"/>
                </a:lnTo>
                <a:lnTo>
                  <a:pt x="9973" y="17231"/>
                </a:lnTo>
                <a:lnTo>
                  <a:pt x="9973" y="8601"/>
                </a:lnTo>
                <a:lnTo>
                  <a:pt x="9973" y="0"/>
                </a:lnTo>
                <a:lnTo>
                  <a:pt x="29404" y="0"/>
                </a:lnTo>
                <a:lnTo>
                  <a:pt x="29404" y="8601"/>
                </a:lnTo>
                <a:lnTo>
                  <a:pt x="29404" y="17231"/>
                </a:lnTo>
                <a:lnTo>
                  <a:pt x="42920" y="172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4112A-AD62-4A93-8A92-FCFFE88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142" y="2230850"/>
            <a:ext cx="44920" cy="90640"/>
          </a:xfrm>
          <a:custGeom xmlns:a="http://schemas.openxmlformats.org/drawingml/2006/main">
            <a:pathLst>
              <a:path w="44920" h="90640">
                <a:moveTo>
                  <a:pt x="42920" y="17231"/>
                </a:moveTo>
                <a:lnTo>
                  <a:pt x="42920" y="32061"/>
                </a:lnTo>
                <a:lnTo>
                  <a:pt x="29404" y="32061"/>
                </a:lnTo>
                <a:lnTo>
                  <a:pt x="29404" y="68437"/>
                </a:lnTo>
                <a:cubicBezTo>
                  <a:pt x="29404" y="73038"/>
                  <a:pt x="31261" y="75152"/>
                  <a:pt x="36005" y="75152"/>
                </a:cubicBezTo>
                <a:cubicBezTo>
                  <a:pt x="37490" y="75152"/>
                  <a:pt x="40719" y="74724"/>
                  <a:pt x="42148" y="74324"/>
                </a:cubicBezTo>
                <a:lnTo>
                  <a:pt x="44920" y="88897"/>
                </a:lnTo>
                <a:cubicBezTo>
                  <a:pt x="40605" y="90183"/>
                  <a:pt x="36262" y="90640"/>
                  <a:pt x="32375" y="90640"/>
                </a:cubicBezTo>
                <a:cubicBezTo>
                  <a:pt x="17888" y="90640"/>
                  <a:pt x="9973" y="83382"/>
                  <a:pt x="9973" y="70123"/>
                </a:cubicBezTo>
                <a:lnTo>
                  <a:pt x="9973" y="51092"/>
                </a:lnTo>
                <a:lnTo>
                  <a:pt x="9973" y="32061"/>
                </a:lnTo>
                <a:lnTo>
                  <a:pt x="0" y="32061"/>
                </a:lnTo>
                <a:lnTo>
                  <a:pt x="0" y="24660"/>
                </a:lnTo>
                <a:lnTo>
                  <a:pt x="0" y="17231"/>
                </a:lnTo>
                <a:lnTo>
                  <a:pt x="9973" y="17231"/>
                </a:lnTo>
                <a:lnTo>
                  <a:pt x="9973" y="8601"/>
                </a:lnTo>
                <a:lnTo>
                  <a:pt x="9973" y="0"/>
                </a:lnTo>
                <a:lnTo>
                  <a:pt x="29404" y="0"/>
                </a:lnTo>
                <a:lnTo>
                  <a:pt x="29404" y="8601"/>
                </a:lnTo>
                <a:lnTo>
                  <a:pt x="29404" y="17231"/>
                </a:lnTo>
                <a:lnTo>
                  <a:pt x="42920" y="172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5D6D7-5FEB-45F9-8534-26D4EED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463" y="2247167"/>
            <a:ext cx="64265" cy="74695"/>
          </a:xfrm>
          <a:custGeom xmlns:a="http://schemas.openxmlformats.org/drawingml/2006/main">
            <a:pathLst>
              <a:path w="64265" h="74695">
                <a:moveTo>
                  <a:pt x="24089" y="74695"/>
                </a:moveTo>
                <a:cubicBezTo>
                  <a:pt x="10287" y="74695"/>
                  <a:pt x="0" y="67323"/>
                  <a:pt x="0" y="53007"/>
                </a:cubicBezTo>
                <a:cubicBezTo>
                  <a:pt x="0" y="36833"/>
                  <a:pt x="13059" y="32175"/>
                  <a:pt x="27318" y="30832"/>
                </a:cubicBezTo>
                <a:cubicBezTo>
                  <a:pt x="39948" y="29461"/>
                  <a:pt x="44863" y="29261"/>
                  <a:pt x="44863" y="24032"/>
                </a:cubicBezTo>
                <a:cubicBezTo>
                  <a:pt x="44863" y="17859"/>
                  <a:pt x="40777" y="14373"/>
                  <a:pt x="33518" y="14373"/>
                </a:cubicBezTo>
                <a:cubicBezTo>
                  <a:pt x="26032" y="14373"/>
                  <a:pt x="21431" y="18059"/>
                  <a:pt x="19860" y="22717"/>
                </a:cubicBezTo>
                <a:lnTo>
                  <a:pt x="2057" y="19745"/>
                </a:lnTo>
                <a:cubicBezTo>
                  <a:pt x="5744" y="7201"/>
                  <a:pt x="17402" y="0"/>
                  <a:pt x="33576" y="0"/>
                </a:cubicBezTo>
                <a:cubicBezTo>
                  <a:pt x="49120" y="0"/>
                  <a:pt x="64265" y="7001"/>
                  <a:pt x="64265" y="24546"/>
                </a:cubicBezTo>
                <a:lnTo>
                  <a:pt x="64265" y="48920"/>
                </a:lnTo>
                <a:lnTo>
                  <a:pt x="64265" y="73266"/>
                </a:lnTo>
                <a:lnTo>
                  <a:pt x="45891" y="73266"/>
                </a:lnTo>
                <a:lnTo>
                  <a:pt x="45891" y="68266"/>
                </a:lnTo>
                <a:lnTo>
                  <a:pt x="45891" y="63236"/>
                </a:lnTo>
                <a:lnTo>
                  <a:pt x="45234" y="63236"/>
                </a:lnTo>
                <a:cubicBezTo>
                  <a:pt x="41748" y="69980"/>
                  <a:pt x="34747" y="74695"/>
                  <a:pt x="24089" y="74695"/>
                </a:cubicBezTo>
                <a:close/>
                <a:moveTo>
                  <a:pt x="29575" y="61036"/>
                </a:moveTo>
                <a:cubicBezTo>
                  <a:pt x="38633" y="61036"/>
                  <a:pt x="44977" y="55035"/>
                  <a:pt x="44977" y="47406"/>
                </a:cubicBezTo>
                <a:lnTo>
                  <a:pt x="44977" y="43463"/>
                </a:lnTo>
                <a:lnTo>
                  <a:pt x="44977" y="39548"/>
                </a:lnTo>
                <a:cubicBezTo>
                  <a:pt x="42577" y="41234"/>
                  <a:pt x="34890" y="42262"/>
                  <a:pt x="30604" y="42862"/>
                </a:cubicBezTo>
                <a:cubicBezTo>
                  <a:pt x="23431" y="43891"/>
                  <a:pt x="18631" y="46692"/>
                  <a:pt x="18631" y="52521"/>
                </a:cubicBezTo>
                <a:cubicBezTo>
                  <a:pt x="18631" y="58122"/>
                  <a:pt x="23174" y="61036"/>
                  <a:pt x="29575" y="6103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2EDA8-CC16-42C7-9945-9796CF1C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273" y="2247167"/>
            <a:ext cx="67723" cy="74695"/>
          </a:xfrm>
          <a:custGeom xmlns:a="http://schemas.openxmlformats.org/drawingml/2006/main">
            <a:pathLst>
              <a:path w="67723" h="74695">
                <a:moveTo>
                  <a:pt x="35404" y="74695"/>
                </a:moveTo>
                <a:cubicBezTo>
                  <a:pt x="13602" y="74695"/>
                  <a:pt x="0" y="59693"/>
                  <a:pt x="0" y="37405"/>
                </a:cubicBezTo>
                <a:cubicBezTo>
                  <a:pt x="0" y="15030"/>
                  <a:pt x="13602" y="0"/>
                  <a:pt x="35404" y="0"/>
                </a:cubicBezTo>
                <a:cubicBezTo>
                  <a:pt x="52578" y="0"/>
                  <a:pt x="64865" y="9201"/>
                  <a:pt x="67580" y="24089"/>
                </a:cubicBezTo>
                <a:lnTo>
                  <a:pt x="49520" y="27461"/>
                </a:lnTo>
                <a:cubicBezTo>
                  <a:pt x="47892" y="19945"/>
                  <a:pt x="43120" y="15288"/>
                  <a:pt x="35604" y="15288"/>
                </a:cubicBezTo>
                <a:cubicBezTo>
                  <a:pt x="25232" y="15288"/>
                  <a:pt x="19802" y="24289"/>
                  <a:pt x="19802" y="37348"/>
                </a:cubicBezTo>
                <a:cubicBezTo>
                  <a:pt x="19802" y="50321"/>
                  <a:pt x="25232" y="59436"/>
                  <a:pt x="35604" y="59436"/>
                </a:cubicBezTo>
                <a:cubicBezTo>
                  <a:pt x="43120" y="59436"/>
                  <a:pt x="48092" y="54635"/>
                  <a:pt x="49663" y="46806"/>
                </a:cubicBezTo>
                <a:lnTo>
                  <a:pt x="67723" y="50121"/>
                </a:lnTo>
                <a:cubicBezTo>
                  <a:pt x="64980" y="65322"/>
                  <a:pt x="52749" y="74695"/>
                  <a:pt x="35404" y="7469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EE6C1-2158-4751-920F-A48F3A0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312" y="2223992"/>
            <a:ext cx="68037" cy="96441"/>
          </a:xfrm>
          <a:custGeom xmlns:a="http://schemas.openxmlformats.org/drawingml/2006/main">
            <a:pathLst>
              <a:path w="68037" h="96441">
                <a:moveTo>
                  <a:pt x="0" y="96441"/>
                </a:moveTo>
                <a:lnTo>
                  <a:pt x="0" y="0"/>
                </a:lnTo>
                <a:lnTo>
                  <a:pt x="19431" y="0"/>
                </a:lnTo>
                <a:lnTo>
                  <a:pt x="19431" y="51921"/>
                </a:lnTo>
                <a:lnTo>
                  <a:pt x="20517" y="51921"/>
                </a:lnTo>
                <a:lnTo>
                  <a:pt x="44234" y="24089"/>
                </a:lnTo>
                <a:lnTo>
                  <a:pt x="66694" y="24089"/>
                </a:lnTo>
                <a:lnTo>
                  <a:pt x="39634" y="55464"/>
                </a:lnTo>
                <a:lnTo>
                  <a:pt x="68037" y="96441"/>
                </a:lnTo>
                <a:lnTo>
                  <a:pt x="45206" y="96441"/>
                </a:lnTo>
                <a:lnTo>
                  <a:pt x="25003" y="66951"/>
                </a:lnTo>
                <a:lnTo>
                  <a:pt x="19431" y="73209"/>
                </a:lnTo>
                <a:lnTo>
                  <a:pt x="19431" y="84839"/>
                </a:lnTo>
                <a:lnTo>
                  <a:pt x="19431" y="96441"/>
                </a:lnTo>
                <a:lnTo>
                  <a:pt x="0" y="964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C8201-684B-4C12-8579-EEB9316C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206" y="2247167"/>
            <a:ext cx="68751" cy="74695"/>
          </a:xfrm>
          <a:custGeom xmlns:a="http://schemas.openxmlformats.org/drawingml/2006/main">
            <a:pathLst>
              <a:path w="68751" h="74695">
                <a:moveTo>
                  <a:pt x="35719" y="74695"/>
                </a:moveTo>
                <a:cubicBezTo>
                  <a:pt x="13602" y="74695"/>
                  <a:pt x="0" y="60350"/>
                  <a:pt x="0" y="37490"/>
                </a:cubicBezTo>
                <a:cubicBezTo>
                  <a:pt x="0" y="15145"/>
                  <a:pt x="13602" y="0"/>
                  <a:pt x="34747" y="0"/>
                </a:cubicBezTo>
                <a:cubicBezTo>
                  <a:pt x="53664" y="0"/>
                  <a:pt x="68751" y="11973"/>
                  <a:pt x="68751" y="36719"/>
                </a:cubicBezTo>
                <a:lnTo>
                  <a:pt x="68751" y="39433"/>
                </a:lnTo>
                <a:lnTo>
                  <a:pt x="68751" y="42148"/>
                </a:lnTo>
                <a:lnTo>
                  <a:pt x="19231" y="42148"/>
                </a:lnTo>
                <a:cubicBezTo>
                  <a:pt x="19688" y="53978"/>
                  <a:pt x="26289" y="60065"/>
                  <a:pt x="36062" y="60065"/>
                </a:cubicBezTo>
                <a:cubicBezTo>
                  <a:pt x="42862" y="60065"/>
                  <a:pt x="47977" y="57093"/>
                  <a:pt x="50035" y="51549"/>
                </a:cubicBezTo>
                <a:lnTo>
                  <a:pt x="67637" y="54835"/>
                </a:lnTo>
                <a:cubicBezTo>
                  <a:pt x="64094" y="66866"/>
                  <a:pt x="52549" y="74695"/>
                  <a:pt x="35719" y="74695"/>
                </a:cubicBezTo>
                <a:close/>
                <a:moveTo>
                  <a:pt x="19345" y="29975"/>
                </a:moveTo>
                <a:lnTo>
                  <a:pt x="50035" y="29975"/>
                </a:lnTo>
                <a:cubicBezTo>
                  <a:pt x="49063" y="20517"/>
                  <a:pt x="43948" y="14630"/>
                  <a:pt x="34947" y="14630"/>
                </a:cubicBezTo>
                <a:cubicBezTo>
                  <a:pt x="25718" y="14630"/>
                  <a:pt x="20145" y="21031"/>
                  <a:pt x="19345" y="2997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F7F53-B01A-4826-AE55-32F8BB4F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216" y="2245281"/>
            <a:ext cx="43320" cy="75152"/>
          </a:xfrm>
          <a:custGeom xmlns:a="http://schemas.openxmlformats.org/drawingml/2006/main">
            <a:pathLst>
              <a:path w="43320" h="75152">
                <a:moveTo>
                  <a:pt x="0" y="75152"/>
                </a:moveTo>
                <a:lnTo>
                  <a:pt x="0" y="2800"/>
                </a:lnTo>
                <a:lnTo>
                  <a:pt x="18774" y="2800"/>
                </a:lnTo>
                <a:lnTo>
                  <a:pt x="18774" y="15402"/>
                </a:lnTo>
                <a:lnTo>
                  <a:pt x="19574" y="15402"/>
                </a:lnTo>
                <a:cubicBezTo>
                  <a:pt x="23060" y="4486"/>
                  <a:pt x="31461" y="0"/>
                  <a:pt x="43320" y="2457"/>
                </a:cubicBezTo>
                <a:lnTo>
                  <a:pt x="43320" y="11144"/>
                </a:lnTo>
                <a:lnTo>
                  <a:pt x="43320" y="19831"/>
                </a:lnTo>
                <a:cubicBezTo>
                  <a:pt x="41577" y="19288"/>
                  <a:pt x="37748" y="18860"/>
                  <a:pt x="34890" y="18860"/>
                </a:cubicBezTo>
                <a:cubicBezTo>
                  <a:pt x="25975" y="18860"/>
                  <a:pt x="19431" y="25003"/>
                  <a:pt x="19431" y="34004"/>
                </a:cubicBezTo>
                <a:lnTo>
                  <a:pt x="19431" y="54578"/>
                </a:lnTo>
                <a:lnTo>
                  <a:pt x="19431" y="75152"/>
                </a:lnTo>
                <a:lnTo>
                  <a:pt x="0" y="751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8ee80b03e4d80"/>
          <a:stretch xmlns:a="http://schemas.openxmlformats.org/drawingml/2006/main"/>
        </p:blipFill>
        <p:spPr>
          <a:xfrm xmlns:a="http://schemas.openxmlformats.org/drawingml/2006/main">
            <a:off x="3992499" y="2145412"/>
            <a:ext cx="596645" cy="596645"/>
          </a:xfrm>
          <a:prstGeom xmlns:a="http://schemas.openxmlformats.org/drawingml/2006/main" prst="rect">
            <a:avLst/>
          </a:prstGeom>
        </p:spPr>
      </p:pic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E9C78-E802-4D05-89FC-CADE92F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145" y="2184930"/>
            <a:ext cx="745807" cy="223742"/>
          </a:xfrm>
          <a:custGeom xmlns:a="http://schemas.openxmlformats.org/drawingml/2006/main">
            <a:pathLst>
              <a:path w="745807" h="223742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701059" y="0"/>
                </a:lnTo>
                <a:cubicBezTo>
                  <a:pt x="745807" y="0"/>
                  <a:pt x="745807" y="44748"/>
                  <a:pt x="745807" y="44748"/>
                </a:cubicBezTo>
                <a:lnTo>
                  <a:pt x="745807" y="178994"/>
                </a:lnTo>
                <a:cubicBezTo>
                  <a:pt x="745807" y="223742"/>
                  <a:pt x="701059" y="223742"/>
                  <a:pt x="701059" y="223742"/>
                </a:cubicBezTo>
                <a:lnTo>
                  <a:pt x="44748" y="223742"/>
                </a:lnTo>
                <a:cubicBezTo>
                  <a:pt x="0" y="223742"/>
                  <a:pt x="0" y="178994"/>
                  <a:pt x="0" y="178994"/>
                </a:cubicBezTo>
              </a:path>
            </a:pathLst>
          </a:custGeom>
          <a:solidFill xmlns:a="http://schemas.openxmlformats.org/drawingml/2006/main">
            <a:srgbClr val="FCCE1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4726F-FA21-404F-9D8A-5EEB62E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145" y="2184930"/>
            <a:ext cx="745807" cy="223742"/>
          </a:xfrm>
          <a:custGeom xmlns:a="http://schemas.openxmlformats.org/drawingml/2006/main">
            <a:pathLst>
              <a:path w="745807" h="223742" fill="none">
                <a:moveTo>
                  <a:pt x="0" y="44748"/>
                </a:moveTo>
                <a:cubicBezTo>
                  <a:pt x="0" y="0"/>
                  <a:pt x="44748" y="0"/>
                  <a:pt x="44748" y="0"/>
                </a:cubicBezTo>
                <a:lnTo>
                  <a:pt x="701059" y="0"/>
                </a:lnTo>
                <a:cubicBezTo>
                  <a:pt x="745807" y="0"/>
                  <a:pt x="745807" y="44748"/>
                  <a:pt x="745807" y="44748"/>
                </a:cubicBezTo>
                <a:lnTo>
                  <a:pt x="745807" y="178994"/>
                </a:lnTo>
                <a:cubicBezTo>
                  <a:pt x="745807" y="223742"/>
                  <a:pt x="701059" y="223742"/>
                  <a:pt x="701059" y="223742"/>
                </a:cubicBezTo>
                <a:lnTo>
                  <a:pt x="44748" y="223742"/>
                </a:lnTo>
                <a:cubicBezTo>
                  <a:pt x="0" y="223742"/>
                  <a:pt x="0" y="178994"/>
                  <a:pt x="0" y="178994"/>
                </a:cubicBezTo>
                <a:lnTo>
                  <a:pt x="0" y="447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16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C2AFA-1BD6-4885-B7B3-DA8AE50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966" y="2263511"/>
            <a:ext cx="92612" cy="96469"/>
          </a:xfrm>
          <a:custGeom xmlns:a="http://schemas.openxmlformats.org/drawingml/2006/main">
            <a:pathLst>
              <a:path w="92612" h="96469">
                <a:moveTo>
                  <a:pt x="33776" y="96469"/>
                </a:moveTo>
                <a:lnTo>
                  <a:pt x="0" y="0"/>
                </a:lnTo>
                <a:lnTo>
                  <a:pt x="21917" y="0"/>
                </a:lnTo>
                <a:cubicBezTo>
                  <a:pt x="30861" y="27661"/>
                  <a:pt x="39462" y="50178"/>
                  <a:pt x="46777" y="80553"/>
                </a:cubicBezTo>
                <a:cubicBezTo>
                  <a:pt x="53978" y="50035"/>
                  <a:pt x="62122" y="27775"/>
                  <a:pt x="70809" y="0"/>
                </a:cubicBezTo>
                <a:lnTo>
                  <a:pt x="92612" y="0"/>
                </a:lnTo>
                <a:lnTo>
                  <a:pt x="59607" y="96469"/>
                </a:lnTo>
                <a:lnTo>
                  <a:pt x="33776" y="9646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4FEBC-BDC8-4A4A-908C-D1385DD4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64" y="2258225"/>
            <a:ext cx="21374" cy="101756"/>
          </a:xfrm>
          <a:custGeom xmlns:a="http://schemas.openxmlformats.org/drawingml/2006/main">
            <a:pathLst>
              <a:path w="21374" h="101756">
                <a:moveTo>
                  <a:pt x="972" y="101756"/>
                </a:moveTo>
                <a:lnTo>
                  <a:pt x="972" y="29375"/>
                </a:lnTo>
                <a:lnTo>
                  <a:pt x="20403" y="29375"/>
                </a:lnTo>
                <a:lnTo>
                  <a:pt x="20403" y="101756"/>
                </a:lnTo>
                <a:lnTo>
                  <a:pt x="972" y="101756"/>
                </a:lnTo>
                <a:close/>
                <a:moveTo>
                  <a:pt x="10687" y="19917"/>
                </a:moveTo>
                <a:cubicBezTo>
                  <a:pt x="4801" y="19917"/>
                  <a:pt x="0" y="15516"/>
                  <a:pt x="0" y="9973"/>
                </a:cubicBezTo>
                <a:cubicBezTo>
                  <a:pt x="0" y="4458"/>
                  <a:pt x="4801" y="0"/>
                  <a:pt x="10687" y="0"/>
                </a:cubicBezTo>
                <a:cubicBezTo>
                  <a:pt x="16516" y="0"/>
                  <a:pt x="21374" y="4458"/>
                  <a:pt x="21374" y="9973"/>
                </a:cubicBezTo>
                <a:cubicBezTo>
                  <a:pt x="21374" y="15516"/>
                  <a:pt x="16516" y="19917"/>
                  <a:pt x="10687" y="199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A67C1-989C-4D12-9198-E4397751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926" y="2286714"/>
            <a:ext cx="67723" cy="74695"/>
          </a:xfrm>
          <a:custGeom xmlns:a="http://schemas.openxmlformats.org/drawingml/2006/main">
            <a:pathLst>
              <a:path w="67723" h="74695">
                <a:moveTo>
                  <a:pt x="35404" y="74695"/>
                </a:moveTo>
                <a:cubicBezTo>
                  <a:pt x="13602" y="74695"/>
                  <a:pt x="0" y="59665"/>
                  <a:pt x="0" y="37405"/>
                </a:cubicBezTo>
                <a:cubicBezTo>
                  <a:pt x="0" y="15002"/>
                  <a:pt x="13602" y="0"/>
                  <a:pt x="35404" y="0"/>
                </a:cubicBezTo>
                <a:cubicBezTo>
                  <a:pt x="52578" y="0"/>
                  <a:pt x="64865" y="9173"/>
                  <a:pt x="67580" y="24060"/>
                </a:cubicBezTo>
                <a:lnTo>
                  <a:pt x="49520" y="27432"/>
                </a:lnTo>
                <a:cubicBezTo>
                  <a:pt x="47892" y="19917"/>
                  <a:pt x="43120" y="15259"/>
                  <a:pt x="35604" y="15259"/>
                </a:cubicBezTo>
                <a:cubicBezTo>
                  <a:pt x="25260" y="15259"/>
                  <a:pt x="19802" y="24260"/>
                  <a:pt x="19802" y="37348"/>
                </a:cubicBezTo>
                <a:cubicBezTo>
                  <a:pt x="19802" y="50292"/>
                  <a:pt x="25260" y="59407"/>
                  <a:pt x="35604" y="59407"/>
                </a:cubicBezTo>
                <a:cubicBezTo>
                  <a:pt x="43120" y="59407"/>
                  <a:pt x="48092" y="54607"/>
                  <a:pt x="49663" y="46777"/>
                </a:cubicBezTo>
                <a:lnTo>
                  <a:pt x="67723" y="50092"/>
                </a:lnTo>
                <a:cubicBezTo>
                  <a:pt x="65008" y="65294"/>
                  <a:pt x="52749" y="74695"/>
                  <a:pt x="35404" y="7469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49E9D-4AE5-4EDC-8734-A7236DA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992" y="2270398"/>
            <a:ext cx="44920" cy="90611"/>
          </a:xfrm>
          <a:custGeom xmlns:a="http://schemas.openxmlformats.org/drawingml/2006/main">
            <a:pathLst>
              <a:path w="44920" h="90611">
                <a:moveTo>
                  <a:pt x="42920" y="17202"/>
                </a:moveTo>
                <a:lnTo>
                  <a:pt x="42920" y="32033"/>
                </a:lnTo>
                <a:lnTo>
                  <a:pt x="29375" y="32033"/>
                </a:lnTo>
                <a:lnTo>
                  <a:pt x="29375" y="68409"/>
                </a:lnTo>
                <a:cubicBezTo>
                  <a:pt x="29375" y="73009"/>
                  <a:pt x="31261" y="75152"/>
                  <a:pt x="35976" y="75152"/>
                </a:cubicBezTo>
                <a:cubicBezTo>
                  <a:pt x="37462" y="75152"/>
                  <a:pt x="40719" y="74695"/>
                  <a:pt x="42148" y="74295"/>
                </a:cubicBezTo>
                <a:lnTo>
                  <a:pt x="44920" y="88868"/>
                </a:lnTo>
                <a:cubicBezTo>
                  <a:pt x="40576" y="90154"/>
                  <a:pt x="36233" y="90611"/>
                  <a:pt x="32347" y="90611"/>
                </a:cubicBezTo>
                <a:cubicBezTo>
                  <a:pt x="17859" y="90611"/>
                  <a:pt x="9973" y="83353"/>
                  <a:pt x="9973" y="70094"/>
                </a:cubicBezTo>
                <a:lnTo>
                  <a:pt x="9973" y="51064"/>
                </a:lnTo>
                <a:lnTo>
                  <a:pt x="9973" y="32033"/>
                </a:lnTo>
                <a:lnTo>
                  <a:pt x="0" y="32033"/>
                </a:lnTo>
                <a:lnTo>
                  <a:pt x="0" y="24660"/>
                </a:lnTo>
                <a:lnTo>
                  <a:pt x="0" y="17202"/>
                </a:lnTo>
                <a:lnTo>
                  <a:pt x="9973" y="17202"/>
                </a:lnTo>
                <a:lnTo>
                  <a:pt x="9973" y="8601"/>
                </a:lnTo>
                <a:lnTo>
                  <a:pt x="9973" y="0"/>
                </a:lnTo>
                <a:lnTo>
                  <a:pt x="29375" y="0"/>
                </a:lnTo>
                <a:lnTo>
                  <a:pt x="29375" y="8601"/>
                </a:lnTo>
                <a:lnTo>
                  <a:pt x="29375" y="17202"/>
                </a:lnTo>
                <a:lnTo>
                  <a:pt x="42920" y="1720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5977D-0547-4AF3-A5F3-C177473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70" y="2258225"/>
            <a:ext cx="21346" cy="101756"/>
          </a:xfrm>
          <a:custGeom xmlns:a="http://schemas.openxmlformats.org/drawingml/2006/main">
            <a:pathLst>
              <a:path w="21346" h="101756">
                <a:moveTo>
                  <a:pt x="972" y="101756"/>
                </a:moveTo>
                <a:lnTo>
                  <a:pt x="972" y="29375"/>
                </a:lnTo>
                <a:lnTo>
                  <a:pt x="20374" y="29375"/>
                </a:lnTo>
                <a:lnTo>
                  <a:pt x="20374" y="101756"/>
                </a:lnTo>
                <a:lnTo>
                  <a:pt x="972" y="101756"/>
                </a:lnTo>
                <a:close/>
                <a:moveTo>
                  <a:pt x="10658" y="19917"/>
                </a:moveTo>
                <a:cubicBezTo>
                  <a:pt x="4772" y="19917"/>
                  <a:pt x="0" y="15516"/>
                  <a:pt x="0" y="9973"/>
                </a:cubicBezTo>
                <a:cubicBezTo>
                  <a:pt x="0" y="4458"/>
                  <a:pt x="4772" y="0"/>
                  <a:pt x="10658" y="0"/>
                </a:cubicBezTo>
                <a:cubicBezTo>
                  <a:pt x="16488" y="0"/>
                  <a:pt x="21346" y="4458"/>
                  <a:pt x="21346" y="9973"/>
                </a:cubicBezTo>
                <a:cubicBezTo>
                  <a:pt x="21346" y="15516"/>
                  <a:pt x="16488" y="19917"/>
                  <a:pt x="10658" y="199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D67B4-5919-484A-A7D8-A797687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461" y="2286514"/>
            <a:ext cx="104413" cy="73466"/>
          </a:xfrm>
          <a:custGeom xmlns:a="http://schemas.openxmlformats.org/drawingml/2006/main">
            <a:pathLst>
              <a:path w="104413" h="73466">
                <a:moveTo>
                  <a:pt x="0" y="73466"/>
                </a:moveTo>
                <a:lnTo>
                  <a:pt x="0" y="1086"/>
                </a:lnTo>
                <a:lnTo>
                  <a:pt x="18002" y="1086"/>
                </a:lnTo>
                <a:lnTo>
                  <a:pt x="18774" y="15145"/>
                </a:lnTo>
                <a:cubicBezTo>
                  <a:pt x="22660" y="4601"/>
                  <a:pt x="30747" y="0"/>
                  <a:pt x="39433" y="0"/>
                </a:cubicBezTo>
                <a:cubicBezTo>
                  <a:pt x="48692" y="0"/>
                  <a:pt x="54693" y="5229"/>
                  <a:pt x="58064" y="16231"/>
                </a:cubicBezTo>
                <a:cubicBezTo>
                  <a:pt x="62151" y="5086"/>
                  <a:pt x="71352" y="0"/>
                  <a:pt x="81324" y="0"/>
                </a:cubicBezTo>
                <a:cubicBezTo>
                  <a:pt x="94583" y="0"/>
                  <a:pt x="104413" y="8915"/>
                  <a:pt x="104413" y="24660"/>
                </a:cubicBezTo>
                <a:lnTo>
                  <a:pt x="104413" y="49063"/>
                </a:lnTo>
                <a:lnTo>
                  <a:pt x="104413" y="73466"/>
                </a:lnTo>
                <a:lnTo>
                  <a:pt x="84925" y="73466"/>
                </a:lnTo>
                <a:lnTo>
                  <a:pt x="84925" y="50921"/>
                </a:lnTo>
                <a:lnTo>
                  <a:pt x="84925" y="28346"/>
                </a:lnTo>
                <a:cubicBezTo>
                  <a:pt x="84925" y="20203"/>
                  <a:pt x="80010" y="16231"/>
                  <a:pt x="73466" y="16231"/>
                </a:cubicBezTo>
                <a:cubicBezTo>
                  <a:pt x="66094" y="16231"/>
                  <a:pt x="61579" y="21346"/>
                  <a:pt x="61579" y="28918"/>
                </a:cubicBezTo>
                <a:lnTo>
                  <a:pt x="61579" y="51206"/>
                </a:lnTo>
                <a:lnTo>
                  <a:pt x="61579" y="73466"/>
                </a:lnTo>
                <a:lnTo>
                  <a:pt x="42777" y="73466"/>
                </a:lnTo>
                <a:lnTo>
                  <a:pt x="42777" y="50635"/>
                </a:lnTo>
                <a:lnTo>
                  <a:pt x="42777" y="27832"/>
                </a:lnTo>
                <a:cubicBezTo>
                  <a:pt x="42777" y="20774"/>
                  <a:pt x="38119" y="16231"/>
                  <a:pt x="31518" y="16231"/>
                </a:cubicBezTo>
                <a:cubicBezTo>
                  <a:pt x="24660" y="16231"/>
                  <a:pt x="19431" y="21031"/>
                  <a:pt x="19431" y="29689"/>
                </a:cubicBezTo>
                <a:lnTo>
                  <a:pt x="19431" y="51578"/>
                </a:lnTo>
                <a:lnTo>
                  <a:pt x="19431" y="73466"/>
                </a:lnTo>
                <a:lnTo>
                  <a:pt x="0" y="7346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2E2F5-C4C9-46ED-A66D-4B27B5B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79" y="748665"/>
            <a:ext cx="104213" cy="108499"/>
          </a:xfrm>
          <a:custGeom xmlns:a="http://schemas.openxmlformats.org/drawingml/2006/main">
            <a:pathLst>
              <a:path w="104213" h="108499">
                <a:moveTo>
                  <a:pt x="38005" y="108499"/>
                </a:moveTo>
                <a:lnTo>
                  <a:pt x="0" y="0"/>
                </a:lnTo>
                <a:lnTo>
                  <a:pt x="24689" y="0"/>
                </a:lnTo>
                <a:cubicBezTo>
                  <a:pt x="34747" y="31090"/>
                  <a:pt x="44434" y="56436"/>
                  <a:pt x="52635" y="90583"/>
                </a:cubicBezTo>
                <a:cubicBezTo>
                  <a:pt x="60722" y="56293"/>
                  <a:pt x="69923" y="31232"/>
                  <a:pt x="79667" y="0"/>
                </a:cubicBezTo>
                <a:lnTo>
                  <a:pt x="104213" y="0"/>
                </a:lnTo>
                <a:lnTo>
                  <a:pt x="67066" y="108499"/>
                </a:lnTo>
                <a:lnTo>
                  <a:pt x="38005" y="1084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75B5E-EA8B-4CC9-9D54-0D64E1EE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94" y="742693"/>
            <a:ext cx="24032" cy="114471"/>
          </a:xfrm>
          <a:custGeom xmlns:a="http://schemas.openxmlformats.org/drawingml/2006/main">
            <a:pathLst>
              <a:path w="24032" h="114471">
                <a:moveTo>
                  <a:pt x="1086" y="114471"/>
                </a:moveTo>
                <a:lnTo>
                  <a:pt x="1086" y="33061"/>
                </a:lnTo>
                <a:lnTo>
                  <a:pt x="22946" y="33061"/>
                </a:lnTo>
                <a:lnTo>
                  <a:pt x="22946" y="114471"/>
                </a:lnTo>
                <a:lnTo>
                  <a:pt x="1086" y="114471"/>
                </a:lnTo>
                <a:close/>
                <a:moveTo>
                  <a:pt x="12002" y="22431"/>
                </a:moveTo>
                <a:cubicBezTo>
                  <a:pt x="5372" y="22431"/>
                  <a:pt x="0" y="17488"/>
                  <a:pt x="0" y="11230"/>
                </a:cubicBezTo>
                <a:cubicBezTo>
                  <a:pt x="0" y="5029"/>
                  <a:pt x="5372" y="0"/>
                  <a:pt x="12002" y="0"/>
                </a:cubicBezTo>
                <a:cubicBezTo>
                  <a:pt x="18574" y="0"/>
                  <a:pt x="24032" y="5029"/>
                  <a:pt x="24032" y="11230"/>
                </a:cubicBezTo>
                <a:cubicBezTo>
                  <a:pt x="24032" y="17488"/>
                  <a:pt x="18574" y="22431"/>
                  <a:pt x="12002" y="224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242D4-BC96-4524-8CD2-FAAE129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13" y="772611"/>
            <a:ext cx="48720" cy="84553"/>
          </a:xfrm>
          <a:custGeom xmlns:a="http://schemas.openxmlformats.org/drawingml/2006/main">
            <a:pathLst>
              <a:path w="48720" h="84553">
                <a:moveTo>
                  <a:pt x="0" y="84553"/>
                </a:moveTo>
                <a:lnTo>
                  <a:pt x="0" y="3143"/>
                </a:lnTo>
                <a:lnTo>
                  <a:pt x="21117" y="3143"/>
                </a:lnTo>
                <a:lnTo>
                  <a:pt x="21117" y="17345"/>
                </a:lnTo>
                <a:lnTo>
                  <a:pt x="21974" y="17345"/>
                </a:lnTo>
                <a:cubicBezTo>
                  <a:pt x="25918" y="5029"/>
                  <a:pt x="35376" y="0"/>
                  <a:pt x="48720" y="2772"/>
                </a:cubicBezTo>
                <a:lnTo>
                  <a:pt x="48720" y="12544"/>
                </a:lnTo>
                <a:lnTo>
                  <a:pt x="48720" y="22288"/>
                </a:lnTo>
                <a:cubicBezTo>
                  <a:pt x="46749" y="21717"/>
                  <a:pt x="42434" y="21203"/>
                  <a:pt x="39233" y="21203"/>
                </a:cubicBezTo>
                <a:cubicBezTo>
                  <a:pt x="29204" y="21203"/>
                  <a:pt x="21831" y="28118"/>
                  <a:pt x="21831" y="38262"/>
                </a:cubicBezTo>
                <a:lnTo>
                  <a:pt x="21831" y="61408"/>
                </a:lnTo>
                <a:lnTo>
                  <a:pt x="21831" y="84553"/>
                </a:lnTo>
                <a:lnTo>
                  <a:pt x="0" y="845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62680-CC8C-4C42-8AA2-3AB22DE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92" y="756380"/>
            <a:ext cx="50549" cy="101956"/>
          </a:xfrm>
          <a:custGeom xmlns:a="http://schemas.openxmlformats.org/drawingml/2006/main">
            <a:pathLst>
              <a:path w="50549" h="101956">
                <a:moveTo>
                  <a:pt x="48292" y="19374"/>
                </a:moveTo>
                <a:lnTo>
                  <a:pt x="48292" y="36062"/>
                </a:lnTo>
                <a:lnTo>
                  <a:pt x="33061" y="36062"/>
                </a:lnTo>
                <a:lnTo>
                  <a:pt x="33061" y="76981"/>
                </a:lnTo>
                <a:cubicBezTo>
                  <a:pt x="33061" y="82153"/>
                  <a:pt x="35176" y="84553"/>
                  <a:pt x="40491" y="84553"/>
                </a:cubicBezTo>
                <a:cubicBezTo>
                  <a:pt x="42177" y="84553"/>
                  <a:pt x="45806" y="84039"/>
                  <a:pt x="47406" y="83610"/>
                </a:cubicBezTo>
                <a:lnTo>
                  <a:pt x="50549" y="100012"/>
                </a:lnTo>
                <a:cubicBezTo>
                  <a:pt x="45663" y="101441"/>
                  <a:pt x="40777" y="101956"/>
                  <a:pt x="36405" y="101956"/>
                </a:cubicBezTo>
                <a:cubicBezTo>
                  <a:pt x="20088" y="101956"/>
                  <a:pt x="11201" y="93812"/>
                  <a:pt x="11201" y="78867"/>
                </a:cubicBezTo>
                <a:lnTo>
                  <a:pt x="11201" y="57464"/>
                </a:lnTo>
                <a:lnTo>
                  <a:pt x="11201" y="36062"/>
                </a:lnTo>
                <a:lnTo>
                  <a:pt x="0" y="36062"/>
                </a:lnTo>
                <a:lnTo>
                  <a:pt x="0" y="27746"/>
                </a:lnTo>
                <a:lnTo>
                  <a:pt x="0" y="19374"/>
                </a:lnTo>
                <a:lnTo>
                  <a:pt x="11201" y="19374"/>
                </a:lnTo>
                <a:lnTo>
                  <a:pt x="11201" y="9687"/>
                </a:lnTo>
                <a:lnTo>
                  <a:pt x="11201" y="0"/>
                </a:lnTo>
                <a:lnTo>
                  <a:pt x="33061" y="0"/>
                </a:lnTo>
                <a:lnTo>
                  <a:pt x="33061" y="9687"/>
                </a:lnTo>
                <a:lnTo>
                  <a:pt x="33061" y="19374"/>
                </a:lnTo>
                <a:lnTo>
                  <a:pt x="48292" y="193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59010-C865-48D5-BBD6-FCCDF8D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57" y="775754"/>
            <a:ext cx="74295" cy="82439"/>
          </a:xfrm>
          <a:custGeom xmlns:a="http://schemas.openxmlformats.org/drawingml/2006/main">
            <a:pathLst>
              <a:path w="74295" h="82439">
                <a:moveTo>
                  <a:pt x="28061" y="82439"/>
                </a:moveTo>
                <a:cubicBezTo>
                  <a:pt x="11173" y="82439"/>
                  <a:pt x="0" y="70866"/>
                  <a:pt x="0" y="51778"/>
                </a:cubicBezTo>
                <a:lnTo>
                  <a:pt x="0" y="25889"/>
                </a:lnTo>
                <a:lnTo>
                  <a:pt x="0" y="0"/>
                </a:lnTo>
                <a:lnTo>
                  <a:pt x="21860" y="0"/>
                </a:lnTo>
                <a:lnTo>
                  <a:pt x="21860" y="24003"/>
                </a:lnTo>
                <a:lnTo>
                  <a:pt x="21860" y="48006"/>
                </a:lnTo>
                <a:cubicBezTo>
                  <a:pt x="21860" y="58122"/>
                  <a:pt x="27403" y="64151"/>
                  <a:pt x="36576" y="64151"/>
                </a:cubicBezTo>
                <a:cubicBezTo>
                  <a:pt x="45834" y="64151"/>
                  <a:pt x="52378" y="57893"/>
                  <a:pt x="52378" y="47120"/>
                </a:cubicBezTo>
                <a:lnTo>
                  <a:pt x="52378" y="23574"/>
                </a:lnTo>
                <a:lnTo>
                  <a:pt x="52378" y="0"/>
                </a:lnTo>
                <a:lnTo>
                  <a:pt x="74295" y="0"/>
                </a:lnTo>
                <a:lnTo>
                  <a:pt x="74295" y="40719"/>
                </a:lnTo>
                <a:lnTo>
                  <a:pt x="74295" y="81410"/>
                </a:lnTo>
                <a:lnTo>
                  <a:pt x="53635" y="81410"/>
                </a:lnTo>
                <a:lnTo>
                  <a:pt x="53321" y="64522"/>
                </a:lnTo>
                <a:cubicBezTo>
                  <a:pt x="48749" y="76038"/>
                  <a:pt x="40434" y="82439"/>
                  <a:pt x="28061" y="824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F1E21-2BA3-4CCD-A16B-F93CA9AF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53" y="774725"/>
            <a:ext cx="72323" cy="84068"/>
          </a:xfrm>
          <a:custGeom xmlns:a="http://schemas.openxmlformats.org/drawingml/2006/main">
            <a:pathLst>
              <a:path w="72323" h="84068">
                <a:moveTo>
                  <a:pt x="27089" y="84068"/>
                </a:moveTo>
                <a:cubicBezTo>
                  <a:pt x="11573" y="84068"/>
                  <a:pt x="0" y="75752"/>
                  <a:pt x="0" y="59665"/>
                </a:cubicBezTo>
                <a:cubicBezTo>
                  <a:pt x="0" y="41434"/>
                  <a:pt x="14716" y="36205"/>
                  <a:pt x="30747" y="34661"/>
                </a:cubicBezTo>
                <a:cubicBezTo>
                  <a:pt x="44948" y="33147"/>
                  <a:pt x="50463" y="32918"/>
                  <a:pt x="50463" y="27032"/>
                </a:cubicBezTo>
                <a:cubicBezTo>
                  <a:pt x="50463" y="20117"/>
                  <a:pt x="45891" y="16173"/>
                  <a:pt x="37748" y="16173"/>
                </a:cubicBezTo>
                <a:cubicBezTo>
                  <a:pt x="29289" y="16173"/>
                  <a:pt x="24117" y="20317"/>
                  <a:pt x="22374" y="25575"/>
                </a:cubicBezTo>
                <a:lnTo>
                  <a:pt x="2343" y="22231"/>
                </a:lnTo>
                <a:cubicBezTo>
                  <a:pt x="6487" y="8087"/>
                  <a:pt x="19602" y="0"/>
                  <a:pt x="37805" y="0"/>
                </a:cubicBezTo>
                <a:cubicBezTo>
                  <a:pt x="55293" y="0"/>
                  <a:pt x="72323" y="7858"/>
                  <a:pt x="72323" y="27603"/>
                </a:cubicBezTo>
                <a:lnTo>
                  <a:pt x="72323" y="55035"/>
                </a:lnTo>
                <a:lnTo>
                  <a:pt x="72323" y="82439"/>
                </a:lnTo>
                <a:lnTo>
                  <a:pt x="51635" y="82439"/>
                </a:lnTo>
                <a:lnTo>
                  <a:pt x="51635" y="76810"/>
                </a:lnTo>
                <a:lnTo>
                  <a:pt x="51635" y="71152"/>
                </a:lnTo>
                <a:lnTo>
                  <a:pt x="50921" y="71152"/>
                </a:lnTo>
                <a:cubicBezTo>
                  <a:pt x="46977" y="78753"/>
                  <a:pt x="39119" y="84068"/>
                  <a:pt x="27089" y="84068"/>
                </a:cubicBezTo>
                <a:close/>
                <a:moveTo>
                  <a:pt x="33290" y="68694"/>
                </a:moveTo>
                <a:cubicBezTo>
                  <a:pt x="43491" y="68694"/>
                  <a:pt x="50606" y="61922"/>
                  <a:pt x="50606" y="53321"/>
                </a:cubicBezTo>
                <a:lnTo>
                  <a:pt x="50606" y="48920"/>
                </a:lnTo>
                <a:lnTo>
                  <a:pt x="50606" y="44520"/>
                </a:lnTo>
                <a:cubicBezTo>
                  <a:pt x="47920" y="46406"/>
                  <a:pt x="39262" y="47577"/>
                  <a:pt x="34461" y="48235"/>
                </a:cubicBezTo>
                <a:cubicBezTo>
                  <a:pt x="26375" y="49378"/>
                  <a:pt x="20974" y="52521"/>
                  <a:pt x="20974" y="59065"/>
                </a:cubicBezTo>
                <a:cubicBezTo>
                  <a:pt x="20974" y="65408"/>
                  <a:pt x="26089" y="68694"/>
                  <a:pt x="33290" y="686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8E8FB-B099-4DAA-8E25-59F28975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936" y="748665"/>
            <a:ext cx="21831" cy="108499"/>
          </a:xfrm>
          <a:custGeom xmlns:a="http://schemas.openxmlformats.org/drawingml/2006/main">
            <a:pathLst>
              <a:path w="21831" h="108499">
                <a:moveTo>
                  <a:pt x="21831" y="0"/>
                </a:moveTo>
                <a:lnTo>
                  <a:pt x="21831" y="108499"/>
                </a:lnTo>
                <a:lnTo>
                  <a:pt x="0" y="108499"/>
                </a:lnTo>
                <a:lnTo>
                  <a:pt x="0" y="0"/>
                </a:lnTo>
                <a:lnTo>
                  <a:pt x="2183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CD372-1366-46DB-BE2E-55420FB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945" y="748665"/>
            <a:ext cx="104213" cy="108499"/>
          </a:xfrm>
          <a:custGeom xmlns:a="http://schemas.openxmlformats.org/drawingml/2006/main">
            <a:pathLst>
              <a:path w="104213" h="108499">
                <a:moveTo>
                  <a:pt x="0" y="108499"/>
                </a:moveTo>
                <a:lnTo>
                  <a:pt x="37062" y="0"/>
                </a:lnTo>
                <a:lnTo>
                  <a:pt x="66208" y="0"/>
                </a:lnTo>
                <a:lnTo>
                  <a:pt x="104213" y="108499"/>
                </a:lnTo>
                <a:lnTo>
                  <a:pt x="79524" y="108499"/>
                </a:lnTo>
                <a:lnTo>
                  <a:pt x="71152" y="83325"/>
                </a:lnTo>
                <a:lnTo>
                  <a:pt x="32633" y="83325"/>
                </a:lnTo>
                <a:lnTo>
                  <a:pt x="24546" y="108499"/>
                </a:lnTo>
                <a:lnTo>
                  <a:pt x="0" y="108499"/>
                </a:lnTo>
                <a:close/>
                <a:moveTo>
                  <a:pt x="38148" y="65923"/>
                </a:moveTo>
                <a:lnTo>
                  <a:pt x="65408" y="65923"/>
                </a:lnTo>
                <a:cubicBezTo>
                  <a:pt x="59950" y="50406"/>
                  <a:pt x="56378" y="36633"/>
                  <a:pt x="51406" y="17402"/>
                </a:cubicBezTo>
                <a:cubicBezTo>
                  <a:pt x="46606" y="36919"/>
                  <a:pt x="43405" y="50406"/>
                  <a:pt x="38148" y="659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FF50E-19EE-46AB-91C5-D9018A35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301" y="747208"/>
            <a:ext cx="97155" cy="111414"/>
          </a:xfrm>
          <a:custGeom xmlns:a="http://schemas.openxmlformats.org/drawingml/2006/main">
            <a:pathLst>
              <a:path w="97155" h="111414">
                <a:moveTo>
                  <a:pt x="50406" y="111414"/>
                </a:moveTo>
                <a:cubicBezTo>
                  <a:pt x="21488" y="111414"/>
                  <a:pt x="0" y="91040"/>
                  <a:pt x="0" y="55778"/>
                </a:cubicBezTo>
                <a:cubicBezTo>
                  <a:pt x="0" y="20317"/>
                  <a:pt x="21774" y="0"/>
                  <a:pt x="50406" y="0"/>
                </a:cubicBezTo>
                <a:cubicBezTo>
                  <a:pt x="75095" y="0"/>
                  <a:pt x="93897" y="14116"/>
                  <a:pt x="97098" y="38519"/>
                </a:cubicBezTo>
                <a:lnTo>
                  <a:pt x="74581" y="38519"/>
                </a:lnTo>
                <a:cubicBezTo>
                  <a:pt x="72552" y="26718"/>
                  <a:pt x="63236" y="19717"/>
                  <a:pt x="50835" y="19717"/>
                </a:cubicBezTo>
                <a:cubicBezTo>
                  <a:pt x="33861" y="19717"/>
                  <a:pt x="22574" y="32776"/>
                  <a:pt x="22574" y="55778"/>
                </a:cubicBezTo>
                <a:cubicBezTo>
                  <a:pt x="22574" y="79324"/>
                  <a:pt x="34004" y="91697"/>
                  <a:pt x="50778" y="91697"/>
                </a:cubicBezTo>
                <a:cubicBezTo>
                  <a:pt x="63151" y="91697"/>
                  <a:pt x="72466" y="84639"/>
                  <a:pt x="74666" y="72838"/>
                </a:cubicBezTo>
                <a:lnTo>
                  <a:pt x="97155" y="72838"/>
                </a:lnTo>
                <a:cubicBezTo>
                  <a:pt x="94669" y="93012"/>
                  <a:pt x="77781" y="111414"/>
                  <a:pt x="50406" y="1114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BF3F3-A1E1-4675-88DC-F934B81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468" y="1656893"/>
            <a:ext cx="10" cy="335613"/>
          </a:xfrm>
          <a:custGeom xmlns:a="http://schemas.openxmlformats.org/drawingml/2006/main">
            <a:pathLst>
              <a:path w="1" h="335613" fill="none">
                <a:moveTo>
                  <a:pt x="0" y="0"/>
                </a:moveTo>
                <a:lnTo>
                  <a:pt x="0" y="335613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custDash>
              <a:ds d="187500" sp="375000"/>
            </a:custDash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4735D-125C-4093-874D-8336723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518" y="1556223"/>
            <a:ext cx="111900" cy="96955"/>
          </a:xfrm>
          <a:custGeom xmlns:a="http://schemas.openxmlformats.org/drawingml/2006/main">
            <a:pathLst>
              <a:path w="111900" h="96955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E6340-140D-4A08-A96E-318CCEF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518" y="1556223"/>
            <a:ext cx="111900" cy="96955"/>
          </a:xfrm>
          <a:custGeom xmlns:a="http://schemas.openxmlformats.org/drawingml/2006/main">
            <a:pathLst>
              <a:path w="111900" h="96955" fill="none">
                <a:moveTo>
                  <a:pt x="55950" y="0"/>
                </a:moveTo>
                <a:lnTo>
                  <a:pt x="111900" y="96955"/>
                </a:lnTo>
                <a:lnTo>
                  <a:pt x="0" y="96955"/>
                </a:lnTo>
                <a:lnTo>
                  <a:pt x="559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725C2-AEB2-4DCF-98D0-CAE4F7C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468" y="1992506"/>
            <a:ext cx="10" cy="3743"/>
          </a:xfrm>
          <a:custGeom xmlns:a="http://schemas.openxmlformats.org/drawingml/2006/main">
            <a:pathLst>
              <a:path w="1" h="3743" fill="none">
                <a:moveTo>
                  <a:pt x="0" y="0"/>
                </a:moveTo>
                <a:lnTo>
                  <a:pt x="0" y="3743"/>
                </a:lnTo>
              </a:path>
            </a:pathLst>
          </a:custGeom>
          <a:noFill xmlns:a="http://schemas.openxmlformats.org/drawingml/2006/main"/>
          <a:ln xmlns:a="http://schemas.openxmlformats.org/drawingml/2006/main" w="7458" cap="flat">
            <a:solidFill>
              <a:srgbClr val="000000"/>
            </a:solidFill>
            <a:miter/>
          </a:ln>
        </p:spPr>
      </p:sp>
      <p:pic>
        <p:nvPicPr>
          <p:cNvPr id="7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b66e2833a494d"/>
          <a:stretch xmlns:a="http://schemas.openxmlformats.org/drawingml/2006/main"/>
        </p:blipFill>
        <p:spPr>
          <a:xfrm xmlns:a="http://schemas.openxmlformats.org/drawingml/2006/main">
            <a:off x="4589145" y="952119"/>
            <a:ext cx="596646" cy="5966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68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2026-09-08T03:14:22.0870000Z</dcterms:created>
  <dcterms:modified xsi:type="dcterms:W3CDTF">2026-09-08T03:14:22.0870000Z</dcterms:modified>
</coreProperties>
</file>